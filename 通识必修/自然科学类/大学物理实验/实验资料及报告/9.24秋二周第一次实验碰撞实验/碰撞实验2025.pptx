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445" r:id="rId3"/>
    <p:sldId id="358" r:id="rId4"/>
    <p:sldId id="382" r:id="rId5"/>
    <p:sldId id="327" r:id="rId6"/>
    <p:sldId id="388" r:id="rId7"/>
    <p:sldId id="390" r:id="rId8"/>
    <p:sldId id="398" r:id="rId9"/>
    <p:sldId id="391" r:id="rId10"/>
    <p:sldId id="326" r:id="rId11"/>
    <p:sldId id="329" r:id="rId12"/>
    <p:sldId id="340" r:id="rId13"/>
    <p:sldId id="394" r:id="rId14"/>
    <p:sldId id="403" r:id="rId15"/>
    <p:sldId id="404" r:id="rId16"/>
    <p:sldId id="361" r:id="rId17"/>
    <p:sldId id="372" r:id="rId18"/>
    <p:sldId id="408" r:id="rId19"/>
    <p:sldId id="407" r:id="rId20"/>
    <p:sldId id="418" r:id="rId21"/>
    <p:sldId id="446" r:id="rId22"/>
    <p:sldId id="409" r:id="rId23"/>
    <p:sldId id="419" r:id="rId24"/>
    <p:sldId id="421" r:id="rId25"/>
    <p:sldId id="447" r:id="rId26"/>
    <p:sldId id="449" r:id="rId27"/>
    <p:sldId id="405" r:id="rId28"/>
    <p:sldId id="386" r:id="rId29"/>
    <p:sldId id="283" r:id="rId30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2" userDrawn="1">
          <p15:clr>
            <a:srgbClr val="A4A3A4"/>
          </p15:clr>
        </p15:guide>
        <p15:guide id="2" pos="37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58E4"/>
    <a:srgbClr val="2C52F6"/>
    <a:srgbClr val="2F5597"/>
    <a:srgbClr val="0000FF"/>
    <a:srgbClr val="DC28E0"/>
    <a:srgbClr val="A2A2A2"/>
    <a:srgbClr val="EBE9DC"/>
    <a:srgbClr val="540000"/>
    <a:srgbClr val="AD1C21"/>
    <a:srgbClr val="7B12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7" autoAdjust="0"/>
    <p:restoredTop sz="95728" autoAdjust="0"/>
  </p:normalViewPr>
  <p:slideViewPr>
    <p:cSldViewPr snapToGrid="0" showGuides="1">
      <p:cViewPr varScale="1">
        <p:scale>
          <a:sx n="128" d="100"/>
          <a:sy n="128" d="100"/>
        </p:scale>
        <p:origin x="368" y="176"/>
      </p:cViewPr>
      <p:guideLst>
        <p:guide orient="horz" pos="2012"/>
        <p:guide pos="37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83AA3F-A82B-43BF-B18C-5608A05C57EB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30F0D-1A5A-4EA2-B28F-0EC912CB6BA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SimSun" panose="02010600030101010101" pitchFamily="2" charset="-122"/>
                <a:ea typeface="SimSun" panose="02010600030101010101" pitchFamily="2" charset="-122"/>
              </a:rPr>
              <a:t>500Hz</a:t>
            </a:r>
            <a:r>
              <a:rPr lang="zh-CN" altLang="en-US" sz="1200" dirty="0">
                <a:latin typeface="SimSun" panose="02010600030101010101" pitchFamily="2" charset="-122"/>
                <a:ea typeface="SimSun" panose="02010600030101010101" pitchFamily="2" charset="-122"/>
              </a:rPr>
              <a:t>更难调平衡。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448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在生产实践中广泛存在着碰撞，例如锻铁、打桩等都是碰撞过程；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在研究分子、原子、原子核的散射时，在一定</a:t>
            </a:r>
            <a:r>
              <a:rPr lang="en-US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条件</a:t>
            </a: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下，也可看作碰撞过程来处理；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通过人造卫星碰撞月球引发地震信号可探测月核状态。</a:t>
            </a:r>
            <a:endParaRPr lang="en-US" altLang="zh-CN" sz="1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e=0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，完全非弹性碰撞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0&lt;e&lt;1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，非完全弹性碰撞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e=1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，完全弹性碰撞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e&gt;1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，碰撞使系统释放能量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e&lt;0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，动量传递不完全，比如箭穿透靶心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just">
              <a:lnSpc>
                <a:spcPct val="150000"/>
              </a:lnSpc>
              <a:buSzPct val="100000"/>
            </a:pP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静态法：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将滑块置于已通气的导轨上，调节支点螺钉使其在任何位置都能保持静止不动，或稍有运动，但不总向一个方向运动。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lvl="1" algn="just">
              <a:lnSpc>
                <a:spcPct val="150000"/>
              </a:lnSpc>
              <a:buSzPct val="100000"/>
            </a:pPr>
            <a:r>
              <a:rPr lang="zh-CN" altLang="en-US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动态法：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要求滑块在沿同一方向运动的过程中经过两光电门的时间近似相等，即认为导轨已调平。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22641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609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530F0D-1A5A-4EA2-B28F-0EC912CB6BA5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2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7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2" y="365127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6" tIns="45718" rIns="91436" bIns="4571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6" tIns="45718" rIns="91436" bIns="4571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B7A37-B852-49AB-B2E2-96296AB21F67}" type="datetimeFigureOut">
              <a:rPr lang="zh-CN" altLang="en-US" smtClean="0"/>
              <a:t>2025/7/16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8F8D02-9041-4C59-BC62-13DE0E5C67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8.emf"/><Relationship Id="rId4" Type="http://schemas.openxmlformats.org/officeDocument/2006/relationships/image" Target="../media/image15.emf"/><Relationship Id="rId9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11.bin"/><Relationship Id="rId3" Type="http://schemas.openxmlformats.org/officeDocument/2006/relationships/image" Target="../media/image15.png"/><Relationship Id="rId7" Type="http://schemas.openxmlformats.org/officeDocument/2006/relationships/oleObject" Target="../embeddings/oleObject8.bin"/><Relationship Id="rId12" Type="http://schemas.openxmlformats.org/officeDocument/2006/relationships/image" Target="../media/image23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22.wmf"/><Relationship Id="rId4" Type="http://schemas.openxmlformats.org/officeDocument/2006/relationships/image" Target="../media/image19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2.png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12.bin"/><Relationship Id="rId21" Type="http://schemas.openxmlformats.org/officeDocument/2006/relationships/image" Target="../media/image36.wmf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31.wmf"/><Relationship Id="rId17" Type="http://schemas.openxmlformats.org/officeDocument/2006/relationships/image" Target="../media/image34.wmf"/><Relationship Id="rId2" Type="http://schemas.openxmlformats.org/officeDocument/2006/relationships/notesSlide" Target="../notesSlides/notesSlide11.xml"/><Relationship Id="rId16" Type="http://schemas.openxmlformats.org/officeDocument/2006/relationships/oleObject" Target="../embeddings/oleObject18.bin"/><Relationship Id="rId20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16.bin"/><Relationship Id="rId24" Type="http://schemas.openxmlformats.org/officeDocument/2006/relationships/oleObject" Target="../embeddings/oleObject22.bin"/><Relationship Id="rId5" Type="http://schemas.openxmlformats.org/officeDocument/2006/relationships/oleObject" Target="../embeddings/oleObject13.bin"/><Relationship Id="rId15" Type="http://schemas.openxmlformats.org/officeDocument/2006/relationships/image" Target="../media/image33.wmf"/><Relationship Id="rId23" Type="http://schemas.openxmlformats.org/officeDocument/2006/relationships/image" Target="../media/image37.wmf"/><Relationship Id="rId10" Type="http://schemas.openxmlformats.org/officeDocument/2006/relationships/image" Target="../media/image30.wmf"/><Relationship Id="rId19" Type="http://schemas.openxmlformats.org/officeDocument/2006/relationships/image" Target="../media/image35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5.bin"/><Relationship Id="rId14" Type="http://schemas.openxmlformats.org/officeDocument/2006/relationships/oleObject" Target="../embeddings/oleObject17.bin"/><Relationship Id="rId22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38.wmf"/><Relationship Id="rId9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41.png"/><Relationship Id="rId7" Type="http://schemas.openxmlformats.org/officeDocument/2006/relationships/image" Target="../media/image43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42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44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文本框 47"/>
          <p:cNvSpPr txBox="1"/>
          <p:nvPr/>
        </p:nvSpPr>
        <p:spPr>
          <a:xfrm>
            <a:off x="1253490" y="1986280"/>
            <a:ext cx="9792970" cy="2657475"/>
          </a:xfrm>
          <a:prstGeom prst="rect">
            <a:avLst/>
          </a:prstGeom>
          <a:noFill/>
        </p:spPr>
        <p:txBody>
          <a:bodyPr wrap="none" lIns="91438" tIns="45719" rIns="91438" bIns="45719" rtlCol="0">
            <a:noAutofit/>
          </a:bodyPr>
          <a:lstStyle/>
          <a:p>
            <a:pPr indent="0" algn="l">
              <a:buClrTx/>
              <a:buSzTx/>
              <a:buFont typeface="Wingdings" panose="05000000000000000000" charset="0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实验开始前：</a:t>
            </a:r>
          </a:p>
          <a:p>
            <a:pPr marL="342900" indent="-342900" algn="l">
              <a:buClrTx/>
              <a:buSzTx/>
              <a:buFont typeface="Wingdings" panose="05000000000000000000" charset="0"/>
              <a:buChar char="u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教师讲课前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请勿触碰实验器材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，请勿直接将滑块放置在</a:t>
            </a: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导轨上，以免损伤气垫导轨。</a:t>
            </a:r>
          </a:p>
          <a:p>
            <a:pPr marL="342900" indent="-342900" algn="l">
              <a:buClrTx/>
              <a:buSzTx/>
              <a:buFont typeface="Wingdings" panose="05000000000000000000" charset="0"/>
              <a:buChar char="u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进入实验室后请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签到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实验结束后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请务必拿着实验数据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找</a:t>
            </a: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指导老师签字后，收拾好仪器，才可以离开实验室。</a:t>
            </a: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+mn-ea"/>
            </a:endParaRPr>
          </a:p>
          <a:p>
            <a:pPr indent="0" algn="l">
              <a:buClrTx/>
              <a:buSzTx/>
              <a:buFont typeface="Wingdings" panose="05000000000000000000" charset="0"/>
              <a:buNone/>
            </a:pP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buClrTx/>
              <a:buSzTx/>
              <a:buFontTx/>
            </a:pPr>
            <a:endParaRPr lang="zh-CN" altLang="en-US" sz="2400" dirty="0">
              <a:ln w="0"/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9855" y="0"/>
            <a:ext cx="4829175" cy="478790"/>
          </a:xfrm>
          <a:prstGeom prst="rect">
            <a:avLst/>
          </a:prstGeom>
          <a:noFill/>
        </p:spPr>
        <p:txBody>
          <a:bodyPr wrap="square" lIns="91436" tIns="45718" rIns="91436" bIns="45718" rtlCol="0">
            <a:noAutofit/>
          </a:bodyPr>
          <a:lstStyle/>
          <a:p>
            <a:pPr algn="l"/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r>
              <a:rPr lang="zh-CN" altLang="en-US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endParaRPr lang="zh-CN" altLang="en-US" sz="24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8790" y="1029335"/>
            <a:ext cx="2578735" cy="577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l"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pitchFamily="49" charset="-122"/>
                <a:sym typeface="+mn-ea"/>
              </a:rPr>
              <a:t>注意事项</a:t>
            </a:r>
            <a:endParaRPr lang="zh-CN" altLang="en-US" sz="3200" b="1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 78"/>
          <p:cNvSpPr/>
          <p:nvPr/>
        </p:nvSpPr>
        <p:spPr>
          <a:xfrm>
            <a:off x="-8551" y="4672004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4320040" y="2125722"/>
            <a:ext cx="3262428" cy="1015661"/>
          </a:xfrm>
          <a:prstGeom prst="rect">
            <a:avLst/>
          </a:prstGeom>
          <a:noFill/>
        </p:spPr>
        <p:txBody>
          <a:bodyPr wrap="none" lIns="91438" tIns="45719" rIns="91438" bIns="45719" rtlCol="0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6000" dirty="0">
                <a:ln w="0"/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碰撞实验</a:t>
            </a:r>
            <a:endParaRPr lang="zh-CN" altLang="en-US" sz="6000" dirty="0">
              <a:ln w="0"/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7" name="圆角矩形 56"/>
          <p:cNvSpPr/>
          <p:nvPr/>
        </p:nvSpPr>
        <p:spPr>
          <a:xfrm rot="16200000" flipV="1">
            <a:off x="10447003" y="4634619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6" name="Freeform 96"/>
          <p:cNvSpPr/>
          <p:nvPr/>
        </p:nvSpPr>
        <p:spPr bwMode="auto">
          <a:xfrm>
            <a:off x="10716633" y="4926395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868585" y="3620814"/>
            <a:ext cx="8275546" cy="46166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r>
              <a:rPr lang="zh-CN" altLang="en-US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endParaRPr lang="zh-CN" altLang="en-US" sz="24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385A2E5-EF21-7902-7A41-4080D94BC3C3}"/>
              </a:ext>
            </a:extLst>
          </p:cNvPr>
          <p:cNvSpPr txBox="1"/>
          <p:nvPr/>
        </p:nvSpPr>
        <p:spPr>
          <a:xfrm>
            <a:off x="3398551" y="5314714"/>
            <a:ext cx="4653495" cy="400111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Segoe UI Semilight" panose="020B0402040204020203" pitchFamily="34" charset="0"/>
              </a:rPr>
              <a:t>浙江大学  物理实验教学中心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C9FC144-161C-EC02-D051-F408F429B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49" y="209688"/>
            <a:ext cx="4712251" cy="8134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0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预备实验</a:t>
            </a:r>
          </a:p>
        </p:txBody>
      </p:sp>
      <p:sp>
        <p:nvSpPr>
          <p:cNvPr id="397" name="矩形 396"/>
          <p:cNvSpPr/>
          <p:nvPr/>
        </p:nvSpPr>
        <p:spPr>
          <a:xfrm>
            <a:off x="2540354" y="300156"/>
            <a:ext cx="2430016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PRE-EXPERIMENT 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>
                <a:spLocks/>
              </p:cNvSpPr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B45388F8-5837-A889-1673-50697CE66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75604" y="5770964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fld>
            <a:endParaRPr lang="zh-CN" altLang="en-US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05" name="文本框 604">
            <a:extLst>
              <a:ext uri="{FF2B5EF4-FFF2-40B4-BE49-F238E27FC236}">
                <a16:creationId xmlns:a16="http://schemas.microsoft.com/office/drawing/2014/main" id="{342661D3-4540-F84C-3E8C-FE65C28CF852}"/>
              </a:ext>
            </a:extLst>
          </p:cNvPr>
          <p:cNvSpPr txBox="1"/>
          <p:nvPr/>
        </p:nvSpPr>
        <p:spPr>
          <a:xfrm>
            <a:off x="302661" y="1017687"/>
            <a:ext cx="8248664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>
                <a:solidFill>
                  <a:srgbClr val="FF0000"/>
                </a:solidFill>
                <a:highlight>
                  <a:srgbClr val="FFFF00"/>
                </a:highlight>
                <a:latin typeface="华文楷体" panose="02010600040101010101" charset="-122"/>
                <a:ea typeface="华文楷体" panose="02010600040101010101" charset="-122"/>
                <a:sym typeface="+mn-ea"/>
              </a:rPr>
              <a:t>必须先打开气泵通气，才可放滑块到导轨上。</a:t>
            </a:r>
            <a:endParaRPr lang="zh-CN" altLang="en-US" sz="2400" dirty="0">
              <a:solidFill>
                <a:srgbClr val="FF0000"/>
              </a:solidFill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607" name="文本框 606">
            <a:extLst>
              <a:ext uri="{FF2B5EF4-FFF2-40B4-BE49-F238E27FC236}">
                <a16:creationId xmlns:a16="http://schemas.microsoft.com/office/drawing/2014/main" id="{640A8B81-5839-CC83-C1D2-98170F1A3B89}"/>
              </a:ext>
            </a:extLst>
          </p:cNvPr>
          <p:cNvSpPr txBox="1"/>
          <p:nvPr/>
        </p:nvSpPr>
        <p:spPr>
          <a:xfrm>
            <a:off x="940405" y="1637141"/>
            <a:ext cx="9731829" cy="65684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测量导轨倾斜度。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8" name="文本框 867">
                <a:extLst>
                  <a:ext uri="{FF2B5EF4-FFF2-40B4-BE49-F238E27FC236}">
                    <a16:creationId xmlns:a16="http://schemas.microsoft.com/office/drawing/2014/main" id="{77AEE56B-58C6-40A8-F33D-3A3D30750D52}"/>
                  </a:ext>
                </a:extLst>
              </p:cNvPr>
              <p:cNvSpPr txBox="1"/>
              <p:nvPr/>
            </p:nvSpPr>
            <p:spPr>
              <a:xfrm>
                <a:off x="8732570" y="3072658"/>
                <a:ext cx="2779801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kumimoji="1" lang="zh-CN" altLang="en-US" sz="2800" dirty="0"/>
                  <a:t>比较</a:t>
                </a:r>
                <a:r>
                  <a:rPr kumimoji="1" lang="en-US" altLang="zh-CN" sz="2800" dirty="0"/>
                  <a:t>a</a:t>
                </a:r>
                <a:r>
                  <a:rPr kumimoji="1" lang="zh-CN" altLang="en-US" sz="2800" dirty="0"/>
                  <a:t>和</a:t>
                </a:r>
                <a:r>
                  <a:rPr kumimoji="1" lang="en-US" altLang="zh-CN" sz="2800" dirty="0"/>
                  <a:t>g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868" name="文本框 867">
                <a:extLst>
                  <a:ext uri="{FF2B5EF4-FFF2-40B4-BE49-F238E27FC236}">
                    <a16:creationId xmlns:a16="http://schemas.microsoft.com/office/drawing/2014/main" id="{77AEE56B-58C6-40A8-F33D-3A3D30750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570" y="3072658"/>
                <a:ext cx="2779801" cy="430887"/>
              </a:xfrm>
              <a:prstGeom prst="rect">
                <a:avLst/>
              </a:prstGeom>
              <a:blipFill>
                <a:blip r:embed="rId3"/>
                <a:stretch>
                  <a:fillRect l="-7727" t="-22857" b="-51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4" name="组合 883">
            <a:extLst>
              <a:ext uri="{FF2B5EF4-FFF2-40B4-BE49-F238E27FC236}">
                <a16:creationId xmlns:a16="http://schemas.microsoft.com/office/drawing/2014/main" id="{6DBFA428-DE6F-45BB-B6E2-20353A573A1B}"/>
              </a:ext>
            </a:extLst>
          </p:cNvPr>
          <p:cNvGrpSpPr/>
          <p:nvPr/>
        </p:nvGrpSpPr>
        <p:grpSpPr>
          <a:xfrm>
            <a:off x="1665162" y="2799402"/>
            <a:ext cx="6610415" cy="2364204"/>
            <a:chOff x="1659851" y="3476109"/>
            <a:chExt cx="6610415" cy="2364204"/>
          </a:xfrm>
        </p:grpSpPr>
        <p:grpSp>
          <p:nvGrpSpPr>
            <p:cNvPr id="608" name="Group 4">
              <a:extLst>
                <a:ext uri="{FF2B5EF4-FFF2-40B4-BE49-F238E27FC236}">
                  <a16:creationId xmlns:a16="http://schemas.microsoft.com/office/drawing/2014/main" id="{2DEFF8A2-7F60-82BD-5589-FCF0800F8F13}"/>
                </a:ext>
              </a:extLst>
            </p:cNvPr>
            <p:cNvGrpSpPr/>
            <p:nvPr/>
          </p:nvGrpSpPr>
          <p:grpSpPr bwMode="auto">
            <a:xfrm rot="60000">
              <a:off x="1726744" y="3476109"/>
              <a:ext cx="6543522" cy="1562191"/>
              <a:chOff x="3539" y="8046"/>
              <a:chExt cx="6061" cy="1267"/>
            </a:xfrm>
          </p:grpSpPr>
          <p:sp>
            <p:nvSpPr>
              <p:cNvPr id="609" name="Rectangle 12">
                <a:extLst>
                  <a:ext uri="{FF2B5EF4-FFF2-40B4-BE49-F238E27FC236}">
                    <a16:creationId xmlns:a16="http://schemas.microsoft.com/office/drawing/2014/main" id="{3D0321DD-55CC-F8F2-40E6-A29D29A75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7" y="9018"/>
                <a:ext cx="5591" cy="1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0" name="Rectangle 13">
                <a:extLst>
                  <a:ext uri="{FF2B5EF4-FFF2-40B4-BE49-F238E27FC236}">
                    <a16:creationId xmlns:a16="http://schemas.microsoft.com/office/drawing/2014/main" id="{A3E1DFCE-DF82-4A62-540C-7BAA52835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7" y="8949"/>
                <a:ext cx="5591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1" name="Rectangle 14">
                <a:extLst>
                  <a:ext uri="{FF2B5EF4-FFF2-40B4-BE49-F238E27FC236}">
                    <a16:creationId xmlns:a16="http://schemas.microsoft.com/office/drawing/2014/main" id="{16A19C82-186E-A745-DBD0-A71CFCD9D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7" y="8648"/>
                <a:ext cx="5591" cy="30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2" name="Rectangle 15">
                <a:extLst>
                  <a:ext uri="{FF2B5EF4-FFF2-40B4-BE49-F238E27FC236}">
                    <a16:creationId xmlns:a16="http://schemas.microsoft.com/office/drawing/2014/main" id="{AD98EF07-A579-52C4-5D90-CF75458596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6" y="8648"/>
                <a:ext cx="131" cy="5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3" name="Rectangle 16">
                <a:extLst>
                  <a:ext uri="{FF2B5EF4-FFF2-40B4-BE49-F238E27FC236}">
                    <a16:creationId xmlns:a16="http://schemas.microsoft.com/office/drawing/2014/main" id="{BCCAD351-B780-5CA6-A9A7-7FD61EC00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9" y="8648"/>
                <a:ext cx="131" cy="5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4" name="Rectangle 17">
                <a:extLst>
                  <a:ext uri="{FF2B5EF4-FFF2-40B4-BE49-F238E27FC236}">
                    <a16:creationId xmlns:a16="http://schemas.microsoft.com/office/drawing/2014/main" id="{9AE1B233-5122-0B4F-20BE-69F31EF59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6" y="8403"/>
                <a:ext cx="210" cy="24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5" name="Rectangle 18">
                <a:extLst>
                  <a:ext uri="{FF2B5EF4-FFF2-40B4-BE49-F238E27FC236}">
                    <a16:creationId xmlns:a16="http://schemas.microsoft.com/office/drawing/2014/main" id="{876C094C-C53B-D091-28DA-312C1A3AE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5" y="8513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6" name="Rectangle 19">
                <a:extLst>
                  <a:ext uri="{FF2B5EF4-FFF2-40B4-BE49-F238E27FC236}">
                    <a16:creationId xmlns:a16="http://schemas.microsoft.com/office/drawing/2014/main" id="{2480049A-6474-0403-721A-2BF8C98D0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90" y="8403"/>
                <a:ext cx="210" cy="2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7" name="Rectangle 20">
                <a:extLst>
                  <a:ext uri="{FF2B5EF4-FFF2-40B4-BE49-F238E27FC236}">
                    <a16:creationId xmlns:a16="http://schemas.microsoft.com/office/drawing/2014/main" id="{5938F2EF-A98B-866C-2F25-E38ED19503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7" y="8514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18" name="Rectangle 21">
                <a:extLst>
                  <a:ext uri="{FF2B5EF4-FFF2-40B4-BE49-F238E27FC236}">
                    <a16:creationId xmlns:a16="http://schemas.microsoft.com/office/drawing/2014/main" id="{5F9FDD54-7B9E-5052-A8BC-00E0F38C08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9" y="8541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grpSp>
            <p:nvGrpSpPr>
              <p:cNvPr id="619" name="Group 23">
                <a:extLst>
                  <a:ext uri="{FF2B5EF4-FFF2-40B4-BE49-F238E27FC236}">
                    <a16:creationId xmlns:a16="http://schemas.microsoft.com/office/drawing/2014/main" id="{CAE70662-3FEF-3DF8-7DE5-669FBCD0252C}"/>
                  </a:ext>
                </a:extLst>
              </p:cNvPr>
              <p:cNvGrpSpPr/>
              <p:nvPr/>
            </p:nvGrpSpPr>
            <p:grpSpPr bwMode="auto">
              <a:xfrm>
                <a:off x="5571" y="8046"/>
                <a:ext cx="171" cy="1226"/>
                <a:chOff x="5339" y="8046"/>
                <a:chExt cx="171" cy="1226"/>
              </a:xfrm>
            </p:grpSpPr>
            <p:sp>
              <p:nvSpPr>
                <p:cNvPr id="864" name="Rectangle 24">
                  <a:extLst>
                    <a:ext uri="{FF2B5EF4-FFF2-40B4-BE49-F238E27FC236}">
                      <a16:creationId xmlns:a16="http://schemas.microsoft.com/office/drawing/2014/main" id="{B96DB584-ECF3-B052-677D-B545A201B0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39" y="8046"/>
                  <a:ext cx="171" cy="12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865" name="AutoShape 25">
                  <a:extLst>
                    <a:ext uri="{FF2B5EF4-FFF2-40B4-BE49-F238E27FC236}">
                      <a16:creationId xmlns:a16="http://schemas.microsoft.com/office/drawing/2014/main" id="{5A66192B-91C7-F260-A72E-3B1B5A752A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71" y="9044"/>
                  <a:ext cx="102" cy="121"/>
                </a:xfrm>
                <a:prstGeom prst="flowChartSummingJunction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866" name="AutoShape 26">
                  <a:extLst>
                    <a:ext uri="{FF2B5EF4-FFF2-40B4-BE49-F238E27FC236}">
                      <a16:creationId xmlns:a16="http://schemas.microsoft.com/office/drawing/2014/main" id="{7B019FE6-B0E0-0A9B-9508-A9383120E0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71" y="8133"/>
                  <a:ext cx="102" cy="52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p:grpSp>
          <p:grpSp>
            <p:nvGrpSpPr>
              <p:cNvPr id="620" name="Group 27">
                <a:extLst>
                  <a:ext uri="{FF2B5EF4-FFF2-40B4-BE49-F238E27FC236}">
                    <a16:creationId xmlns:a16="http://schemas.microsoft.com/office/drawing/2014/main" id="{9F55E37D-CD44-5FD8-B514-14E5F5AB4069}"/>
                  </a:ext>
                </a:extLst>
              </p:cNvPr>
              <p:cNvGrpSpPr/>
              <p:nvPr/>
            </p:nvGrpSpPr>
            <p:grpSpPr bwMode="auto">
              <a:xfrm>
                <a:off x="7539" y="8046"/>
                <a:ext cx="171" cy="1226"/>
                <a:chOff x="5339" y="8046"/>
                <a:chExt cx="171" cy="1226"/>
              </a:xfrm>
            </p:grpSpPr>
            <p:sp>
              <p:nvSpPr>
                <p:cNvPr id="861" name="Rectangle 28">
                  <a:extLst>
                    <a:ext uri="{FF2B5EF4-FFF2-40B4-BE49-F238E27FC236}">
                      <a16:creationId xmlns:a16="http://schemas.microsoft.com/office/drawing/2014/main" id="{7AB77625-1006-21D4-CFF6-6701E8325F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39" y="8046"/>
                  <a:ext cx="171" cy="1226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miter lim="800000"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862" name="AutoShape 29">
                  <a:extLst>
                    <a:ext uri="{FF2B5EF4-FFF2-40B4-BE49-F238E27FC236}">
                      <a16:creationId xmlns:a16="http://schemas.microsoft.com/office/drawing/2014/main" id="{07D38FE9-C968-5F03-B329-F89F2989C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71" y="9044"/>
                  <a:ext cx="102" cy="121"/>
                </a:xfrm>
                <a:prstGeom prst="flowChartSummingJunction">
                  <a:avLst/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  <p:sp>
              <p:nvSpPr>
                <p:cNvPr id="863" name="AutoShape 30">
                  <a:extLst>
                    <a:ext uri="{FF2B5EF4-FFF2-40B4-BE49-F238E27FC236}">
                      <a16:creationId xmlns:a16="http://schemas.microsoft.com/office/drawing/2014/main" id="{BDCBE20D-13C7-1F14-83FA-60B0DD57D3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371" y="8133"/>
                  <a:ext cx="102" cy="524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FFFFFF"/>
                </a:solidFill>
                <a:ln w="9525">
                  <a:solidFill>
                    <a:srgbClr val="000000"/>
                  </a:solidFill>
                  <a:round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p:grpSp>
          <p:sp>
            <p:nvSpPr>
              <p:cNvPr id="621" name="Rectangle 33">
                <a:extLst>
                  <a:ext uri="{FF2B5EF4-FFF2-40B4-BE49-F238E27FC236}">
                    <a16:creationId xmlns:a16="http://schemas.microsoft.com/office/drawing/2014/main" id="{688E394D-8EE0-D59E-96A7-E4A63E737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1" y="9242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622" name="AutoShape 34">
                <a:extLst>
                  <a:ext uri="{FF2B5EF4-FFF2-40B4-BE49-F238E27FC236}">
                    <a16:creationId xmlns:a16="http://schemas.microsoft.com/office/drawing/2014/main" id="{93F0FECC-951F-4917-943C-2C818B9BB7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06" y="9165"/>
                <a:ext cx="1" cy="77"/>
              </a:xfrm>
              <a:prstGeom prst="straightConnector1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</p:spPr>
          </p:cxnSp>
          <p:sp>
            <p:nvSpPr>
              <p:cNvPr id="623" name="Rectangle 35">
                <a:extLst>
                  <a:ext uri="{FF2B5EF4-FFF2-40B4-BE49-F238E27FC236}">
                    <a16:creationId xmlns:a16="http://schemas.microsoft.com/office/drawing/2014/main" id="{100EE1E5-AA04-19A2-3CB5-D44985384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05" y="9242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624" name="AutoShape 36">
                <a:extLst>
                  <a:ext uri="{FF2B5EF4-FFF2-40B4-BE49-F238E27FC236}">
                    <a16:creationId xmlns:a16="http://schemas.microsoft.com/office/drawing/2014/main" id="{1AADEB7D-82F4-9F10-4801-C15FC5A009B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10" y="9165"/>
                <a:ext cx="1" cy="77"/>
              </a:xfrm>
              <a:prstGeom prst="straightConnector1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</p:spPr>
          </p:cxnSp>
          <p:sp>
            <p:nvSpPr>
              <p:cNvPr id="625" name="Oval 37">
                <a:extLst>
                  <a:ext uri="{FF2B5EF4-FFF2-40B4-BE49-F238E27FC236}">
                    <a16:creationId xmlns:a16="http://schemas.microsoft.com/office/drawing/2014/main" id="{6C9CFA45-B71D-DC87-126E-F71C569A3C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26" name="Oval 38">
                <a:extLst>
                  <a:ext uri="{FF2B5EF4-FFF2-40B4-BE49-F238E27FC236}">
                    <a16:creationId xmlns:a16="http://schemas.microsoft.com/office/drawing/2014/main" id="{E12A0362-F32B-D4B8-BDD5-7DB3A22B38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27" name="Oval 39">
                <a:extLst>
                  <a:ext uri="{FF2B5EF4-FFF2-40B4-BE49-F238E27FC236}">
                    <a16:creationId xmlns:a16="http://schemas.microsoft.com/office/drawing/2014/main" id="{5A1A43A1-12FD-2CC3-D719-EE0CC41E9F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28" name="Oval 40">
                <a:extLst>
                  <a:ext uri="{FF2B5EF4-FFF2-40B4-BE49-F238E27FC236}">
                    <a16:creationId xmlns:a16="http://schemas.microsoft.com/office/drawing/2014/main" id="{6821F51A-F55D-E73C-2965-5EDA54F6A2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29" name="Oval 41">
                <a:extLst>
                  <a:ext uri="{FF2B5EF4-FFF2-40B4-BE49-F238E27FC236}">
                    <a16:creationId xmlns:a16="http://schemas.microsoft.com/office/drawing/2014/main" id="{990264B6-4DBF-8E2D-0BF2-DDD45FC40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0" name="Oval 42">
                <a:extLst>
                  <a:ext uri="{FF2B5EF4-FFF2-40B4-BE49-F238E27FC236}">
                    <a16:creationId xmlns:a16="http://schemas.microsoft.com/office/drawing/2014/main" id="{F47FE7F9-803B-7CA3-8741-056C40BD2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1" name="Oval 43">
                <a:extLst>
                  <a:ext uri="{FF2B5EF4-FFF2-40B4-BE49-F238E27FC236}">
                    <a16:creationId xmlns:a16="http://schemas.microsoft.com/office/drawing/2014/main" id="{BC87335C-D7EA-BDE7-3E52-728556B67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2" name="Oval 44">
                <a:extLst>
                  <a:ext uri="{FF2B5EF4-FFF2-40B4-BE49-F238E27FC236}">
                    <a16:creationId xmlns:a16="http://schemas.microsoft.com/office/drawing/2014/main" id="{3116564E-4080-AAF5-5C8E-12200A5C02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3" name="Oval 45">
                <a:extLst>
                  <a:ext uri="{FF2B5EF4-FFF2-40B4-BE49-F238E27FC236}">
                    <a16:creationId xmlns:a16="http://schemas.microsoft.com/office/drawing/2014/main" id="{7282A751-0531-24B1-8CD1-C9F4CB368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4" name="Oval 46">
                <a:extLst>
                  <a:ext uri="{FF2B5EF4-FFF2-40B4-BE49-F238E27FC236}">
                    <a16:creationId xmlns:a16="http://schemas.microsoft.com/office/drawing/2014/main" id="{29AFCF4A-6771-6790-B09E-6D558345C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5" name="Oval 47">
                <a:extLst>
                  <a:ext uri="{FF2B5EF4-FFF2-40B4-BE49-F238E27FC236}">
                    <a16:creationId xmlns:a16="http://schemas.microsoft.com/office/drawing/2014/main" id="{9222B930-CB05-159C-37A6-8CBB3A842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6" name="Oval 48">
                <a:extLst>
                  <a:ext uri="{FF2B5EF4-FFF2-40B4-BE49-F238E27FC236}">
                    <a16:creationId xmlns:a16="http://schemas.microsoft.com/office/drawing/2014/main" id="{DEB8FFF4-B916-FB5F-DBB0-AE212A3702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9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7" name="Oval 49">
                <a:extLst>
                  <a:ext uri="{FF2B5EF4-FFF2-40B4-BE49-F238E27FC236}">
                    <a16:creationId xmlns:a16="http://schemas.microsoft.com/office/drawing/2014/main" id="{D4CD67FB-188E-6283-D616-5CE4969316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8" name="Oval 50">
                <a:extLst>
                  <a:ext uri="{FF2B5EF4-FFF2-40B4-BE49-F238E27FC236}">
                    <a16:creationId xmlns:a16="http://schemas.microsoft.com/office/drawing/2014/main" id="{BF2E02EE-1771-1D1F-8695-C727317B62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39" name="Oval 51">
                <a:extLst>
                  <a:ext uri="{FF2B5EF4-FFF2-40B4-BE49-F238E27FC236}">
                    <a16:creationId xmlns:a16="http://schemas.microsoft.com/office/drawing/2014/main" id="{134D40A4-4DF8-9C48-4C39-A0903D7D1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0" name="Oval 52">
                <a:extLst>
                  <a:ext uri="{FF2B5EF4-FFF2-40B4-BE49-F238E27FC236}">
                    <a16:creationId xmlns:a16="http://schemas.microsoft.com/office/drawing/2014/main" id="{833F42D8-4E62-7470-D3F7-066C23903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1" name="Oval 53">
                <a:extLst>
                  <a:ext uri="{FF2B5EF4-FFF2-40B4-BE49-F238E27FC236}">
                    <a16:creationId xmlns:a16="http://schemas.microsoft.com/office/drawing/2014/main" id="{002EBD42-1E50-5DC9-8726-426B91C6D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2" name="Oval 54">
                <a:extLst>
                  <a:ext uri="{FF2B5EF4-FFF2-40B4-BE49-F238E27FC236}">
                    <a16:creationId xmlns:a16="http://schemas.microsoft.com/office/drawing/2014/main" id="{F355FF1A-46D1-6EBE-A02C-E35C082902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3" name="Oval 55">
                <a:extLst>
                  <a:ext uri="{FF2B5EF4-FFF2-40B4-BE49-F238E27FC236}">
                    <a16:creationId xmlns:a16="http://schemas.microsoft.com/office/drawing/2014/main" id="{C05FAF63-85EA-AA16-B142-C77706252A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4" name="Oval 56">
                <a:extLst>
                  <a:ext uri="{FF2B5EF4-FFF2-40B4-BE49-F238E27FC236}">
                    <a16:creationId xmlns:a16="http://schemas.microsoft.com/office/drawing/2014/main" id="{EC6C073E-81C1-856E-A152-3AEC6BC3B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5" name="Oval 57">
                <a:extLst>
                  <a:ext uri="{FF2B5EF4-FFF2-40B4-BE49-F238E27FC236}">
                    <a16:creationId xmlns:a16="http://schemas.microsoft.com/office/drawing/2014/main" id="{EB724348-CA0D-0FAB-593E-35A3FDB520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6" name="Oval 58">
                <a:extLst>
                  <a:ext uri="{FF2B5EF4-FFF2-40B4-BE49-F238E27FC236}">
                    <a16:creationId xmlns:a16="http://schemas.microsoft.com/office/drawing/2014/main" id="{B62F61FE-D059-FA88-5182-9AF50FF27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7" name="Oval 59">
                <a:extLst>
                  <a:ext uri="{FF2B5EF4-FFF2-40B4-BE49-F238E27FC236}">
                    <a16:creationId xmlns:a16="http://schemas.microsoft.com/office/drawing/2014/main" id="{D6ED4943-5197-30B9-E743-808B9E889D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8" name="Oval 60">
                <a:extLst>
                  <a:ext uri="{FF2B5EF4-FFF2-40B4-BE49-F238E27FC236}">
                    <a16:creationId xmlns:a16="http://schemas.microsoft.com/office/drawing/2014/main" id="{8237D22E-0E1B-EE02-EFD5-84E3FD4DBB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49" name="Oval 61">
                <a:extLst>
                  <a:ext uri="{FF2B5EF4-FFF2-40B4-BE49-F238E27FC236}">
                    <a16:creationId xmlns:a16="http://schemas.microsoft.com/office/drawing/2014/main" id="{87E67BFB-C544-FC57-C253-0F9344EDD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0" name="Oval 62">
                <a:extLst>
                  <a:ext uri="{FF2B5EF4-FFF2-40B4-BE49-F238E27FC236}">
                    <a16:creationId xmlns:a16="http://schemas.microsoft.com/office/drawing/2014/main" id="{BC68846C-6949-8B25-12A8-6E6030FA1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1" name="Oval 63">
                <a:extLst>
                  <a:ext uri="{FF2B5EF4-FFF2-40B4-BE49-F238E27FC236}">
                    <a16:creationId xmlns:a16="http://schemas.microsoft.com/office/drawing/2014/main" id="{743843D0-9749-676D-FCE7-E13C0A6D79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2" name="Oval 64">
                <a:extLst>
                  <a:ext uri="{FF2B5EF4-FFF2-40B4-BE49-F238E27FC236}">
                    <a16:creationId xmlns:a16="http://schemas.microsoft.com/office/drawing/2014/main" id="{3D86DA3F-17B3-6A8C-203F-5DB7CC1F0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3" name="Oval 65">
                <a:extLst>
                  <a:ext uri="{FF2B5EF4-FFF2-40B4-BE49-F238E27FC236}">
                    <a16:creationId xmlns:a16="http://schemas.microsoft.com/office/drawing/2014/main" id="{ADB9A0BD-7937-2830-9C3A-C50DEF439E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4" name="Oval 66">
                <a:extLst>
                  <a:ext uri="{FF2B5EF4-FFF2-40B4-BE49-F238E27FC236}">
                    <a16:creationId xmlns:a16="http://schemas.microsoft.com/office/drawing/2014/main" id="{0C541F49-9FFC-B7CD-D183-2556E30277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5" name="Oval 67">
                <a:extLst>
                  <a:ext uri="{FF2B5EF4-FFF2-40B4-BE49-F238E27FC236}">
                    <a16:creationId xmlns:a16="http://schemas.microsoft.com/office/drawing/2014/main" id="{B0B678E0-29A6-B15E-F837-1D99C463A4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6" name="Oval 68">
                <a:extLst>
                  <a:ext uri="{FF2B5EF4-FFF2-40B4-BE49-F238E27FC236}">
                    <a16:creationId xmlns:a16="http://schemas.microsoft.com/office/drawing/2014/main" id="{6C85E993-D0B4-08F6-29F2-74AF429A4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7" name="Oval 69">
                <a:extLst>
                  <a:ext uri="{FF2B5EF4-FFF2-40B4-BE49-F238E27FC236}">
                    <a16:creationId xmlns:a16="http://schemas.microsoft.com/office/drawing/2014/main" id="{42483545-9CA5-BE63-EB1C-132C95526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8" name="Oval 70">
                <a:extLst>
                  <a:ext uri="{FF2B5EF4-FFF2-40B4-BE49-F238E27FC236}">
                    <a16:creationId xmlns:a16="http://schemas.microsoft.com/office/drawing/2014/main" id="{8F1A3BB8-215F-E616-C070-8202171B2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59" name="Oval 71">
                <a:extLst>
                  <a:ext uri="{FF2B5EF4-FFF2-40B4-BE49-F238E27FC236}">
                    <a16:creationId xmlns:a16="http://schemas.microsoft.com/office/drawing/2014/main" id="{5BE4FDDC-B29B-518B-4514-D8507A56AA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0" name="Oval 72">
                <a:extLst>
                  <a:ext uri="{FF2B5EF4-FFF2-40B4-BE49-F238E27FC236}">
                    <a16:creationId xmlns:a16="http://schemas.microsoft.com/office/drawing/2014/main" id="{A0D7A70E-83A6-7566-B995-A0FBF2441B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4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1" name="Oval 73">
                <a:extLst>
                  <a:ext uri="{FF2B5EF4-FFF2-40B4-BE49-F238E27FC236}">
                    <a16:creationId xmlns:a16="http://schemas.microsoft.com/office/drawing/2014/main" id="{DB451243-236C-FD28-63EB-5189056869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2" name="Oval 74">
                <a:extLst>
                  <a:ext uri="{FF2B5EF4-FFF2-40B4-BE49-F238E27FC236}">
                    <a16:creationId xmlns:a16="http://schemas.microsoft.com/office/drawing/2014/main" id="{AABE584B-954F-731C-A3BA-F7541DF98F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3" name="Oval 75">
                <a:extLst>
                  <a:ext uri="{FF2B5EF4-FFF2-40B4-BE49-F238E27FC236}">
                    <a16:creationId xmlns:a16="http://schemas.microsoft.com/office/drawing/2014/main" id="{49BE85BF-289B-CCEA-81B7-1C098315E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4" name="Oval 76">
                <a:extLst>
                  <a:ext uri="{FF2B5EF4-FFF2-40B4-BE49-F238E27FC236}">
                    <a16:creationId xmlns:a16="http://schemas.microsoft.com/office/drawing/2014/main" id="{D31939DC-8D54-2D28-BD48-9B18C3474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5" name="Oval 77">
                <a:extLst>
                  <a:ext uri="{FF2B5EF4-FFF2-40B4-BE49-F238E27FC236}">
                    <a16:creationId xmlns:a16="http://schemas.microsoft.com/office/drawing/2014/main" id="{03B0BEF5-90A7-D2A4-EF97-C8D3C87F6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6" name="Oval 78">
                <a:extLst>
                  <a:ext uri="{FF2B5EF4-FFF2-40B4-BE49-F238E27FC236}">
                    <a16:creationId xmlns:a16="http://schemas.microsoft.com/office/drawing/2014/main" id="{809FDFF9-58C5-88D3-D545-922F695E2B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7" name="Oval 79">
                <a:extLst>
                  <a:ext uri="{FF2B5EF4-FFF2-40B4-BE49-F238E27FC236}">
                    <a16:creationId xmlns:a16="http://schemas.microsoft.com/office/drawing/2014/main" id="{1DAD74C8-72D1-3A37-6BD0-8B55FAEF7B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8" name="Oval 80">
                <a:extLst>
                  <a:ext uri="{FF2B5EF4-FFF2-40B4-BE49-F238E27FC236}">
                    <a16:creationId xmlns:a16="http://schemas.microsoft.com/office/drawing/2014/main" id="{51E22D20-5E39-CBDC-5863-757CCBEA6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69" name="Oval 81">
                <a:extLst>
                  <a:ext uri="{FF2B5EF4-FFF2-40B4-BE49-F238E27FC236}">
                    <a16:creationId xmlns:a16="http://schemas.microsoft.com/office/drawing/2014/main" id="{7ABFB1CD-E34E-8063-2557-D5D5DE41A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0" name="Oval 82">
                <a:extLst>
                  <a:ext uri="{FF2B5EF4-FFF2-40B4-BE49-F238E27FC236}">
                    <a16:creationId xmlns:a16="http://schemas.microsoft.com/office/drawing/2014/main" id="{4353C18C-66A2-AC34-7413-6627740D41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1" name="Oval 83">
                <a:extLst>
                  <a:ext uri="{FF2B5EF4-FFF2-40B4-BE49-F238E27FC236}">
                    <a16:creationId xmlns:a16="http://schemas.microsoft.com/office/drawing/2014/main" id="{D9BBC5A5-6CD7-FEC6-ECC5-9952B5C77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2" name="Oval 84">
                <a:extLst>
                  <a:ext uri="{FF2B5EF4-FFF2-40B4-BE49-F238E27FC236}">
                    <a16:creationId xmlns:a16="http://schemas.microsoft.com/office/drawing/2014/main" id="{A0DFF7DD-974F-A2D5-2BC6-2D5E163EC6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3" name="Oval 85">
                <a:extLst>
                  <a:ext uri="{FF2B5EF4-FFF2-40B4-BE49-F238E27FC236}">
                    <a16:creationId xmlns:a16="http://schemas.microsoft.com/office/drawing/2014/main" id="{C1373DF3-C753-07F3-D4E4-3A574DE0C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4" name="Oval 86">
                <a:extLst>
                  <a:ext uri="{FF2B5EF4-FFF2-40B4-BE49-F238E27FC236}">
                    <a16:creationId xmlns:a16="http://schemas.microsoft.com/office/drawing/2014/main" id="{3370D706-BBA8-6C4A-2415-F85F853B46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5" name="Oval 87">
                <a:extLst>
                  <a:ext uri="{FF2B5EF4-FFF2-40B4-BE49-F238E27FC236}">
                    <a16:creationId xmlns:a16="http://schemas.microsoft.com/office/drawing/2014/main" id="{DF86F03F-5F70-8E0B-68E3-A68FB05888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0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6" name="Oval 88">
                <a:extLst>
                  <a:ext uri="{FF2B5EF4-FFF2-40B4-BE49-F238E27FC236}">
                    <a16:creationId xmlns:a16="http://schemas.microsoft.com/office/drawing/2014/main" id="{0090AF3D-E5DA-9C32-548C-7E9B7FB44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7" name="Oval 89">
                <a:extLst>
                  <a:ext uri="{FF2B5EF4-FFF2-40B4-BE49-F238E27FC236}">
                    <a16:creationId xmlns:a16="http://schemas.microsoft.com/office/drawing/2014/main" id="{02AC4D99-67D9-4A51-A87B-6AF7D3A49F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8" name="Oval 90">
                <a:extLst>
                  <a:ext uri="{FF2B5EF4-FFF2-40B4-BE49-F238E27FC236}">
                    <a16:creationId xmlns:a16="http://schemas.microsoft.com/office/drawing/2014/main" id="{80BE8B43-1D4B-EA4D-27D6-EE5BF9020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79" name="Oval 91">
                <a:extLst>
                  <a:ext uri="{FF2B5EF4-FFF2-40B4-BE49-F238E27FC236}">
                    <a16:creationId xmlns:a16="http://schemas.microsoft.com/office/drawing/2014/main" id="{7BBE00B5-AF9D-2BF9-DFAF-826848E76E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0" name="Oval 92">
                <a:extLst>
                  <a:ext uri="{FF2B5EF4-FFF2-40B4-BE49-F238E27FC236}">
                    <a16:creationId xmlns:a16="http://schemas.microsoft.com/office/drawing/2014/main" id="{85B32457-3BE3-79B2-59B2-6E8D4CA09B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1" name="Oval 93">
                <a:extLst>
                  <a:ext uri="{FF2B5EF4-FFF2-40B4-BE49-F238E27FC236}">
                    <a16:creationId xmlns:a16="http://schemas.microsoft.com/office/drawing/2014/main" id="{5EE4427E-65C5-48A0-0280-3D6371C394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2" name="Oval 94">
                <a:extLst>
                  <a:ext uri="{FF2B5EF4-FFF2-40B4-BE49-F238E27FC236}">
                    <a16:creationId xmlns:a16="http://schemas.microsoft.com/office/drawing/2014/main" id="{20A8BA84-7584-76FE-FD1C-590929F84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3" name="Oval 95">
                <a:extLst>
                  <a:ext uri="{FF2B5EF4-FFF2-40B4-BE49-F238E27FC236}">
                    <a16:creationId xmlns:a16="http://schemas.microsoft.com/office/drawing/2014/main" id="{806A9677-51BD-2402-637B-61E9BD07B6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4" name="Oval 96">
                <a:extLst>
                  <a:ext uri="{FF2B5EF4-FFF2-40B4-BE49-F238E27FC236}">
                    <a16:creationId xmlns:a16="http://schemas.microsoft.com/office/drawing/2014/main" id="{10C93AB8-AF04-B9D2-8388-7F0BBEF3A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4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5" name="Oval 97">
                <a:extLst>
                  <a:ext uri="{FF2B5EF4-FFF2-40B4-BE49-F238E27FC236}">
                    <a16:creationId xmlns:a16="http://schemas.microsoft.com/office/drawing/2014/main" id="{E9374A7F-0D85-A3BF-976D-85C6D1F7A8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4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6" name="Oval 98">
                <a:extLst>
                  <a:ext uri="{FF2B5EF4-FFF2-40B4-BE49-F238E27FC236}">
                    <a16:creationId xmlns:a16="http://schemas.microsoft.com/office/drawing/2014/main" id="{367F6EC1-0186-4EBD-18D8-DFDA51D7E0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7" name="Oval 99">
                <a:extLst>
                  <a:ext uri="{FF2B5EF4-FFF2-40B4-BE49-F238E27FC236}">
                    <a16:creationId xmlns:a16="http://schemas.microsoft.com/office/drawing/2014/main" id="{816C3DB1-F4C8-5881-B8B8-812411446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8" name="Oval 100">
                <a:extLst>
                  <a:ext uri="{FF2B5EF4-FFF2-40B4-BE49-F238E27FC236}">
                    <a16:creationId xmlns:a16="http://schemas.microsoft.com/office/drawing/2014/main" id="{71828BE5-A10A-EE5E-EF5D-BE8F5AE07C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89" name="Oval 101">
                <a:extLst>
                  <a:ext uri="{FF2B5EF4-FFF2-40B4-BE49-F238E27FC236}">
                    <a16:creationId xmlns:a16="http://schemas.microsoft.com/office/drawing/2014/main" id="{7F6EC426-03CD-A41D-A453-8DC7571AE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7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0" name="Oval 102">
                <a:extLst>
                  <a:ext uri="{FF2B5EF4-FFF2-40B4-BE49-F238E27FC236}">
                    <a16:creationId xmlns:a16="http://schemas.microsoft.com/office/drawing/2014/main" id="{42E79212-448C-A199-FE30-D1D0A52727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1" name="Oval 103">
                <a:extLst>
                  <a:ext uri="{FF2B5EF4-FFF2-40B4-BE49-F238E27FC236}">
                    <a16:creationId xmlns:a16="http://schemas.microsoft.com/office/drawing/2014/main" id="{AA2BE58A-038C-8C45-73C6-1FFA4F26F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2" name="Oval 104">
                <a:extLst>
                  <a:ext uri="{FF2B5EF4-FFF2-40B4-BE49-F238E27FC236}">
                    <a16:creationId xmlns:a16="http://schemas.microsoft.com/office/drawing/2014/main" id="{6BD1031A-790F-356C-4D81-2DC0A5462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3" name="Oval 105">
                <a:extLst>
                  <a:ext uri="{FF2B5EF4-FFF2-40B4-BE49-F238E27FC236}">
                    <a16:creationId xmlns:a16="http://schemas.microsoft.com/office/drawing/2014/main" id="{622A26BB-3D09-B80C-B2FD-58F2E4CCFC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4" name="Oval 106">
                <a:extLst>
                  <a:ext uri="{FF2B5EF4-FFF2-40B4-BE49-F238E27FC236}">
                    <a16:creationId xmlns:a16="http://schemas.microsoft.com/office/drawing/2014/main" id="{7C1B4D21-F1E2-BE16-CB8A-4BF5D13B7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5" name="Oval 107">
                <a:extLst>
                  <a:ext uri="{FF2B5EF4-FFF2-40B4-BE49-F238E27FC236}">
                    <a16:creationId xmlns:a16="http://schemas.microsoft.com/office/drawing/2014/main" id="{0AAEC76B-8F11-22B3-E509-839021FBA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6" name="Oval 108">
                <a:extLst>
                  <a:ext uri="{FF2B5EF4-FFF2-40B4-BE49-F238E27FC236}">
                    <a16:creationId xmlns:a16="http://schemas.microsoft.com/office/drawing/2014/main" id="{191B750F-BBED-A3EA-BDF6-14A7B5904A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7" name="Oval 109">
                <a:extLst>
                  <a:ext uri="{FF2B5EF4-FFF2-40B4-BE49-F238E27FC236}">
                    <a16:creationId xmlns:a16="http://schemas.microsoft.com/office/drawing/2014/main" id="{5FCF7E7A-75F6-FCFE-0135-1568542B9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8" name="Oval 110">
                <a:extLst>
                  <a:ext uri="{FF2B5EF4-FFF2-40B4-BE49-F238E27FC236}">
                    <a16:creationId xmlns:a16="http://schemas.microsoft.com/office/drawing/2014/main" id="{A4D00F52-2956-59B7-0F71-9B55AD018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699" name="Oval 111">
                <a:extLst>
                  <a:ext uri="{FF2B5EF4-FFF2-40B4-BE49-F238E27FC236}">
                    <a16:creationId xmlns:a16="http://schemas.microsoft.com/office/drawing/2014/main" id="{6FAFC916-804A-3748-2724-A003E7879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0" name="Oval 112">
                <a:extLst>
                  <a:ext uri="{FF2B5EF4-FFF2-40B4-BE49-F238E27FC236}">
                    <a16:creationId xmlns:a16="http://schemas.microsoft.com/office/drawing/2014/main" id="{E77B6933-4490-74DA-AC13-B56151F76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1" name="Oval 113">
                <a:extLst>
                  <a:ext uri="{FF2B5EF4-FFF2-40B4-BE49-F238E27FC236}">
                    <a16:creationId xmlns:a16="http://schemas.microsoft.com/office/drawing/2014/main" id="{B313CF44-A7BC-2B0A-A69B-5266CCFDC4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2" name="Oval 114">
                <a:extLst>
                  <a:ext uri="{FF2B5EF4-FFF2-40B4-BE49-F238E27FC236}">
                    <a16:creationId xmlns:a16="http://schemas.microsoft.com/office/drawing/2014/main" id="{135EE2FC-9729-3E9A-771A-0C23058C2A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3" name="Oval 115">
                <a:extLst>
                  <a:ext uri="{FF2B5EF4-FFF2-40B4-BE49-F238E27FC236}">
                    <a16:creationId xmlns:a16="http://schemas.microsoft.com/office/drawing/2014/main" id="{DB368F1A-51E1-625D-ADE8-D4F4121AAF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4" name="Oval 116">
                <a:extLst>
                  <a:ext uri="{FF2B5EF4-FFF2-40B4-BE49-F238E27FC236}">
                    <a16:creationId xmlns:a16="http://schemas.microsoft.com/office/drawing/2014/main" id="{0AF350D9-65BA-6D91-670E-A041E07E0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5" name="Oval 117">
                <a:extLst>
                  <a:ext uri="{FF2B5EF4-FFF2-40B4-BE49-F238E27FC236}">
                    <a16:creationId xmlns:a16="http://schemas.microsoft.com/office/drawing/2014/main" id="{5B7D6A53-D52C-87AD-4212-7D20C6DA57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6" name="Oval 118">
                <a:extLst>
                  <a:ext uri="{FF2B5EF4-FFF2-40B4-BE49-F238E27FC236}">
                    <a16:creationId xmlns:a16="http://schemas.microsoft.com/office/drawing/2014/main" id="{168354CA-A42E-2770-F91B-F8E57AF98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7" name="Oval 119">
                <a:extLst>
                  <a:ext uri="{FF2B5EF4-FFF2-40B4-BE49-F238E27FC236}">
                    <a16:creationId xmlns:a16="http://schemas.microsoft.com/office/drawing/2014/main" id="{A29F93FA-8920-861E-D473-C7937F047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3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8" name="Oval 120">
                <a:extLst>
                  <a:ext uri="{FF2B5EF4-FFF2-40B4-BE49-F238E27FC236}">
                    <a16:creationId xmlns:a16="http://schemas.microsoft.com/office/drawing/2014/main" id="{FFFBEC71-8988-B2A8-D73D-4337E798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09" name="Oval 121">
                <a:extLst>
                  <a:ext uri="{FF2B5EF4-FFF2-40B4-BE49-F238E27FC236}">
                    <a16:creationId xmlns:a16="http://schemas.microsoft.com/office/drawing/2014/main" id="{1582DEA7-99D3-86F6-BE61-9B09F82844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0" name="Oval 122">
                <a:extLst>
                  <a:ext uri="{FF2B5EF4-FFF2-40B4-BE49-F238E27FC236}">
                    <a16:creationId xmlns:a16="http://schemas.microsoft.com/office/drawing/2014/main" id="{19766A71-1B74-92C5-EB03-F4D69E67DD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1" name="Oval 123">
                <a:extLst>
                  <a:ext uri="{FF2B5EF4-FFF2-40B4-BE49-F238E27FC236}">
                    <a16:creationId xmlns:a16="http://schemas.microsoft.com/office/drawing/2014/main" id="{A88D464F-A7C2-52F4-BF87-A33AE35775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2" name="Oval 124">
                <a:extLst>
                  <a:ext uri="{FF2B5EF4-FFF2-40B4-BE49-F238E27FC236}">
                    <a16:creationId xmlns:a16="http://schemas.microsoft.com/office/drawing/2014/main" id="{EB38D62B-29C2-187B-69FD-FBFAE9929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3" name="Oval 125">
                <a:extLst>
                  <a:ext uri="{FF2B5EF4-FFF2-40B4-BE49-F238E27FC236}">
                    <a16:creationId xmlns:a16="http://schemas.microsoft.com/office/drawing/2014/main" id="{21D52154-093B-F298-BC62-BE5B73B8AE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4" name="Oval 126">
                <a:extLst>
                  <a:ext uri="{FF2B5EF4-FFF2-40B4-BE49-F238E27FC236}">
                    <a16:creationId xmlns:a16="http://schemas.microsoft.com/office/drawing/2014/main" id="{7BA1ECA0-1470-59D0-3179-C8C8DBD77D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5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5" name="Oval 127">
                <a:extLst>
                  <a:ext uri="{FF2B5EF4-FFF2-40B4-BE49-F238E27FC236}">
                    <a16:creationId xmlns:a16="http://schemas.microsoft.com/office/drawing/2014/main" id="{67CE3CE1-68AE-068E-A178-852FA3AC7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5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6" name="Oval 128">
                <a:extLst>
                  <a:ext uri="{FF2B5EF4-FFF2-40B4-BE49-F238E27FC236}">
                    <a16:creationId xmlns:a16="http://schemas.microsoft.com/office/drawing/2014/main" id="{09A091EB-AB92-17A6-8759-C50BB66D5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7" name="Oval 129">
                <a:extLst>
                  <a:ext uri="{FF2B5EF4-FFF2-40B4-BE49-F238E27FC236}">
                    <a16:creationId xmlns:a16="http://schemas.microsoft.com/office/drawing/2014/main" id="{D61579C5-60F1-340D-F0C4-BD0C6F6203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8" name="Oval 130">
                <a:extLst>
                  <a:ext uri="{FF2B5EF4-FFF2-40B4-BE49-F238E27FC236}">
                    <a16:creationId xmlns:a16="http://schemas.microsoft.com/office/drawing/2014/main" id="{DFD9BE89-750E-7624-0730-FCF493FB2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19" name="Oval 131">
                <a:extLst>
                  <a:ext uri="{FF2B5EF4-FFF2-40B4-BE49-F238E27FC236}">
                    <a16:creationId xmlns:a16="http://schemas.microsoft.com/office/drawing/2014/main" id="{140EA723-9D7E-317B-F737-383C6AE00D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0" name="Oval 132">
                <a:extLst>
                  <a:ext uri="{FF2B5EF4-FFF2-40B4-BE49-F238E27FC236}">
                    <a16:creationId xmlns:a16="http://schemas.microsoft.com/office/drawing/2014/main" id="{540EBE5F-4BE3-F838-4037-56354192D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1" name="Oval 133">
                <a:extLst>
                  <a:ext uri="{FF2B5EF4-FFF2-40B4-BE49-F238E27FC236}">
                    <a16:creationId xmlns:a16="http://schemas.microsoft.com/office/drawing/2014/main" id="{E3057109-AAB1-7869-EA36-81D5F9FC4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2" name="Oval 134">
                <a:extLst>
                  <a:ext uri="{FF2B5EF4-FFF2-40B4-BE49-F238E27FC236}">
                    <a16:creationId xmlns:a16="http://schemas.microsoft.com/office/drawing/2014/main" id="{E01070B8-6391-9A66-48D6-FF37E813B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3" name="Oval 135">
                <a:extLst>
                  <a:ext uri="{FF2B5EF4-FFF2-40B4-BE49-F238E27FC236}">
                    <a16:creationId xmlns:a16="http://schemas.microsoft.com/office/drawing/2014/main" id="{096B261B-4C1E-B06D-4891-8A2D50B5A8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4" name="Oval 136">
                <a:extLst>
                  <a:ext uri="{FF2B5EF4-FFF2-40B4-BE49-F238E27FC236}">
                    <a16:creationId xmlns:a16="http://schemas.microsoft.com/office/drawing/2014/main" id="{9E3E1EC2-1665-2393-7B98-4E3D30F6BA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5" name="Oval 137">
                <a:extLst>
                  <a:ext uri="{FF2B5EF4-FFF2-40B4-BE49-F238E27FC236}">
                    <a16:creationId xmlns:a16="http://schemas.microsoft.com/office/drawing/2014/main" id="{17FEE620-4829-EFDE-E671-37579B391D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6" name="Oval 138">
                <a:extLst>
                  <a:ext uri="{FF2B5EF4-FFF2-40B4-BE49-F238E27FC236}">
                    <a16:creationId xmlns:a16="http://schemas.microsoft.com/office/drawing/2014/main" id="{1C05FD88-6FE5-98BA-8AD1-DF81F12B7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7" name="Oval 139">
                <a:extLst>
                  <a:ext uri="{FF2B5EF4-FFF2-40B4-BE49-F238E27FC236}">
                    <a16:creationId xmlns:a16="http://schemas.microsoft.com/office/drawing/2014/main" id="{4F3F988B-B758-EB18-FFAD-5B19668E91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8" name="Oval 140">
                <a:extLst>
                  <a:ext uri="{FF2B5EF4-FFF2-40B4-BE49-F238E27FC236}">
                    <a16:creationId xmlns:a16="http://schemas.microsoft.com/office/drawing/2014/main" id="{7A1F7653-8486-3B21-D5A0-80F78505C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29" name="Oval 141">
                <a:extLst>
                  <a:ext uri="{FF2B5EF4-FFF2-40B4-BE49-F238E27FC236}">
                    <a16:creationId xmlns:a16="http://schemas.microsoft.com/office/drawing/2014/main" id="{4B7B0D11-D23D-DC37-247D-ED9FCBDA6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0" name="Oval 142">
                <a:extLst>
                  <a:ext uri="{FF2B5EF4-FFF2-40B4-BE49-F238E27FC236}">
                    <a16:creationId xmlns:a16="http://schemas.microsoft.com/office/drawing/2014/main" id="{41973720-8811-091A-7610-5D57F53828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1" name="Oval 143">
                <a:extLst>
                  <a:ext uri="{FF2B5EF4-FFF2-40B4-BE49-F238E27FC236}">
                    <a16:creationId xmlns:a16="http://schemas.microsoft.com/office/drawing/2014/main" id="{51048037-7688-14BC-BADE-3F02E71B1F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1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2" name="Oval 144">
                <a:extLst>
                  <a:ext uri="{FF2B5EF4-FFF2-40B4-BE49-F238E27FC236}">
                    <a16:creationId xmlns:a16="http://schemas.microsoft.com/office/drawing/2014/main" id="{A50C3BA6-1647-0040-1C7E-624A0A847A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3" name="Oval 145">
                <a:extLst>
                  <a:ext uri="{FF2B5EF4-FFF2-40B4-BE49-F238E27FC236}">
                    <a16:creationId xmlns:a16="http://schemas.microsoft.com/office/drawing/2014/main" id="{B7D86390-32B9-A276-F308-0485E7D610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4" name="Oval 146">
                <a:extLst>
                  <a:ext uri="{FF2B5EF4-FFF2-40B4-BE49-F238E27FC236}">
                    <a16:creationId xmlns:a16="http://schemas.microsoft.com/office/drawing/2014/main" id="{B48BCB06-350A-A713-8B25-6B9FAA711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5" name="Oval 147">
                <a:extLst>
                  <a:ext uri="{FF2B5EF4-FFF2-40B4-BE49-F238E27FC236}">
                    <a16:creationId xmlns:a16="http://schemas.microsoft.com/office/drawing/2014/main" id="{1FC52A6A-E2CA-507B-333D-465CD7763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6" name="Oval 148">
                <a:extLst>
                  <a:ext uri="{FF2B5EF4-FFF2-40B4-BE49-F238E27FC236}">
                    <a16:creationId xmlns:a16="http://schemas.microsoft.com/office/drawing/2014/main" id="{4C9D9387-4AA6-6521-BE2A-E22B317D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7" name="Oval 149">
                <a:extLst>
                  <a:ext uri="{FF2B5EF4-FFF2-40B4-BE49-F238E27FC236}">
                    <a16:creationId xmlns:a16="http://schemas.microsoft.com/office/drawing/2014/main" id="{ECD45009-8268-40AD-522D-F50494099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8" name="Oval 150">
                <a:extLst>
                  <a:ext uri="{FF2B5EF4-FFF2-40B4-BE49-F238E27FC236}">
                    <a16:creationId xmlns:a16="http://schemas.microsoft.com/office/drawing/2014/main" id="{E2B561DC-3EEF-18C9-9ECC-0687F691A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39" name="Oval 151">
                <a:extLst>
                  <a:ext uri="{FF2B5EF4-FFF2-40B4-BE49-F238E27FC236}">
                    <a16:creationId xmlns:a16="http://schemas.microsoft.com/office/drawing/2014/main" id="{C4E116B7-BFC9-77C4-181E-BBB1D05B13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0" name="Oval 152">
                <a:extLst>
                  <a:ext uri="{FF2B5EF4-FFF2-40B4-BE49-F238E27FC236}">
                    <a16:creationId xmlns:a16="http://schemas.microsoft.com/office/drawing/2014/main" id="{D902ED77-60F0-21A3-4E30-E26DD9DE14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1" name="Oval 153">
                <a:extLst>
                  <a:ext uri="{FF2B5EF4-FFF2-40B4-BE49-F238E27FC236}">
                    <a16:creationId xmlns:a16="http://schemas.microsoft.com/office/drawing/2014/main" id="{918457CD-5B00-F592-FDE2-211A98545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2" name="Oval 154">
                <a:extLst>
                  <a:ext uri="{FF2B5EF4-FFF2-40B4-BE49-F238E27FC236}">
                    <a16:creationId xmlns:a16="http://schemas.microsoft.com/office/drawing/2014/main" id="{E7A016DF-3167-B8A7-B205-9A6CF15EFB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3" name="Oval 155">
                <a:extLst>
                  <a:ext uri="{FF2B5EF4-FFF2-40B4-BE49-F238E27FC236}">
                    <a16:creationId xmlns:a16="http://schemas.microsoft.com/office/drawing/2014/main" id="{0310A180-477B-71B1-62BB-DCD4321401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3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4" name="Oval 156">
                <a:extLst>
                  <a:ext uri="{FF2B5EF4-FFF2-40B4-BE49-F238E27FC236}">
                    <a16:creationId xmlns:a16="http://schemas.microsoft.com/office/drawing/2014/main" id="{143E1085-D51A-DBC7-47A0-94A92DFDA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5" name="Oval 157">
                <a:extLst>
                  <a:ext uri="{FF2B5EF4-FFF2-40B4-BE49-F238E27FC236}">
                    <a16:creationId xmlns:a16="http://schemas.microsoft.com/office/drawing/2014/main" id="{87B731DA-24DF-D14C-5FC7-95AC534F4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6" name="Oval 158">
                <a:extLst>
                  <a:ext uri="{FF2B5EF4-FFF2-40B4-BE49-F238E27FC236}">
                    <a16:creationId xmlns:a16="http://schemas.microsoft.com/office/drawing/2014/main" id="{ED5442CB-A2C6-035D-CDF3-B20919C099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7" name="Oval 159">
                <a:extLst>
                  <a:ext uri="{FF2B5EF4-FFF2-40B4-BE49-F238E27FC236}">
                    <a16:creationId xmlns:a16="http://schemas.microsoft.com/office/drawing/2014/main" id="{697D9BD5-6B7A-6DE0-81D1-A3F85220A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8" name="Oval 160">
                <a:extLst>
                  <a:ext uri="{FF2B5EF4-FFF2-40B4-BE49-F238E27FC236}">
                    <a16:creationId xmlns:a16="http://schemas.microsoft.com/office/drawing/2014/main" id="{646904B3-9DF0-6E50-D191-70DC75218F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49" name="Oval 161">
                <a:extLst>
                  <a:ext uri="{FF2B5EF4-FFF2-40B4-BE49-F238E27FC236}">
                    <a16:creationId xmlns:a16="http://schemas.microsoft.com/office/drawing/2014/main" id="{843A9977-0945-66B9-0B54-0C667FC817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0" name="Oval 162">
                <a:extLst>
                  <a:ext uri="{FF2B5EF4-FFF2-40B4-BE49-F238E27FC236}">
                    <a16:creationId xmlns:a16="http://schemas.microsoft.com/office/drawing/2014/main" id="{22BF7C1E-9ED7-0A7A-3A40-430E51109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70" y="871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1" name="Oval 163">
                <a:extLst>
                  <a:ext uri="{FF2B5EF4-FFF2-40B4-BE49-F238E27FC236}">
                    <a16:creationId xmlns:a16="http://schemas.microsoft.com/office/drawing/2014/main" id="{4FCFC82E-38AF-DDCE-3E78-43FE32F3B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70" y="878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2" name="Oval 164">
                <a:extLst>
                  <a:ext uri="{FF2B5EF4-FFF2-40B4-BE49-F238E27FC236}">
                    <a16:creationId xmlns:a16="http://schemas.microsoft.com/office/drawing/2014/main" id="{C8FE8FFE-4C81-61D1-FDC6-1C40F1B1F2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70" y="887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3" name="Rectangle 165">
                <a:extLst>
                  <a:ext uri="{FF2B5EF4-FFF2-40B4-BE49-F238E27FC236}">
                    <a16:creationId xmlns:a16="http://schemas.microsoft.com/office/drawing/2014/main" id="{DC825C83-B362-68B7-C934-3AA98F606A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0" y="8464"/>
                <a:ext cx="937" cy="37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4" name="Rectangle 166">
                <a:extLst>
                  <a:ext uri="{FF2B5EF4-FFF2-40B4-BE49-F238E27FC236}">
                    <a16:creationId xmlns:a16="http://schemas.microsoft.com/office/drawing/2014/main" id="{EB7C6EF4-89A3-D49A-E555-52C206884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97" y="8506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5" name="Rectangle 167">
                <a:extLst>
                  <a:ext uri="{FF2B5EF4-FFF2-40B4-BE49-F238E27FC236}">
                    <a16:creationId xmlns:a16="http://schemas.microsoft.com/office/drawing/2014/main" id="{314ED6CD-485E-C25D-3609-D026C38B82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58" y="8506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6" name="Rectangle 168">
                <a:extLst>
                  <a:ext uri="{FF2B5EF4-FFF2-40B4-BE49-F238E27FC236}">
                    <a16:creationId xmlns:a16="http://schemas.microsoft.com/office/drawing/2014/main" id="{C249B59F-DD6E-5FB7-81A5-4ACA560D21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6165" y="8499"/>
                <a:ext cx="932" cy="9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7" name="AutoShape 169">
                <a:extLst>
                  <a:ext uri="{FF2B5EF4-FFF2-40B4-BE49-F238E27FC236}">
                    <a16:creationId xmlns:a16="http://schemas.microsoft.com/office/drawing/2014/main" id="{F0362576-2441-1716-BA06-773446EE2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6" y="8522"/>
                <a:ext cx="57" cy="57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8" name="AutoShape 170">
                <a:extLst>
                  <a:ext uri="{FF2B5EF4-FFF2-40B4-BE49-F238E27FC236}">
                    <a16:creationId xmlns:a16="http://schemas.microsoft.com/office/drawing/2014/main" id="{FEB1991E-29C2-AD46-3303-AB2F71254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2" y="8514"/>
                <a:ext cx="57" cy="57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59" name="Rectangle 171">
                <a:extLst>
                  <a:ext uri="{FF2B5EF4-FFF2-40B4-BE49-F238E27FC236}">
                    <a16:creationId xmlns:a16="http://schemas.microsoft.com/office/drawing/2014/main" id="{04BCA40D-047C-4B57-A67D-081B68DA6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84" y="8403"/>
                <a:ext cx="57" cy="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60" name="Rectangle 172">
                <a:extLst>
                  <a:ext uri="{FF2B5EF4-FFF2-40B4-BE49-F238E27FC236}">
                    <a16:creationId xmlns:a16="http://schemas.microsoft.com/office/drawing/2014/main" id="{7310EBBB-67A1-BF04-CCEA-901B4D6653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57" y="8346"/>
                <a:ext cx="113" cy="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61" name="AutoShape 173">
                <a:extLst>
                  <a:ext uri="{FF2B5EF4-FFF2-40B4-BE49-F238E27FC236}">
                    <a16:creationId xmlns:a16="http://schemas.microsoft.com/office/drawing/2014/main" id="{1594F7AB-9C25-5D5A-3EB1-740E79112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26" y="8347"/>
                <a:ext cx="57" cy="57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62" name="AutoShape 174">
                <a:extLst>
                  <a:ext uri="{FF2B5EF4-FFF2-40B4-BE49-F238E27FC236}">
                    <a16:creationId xmlns:a16="http://schemas.microsoft.com/office/drawing/2014/main" id="{9F591C65-50FF-E291-F74B-D073EC3B4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91" y="8343"/>
                <a:ext cx="57" cy="57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763" name="AutoShape 175">
                <a:extLst>
                  <a:ext uri="{FF2B5EF4-FFF2-40B4-BE49-F238E27FC236}">
                    <a16:creationId xmlns:a16="http://schemas.microsoft.com/office/drawing/2014/main" id="{52E91CCD-D269-C0A0-1E7B-7A4C15E2B5C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64" name="AutoShape 176">
                <a:extLst>
                  <a:ext uri="{FF2B5EF4-FFF2-40B4-BE49-F238E27FC236}">
                    <a16:creationId xmlns:a16="http://schemas.microsoft.com/office/drawing/2014/main" id="{E7DC4980-706C-D1D2-B3AA-8630CA1CD6A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9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65" name="AutoShape 177">
                <a:extLst>
                  <a:ext uri="{FF2B5EF4-FFF2-40B4-BE49-F238E27FC236}">
                    <a16:creationId xmlns:a16="http://schemas.microsoft.com/office/drawing/2014/main" id="{F06EC386-67EB-56E1-4335-C2270CB218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0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66" name="AutoShape 178">
                <a:extLst>
                  <a:ext uri="{FF2B5EF4-FFF2-40B4-BE49-F238E27FC236}">
                    <a16:creationId xmlns:a16="http://schemas.microsoft.com/office/drawing/2014/main" id="{670B0B15-F7F4-4C0F-50B7-44699764BFC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1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67" name="AutoShape 179">
                <a:extLst>
                  <a:ext uri="{FF2B5EF4-FFF2-40B4-BE49-F238E27FC236}">
                    <a16:creationId xmlns:a16="http://schemas.microsoft.com/office/drawing/2014/main" id="{905BE8FE-9204-822C-A404-B89301C6E2C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16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68" name="AutoShape 180">
                <a:extLst>
                  <a:ext uri="{FF2B5EF4-FFF2-40B4-BE49-F238E27FC236}">
                    <a16:creationId xmlns:a16="http://schemas.microsoft.com/office/drawing/2014/main" id="{D08508F6-BBA6-9259-29FD-C96E8225193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22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69" name="AutoShape 181">
                <a:extLst>
                  <a:ext uri="{FF2B5EF4-FFF2-40B4-BE49-F238E27FC236}">
                    <a16:creationId xmlns:a16="http://schemas.microsoft.com/office/drawing/2014/main" id="{CE9156E4-5694-F701-55FF-8289E82178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28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0" name="AutoShape 182">
                <a:extLst>
                  <a:ext uri="{FF2B5EF4-FFF2-40B4-BE49-F238E27FC236}">
                    <a16:creationId xmlns:a16="http://schemas.microsoft.com/office/drawing/2014/main" id="{7C182059-8527-44D3-26F7-1E86D3DF3D6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4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1" name="AutoShape 183">
                <a:extLst>
                  <a:ext uri="{FF2B5EF4-FFF2-40B4-BE49-F238E27FC236}">
                    <a16:creationId xmlns:a16="http://schemas.microsoft.com/office/drawing/2014/main" id="{3368D15F-3756-642A-D1BA-C7684C0443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2" name="AutoShape 184">
                <a:extLst>
                  <a:ext uri="{FF2B5EF4-FFF2-40B4-BE49-F238E27FC236}">
                    <a16:creationId xmlns:a16="http://schemas.microsoft.com/office/drawing/2014/main" id="{0DDA0DD7-426D-13C3-C554-EFE5AE55077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4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3" name="AutoShape 185">
                <a:extLst>
                  <a:ext uri="{FF2B5EF4-FFF2-40B4-BE49-F238E27FC236}">
                    <a16:creationId xmlns:a16="http://schemas.microsoft.com/office/drawing/2014/main" id="{78AB0A28-2626-E81E-FD90-9CA77B4880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5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4" name="AutoShape 186">
                <a:extLst>
                  <a:ext uri="{FF2B5EF4-FFF2-40B4-BE49-F238E27FC236}">
                    <a16:creationId xmlns:a16="http://schemas.microsoft.com/office/drawing/2014/main" id="{B88EA07F-0BBF-B016-FB20-3482168026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5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5" name="AutoShape 187">
                <a:extLst>
                  <a:ext uri="{FF2B5EF4-FFF2-40B4-BE49-F238E27FC236}">
                    <a16:creationId xmlns:a16="http://schemas.microsoft.com/office/drawing/2014/main" id="{3EE6B2D8-D125-0CD4-A687-AFAF8FC161A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2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6" name="AutoShape 188">
                <a:extLst>
                  <a:ext uri="{FF2B5EF4-FFF2-40B4-BE49-F238E27FC236}">
                    <a16:creationId xmlns:a16="http://schemas.microsoft.com/office/drawing/2014/main" id="{59E32EF0-7A2C-9A7D-35B9-1A867FE11EB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6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7" name="AutoShape 189">
                <a:extLst>
                  <a:ext uri="{FF2B5EF4-FFF2-40B4-BE49-F238E27FC236}">
                    <a16:creationId xmlns:a16="http://schemas.microsoft.com/office/drawing/2014/main" id="{6C598842-B57E-F362-03F4-847CBA01EE8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74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8" name="AutoShape 190">
                <a:extLst>
                  <a:ext uri="{FF2B5EF4-FFF2-40B4-BE49-F238E27FC236}">
                    <a16:creationId xmlns:a16="http://schemas.microsoft.com/office/drawing/2014/main" id="{0B204DA8-CC78-C8AC-ECA5-1C3E753470F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0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79" name="AutoShape 191">
                <a:extLst>
                  <a:ext uri="{FF2B5EF4-FFF2-40B4-BE49-F238E27FC236}">
                    <a16:creationId xmlns:a16="http://schemas.microsoft.com/office/drawing/2014/main" id="{829B1CCA-A8DE-2E4F-19A8-2C7D87E403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86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0" name="AutoShape 192">
                <a:extLst>
                  <a:ext uri="{FF2B5EF4-FFF2-40B4-BE49-F238E27FC236}">
                    <a16:creationId xmlns:a16="http://schemas.microsoft.com/office/drawing/2014/main" id="{02DB4373-D0C7-6017-D69E-A39A53943AE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2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1" name="AutoShape 193">
                <a:extLst>
                  <a:ext uri="{FF2B5EF4-FFF2-40B4-BE49-F238E27FC236}">
                    <a16:creationId xmlns:a16="http://schemas.microsoft.com/office/drawing/2014/main" id="{38170E58-6396-E03C-88A3-E487E2EA35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97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2" name="AutoShape 194">
                <a:extLst>
                  <a:ext uri="{FF2B5EF4-FFF2-40B4-BE49-F238E27FC236}">
                    <a16:creationId xmlns:a16="http://schemas.microsoft.com/office/drawing/2014/main" id="{031671D5-643F-4FBA-6084-BFFF01FD87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03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3" name="AutoShape 195">
                <a:extLst>
                  <a:ext uri="{FF2B5EF4-FFF2-40B4-BE49-F238E27FC236}">
                    <a16:creationId xmlns:a16="http://schemas.microsoft.com/office/drawing/2014/main" id="{50A16A5C-67B1-2A36-B310-1F1804552A2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09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4" name="AutoShape 196">
                <a:extLst>
                  <a:ext uri="{FF2B5EF4-FFF2-40B4-BE49-F238E27FC236}">
                    <a16:creationId xmlns:a16="http://schemas.microsoft.com/office/drawing/2014/main" id="{02388D31-F028-D3F8-B705-27DFE82A525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1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5" name="AutoShape 197">
                <a:extLst>
                  <a:ext uri="{FF2B5EF4-FFF2-40B4-BE49-F238E27FC236}">
                    <a16:creationId xmlns:a16="http://schemas.microsoft.com/office/drawing/2014/main" id="{E9B18D0A-2895-66F4-2AB8-EDD44BF91A2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20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6" name="AutoShape 198">
                <a:extLst>
                  <a:ext uri="{FF2B5EF4-FFF2-40B4-BE49-F238E27FC236}">
                    <a16:creationId xmlns:a16="http://schemas.microsoft.com/office/drawing/2014/main" id="{05A5F8FC-BC3F-D7AE-E652-585064E959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26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7" name="AutoShape 199">
                <a:extLst>
                  <a:ext uri="{FF2B5EF4-FFF2-40B4-BE49-F238E27FC236}">
                    <a16:creationId xmlns:a16="http://schemas.microsoft.com/office/drawing/2014/main" id="{90C763FB-4089-2C0E-424A-D2439BDBC96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2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8" name="AutoShape 200">
                <a:extLst>
                  <a:ext uri="{FF2B5EF4-FFF2-40B4-BE49-F238E27FC236}">
                    <a16:creationId xmlns:a16="http://schemas.microsoft.com/office/drawing/2014/main" id="{4220DCDF-2C3D-DC7F-B0AB-8BE17EB8C78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37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89" name="AutoShape 201">
                <a:extLst>
                  <a:ext uri="{FF2B5EF4-FFF2-40B4-BE49-F238E27FC236}">
                    <a16:creationId xmlns:a16="http://schemas.microsoft.com/office/drawing/2014/main" id="{8A202295-E37F-0F20-253D-D9CFD69EBDA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0" name="AutoShape 202">
                <a:extLst>
                  <a:ext uri="{FF2B5EF4-FFF2-40B4-BE49-F238E27FC236}">
                    <a16:creationId xmlns:a16="http://schemas.microsoft.com/office/drawing/2014/main" id="{9B9C60C1-229A-3AD1-B0FF-0F098F91823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49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1" name="AutoShape 203">
                <a:extLst>
                  <a:ext uri="{FF2B5EF4-FFF2-40B4-BE49-F238E27FC236}">
                    <a16:creationId xmlns:a16="http://schemas.microsoft.com/office/drawing/2014/main" id="{37FB7AA3-0980-17B8-A38E-1AFE655EC85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5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2" name="AutoShape 204">
                <a:extLst>
                  <a:ext uri="{FF2B5EF4-FFF2-40B4-BE49-F238E27FC236}">
                    <a16:creationId xmlns:a16="http://schemas.microsoft.com/office/drawing/2014/main" id="{0B3B9776-5610-13FF-B268-9D42250DAE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8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3" name="AutoShape 205">
                <a:extLst>
                  <a:ext uri="{FF2B5EF4-FFF2-40B4-BE49-F238E27FC236}">
                    <a16:creationId xmlns:a16="http://schemas.microsoft.com/office/drawing/2014/main" id="{DA39642B-F639-7F37-8F29-D296DF47434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4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4" name="AutoShape 206">
                <a:extLst>
                  <a:ext uri="{FF2B5EF4-FFF2-40B4-BE49-F238E27FC236}">
                    <a16:creationId xmlns:a16="http://schemas.microsoft.com/office/drawing/2014/main" id="{DBC7C43C-104A-5045-1B2C-B24693E77D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8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5" name="AutoShape 207">
                <a:extLst>
                  <a:ext uri="{FF2B5EF4-FFF2-40B4-BE49-F238E27FC236}">
                    <a16:creationId xmlns:a16="http://schemas.microsoft.com/office/drawing/2014/main" id="{30EF47BC-9404-1B13-A6AE-C16D50F65FD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9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6" name="AutoShape 208">
                <a:extLst>
                  <a:ext uri="{FF2B5EF4-FFF2-40B4-BE49-F238E27FC236}">
                    <a16:creationId xmlns:a16="http://schemas.microsoft.com/office/drawing/2014/main" id="{53C430B0-13A3-20D3-AEB3-789C903326B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01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7" name="AutoShape 209">
                <a:extLst>
                  <a:ext uri="{FF2B5EF4-FFF2-40B4-BE49-F238E27FC236}">
                    <a16:creationId xmlns:a16="http://schemas.microsoft.com/office/drawing/2014/main" id="{2F8118C5-D68C-18C1-CF36-212AB4641DB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07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8" name="AutoShape 210">
                <a:extLst>
                  <a:ext uri="{FF2B5EF4-FFF2-40B4-BE49-F238E27FC236}">
                    <a16:creationId xmlns:a16="http://schemas.microsoft.com/office/drawing/2014/main" id="{2347F86D-1B11-57AC-2D77-31C8A65B711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2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799" name="AutoShape 211">
                <a:extLst>
                  <a:ext uri="{FF2B5EF4-FFF2-40B4-BE49-F238E27FC236}">
                    <a16:creationId xmlns:a16="http://schemas.microsoft.com/office/drawing/2014/main" id="{DACC8838-F8D9-64C9-2BB8-5916704490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1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0" name="AutoShape 212">
                <a:extLst>
                  <a:ext uri="{FF2B5EF4-FFF2-40B4-BE49-F238E27FC236}">
                    <a16:creationId xmlns:a16="http://schemas.microsoft.com/office/drawing/2014/main" id="{2A9E9A2C-1DBE-D438-BEB2-5BF6B66024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24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1" name="AutoShape 213">
                <a:extLst>
                  <a:ext uri="{FF2B5EF4-FFF2-40B4-BE49-F238E27FC236}">
                    <a16:creationId xmlns:a16="http://schemas.microsoft.com/office/drawing/2014/main" id="{075B78A6-85D1-747F-D5C3-A32B510E604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30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2" name="AutoShape 214">
                <a:extLst>
                  <a:ext uri="{FF2B5EF4-FFF2-40B4-BE49-F238E27FC236}">
                    <a16:creationId xmlns:a16="http://schemas.microsoft.com/office/drawing/2014/main" id="{3E29FE5A-B739-2085-D42B-35837861345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3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3" name="AutoShape 215">
                <a:extLst>
                  <a:ext uri="{FF2B5EF4-FFF2-40B4-BE49-F238E27FC236}">
                    <a16:creationId xmlns:a16="http://schemas.microsoft.com/office/drawing/2014/main" id="{1521932F-8CEE-55AE-6D0D-570DC99ED4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41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4" name="AutoShape 216">
                <a:extLst>
                  <a:ext uri="{FF2B5EF4-FFF2-40B4-BE49-F238E27FC236}">
                    <a16:creationId xmlns:a16="http://schemas.microsoft.com/office/drawing/2014/main" id="{1FF66C04-D106-2AF8-5E1C-542D34E21D4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47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5" name="AutoShape 217">
                <a:extLst>
                  <a:ext uri="{FF2B5EF4-FFF2-40B4-BE49-F238E27FC236}">
                    <a16:creationId xmlns:a16="http://schemas.microsoft.com/office/drawing/2014/main" id="{91DCEC92-9D31-1D51-C919-0DD53342368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3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6" name="AutoShape 218">
                <a:extLst>
                  <a:ext uri="{FF2B5EF4-FFF2-40B4-BE49-F238E27FC236}">
                    <a16:creationId xmlns:a16="http://schemas.microsoft.com/office/drawing/2014/main" id="{3E762ADB-1357-6E35-6809-56213F8E1B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5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7" name="AutoShape 219">
                <a:extLst>
                  <a:ext uri="{FF2B5EF4-FFF2-40B4-BE49-F238E27FC236}">
                    <a16:creationId xmlns:a16="http://schemas.microsoft.com/office/drawing/2014/main" id="{218B12EC-5A29-1418-1F36-D3D33C17D71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64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8" name="AutoShape 220">
                <a:extLst>
                  <a:ext uri="{FF2B5EF4-FFF2-40B4-BE49-F238E27FC236}">
                    <a16:creationId xmlns:a16="http://schemas.microsoft.com/office/drawing/2014/main" id="{91BC765F-508D-18CF-32F4-D753E34351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0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09" name="AutoShape 221">
                <a:extLst>
                  <a:ext uri="{FF2B5EF4-FFF2-40B4-BE49-F238E27FC236}">
                    <a16:creationId xmlns:a16="http://schemas.microsoft.com/office/drawing/2014/main" id="{8DB7D6E6-584C-A7CC-27D9-48826D5ECE5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76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0" name="AutoShape 222">
                <a:extLst>
                  <a:ext uri="{FF2B5EF4-FFF2-40B4-BE49-F238E27FC236}">
                    <a16:creationId xmlns:a16="http://schemas.microsoft.com/office/drawing/2014/main" id="{3D39BCE4-A5DD-8EDF-691C-2DEBAB17BFD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82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1" name="AutoShape 223">
                <a:extLst>
                  <a:ext uri="{FF2B5EF4-FFF2-40B4-BE49-F238E27FC236}">
                    <a16:creationId xmlns:a16="http://schemas.microsoft.com/office/drawing/2014/main" id="{74E7565B-573A-C361-5D01-7C94852FC3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88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2" name="AutoShape 224">
                <a:extLst>
                  <a:ext uri="{FF2B5EF4-FFF2-40B4-BE49-F238E27FC236}">
                    <a16:creationId xmlns:a16="http://schemas.microsoft.com/office/drawing/2014/main" id="{8332D1F4-783E-E84A-BEC6-23BACA00C84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9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3" name="AutoShape 225">
                <a:extLst>
                  <a:ext uri="{FF2B5EF4-FFF2-40B4-BE49-F238E27FC236}">
                    <a16:creationId xmlns:a16="http://schemas.microsoft.com/office/drawing/2014/main" id="{52BD066E-8A5A-DA71-DEDA-1F6CD2D4F5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69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4" name="AutoShape 226">
                <a:extLst>
                  <a:ext uri="{FF2B5EF4-FFF2-40B4-BE49-F238E27FC236}">
                    <a16:creationId xmlns:a16="http://schemas.microsoft.com/office/drawing/2014/main" id="{D744DB79-8CA4-789A-CABD-4C694F5ABE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0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5" name="AutoShape 227">
                <a:extLst>
                  <a:ext uri="{FF2B5EF4-FFF2-40B4-BE49-F238E27FC236}">
                    <a16:creationId xmlns:a16="http://schemas.microsoft.com/office/drawing/2014/main" id="{8F444B67-18A8-D223-F2B2-265ABEAFE5F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6" name="AutoShape 228">
                <a:extLst>
                  <a:ext uri="{FF2B5EF4-FFF2-40B4-BE49-F238E27FC236}">
                    <a16:creationId xmlns:a16="http://schemas.microsoft.com/office/drawing/2014/main" id="{088393F5-DECA-1685-94F7-EA320594860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16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7" name="AutoShape 229">
                <a:extLst>
                  <a:ext uri="{FF2B5EF4-FFF2-40B4-BE49-F238E27FC236}">
                    <a16:creationId xmlns:a16="http://schemas.microsoft.com/office/drawing/2014/main" id="{19E6B0AE-F7BC-F188-D6F5-11CECCFF21C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22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8" name="AutoShape 230">
                <a:extLst>
                  <a:ext uri="{FF2B5EF4-FFF2-40B4-BE49-F238E27FC236}">
                    <a16:creationId xmlns:a16="http://schemas.microsoft.com/office/drawing/2014/main" id="{F89AC6E6-9FCF-485E-050C-2668B17667E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28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19" name="AutoShape 231">
                <a:extLst>
                  <a:ext uri="{FF2B5EF4-FFF2-40B4-BE49-F238E27FC236}">
                    <a16:creationId xmlns:a16="http://schemas.microsoft.com/office/drawing/2014/main" id="{E1314CC4-F67B-8954-3EB0-62A03D04BE8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0" name="AutoShape 232">
                <a:extLst>
                  <a:ext uri="{FF2B5EF4-FFF2-40B4-BE49-F238E27FC236}">
                    <a16:creationId xmlns:a16="http://schemas.microsoft.com/office/drawing/2014/main" id="{5E2DAD6A-A854-664B-C36F-44FDC2F2731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3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1" name="AutoShape 233">
                <a:extLst>
                  <a:ext uri="{FF2B5EF4-FFF2-40B4-BE49-F238E27FC236}">
                    <a16:creationId xmlns:a16="http://schemas.microsoft.com/office/drawing/2014/main" id="{5986ACD1-2E04-3B44-28A1-D23ED6D0D3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7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2" name="AutoShape 234">
                <a:extLst>
                  <a:ext uri="{FF2B5EF4-FFF2-40B4-BE49-F238E27FC236}">
                    <a16:creationId xmlns:a16="http://schemas.microsoft.com/office/drawing/2014/main" id="{A4E4F9D1-EF9E-2D39-0595-A06DAB8592C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81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3" name="AutoShape 235">
                <a:extLst>
                  <a:ext uri="{FF2B5EF4-FFF2-40B4-BE49-F238E27FC236}">
                    <a16:creationId xmlns:a16="http://schemas.microsoft.com/office/drawing/2014/main" id="{5F3896C1-3DAF-B015-499B-A00C8006E44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8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4" name="AutoShape 236">
                <a:extLst>
                  <a:ext uri="{FF2B5EF4-FFF2-40B4-BE49-F238E27FC236}">
                    <a16:creationId xmlns:a16="http://schemas.microsoft.com/office/drawing/2014/main" id="{A1F5B2BF-E903-3BC3-DEA0-8BF78D2104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3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5" name="AutoShape 237">
                <a:extLst>
                  <a:ext uri="{FF2B5EF4-FFF2-40B4-BE49-F238E27FC236}">
                    <a16:creationId xmlns:a16="http://schemas.microsoft.com/office/drawing/2014/main" id="{D215EBF4-B985-0B68-93FC-BC34E7EC45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9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6" name="AutoShape 238">
                <a:extLst>
                  <a:ext uri="{FF2B5EF4-FFF2-40B4-BE49-F238E27FC236}">
                    <a16:creationId xmlns:a16="http://schemas.microsoft.com/office/drawing/2014/main" id="{23CACAA0-568D-3455-1F4E-E42656677AD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04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7" name="AutoShape 239">
                <a:extLst>
                  <a:ext uri="{FF2B5EF4-FFF2-40B4-BE49-F238E27FC236}">
                    <a16:creationId xmlns:a16="http://schemas.microsoft.com/office/drawing/2014/main" id="{630D92E2-6FAF-656E-6E1E-0EC49D6A6F6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0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8" name="AutoShape 240">
                <a:extLst>
                  <a:ext uri="{FF2B5EF4-FFF2-40B4-BE49-F238E27FC236}">
                    <a16:creationId xmlns:a16="http://schemas.microsoft.com/office/drawing/2014/main" id="{659938E1-05A4-9FC8-1B60-BE65BF5171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16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29" name="AutoShape 241">
                <a:extLst>
                  <a:ext uri="{FF2B5EF4-FFF2-40B4-BE49-F238E27FC236}">
                    <a16:creationId xmlns:a16="http://schemas.microsoft.com/office/drawing/2014/main" id="{A819CC88-B1F7-5A34-CDFE-48F8570D0B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1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0" name="AutoShape 242">
                <a:extLst>
                  <a:ext uri="{FF2B5EF4-FFF2-40B4-BE49-F238E27FC236}">
                    <a16:creationId xmlns:a16="http://schemas.microsoft.com/office/drawing/2014/main" id="{C0ABBC69-A1FE-A9EF-A632-CDE7F86D2BB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27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1" name="AutoShape 243">
                <a:extLst>
                  <a:ext uri="{FF2B5EF4-FFF2-40B4-BE49-F238E27FC236}">
                    <a16:creationId xmlns:a16="http://schemas.microsoft.com/office/drawing/2014/main" id="{D36255FA-6230-0C9A-F54B-7D98BA699C8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3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2" name="AutoShape 244">
                <a:extLst>
                  <a:ext uri="{FF2B5EF4-FFF2-40B4-BE49-F238E27FC236}">
                    <a16:creationId xmlns:a16="http://schemas.microsoft.com/office/drawing/2014/main" id="{1C7AA384-B1AC-F637-A1E7-603B22608C0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39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3" name="AutoShape 245">
                <a:extLst>
                  <a:ext uri="{FF2B5EF4-FFF2-40B4-BE49-F238E27FC236}">
                    <a16:creationId xmlns:a16="http://schemas.microsoft.com/office/drawing/2014/main" id="{992726CE-3D76-B06F-5408-EB4D9E2993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44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4" name="AutoShape 246">
                <a:extLst>
                  <a:ext uri="{FF2B5EF4-FFF2-40B4-BE49-F238E27FC236}">
                    <a16:creationId xmlns:a16="http://schemas.microsoft.com/office/drawing/2014/main" id="{43F7210A-8283-1ED9-C6D9-90105137571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50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5" name="AutoShape 247">
                <a:extLst>
                  <a:ext uri="{FF2B5EF4-FFF2-40B4-BE49-F238E27FC236}">
                    <a16:creationId xmlns:a16="http://schemas.microsoft.com/office/drawing/2014/main" id="{6F1D6531-2FAF-BD16-3E0A-BF6321CAC12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56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6" name="AutoShape 248">
                <a:extLst>
                  <a:ext uri="{FF2B5EF4-FFF2-40B4-BE49-F238E27FC236}">
                    <a16:creationId xmlns:a16="http://schemas.microsoft.com/office/drawing/2014/main" id="{02ABCEAD-2CE5-49FE-1AF8-9E1D4338B2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62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7" name="AutoShape 249">
                <a:extLst>
                  <a:ext uri="{FF2B5EF4-FFF2-40B4-BE49-F238E27FC236}">
                    <a16:creationId xmlns:a16="http://schemas.microsoft.com/office/drawing/2014/main" id="{DDD87144-21A9-734F-907F-4AF1906F84F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68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8" name="AutoShape 250">
                <a:extLst>
                  <a:ext uri="{FF2B5EF4-FFF2-40B4-BE49-F238E27FC236}">
                    <a16:creationId xmlns:a16="http://schemas.microsoft.com/office/drawing/2014/main" id="{366DC91F-C15C-82E4-C408-E6A1325CE31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4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39" name="AutoShape 251">
                <a:extLst>
                  <a:ext uri="{FF2B5EF4-FFF2-40B4-BE49-F238E27FC236}">
                    <a16:creationId xmlns:a16="http://schemas.microsoft.com/office/drawing/2014/main" id="{F155BC2C-69F5-4B20-B530-972AC7AB096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79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0" name="AutoShape 252">
                <a:extLst>
                  <a:ext uri="{FF2B5EF4-FFF2-40B4-BE49-F238E27FC236}">
                    <a16:creationId xmlns:a16="http://schemas.microsoft.com/office/drawing/2014/main" id="{4CA26B34-DF7A-484F-7D6A-42F6400EDFE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85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1" name="AutoShape 253">
                <a:extLst>
                  <a:ext uri="{FF2B5EF4-FFF2-40B4-BE49-F238E27FC236}">
                    <a16:creationId xmlns:a16="http://schemas.microsoft.com/office/drawing/2014/main" id="{62480CBB-F017-D0D4-C7B3-D9FE9E03B18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2" name="AutoShape 254">
                <a:extLst>
                  <a:ext uri="{FF2B5EF4-FFF2-40B4-BE49-F238E27FC236}">
                    <a16:creationId xmlns:a16="http://schemas.microsoft.com/office/drawing/2014/main" id="{321A178F-076B-30F5-E8B1-2B7760805A7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3" name="AutoShape 255">
                <a:extLst>
                  <a:ext uri="{FF2B5EF4-FFF2-40B4-BE49-F238E27FC236}">
                    <a16:creationId xmlns:a16="http://schemas.microsoft.com/office/drawing/2014/main" id="{F766627B-2655-17D0-C33D-E75682536D3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2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4" name="AutoShape 256">
                <a:extLst>
                  <a:ext uri="{FF2B5EF4-FFF2-40B4-BE49-F238E27FC236}">
                    <a16:creationId xmlns:a16="http://schemas.microsoft.com/office/drawing/2014/main" id="{AF88796D-D9B2-F775-F965-3F9DFE402F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8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5" name="AutoShape 257">
                <a:extLst>
                  <a:ext uri="{FF2B5EF4-FFF2-40B4-BE49-F238E27FC236}">
                    <a16:creationId xmlns:a16="http://schemas.microsoft.com/office/drawing/2014/main" id="{8722DD22-F02F-6032-D739-49C57D31746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4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6" name="AutoShape 258">
                <a:extLst>
                  <a:ext uri="{FF2B5EF4-FFF2-40B4-BE49-F238E27FC236}">
                    <a16:creationId xmlns:a16="http://schemas.microsoft.com/office/drawing/2014/main" id="{76898C9C-DBB9-528F-794B-795AE49968E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1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7" name="AutoShape 259">
                <a:extLst>
                  <a:ext uri="{FF2B5EF4-FFF2-40B4-BE49-F238E27FC236}">
                    <a16:creationId xmlns:a16="http://schemas.microsoft.com/office/drawing/2014/main" id="{259939A5-DC28-D534-AA67-4BEE0B23FCF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2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8" name="AutoShape 260">
                <a:extLst>
                  <a:ext uri="{FF2B5EF4-FFF2-40B4-BE49-F238E27FC236}">
                    <a16:creationId xmlns:a16="http://schemas.microsoft.com/office/drawing/2014/main" id="{6F88A145-8A60-B445-C35A-47692DB0F40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3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49" name="AutoShape 261">
                <a:extLst>
                  <a:ext uri="{FF2B5EF4-FFF2-40B4-BE49-F238E27FC236}">
                    <a16:creationId xmlns:a16="http://schemas.microsoft.com/office/drawing/2014/main" id="{D1A29A30-7173-30EF-2D48-E08FFA96C09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3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0" name="AutoShape 262">
                <a:extLst>
                  <a:ext uri="{FF2B5EF4-FFF2-40B4-BE49-F238E27FC236}">
                    <a16:creationId xmlns:a16="http://schemas.microsoft.com/office/drawing/2014/main" id="{DEFEA4A9-40CF-0F4D-3D0C-10C19886F98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45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1" name="AutoShape 263">
                <a:extLst>
                  <a:ext uri="{FF2B5EF4-FFF2-40B4-BE49-F238E27FC236}">
                    <a16:creationId xmlns:a16="http://schemas.microsoft.com/office/drawing/2014/main" id="{377065FD-408A-3C57-25A6-9F0605A1D6C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51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2" name="AutoShape 264">
                <a:extLst>
                  <a:ext uri="{FF2B5EF4-FFF2-40B4-BE49-F238E27FC236}">
                    <a16:creationId xmlns:a16="http://schemas.microsoft.com/office/drawing/2014/main" id="{3B535D50-A3A2-AA5F-B65E-CC37BB26DA6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42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3" name="AutoShape 265">
                <a:extLst>
                  <a:ext uri="{FF2B5EF4-FFF2-40B4-BE49-F238E27FC236}">
                    <a16:creationId xmlns:a16="http://schemas.microsoft.com/office/drawing/2014/main" id="{8267E70B-9F0B-849F-9C5F-10FC36A5A66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220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4" name="AutoShape 266">
                <a:extLst>
                  <a:ext uri="{FF2B5EF4-FFF2-40B4-BE49-F238E27FC236}">
                    <a16:creationId xmlns:a16="http://schemas.microsoft.com/office/drawing/2014/main" id="{831F42F9-CBDE-4C0E-84D4-22EC1D30AF4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276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5" name="AutoShape 267">
                <a:extLst>
                  <a:ext uri="{FF2B5EF4-FFF2-40B4-BE49-F238E27FC236}">
                    <a16:creationId xmlns:a16="http://schemas.microsoft.com/office/drawing/2014/main" id="{8D9CA443-F053-2DDC-66D5-B551F50DF65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36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6" name="AutoShape 268">
                <a:extLst>
                  <a:ext uri="{FF2B5EF4-FFF2-40B4-BE49-F238E27FC236}">
                    <a16:creationId xmlns:a16="http://schemas.microsoft.com/office/drawing/2014/main" id="{7D3BCA31-8A0A-B8A0-18C2-C8298F0ADE1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388" y="924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7" name="AutoShape 269">
                <a:extLst>
                  <a:ext uri="{FF2B5EF4-FFF2-40B4-BE49-F238E27FC236}">
                    <a16:creationId xmlns:a16="http://schemas.microsoft.com/office/drawing/2014/main" id="{970A1B4E-6934-5D99-4C4B-BC9506DE586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24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8" name="AutoShape 270">
                <a:extLst>
                  <a:ext uri="{FF2B5EF4-FFF2-40B4-BE49-F238E27FC236}">
                    <a16:creationId xmlns:a16="http://schemas.microsoft.com/office/drawing/2014/main" id="{F282400E-3FE1-D010-1F7F-88A177E4E9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80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59" name="AutoShape 271">
                <a:extLst>
                  <a:ext uri="{FF2B5EF4-FFF2-40B4-BE49-F238E27FC236}">
                    <a16:creationId xmlns:a16="http://schemas.microsoft.com/office/drawing/2014/main" id="{9496C944-11D3-BC8D-E888-520B4D7B822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40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860" name="AutoShape 272">
                <a:extLst>
                  <a:ext uri="{FF2B5EF4-FFF2-40B4-BE49-F238E27FC236}">
                    <a16:creationId xmlns:a16="http://schemas.microsoft.com/office/drawing/2014/main" id="{F9B7546E-1DBC-4DD0-8F11-17A3800F30E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092" y="924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867" name="矩形 866">
              <a:extLst>
                <a:ext uri="{FF2B5EF4-FFF2-40B4-BE49-F238E27FC236}">
                  <a16:creationId xmlns:a16="http://schemas.microsoft.com/office/drawing/2014/main" id="{0613DDC6-B93C-9EE9-2DE6-F795F92E34B5}"/>
                </a:ext>
              </a:extLst>
            </p:cNvPr>
            <p:cNvSpPr/>
            <p:nvPr/>
          </p:nvSpPr>
          <p:spPr>
            <a:xfrm>
              <a:off x="2414428" y="5007021"/>
              <a:ext cx="233196" cy="1008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69" name="直线连接符 868">
              <a:extLst>
                <a:ext uri="{FF2B5EF4-FFF2-40B4-BE49-F238E27FC236}">
                  <a16:creationId xmlns:a16="http://schemas.microsoft.com/office/drawing/2014/main" id="{AA9E39D0-774B-98D0-0256-C7B0BA0E5EA7}"/>
                </a:ext>
              </a:extLst>
            </p:cNvPr>
            <p:cNvCxnSpPr>
              <a:stCxn id="867" idx="2"/>
            </p:cNvCxnSpPr>
            <p:nvPr/>
          </p:nvCxnSpPr>
          <p:spPr>
            <a:xfrm flipH="1">
              <a:off x="2527903" y="5107821"/>
              <a:ext cx="3123" cy="30975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0" name="直线连接符 869">
              <a:extLst>
                <a:ext uri="{FF2B5EF4-FFF2-40B4-BE49-F238E27FC236}">
                  <a16:creationId xmlns:a16="http://schemas.microsoft.com/office/drawing/2014/main" id="{46A2221D-7F1C-2A23-E49F-EB6D25E41EFA}"/>
                </a:ext>
              </a:extLst>
            </p:cNvPr>
            <p:cNvCxnSpPr/>
            <p:nvPr/>
          </p:nvCxnSpPr>
          <p:spPr>
            <a:xfrm flipH="1">
              <a:off x="7602793" y="5093241"/>
              <a:ext cx="3123" cy="302558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1" name="直线连接符 870">
              <a:extLst>
                <a:ext uri="{FF2B5EF4-FFF2-40B4-BE49-F238E27FC236}">
                  <a16:creationId xmlns:a16="http://schemas.microsoft.com/office/drawing/2014/main" id="{01C28F1C-583F-B29B-2847-B6B808AE6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60794" y="5107821"/>
              <a:ext cx="504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2" name="直线连接符 871">
              <a:extLst>
                <a:ext uri="{FF2B5EF4-FFF2-40B4-BE49-F238E27FC236}">
                  <a16:creationId xmlns:a16="http://schemas.microsoft.com/office/drawing/2014/main" id="{16E201CB-519F-6D3D-890E-7264C2EACAEC}"/>
                </a:ext>
              </a:extLst>
            </p:cNvPr>
            <p:cNvCxnSpPr>
              <a:cxnSpLocks/>
              <a:stCxn id="867" idx="0"/>
            </p:cNvCxnSpPr>
            <p:nvPr/>
          </p:nvCxnSpPr>
          <p:spPr>
            <a:xfrm>
              <a:off x="2531026" y="5007021"/>
              <a:ext cx="5059085" cy="89044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3" name="直线箭头连接符 872">
              <a:extLst>
                <a:ext uri="{FF2B5EF4-FFF2-40B4-BE49-F238E27FC236}">
                  <a16:creationId xmlns:a16="http://schemas.microsoft.com/office/drawing/2014/main" id="{F1B49897-BBB2-88D2-2892-190F9506BA96}"/>
                </a:ext>
              </a:extLst>
            </p:cNvPr>
            <p:cNvCxnSpPr/>
            <p:nvPr/>
          </p:nvCxnSpPr>
          <p:spPr>
            <a:xfrm flipH="1" flipV="1">
              <a:off x="4454367" y="5051543"/>
              <a:ext cx="112793" cy="45761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4" name="文本框 873">
                  <a:extLst>
                    <a:ext uri="{FF2B5EF4-FFF2-40B4-BE49-F238E27FC236}">
                      <a16:creationId xmlns:a16="http://schemas.microsoft.com/office/drawing/2014/main" id="{E72A227E-FC5D-27F9-D5C2-85B85166F49F}"/>
                    </a:ext>
                  </a:extLst>
                </p:cNvPr>
                <p:cNvSpPr txBox="1"/>
                <p:nvPr/>
              </p:nvSpPr>
              <p:spPr>
                <a:xfrm>
                  <a:off x="4440625" y="5455592"/>
                  <a:ext cx="361432" cy="3847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874" name="文本框 873">
                  <a:extLst>
                    <a:ext uri="{FF2B5EF4-FFF2-40B4-BE49-F238E27FC236}">
                      <a16:creationId xmlns:a16="http://schemas.microsoft.com/office/drawing/2014/main" id="{E72A227E-FC5D-27F9-D5C2-85B85166F4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0625" y="5455592"/>
                  <a:ext cx="361432" cy="38472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5" name="直线连接符 874">
              <a:extLst>
                <a:ext uri="{FF2B5EF4-FFF2-40B4-BE49-F238E27FC236}">
                  <a16:creationId xmlns:a16="http://schemas.microsoft.com/office/drawing/2014/main" id="{063EFEBD-3F54-AED1-AFF9-C90481409F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0568" y="5285829"/>
              <a:ext cx="5040000" cy="0"/>
            </a:xfrm>
            <a:prstGeom prst="line">
              <a:avLst/>
            </a:prstGeom>
            <a:ln w="12700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76" name="文本框 875">
              <a:extLst>
                <a:ext uri="{FF2B5EF4-FFF2-40B4-BE49-F238E27FC236}">
                  <a16:creationId xmlns:a16="http://schemas.microsoft.com/office/drawing/2014/main" id="{84CCB468-22C6-382D-32D6-62FDD2D3D16A}"/>
                </a:ext>
              </a:extLst>
            </p:cNvPr>
            <p:cNvSpPr txBox="1"/>
            <p:nvPr/>
          </p:nvSpPr>
          <p:spPr>
            <a:xfrm>
              <a:off x="4799141" y="5156516"/>
              <a:ext cx="308670" cy="3847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L</a:t>
              </a:r>
              <a:endParaRPr kumimoji="1" lang="zh-CN" altLang="en-US" dirty="0"/>
            </a:p>
          </p:txBody>
        </p:sp>
        <p:cxnSp>
          <p:nvCxnSpPr>
            <p:cNvPr id="877" name="直线连接符 876">
              <a:extLst>
                <a:ext uri="{FF2B5EF4-FFF2-40B4-BE49-F238E27FC236}">
                  <a16:creationId xmlns:a16="http://schemas.microsoft.com/office/drawing/2014/main" id="{7991688B-9D96-8811-C62E-8C3022093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68707" y="5019152"/>
              <a:ext cx="29825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8" name="直线连接符 877">
              <a:extLst>
                <a:ext uri="{FF2B5EF4-FFF2-40B4-BE49-F238E27FC236}">
                  <a16:creationId xmlns:a16="http://schemas.microsoft.com/office/drawing/2014/main" id="{8F40C67C-08BA-7CBE-ED84-16B697795A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0258" y="5107821"/>
              <a:ext cx="29825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9" name="直线箭头连接符 878">
              <a:extLst>
                <a:ext uri="{FF2B5EF4-FFF2-40B4-BE49-F238E27FC236}">
                  <a16:creationId xmlns:a16="http://schemas.microsoft.com/office/drawing/2014/main" id="{2377A193-8344-9CC4-4A5F-0808D5E16729}"/>
                </a:ext>
              </a:extLst>
            </p:cNvPr>
            <p:cNvCxnSpPr/>
            <p:nvPr/>
          </p:nvCxnSpPr>
          <p:spPr>
            <a:xfrm>
              <a:off x="2217832" y="4901429"/>
              <a:ext cx="0" cy="1177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直线箭头连接符 879">
              <a:extLst>
                <a:ext uri="{FF2B5EF4-FFF2-40B4-BE49-F238E27FC236}">
                  <a16:creationId xmlns:a16="http://schemas.microsoft.com/office/drawing/2014/main" id="{2D1B2BBC-345A-2D39-E580-AFDC3F62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19383" y="5114271"/>
              <a:ext cx="0" cy="11772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1" name="文本框 880">
              <a:extLst>
                <a:ext uri="{FF2B5EF4-FFF2-40B4-BE49-F238E27FC236}">
                  <a16:creationId xmlns:a16="http://schemas.microsoft.com/office/drawing/2014/main" id="{850BB377-D23A-4C3C-69E0-F29C6F0FF58F}"/>
                </a:ext>
              </a:extLst>
            </p:cNvPr>
            <p:cNvSpPr txBox="1"/>
            <p:nvPr/>
          </p:nvSpPr>
          <p:spPr>
            <a:xfrm>
              <a:off x="1659851" y="4860270"/>
              <a:ext cx="305183" cy="3847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dirty="0"/>
                <a:t>h</a:t>
              </a:r>
              <a:endParaRPr kumimoji="1" lang="zh-CN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82" name="文本框 881">
                <a:extLst>
                  <a:ext uri="{FF2B5EF4-FFF2-40B4-BE49-F238E27FC236}">
                    <a16:creationId xmlns:a16="http://schemas.microsoft.com/office/drawing/2014/main" id="{B1E95799-FEF4-CC33-EED5-9E66BF42CE67}"/>
                  </a:ext>
                </a:extLst>
              </p:cNvPr>
              <p:cNvSpPr txBox="1"/>
              <p:nvPr/>
            </p:nvSpPr>
            <p:spPr>
              <a:xfrm>
                <a:off x="8611961" y="3718836"/>
                <a:ext cx="1514925" cy="5253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较小</m:t>
                      </m:r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时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2" name="文本框 881">
                <a:extLst>
                  <a:ext uri="{FF2B5EF4-FFF2-40B4-BE49-F238E27FC236}">
                    <a16:creationId xmlns:a16="http://schemas.microsoft.com/office/drawing/2014/main" id="{B1E95799-FEF4-CC33-EED5-9E66BF42C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1961" y="3718836"/>
                <a:ext cx="1514925" cy="525337"/>
              </a:xfrm>
              <a:prstGeom prst="rect">
                <a:avLst/>
              </a:prstGeom>
              <a:blipFill>
                <a:blip r:embed="rId5"/>
                <a:stretch>
                  <a:fillRect r="-2500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3" name="文本框 882">
                <a:extLst>
                  <a:ext uri="{FF2B5EF4-FFF2-40B4-BE49-F238E27FC236}">
                    <a16:creationId xmlns:a16="http://schemas.microsoft.com/office/drawing/2014/main" id="{B6E25F33-D1C2-E429-E6F7-4F4082ED2AF7}"/>
                  </a:ext>
                </a:extLst>
              </p:cNvPr>
              <p:cNvSpPr txBox="1"/>
              <p:nvPr/>
            </p:nvSpPr>
            <p:spPr>
              <a:xfrm>
                <a:off x="8601682" y="4340964"/>
                <a:ext cx="2957686" cy="7105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zh-CN" sz="28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kumimoji="1" lang="en-US" altLang="zh-CN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altLang="zh-CN" sz="2800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83" name="文本框 882">
                <a:extLst>
                  <a:ext uri="{FF2B5EF4-FFF2-40B4-BE49-F238E27FC236}">
                    <a16:creationId xmlns:a16="http://schemas.microsoft.com/office/drawing/2014/main" id="{B6E25F33-D1C2-E429-E6F7-4F4082ED2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1682" y="4340964"/>
                <a:ext cx="2957686" cy="710579"/>
              </a:xfrm>
              <a:prstGeom prst="rect">
                <a:avLst/>
              </a:prstGeom>
              <a:blipFill>
                <a:blip r:embed="rId6"/>
                <a:stretch>
                  <a:fillRect l="-855" b="-8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130341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直接连接符 82"/>
          <p:cNvCxnSpPr/>
          <p:nvPr/>
        </p:nvCxnSpPr>
        <p:spPr>
          <a:xfrm flipH="1">
            <a:off x="6763951" y="1365189"/>
            <a:ext cx="1" cy="5492811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>
            <a:off x="6038455" y="0"/>
            <a:ext cx="0" cy="5643645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5400000">
            <a:off x="-2741856" y="2736809"/>
            <a:ext cx="6818603" cy="13449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28463" y="245328"/>
            <a:ext cx="1015655" cy="6413018"/>
          </a:xfrm>
          <a:prstGeom prst="rect">
            <a:avLst/>
          </a:prstGeom>
          <a:noFill/>
        </p:spPr>
        <p:txBody>
          <a:bodyPr vert="eaVert" wrap="square" lIns="91436" tIns="45718" rIns="91436" bIns="45718" rtlCol="0">
            <a:spAutoFit/>
          </a:bodyPr>
          <a:lstStyle/>
          <a:p>
            <a:r>
              <a:rPr lang="zh-CN" altLang="en-US" sz="5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目录</a:t>
            </a:r>
            <a:r>
              <a:rPr lang="zh-CN" altLang="en-US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 </a:t>
            </a:r>
            <a:r>
              <a:rPr lang="en-US" altLang="zh-CN" sz="5400" dirty="0">
                <a:solidFill>
                  <a:schemeClr val="bg1"/>
                </a:solidFill>
                <a:latin typeface="Eras Light ITC" panose="020B0402030504020804" pitchFamily="34" charset="0"/>
              </a:rPr>
              <a:t>CONTENTS</a:t>
            </a:r>
            <a:endParaRPr lang="zh-CN" altLang="en-US" sz="5400" dirty="0">
              <a:solidFill>
                <a:schemeClr val="bg1"/>
              </a:solidFill>
              <a:latin typeface="Eras Light ITC" panose="020B0402030504020804" pitchFamily="34" charset="0"/>
            </a:endParaRPr>
          </a:p>
        </p:txBody>
      </p:sp>
      <p:sp>
        <p:nvSpPr>
          <p:cNvPr id="73" name="圆角矩形 72"/>
          <p:cNvSpPr/>
          <p:nvPr/>
        </p:nvSpPr>
        <p:spPr>
          <a:xfrm rot="10800000" flipV="1">
            <a:off x="5796313" y="1705945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74" name="圆角矩形 73"/>
          <p:cNvSpPr/>
          <p:nvPr/>
        </p:nvSpPr>
        <p:spPr>
          <a:xfrm rot="10800000" flipV="1">
            <a:off x="6521811" y="231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75" name="圆角矩形 74"/>
          <p:cNvSpPr/>
          <p:nvPr/>
        </p:nvSpPr>
        <p:spPr>
          <a:xfrm rot="10800000" flipV="1">
            <a:off x="5797243" y="297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76" name="圆角矩形 75"/>
          <p:cNvSpPr/>
          <p:nvPr/>
        </p:nvSpPr>
        <p:spPr>
          <a:xfrm rot="10800000" flipV="1">
            <a:off x="6521811" y="3583513"/>
            <a:ext cx="484287" cy="491115"/>
          </a:xfrm>
          <a:prstGeom prst="roundRect">
            <a:avLst>
              <a:gd name="adj" fmla="val 5039"/>
            </a:avLst>
          </a:prstGeom>
          <a:solidFill>
            <a:srgbClr val="2F5597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77" name="圆角矩形 76"/>
          <p:cNvSpPr/>
          <p:nvPr/>
        </p:nvSpPr>
        <p:spPr>
          <a:xfrm rot="10800000" flipV="1">
            <a:off x="5797243" y="4246881"/>
            <a:ext cx="484287" cy="491115"/>
          </a:xfrm>
          <a:prstGeom prst="roundRect">
            <a:avLst>
              <a:gd name="adj" fmla="val 5039"/>
            </a:avLst>
          </a:prstGeom>
          <a:solidFill>
            <a:srgbClr val="4472C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87" name="文本框 86"/>
          <p:cNvSpPr txBox="1"/>
          <p:nvPr/>
        </p:nvSpPr>
        <p:spPr>
          <a:xfrm>
            <a:off x="3244675" y="1564948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88" name="文本框 87"/>
          <p:cNvSpPr txBox="1"/>
          <p:nvPr/>
        </p:nvSpPr>
        <p:spPr>
          <a:xfrm>
            <a:off x="7676173" y="2197401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实验内容</a:t>
            </a:r>
          </a:p>
        </p:txBody>
      </p:sp>
      <p:sp>
        <p:nvSpPr>
          <p:cNvPr id="89" name="文本框 88"/>
          <p:cNvSpPr txBox="1"/>
          <p:nvPr/>
        </p:nvSpPr>
        <p:spPr>
          <a:xfrm>
            <a:off x="3248528" y="2839537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3248528" y="4109537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104" name="矩形 103"/>
          <p:cNvSpPr/>
          <p:nvPr/>
        </p:nvSpPr>
        <p:spPr>
          <a:xfrm>
            <a:off x="3125192" y="2153781"/>
            <a:ext cx="2194825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sp>
        <p:nvSpPr>
          <p:cNvPr id="105" name="矩形 104"/>
          <p:cNvSpPr/>
          <p:nvPr/>
        </p:nvSpPr>
        <p:spPr>
          <a:xfrm>
            <a:off x="3421747" y="3446678"/>
            <a:ext cx="1827736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OBJECTIVE</a:t>
            </a:r>
          </a:p>
        </p:txBody>
      </p:sp>
      <p:sp>
        <p:nvSpPr>
          <p:cNvPr id="106" name="矩形 105"/>
          <p:cNvSpPr/>
          <p:nvPr/>
        </p:nvSpPr>
        <p:spPr>
          <a:xfrm>
            <a:off x="3492284" y="4716678"/>
            <a:ext cx="1808500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PRINCIPLE</a:t>
            </a:r>
          </a:p>
        </p:txBody>
      </p:sp>
      <p:sp>
        <p:nvSpPr>
          <p:cNvPr id="107" name="矩形 106"/>
          <p:cNvSpPr/>
          <p:nvPr/>
        </p:nvSpPr>
        <p:spPr>
          <a:xfrm>
            <a:off x="7802011" y="2789909"/>
            <a:ext cx="1779645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t>4</a:t>
            </a:fld>
            <a:endParaRPr lang="zh-CN" altLang="en-US" sz="16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7728423" y="3496430"/>
            <a:ext cx="2031317" cy="646327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3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实验拓展</a:t>
            </a:r>
          </a:p>
        </p:txBody>
      </p:sp>
      <p:sp>
        <p:nvSpPr>
          <p:cNvPr id="24" name="矩形 23"/>
          <p:cNvSpPr/>
          <p:nvPr/>
        </p:nvSpPr>
        <p:spPr>
          <a:xfrm>
            <a:off x="7809987" y="4075995"/>
            <a:ext cx="2068187" cy="261606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1100" dirty="0">
                <a:solidFill>
                  <a:srgbClr val="A2A2A2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100" dirty="0">
                <a:solidFill>
                  <a:srgbClr val="A2A2A2"/>
                </a:solidFill>
                <a:latin typeface="微软雅黑" panose="020B0503020204020204" pitchFamily="34" charset="-122"/>
              </a:rPr>
              <a:t>EXTENSION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1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实验背景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519676" y="3264361"/>
              <a:ext cx="4549576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BACKGROUNDS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6</a:t>
            </a:fld>
            <a:endParaRPr lang="zh-CN" altLang="en-US" sz="1400" b="1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36820" y="2336139"/>
            <a:ext cx="3102610" cy="312039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7786" y="2509519"/>
            <a:ext cx="4313123" cy="283845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384864" y="5815425"/>
            <a:ext cx="950538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碰撞前后哪些物理量发生改变？物理量间有什么定量关系？ </a:t>
            </a:r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/>
        </p:nvGraphicFramePr>
        <p:xfrm>
          <a:off x="7529649" y="1309329"/>
          <a:ext cx="1963421" cy="432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82600" imgH="165100" progId="Equation.3">
                  <p:embed/>
                </p:oleObj>
              </mc:Choice>
              <mc:Fallback>
                <p:oleObj name="公式" r:id="rId6" imgW="482600" imgH="165100" progId="Equation.3">
                  <p:embed/>
                  <p:pic>
                    <p:nvPicPr>
                      <p:cNvPr id="0" name="Picture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9649" y="1309329"/>
                        <a:ext cx="1963421" cy="4329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3181120" y="1076250"/>
          <a:ext cx="2397381" cy="990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952500" imgH="393700" progId="Equation.3">
                  <p:embed/>
                </p:oleObj>
              </mc:Choice>
              <mc:Fallback>
                <p:oleObj name="公式" r:id="rId8" imgW="952500" imgH="393700" progId="Equation.3">
                  <p:embed/>
                  <p:pic>
                    <p:nvPicPr>
                      <p:cNvPr id="0" name="Picture 2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120" y="1076250"/>
                        <a:ext cx="2397381" cy="99091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31291" y="1122288"/>
            <a:ext cx="266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牛顿第二定律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0310" y="1172169"/>
            <a:ext cx="1127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动量</a:t>
            </a:r>
          </a:p>
        </p:txBody>
      </p:sp>
      <p:sp>
        <p:nvSpPr>
          <p:cNvPr id="24" name="矩形 23"/>
          <p:cNvSpPr/>
          <p:nvPr/>
        </p:nvSpPr>
        <p:spPr>
          <a:xfrm>
            <a:off x="3017291" y="1091808"/>
            <a:ext cx="2758440" cy="9906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481390" y="1126449"/>
            <a:ext cx="2093095" cy="7132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7</a:t>
            </a:fld>
            <a:endParaRPr lang="zh-CN" altLang="en-US" sz="1400" b="1" dirty="0"/>
          </a:p>
        </p:txBody>
      </p:sp>
      <p:grpSp>
        <p:nvGrpSpPr>
          <p:cNvPr id="4" name="组 3"/>
          <p:cNvGrpSpPr/>
          <p:nvPr/>
        </p:nvGrpSpPr>
        <p:grpSpPr>
          <a:xfrm>
            <a:off x="6404244" y="2898004"/>
            <a:ext cx="3079667" cy="1632641"/>
            <a:chOff x="817730" y="1043703"/>
            <a:chExt cx="4384422" cy="2430263"/>
          </a:xfrm>
        </p:grpSpPr>
        <p:pic>
          <p:nvPicPr>
            <p:cNvPr id="2" name="图片 1" descr="分子热运动.jpe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5128" y="1043704"/>
              <a:ext cx="4367023" cy="243026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  <a:headEnd/>
              <a:tailEnd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3" name="文本框 2"/>
            <p:cNvSpPr txBox="1"/>
            <p:nvPr/>
          </p:nvSpPr>
          <p:spPr>
            <a:xfrm>
              <a:off x="817730" y="1043703"/>
              <a:ext cx="4384422" cy="5726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/>
                <a:t>      低温             高温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6412335" y="2189497"/>
            <a:ext cx="3410106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微观：粒子碰撞与散射</a:t>
            </a:r>
          </a:p>
        </p:txBody>
      </p:sp>
      <p:sp>
        <p:nvSpPr>
          <p:cNvPr id="6" name="矩形 5"/>
          <p:cNvSpPr/>
          <p:nvPr/>
        </p:nvSpPr>
        <p:spPr>
          <a:xfrm>
            <a:off x="525217" y="829191"/>
            <a:ext cx="11009989" cy="1349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碰撞是两个或多个物体之间的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短时间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相互作用，</a:t>
            </a:r>
            <a:r>
              <a:rPr lang="en-US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此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过程中各物体间内力引起物体运动的变化；忽略外力，系统动量守恒。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211" y="4777025"/>
            <a:ext cx="2289764" cy="15997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文本框 7"/>
          <p:cNvSpPr txBox="1"/>
          <p:nvPr/>
        </p:nvSpPr>
        <p:spPr>
          <a:xfrm>
            <a:off x="9535362" y="3002763"/>
            <a:ext cx="173398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分子热运动</a:t>
            </a:r>
            <a:endParaRPr kumimoji="1" lang="en-US" altLang="zh-CN" sz="2000" dirty="0"/>
          </a:p>
          <a:p>
            <a:r>
              <a:rPr kumimoji="1" lang="en-US" altLang="zh-CN" sz="2000" dirty="0"/>
              <a:t>——</a:t>
            </a:r>
            <a:r>
              <a:rPr kumimoji="1" lang="zh-CN" altLang="en-US" sz="2000" dirty="0"/>
              <a:t>能量守恒</a:t>
            </a:r>
            <a:endParaRPr kumimoji="1" lang="en-US" altLang="zh-CN" sz="2000" dirty="0"/>
          </a:p>
          <a:p>
            <a:r>
              <a:rPr kumimoji="1" lang="en-US" altLang="zh-CN" sz="2000" dirty="0"/>
              <a:t>——</a:t>
            </a:r>
            <a:r>
              <a:rPr kumimoji="1" lang="zh-CN" altLang="en-US" sz="2000" dirty="0"/>
              <a:t>传递能量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48751" y="4771903"/>
            <a:ext cx="325434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/>
              <a:t>分子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电子散射</a:t>
            </a:r>
            <a:endParaRPr kumimoji="1" lang="en-US" altLang="zh-CN" sz="2000" dirty="0"/>
          </a:p>
          <a:p>
            <a:r>
              <a:rPr kumimoji="1" lang="zh-CN" altLang="zh-CN" sz="2000" dirty="0"/>
              <a:t>（</a:t>
            </a:r>
            <a:r>
              <a:rPr kumimoji="1" lang="zh-CN" altLang="en-US" sz="2000" dirty="0"/>
              <a:t>光子</a:t>
            </a:r>
            <a:r>
              <a:rPr kumimoji="1" lang="en-US" altLang="zh-CN" sz="2000" dirty="0"/>
              <a:t>-</a:t>
            </a:r>
            <a:r>
              <a:rPr kumimoji="1" lang="zh-CN" altLang="en-US" sz="2000" dirty="0"/>
              <a:t>分子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电子）</a:t>
            </a:r>
            <a:endParaRPr kumimoji="1" lang="en-US" altLang="zh-CN" sz="2000" dirty="0"/>
          </a:p>
          <a:p>
            <a:pPr marL="342900" indent="-342900">
              <a:buFont typeface="Arial" panose="020B0604020202020204"/>
              <a:buChar char="•"/>
            </a:pPr>
            <a:r>
              <a:rPr kumimoji="1" lang="zh-CN" altLang="en-US" sz="2000" dirty="0"/>
              <a:t>瑞利散射（弹性碰撞）</a:t>
            </a:r>
            <a:endParaRPr kumimoji="1" lang="en-US" altLang="zh-CN" sz="2000" dirty="0"/>
          </a:p>
          <a:p>
            <a:pPr marL="342900" indent="-342900">
              <a:buFont typeface="Arial" panose="020B0604020202020204"/>
              <a:buChar char="•"/>
            </a:pPr>
            <a:r>
              <a:rPr kumimoji="1" lang="zh-CN" altLang="en-US" sz="2000" dirty="0"/>
              <a:t>拉曼散射（非弹性碰撞）</a:t>
            </a:r>
            <a:endParaRPr kumimoji="1" lang="en-US" altLang="zh-CN" sz="2000" dirty="0"/>
          </a:p>
          <a:p>
            <a:pPr marL="342900" indent="-342900">
              <a:buFont typeface="Arial" panose="020B0604020202020204"/>
              <a:buChar char="•"/>
            </a:pPr>
            <a:r>
              <a:rPr kumimoji="1" lang="zh-CN" altLang="en-US" sz="2000" dirty="0"/>
              <a:t>康普顿散射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425923" y="2200917"/>
            <a:ext cx="865665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宏观</a:t>
            </a:r>
          </a:p>
        </p:txBody>
      </p:sp>
      <p:pic>
        <p:nvPicPr>
          <p:cNvPr id="31" name="图片 30" descr="车辆碰撞.jpeg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23" t="15513" r="5746" b="18996"/>
          <a:stretch>
            <a:fillRect/>
          </a:stretch>
        </p:blipFill>
        <p:spPr>
          <a:xfrm>
            <a:off x="3119123" y="2242096"/>
            <a:ext cx="2700204" cy="153813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2" name="图片 31" descr="嫦娥一号.jpe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176" y="3947659"/>
            <a:ext cx="4087659" cy="26488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449219" y="2192334"/>
            <a:ext cx="1484481" cy="16402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8</a:t>
            </a:fld>
            <a:endParaRPr lang="zh-CN" altLang="en-US" sz="1400" b="1" dirty="0"/>
          </a:p>
        </p:txBody>
      </p:sp>
      <p:sp>
        <p:nvSpPr>
          <p:cNvPr id="23" name="文本框 22"/>
          <p:cNvSpPr txBox="1"/>
          <p:nvPr/>
        </p:nvSpPr>
        <p:spPr>
          <a:xfrm>
            <a:off x="681040" y="1020651"/>
            <a:ext cx="10107909" cy="16594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ts val="636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碰撞可通过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恢复系数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）作分类。以两物体对心碰为例，定义为相对速度之比；</a:t>
            </a:r>
          </a:p>
        </p:txBody>
      </p:sp>
      <p:grpSp>
        <p:nvGrpSpPr>
          <p:cNvPr id="14" name="组 13"/>
          <p:cNvGrpSpPr/>
          <p:nvPr/>
        </p:nvGrpSpPr>
        <p:grpSpPr>
          <a:xfrm>
            <a:off x="1233235" y="3276011"/>
            <a:ext cx="10326045" cy="639987"/>
            <a:chOff x="1270048" y="3091966"/>
            <a:chExt cx="10326045" cy="639987"/>
          </a:xfrm>
        </p:grpSpPr>
        <p:sp>
          <p:nvSpPr>
            <p:cNvPr id="4" name="右箭头 3"/>
            <p:cNvSpPr/>
            <p:nvPr/>
          </p:nvSpPr>
          <p:spPr>
            <a:xfrm>
              <a:off x="1270048" y="3404844"/>
              <a:ext cx="9608189" cy="239259"/>
            </a:xfrm>
            <a:prstGeom prst="rightArrow">
              <a:avLst/>
            </a:prstGeom>
            <a:solidFill>
              <a:srgbClr val="2F5597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2" name="直线连接符 11"/>
            <p:cNvCxnSpPr/>
            <p:nvPr/>
          </p:nvCxnSpPr>
          <p:spPr>
            <a:xfrm>
              <a:off x="4178274" y="3091966"/>
              <a:ext cx="0" cy="441710"/>
            </a:xfrm>
            <a:prstGeom prst="line">
              <a:avLst/>
            </a:prstGeom>
            <a:ln w="57150" cmpd="sng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线连接符 28"/>
            <p:cNvCxnSpPr/>
            <p:nvPr/>
          </p:nvCxnSpPr>
          <p:spPr>
            <a:xfrm>
              <a:off x="7478184" y="3097130"/>
              <a:ext cx="0" cy="441710"/>
            </a:xfrm>
            <a:prstGeom prst="line">
              <a:avLst/>
            </a:prstGeom>
            <a:ln w="57150" cmpd="sng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10970273" y="3147177"/>
              <a:ext cx="625820" cy="584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200" b="1" dirty="0">
                  <a:latin typeface="Times New Roman" panose="02020603050405020304"/>
                  <a:cs typeface="Times New Roman" panose="02020603050405020304"/>
                </a:rPr>
                <a:t>e</a:t>
              </a:r>
              <a:endParaRPr kumimoji="1" lang="zh-CN" altLang="en-US" sz="3200" b="1" dirty="0">
                <a:latin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975802" y="3791338"/>
            <a:ext cx="53378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Times New Roman" panose="02020603050405020304"/>
                <a:cs typeface="Times New Roman" panose="02020603050405020304"/>
              </a:rPr>
              <a:t>0</a:t>
            </a:r>
            <a:endParaRPr kumimoji="1" lang="zh-CN" altLang="en-US" sz="32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233751" y="3814908"/>
            <a:ext cx="55219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b="1" dirty="0">
                <a:latin typeface="Times New Roman" panose="02020603050405020304"/>
                <a:cs typeface="Times New Roman" panose="02020603050405020304"/>
              </a:rPr>
              <a:t>1</a:t>
            </a:r>
            <a:endParaRPr kumimoji="1" lang="zh-CN" altLang="en-US" sz="3200" b="1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94504" y="5263706"/>
            <a:ext cx="3349981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e&lt;0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，动量传递不完全，比如箭穿透靶心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466469" y="4340895"/>
            <a:ext cx="3147511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e=0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，完全非弹性碰撞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lvl="1"/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碰后粘连，速度相同）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323723" y="4327654"/>
            <a:ext cx="2883778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e=1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，完全弹性碰撞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无机械能损耗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208753" y="5241554"/>
            <a:ext cx="3712964" cy="830997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0&lt;e&lt;1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，非完全弹性碰撞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有机械能损耗）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8435321" y="5250465"/>
            <a:ext cx="3349981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e&gt;1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，碰撞使系统释放能量</a:t>
            </a:r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4832350" y="1870075"/>
          <a:ext cx="2017713" cy="1162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49935" imgH="429895" progId="Equation.3">
                  <p:embed/>
                </p:oleObj>
              </mc:Choice>
              <mc:Fallback>
                <p:oleObj name="公式" r:id="rId3" imgW="749935" imgH="429895" progId="Equation.3">
                  <p:embed/>
                  <p:pic>
                    <p:nvPicPr>
                      <p:cNvPr id="0" name="Picture 3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2350" y="1870075"/>
                        <a:ext cx="2017713" cy="1162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3"/>
          <p:cNvGraphicFramePr>
            <a:graphicFrameLocks noChangeAspect="1"/>
          </p:cNvGraphicFramePr>
          <p:nvPr/>
        </p:nvGraphicFramePr>
        <p:xfrm>
          <a:off x="7265035" y="1929857"/>
          <a:ext cx="1462727" cy="448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94665" imgH="228600" progId="Equation.3">
                  <p:embed/>
                </p:oleObj>
              </mc:Choice>
              <mc:Fallback>
                <p:oleObj name="公式" r:id="rId5" imgW="494665" imgH="228600" progId="Equation.3">
                  <p:embed/>
                  <p:pic>
                    <p:nvPicPr>
                      <p:cNvPr id="0" name="Picture 3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035" y="1929857"/>
                        <a:ext cx="1462727" cy="4480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7262814" y="2445250"/>
          <a:ext cx="1136604" cy="40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405765" imgH="215900" progId="Equation.3">
                  <p:embed/>
                </p:oleObj>
              </mc:Choice>
              <mc:Fallback>
                <p:oleObj name="公式" r:id="rId7" imgW="405765" imgH="215900" progId="Equation.3">
                  <p:embed/>
                  <p:pic>
                    <p:nvPicPr>
                      <p:cNvPr id="0" name="Picture 3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2814" y="2445250"/>
                        <a:ext cx="1136604" cy="400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8606246" y="1959429"/>
            <a:ext cx="227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为碰撞前的速度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3697" y="2427514"/>
            <a:ext cx="22707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为碰撞后的速度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785049" y="1432651"/>
          <a:ext cx="230158" cy="37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09855" imgH="137160" progId="Equation.3">
                  <p:embed/>
                </p:oleObj>
              </mc:Choice>
              <mc:Fallback>
                <p:oleObj name="公式" r:id="rId9" imgW="109855" imgH="137160" progId="Equation.3">
                  <p:embed/>
                  <p:pic>
                    <p:nvPicPr>
                      <p:cNvPr id="0" name="Picture 4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5049" y="1432651"/>
                        <a:ext cx="230158" cy="3714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1</a:t>
            </a:r>
            <a:endParaRPr lang="zh-CN" altLang="en-US" sz="3600" dirty="0"/>
          </a:p>
        </p:txBody>
      </p:sp>
      <p:sp>
        <p:nvSpPr>
          <p:cNvPr id="45" name="文本框 44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实验背景</a:t>
            </a:r>
          </a:p>
        </p:txBody>
      </p:sp>
      <p:sp>
        <p:nvSpPr>
          <p:cNvPr id="46" name="矩形 45"/>
          <p:cNvSpPr/>
          <p:nvPr/>
        </p:nvSpPr>
        <p:spPr>
          <a:xfrm>
            <a:off x="2380204" y="324999"/>
            <a:ext cx="3645029" cy="384717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EXPERIMENT BACKGROUNDS</a:t>
            </a:r>
          </a:p>
        </p:txBody>
      </p:sp>
      <p:grpSp>
        <p:nvGrpSpPr>
          <p:cNvPr id="43" name="组 42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0" name="组 49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4" name="圆角矩形 53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2" name="圆角矩形 71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圆角矩形 72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2" name="圆角矩形 51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9</a:t>
            </a:fld>
            <a:endParaRPr lang="zh-CN" altLang="en-US" sz="1400" b="1" dirty="0"/>
          </a:p>
        </p:txBody>
      </p:sp>
      <p:sp>
        <p:nvSpPr>
          <p:cNvPr id="19" name="文本框 18"/>
          <p:cNvSpPr txBox="1"/>
          <p:nvPr/>
        </p:nvSpPr>
        <p:spPr>
          <a:xfrm>
            <a:off x="647394" y="1007233"/>
            <a:ext cx="10107909" cy="4984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ts val="636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动能损耗形式</a:t>
            </a:r>
          </a:p>
          <a:p>
            <a:pPr indent="0">
              <a:lnSpc>
                <a:spcPts val="636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恢复系数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0≤e&lt;1</a:t>
            </a:r>
            <a:r>
              <a:rPr lang="zh-CN" altLang="en-US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作时，系统存在动能损耗，常见形式包括：</a:t>
            </a:r>
            <a:endParaRPr lang="en-US" altLang="zh-CN" sz="28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ts val="6360"/>
              </a:lnSpc>
              <a:buFont typeface="Arial" panose="020B0604020202020204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摩擦，以热的形式耗散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ts val="6360"/>
              </a:lnSpc>
              <a:buFont typeface="Arial" panose="020B0604020202020204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弹性，以物体机械振荡引起声音传播而耗散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ts val="6360"/>
              </a:lnSpc>
              <a:buFont typeface="Arial" panose="020B0604020202020204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塑性，以变形增加内能</a:t>
            </a:r>
            <a:r>
              <a:rPr lang="zh-CN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势能）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>
              <a:lnSpc>
                <a:spcPts val="6360"/>
              </a:lnSpc>
              <a:buFont typeface="Arial" panose="020B0604020202020204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分子碰撞还可以辐射发光的形式耗散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2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实验目的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39124" y="3264361"/>
              <a:ext cx="3775132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EXPERIMENT OBJECTIVE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36883" y="1971284"/>
            <a:ext cx="775440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加深牛顿力学和动量、能量守恒的理解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如何设计碰撞实验验证动量守恒定律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掌握恢复系数及计算方法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理解碰撞过程动能定理及能量损耗</a:t>
            </a:r>
            <a:endParaRPr lang="en-US" altLang="zh-CN" sz="3200" dirty="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376" name="直接连接符 375"/>
          <p:cNvCxnSpPr/>
          <p:nvPr/>
        </p:nvCxnSpPr>
        <p:spPr>
          <a:xfrm>
            <a:off x="2647120" y="2654062"/>
            <a:ext cx="2439799" cy="3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连接符 380"/>
          <p:cNvCxnSpPr/>
          <p:nvPr/>
        </p:nvCxnSpPr>
        <p:spPr>
          <a:xfrm>
            <a:off x="2591900" y="3624276"/>
            <a:ext cx="2439799" cy="3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2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实验目的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15814" y="324999"/>
            <a:ext cx="3173809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OBJECTIVE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t>11</a:t>
            </a:fld>
            <a:endParaRPr lang="zh-CN" altLang="en-US" sz="1600" b="1" dirty="0"/>
          </a:p>
        </p:txBody>
      </p:sp>
      <p:cxnSp>
        <p:nvCxnSpPr>
          <p:cNvPr id="21" name="直接连接符 20"/>
          <p:cNvCxnSpPr/>
          <p:nvPr/>
        </p:nvCxnSpPr>
        <p:spPr>
          <a:xfrm>
            <a:off x="2628713" y="4594487"/>
            <a:ext cx="2439799" cy="3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0"/>
          <p:cNvCxnSpPr/>
          <p:nvPr/>
        </p:nvCxnSpPr>
        <p:spPr>
          <a:xfrm>
            <a:off x="2670674" y="5593497"/>
            <a:ext cx="2439799" cy="3626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3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实验原理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173029" y="3264361"/>
              <a:ext cx="3821620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 PRINCIPLE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540412" y="6398323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13</a:t>
            </a:fld>
            <a:endParaRPr lang="zh-CN" altLang="en-US" sz="16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4578350" y="972820"/>
            <a:ext cx="335851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</a:rPr>
              <a:t>碰撞前</a:t>
            </a:r>
            <a:r>
              <a:rPr lang="zh-CN" altLang="en-US" sz="2400" dirty="0">
                <a:latin typeface="华文楷体" panose="02010600040101010101" charset="-122"/>
                <a:ea typeface="华文楷体" panose="02010600040101010101" charset="-122"/>
                <a:cs typeface="楷体" panose="02010609060101010101" pitchFamily="49" charset="-122"/>
              </a:rPr>
              <a:t>后的动量与动能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1273798" y="3114395"/>
                <a:ext cx="1725152" cy="11302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质量：</a:t>
                </a:r>
                <a14:m>
                  <m:oMath xmlns:m="http://schemas.openxmlformats.org/officeDocument/2006/math">
                    <m:r>
                      <a:rPr kumimoji="1"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kumimoji="1"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kumimoji="1" lang="zh-CN" altLang="en-US" sz="2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速度：</a:t>
                </a:r>
                <a14:m>
                  <m:oMath xmlns:m="http://schemas.openxmlformats.org/officeDocument/2006/math">
                    <m:r>
                      <a:rPr kumimoji="1" lang="en-US" altLang="zh-CN" sz="2400" b="1" i="1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endParaRPr kumimoji="1"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3798" y="3114395"/>
                <a:ext cx="1725152" cy="1130246"/>
              </a:xfrm>
              <a:prstGeom prst="rect">
                <a:avLst/>
              </a:prstGeom>
              <a:blipFill rotWithShape="1">
                <a:blip r:embed="rId3"/>
                <a:stretch>
                  <a:fillRect l="-36" t="-31" r="28" b="-10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90" y="1828800"/>
            <a:ext cx="3545205" cy="1076325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21" name="矩形 20"/>
          <p:cNvSpPr/>
          <p:nvPr/>
        </p:nvSpPr>
        <p:spPr>
          <a:xfrm>
            <a:off x="4491696" y="3892978"/>
            <a:ext cx="16878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恢复系数：</a:t>
            </a:r>
            <a:r>
              <a:rPr kumimoji="1"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2" name="Object 2"/>
          <p:cNvGraphicFramePr>
            <a:graphicFrameLocks noChangeAspect="1"/>
          </p:cNvGraphicFramePr>
          <p:nvPr/>
        </p:nvGraphicFramePr>
        <p:xfrm>
          <a:off x="6476365" y="3669030"/>
          <a:ext cx="1965325" cy="11134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762000" imgH="431800" progId="Equation.3">
                  <p:embed/>
                </p:oleObj>
              </mc:Choice>
              <mc:Fallback>
                <p:oleObj name="公式" r:id="rId5" imgW="762000" imgH="431800" progId="Equation.3">
                  <p:embed/>
                  <p:pic>
                    <p:nvPicPr>
                      <p:cNvPr id="0" name="Picture 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6365" y="3669030"/>
                        <a:ext cx="1965325" cy="111348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612765" y="1525905"/>
          <a:ext cx="5841365" cy="616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286000" imgH="241300" progId="Equation.3">
                  <p:embed/>
                </p:oleObj>
              </mc:Choice>
              <mc:Fallback>
                <p:oleObj name="公式" r:id="rId7" imgW="2286000" imgH="241300" progId="Equation.3">
                  <p:embed/>
                  <p:pic>
                    <p:nvPicPr>
                      <p:cNvPr id="0" name="Picture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2765" y="1525905"/>
                        <a:ext cx="5841365" cy="6165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6" name="Object 80"/>
          <p:cNvGraphicFramePr>
            <a:graphicFrameLocks noChangeAspect="1"/>
          </p:cNvGraphicFramePr>
          <p:nvPr/>
        </p:nvGraphicFramePr>
        <p:xfrm>
          <a:off x="5695950" y="2193290"/>
          <a:ext cx="6116320" cy="8566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806065" imgH="393700" progId="Equation.3">
                  <p:embed/>
                </p:oleObj>
              </mc:Choice>
              <mc:Fallback>
                <p:oleObj name="公式" r:id="rId9" imgW="2806065" imgH="393700" progId="Equation.3">
                  <p:embed/>
                  <p:pic>
                    <p:nvPicPr>
                      <p:cNvPr id="0" name="Picture 2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5950" y="2193290"/>
                        <a:ext cx="6116320" cy="8566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491990" y="1680845"/>
            <a:ext cx="1356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动量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491990" y="2404745"/>
            <a:ext cx="1260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动能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35475" y="3127375"/>
            <a:ext cx="19138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系统动量差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59750" y="3129280"/>
            <a:ext cx="1854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系统能量差</a:t>
            </a:r>
            <a:r>
              <a:rPr lang="en-US" altLang="zh-CN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179820" y="3184525"/>
          <a:ext cx="1943100" cy="37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850265" imgH="165100" progId="Equation.3">
                  <p:embed/>
                </p:oleObj>
              </mc:Choice>
              <mc:Fallback>
                <p:oleObj name="公式" r:id="rId11" imgW="850265" imgH="165100" progId="Equation.3">
                  <p:embed/>
                  <p:pic>
                    <p:nvPicPr>
                      <p:cNvPr id="0" name="Picture 2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9820" y="3184525"/>
                        <a:ext cx="1943100" cy="3765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78" name="Object 82"/>
          <p:cNvGraphicFramePr>
            <a:graphicFrameLocks noChangeAspect="1"/>
          </p:cNvGraphicFramePr>
          <p:nvPr/>
        </p:nvGraphicFramePr>
        <p:xfrm>
          <a:off x="10016490" y="3100705"/>
          <a:ext cx="1921510" cy="357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876300" imgH="165100" progId="Equation.3">
                  <p:embed/>
                </p:oleObj>
              </mc:Choice>
              <mc:Fallback>
                <p:oleObj name="公式" r:id="rId13" imgW="876300" imgH="165100" progId="Equation.3">
                  <p:embed/>
                  <p:pic>
                    <p:nvPicPr>
                      <p:cNvPr id="0" name="Picture 2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16490" y="3100705"/>
                        <a:ext cx="1921510" cy="3575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圆角矩形 29"/>
          <p:cNvSpPr/>
          <p:nvPr/>
        </p:nvSpPr>
        <p:spPr>
          <a:xfrm>
            <a:off x="5695950" y="4890770"/>
            <a:ext cx="5607685" cy="1461770"/>
          </a:xfrm>
          <a:prstGeom prst="roundRect">
            <a:avLst/>
          </a:prstGeom>
          <a:solidFill>
            <a:schemeClr val="accent1">
              <a:lumMod val="75000"/>
            </a:schemeClr>
          </a:solidFill>
          <a:effectLst>
            <a:softEdge rad="12700"/>
          </a:effectLst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l">
              <a:buFont typeface="Wingdings" panose="05000000000000000000" charset="0"/>
              <a:buChar char="Ø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减小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摩擦力对</a:t>
            </a: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系统的影响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 marL="457200" indent="-457200" algn="l">
              <a:buFont typeface="Wingdings" panose="05000000000000000000" charset="0"/>
              <a:buChar char="Ø"/>
            </a:pPr>
            <a:r>
              <a:rPr lang="zh-CN" altLang="en-US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如何测量速度</a:t>
            </a:r>
            <a:r>
              <a:rPr lang="en-US" altLang="zh-CN" sz="2800" b="1" dirty="0"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390015" y="5325110"/>
            <a:ext cx="272415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Font typeface="Arial" panose="020B0604020202020204" pitchFamily="34" charset="0"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如何设计实验？</a:t>
            </a:r>
          </a:p>
        </p:txBody>
      </p:sp>
      <p:sp>
        <p:nvSpPr>
          <p:cNvPr id="10" name="右箭头 9"/>
          <p:cNvSpPr/>
          <p:nvPr/>
        </p:nvSpPr>
        <p:spPr>
          <a:xfrm>
            <a:off x="4435475" y="5442585"/>
            <a:ext cx="702945" cy="287655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78790" y="1122045"/>
            <a:ext cx="2578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charset="0"/>
              <a:buChar char="ü"/>
            </a:pPr>
            <a:r>
              <a: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实验设计</a:t>
            </a:r>
            <a:endParaRPr lang="zh-CN" altLang="en-US" sz="32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9" grpId="0"/>
      <p:bldP spid="9" grpId="1"/>
      <p:bldP spid="10" grpId="0" animBg="1"/>
      <p:bldP spid="1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540412" y="6398323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14</a:t>
            </a:fld>
            <a:endParaRPr lang="zh-CN" altLang="en-US" sz="1600" b="1" dirty="0"/>
          </a:p>
        </p:txBody>
      </p:sp>
      <p:sp>
        <p:nvSpPr>
          <p:cNvPr id="21" name="矩形 20"/>
          <p:cNvSpPr/>
          <p:nvPr/>
        </p:nvSpPr>
        <p:spPr>
          <a:xfrm>
            <a:off x="1044569" y="3082038"/>
            <a:ext cx="9381224" cy="1930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假设</a:t>
            </a: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/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前提条件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利用一维水平气垫导轨：减少摩擦力和重力影响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碰撞前和碰撞后的速度基本都保持均匀不变</a:t>
            </a:r>
            <a:endParaRPr lang="en-US" altLang="zh-CN" sz="2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grpSp>
        <p:nvGrpSpPr>
          <p:cNvPr id="617" name="组合 616"/>
          <p:cNvGrpSpPr/>
          <p:nvPr/>
        </p:nvGrpSpPr>
        <p:grpSpPr>
          <a:xfrm>
            <a:off x="5331917" y="1604416"/>
            <a:ext cx="5936163" cy="1343236"/>
            <a:chOff x="6103442" y="1612671"/>
            <a:chExt cx="5936163" cy="1343236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6103442" y="1612671"/>
              <a:ext cx="5936163" cy="1343236"/>
              <a:chOff x="3539" y="8346"/>
              <a:chExt cx="6061" cy="967"/>
            </a:xfrm>
          </p:grpSpPr>
          <p:sp>
            <p:nvSpPr>
              <p:cNvPr id="4" name="Rectangle 12"/>
              <p:cNvSpPr>
                <a:spLocks noChangeArrowheads="1"/>
              </p:cNvSpPr>
              <p:nvPr/>
            </p:nvSpPr>
            <p:spPr bwMode="auto">
              <a:xfrm>
                <a:off x="3877" y="9018"/>
                <a:ext cx="5591" cy="1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6" name="Rectangle 13"/>
              <p:cNvSpPr>
                <a:spLocks noChangeArrowheads="1"/>
              </p:cNvSpPr>
              <p:nvPr/>
            </p:nvSpPr>
            <p:spPr bwMode="auto">
              <a:xfrm>
                <a:off x="3877" y="8949"/>
                <a:ext cx="5591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7" name="Rectangle 14"/>
              <p:cNvSpPr>
                <a:spLocks noChangeArrowheads="1"/>
              </p:cNvSpPr>
              <p:nvPr/>
            </p:nvSpPr>
            <p:spPr bwMode="auto">
              <a:xfrm>
                <a:off x="3877" y="8648"/>
                <a:ext cx="5591" cy="30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r>
                  <a:rPr lang="zh-CN" altLang="en-US" dirty="0"/>
                  <a:t>   </a:t>
                </a:r>
              </a:p>
            </p:txBody>
          </p:sp>
          <p:sp>
            <p:nvSpPr>
              <p:cNvPr id="8" name="Rectangle 15"/>
              <p:cNvSpPr>
                <a:spLocks noChangeArrowheads="1"/>
              </p:cNvSpPr>
              <p:nvPr/>
            </p:nvSpPr>
            <p:spPr bwMode="auto">
              <a:xfrm>
                <a:off x="3746" y="8648"/>
                <a:ext cx="131" cy="5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9" name="Rectangle 16"/>
              <p:cNvSpPr>
                <a:spLocks noChangeArrowheads="1"/>
              </p:cNvSpPr>
              <p:nvPr/>
            </p:nvSpPr>
            <p:spPr bwMode="auto">
              <a:xfrm>
                <a:off x="9469" y="8648"/>
                <a:ext cx="131" cy="53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0" name="Rectangle 17"/>
              <p:cNvSpPr>
                <a:spLocks noChangeArrowheads="1"/>
              </p:cNvSpPr>
              <p:nvPr/>
            </p:nvSpPr>
            <p:spPr bwMode="auto">
              <a:xfrm>
                <a:off x="3746" y="8403"/>
                <a:ext cx="210" cy="24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1" name="Rectangle 18"/>
              <p:cNvSpPr>
                <a:spLocks noChangeArrowheads="1"/>
              </p:cNvSpPr>
              <p:nvPr/>
            </p:nvSpPr>
            <p:spPr bwMode="auto">
              <a:xfrm>
                <a:off x="3865" y="8513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2" name="Rectangle 19"/>
              <p:cNvSpPr>
                <a:spLocks noChangeArrowheads="1"/>
              </p:cNvSpPr>
              <p:nvPr/>
            </p:nvSpPr>
            <p:spPr bwMode="auto">
              <a:xfrm>
                <a:off x="9390" y="8403"/>
                <a:ext cx="210" cy="25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3" name="Rectangle 20"/>
              <p:cNvSpPr>
                <a:spLocks noChangeArrowheads="1"/>
              </p:cNvSpPr>
              <p:nvPr/>
            </p:nvSpPr>
            <p:spPr bwMode="auto">
              <a:xfrm>
                <a:off x="9277" y="8514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4" name="Rectangle 21"/>
              <p:cNvSpPr>
                <a:spLocks noChangeArrowheads="1"/>
              </p:cNvSpPr>
              <p:nvPr/>
            </p:nvSpPr>
            <p:spPr bwMode="auto">
              <a:xfrm>
                <a:off x="3539" y="8541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17" name="Rectangle 33"/>
              <p:cNvSpPr>
                <a:spLocks noChangeArrowheads="1"/>
              </p:cNvSpPr>
              <p:nvPr/>
            </p:nvSpPr>
            <p:spPr bwMode="auto">
              <a:xfrm>
                <a:off x="4201" y="9242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cxnSp>
            <p:nvCxnSpPr>
              <p:cNvPr id="18" name="AutoShape 34"/>
              <p:cNvCxnSpPr>
                <a:cxnSpLocks noChangeShapeType="1"/>
              </p:cNvCxnSpPr>
              <p:nvPr/>
            </p:nvCxnSpPr>
            <p:spPr bwMode="auto">
              <a:xfrm>
                <a:off x="4306" y="9165"/>
                <a:ext cx="1" cy="77"/>
              </a:xfrm>
              <a:prstGeom prst="straightConnector1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</p:spPr>
          </p:cxnSp>
          <p:sp>
            <p:nvSpPr>
              <p:cNvPr id="282" name="Rectangle 35"/>
              <p:cNvSpPr>
                <a:spLocks noChangeArrowheads="1"/>
              </p:cNvSpPr>
              <p:nvPr/>
            </p:nvSpPr>
            <p:spPr bwMode="auto">
              <a:xfrm>
                <a:off x="8905" y="9242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cxnSp>
            <p:nvCxnSpPr>
              <p:cNvPr id="283" name="AutoShape 36"/>
              <p:cNvCxnSpPr>
                <a:cxnSpLocks noChangeShapeType="1"/>
              </p:cNvCxnSpPr>
              <p:nvPr/>
            </p:nvCxnSpPr>
            <p:spPr bwMode="auto">
              <a:xfrm>
                <a:off x="9010" y="9165"/>
                <a:ext cx="1" cy="77"/>
              </a:xfrm>
              <a:prstGeom prst="straightConnector1">
                <a:avLst/>
              </a:prstGeom>
              <a:noFill/>
              <a:ln w="57150">
                <a:solidFill>
                  <a:srgbClr val="000000"/>
                </a:solidFill>
                <a:round/>
              </a:ln>
            </p:spPr>
          </p:cxnSp>
          <p:sp>
            <p:nvSpPr>
              <p:cNvPr id="284" name="Oval 37"/>
              <p:cNvSpPr>
                <a:spLocks noChangeArrowheads="1"/>
              </p:cNvSpPr>
              <p:nvPr/>
            </p:nvSpPr>
            <p:spPr bwMode="auto">
              <a:xfrm>
                <a:off x="396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5" name="Oval 38"/>
              <p:cNvSpPr>
                <a:spLocks noChangeArrowheads="1"/>
              </p:cNvSpPr>
              <p:nvPr/>
            </p:nvSpPr>
            <p:spPr bwMode="auto">
              <a:xfrm>
                <a:off x="396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6" name="Oval 39"/>
              <p:cNvSpPr>
                <a:spLocks noChangeArrowheads="1"/>
              </p:cNvSpPr>
              <p:nvPr/>
            </p:nvSpPr>
            <p:spPr bwMode="auto">
              <a:xfrm>
                <a:off x="39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7" name="Oval 40"/>
              <p:cNvSpPr>
                <a:spLocks noChangeArrowheads="1"/>
              </p:cNvSpPr>
              <p:nvPr/>
            </p:nvSpPr>
            <p:spPr bwMode="auto">
              <a:xfrm>
                <a:off x="407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8" name="Oval 41"/>
              <p:cNvSpPr>
                <a:spLocks noChangeArrowheads="1"/>
              </p:cNvSpPr>
              <p:nvPr/>
            </p:nvSpPr>
            <p:spPr bwMode="auto">
              <a:xfrm>
                <a:off x="407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89" name="Oval 42"/>
              <p:cNvSpPr>
                <a:spLocks noChangeArrowheads="1"/>
              </p:cNvSpPr>
              <p:nvPr/>
            </p:nvSpPr>
            <p:spPr bwMode="auto">
              <a:xfrm>
                <a:off x="407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0" name="Oval 43"/>
              <p:cNvSpPr>
                <a:spLocks noChangeArrowheads="1"/>
              </p:cNvSpPr>
              <p:nvPr/>
            </p:nvSpPr>
            <p:spPr bwMode="auto">
              <a:xfrm>
                <a:off x="41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1" name="Oval 44"/>
              <p:cNvSpPr>
                <a:spLocks noChangeArrowheads="1"/>
              </p:cNvSpPr>
              <p:nvPr/>
            </p:nvSpPr>
            <p:spPr bwMode="auto">
              <a:xfrm>
                <a:off x="41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2" name="Oval 45"/>
              <p:cNvSpPr>
                <a:spLocks noChangeArrowheads="1"/>
              </p:cNvSpPr>
              <p:nvPr/>
            </p:nvSpPr>
            <p:spPr bwMode="auto">
              <a:xfrm>
                <a:off x="41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3" name="Oval 46"/>
              <p:cNvSpPr>
                <a:spLocks noChangeArrowheads="1"/>
              </p:cNvSpPr>
              <p:nvPr/>
            </p:nvSpPr>
            <p:spPr bwMode="auto">
              <a:xfrm>
                <a:off x="429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4" name="Oval 47"/>
              <p:cNvSpPr>
                <a:spLocks noChangeArrowheads="1"/>
              </p:cNvSpPr>
              <p:nvPr/>
            </p:nvSpPr>
            <p:spPr bwMode="auto">
              <a:xfrm>
                <a:off x="429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5" name="Oval 48"/>
              <p:cNvSpPr>
                <a:spLocks noChangeArrowheads="1"/>
              </p:cNvSpPr>
              <p:nvPr/>
            </p:nvSpPr>
            <p:spPr bwMode="auto">
              <a:xfrm>
                <a:off x="429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6" name="Oval 49"/>
              <p:cNvSpPr>
                <a:spLocks noChangeArrowheads="1"/>
              </p:cNvSpPr>
              <p:nvPr/>
            </p:nvSpPr>
            <p:spPr bwMode="auto">
              <a:xfrm>
                <a:off x="439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7" name="Oval 50"/>
              <p:cNvSpPr>
                <a:spLocks noChangeArrowheads="1"/>
              </p:cNvSpPr>
              <p:nvPr/>
            </p:nvSpPr>
            <p:spPr bwMode="auto">
              <a:xfrm>
                <a:off x="439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8" name="Oval 51"/>
              <p:cNvSpPr>
                <a:spLocks noChangeArrowheads="1"/>
              </p:cNvSpPr>
              <p:nvPr/>
            </p:nvSpPr>
            <p:spPr bwMode="auto">
              <a:xfrm>
                <a:off x="439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299" name="Oval 52"/>
              <p:cNvSpPr>
                <a:spLocks noChangeArrowheads="1"/>
              </p:cNvSpPr>
              <p:nvPr/>
            </p:nvSpPr>
            <p:spPr bwMode="auto">
              <a:xfrm>
                <a:off x="45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0" name="Oval 53"/>
              <p:cNvSpPr>
                <a:spLocks noChangeArrowheads="1"/>
              </p:cNvSpPr>
              <p:nvPr/>
            </p:nvSpPr>
            <p:spPr bwMode="auto">
              <a:xfrm>
                <a:off x="45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1" name="Oval 54"/>
              <p:cNvSpPr>
                <a:spLocks noChangeArrowheads="1"/>
              </p:cNvSpPr>
              <p:nvPr/>
            </p:nvSpPr>
            <p:spPr bwMode="auto">
              <a:xfrm>
                <a:off x="45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2" name="Oval 55"/>
              <p:cNvSpPr>
                <a:spLocks noChangeArrowheads="1"/>
              </p:cNvSpPr>
              <p:nvPr/>
            </p:nvSpPr>
            <p:spPr bwMode="auto">
              <a:xfrm>
                <a:off x="460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3" name="Oval 56"/>
              <p:cNvSpPr>
                <a:spLocks noChangeArrowheads="1"/>
              </p:cNvSpPr>
              <p:nvPr/>
            </p:nvSpPr>
            <p:spPr bwMode="auto">
              <a:xfrm>
                <a:off x="460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4" name="Oval 57"/>
              <p:cNvSpPr>
                <a:spLocks noChangeArrowheads="1"/>
              </p:cNvSpPr>
              <p:nvPr/>
            </p:nvSpPr>
            <p:spPr bwMode="auto">
              <a:xfrm>
                <a:off x="460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5" name="Oval 58"/>
              <p:cNvSpPr>
                <a:spLocks noChangeArrowheads="1"/>
              </p:cNvSpPr>
              <p:nvPr/>
            </p:nvSpPr>
            <p:spPr bwMode="auto">
              <a:xfrm>
                <a:off x="47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6" name="Oval 59"/>
              <p:cNvSpPr>
                <a:spLocks noChangeArrowheads="1"/>
              </p:cNvSpPr>
              <p:nvPr/>
            </p:nvSpPr>
            <p:spPr bwMode="auto">
              <a:xfrm>
                <a:off x="47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7" name="Oval 60"/>
              <p:cNvSpPr>
                <a:spLocks noChangeArrowheads="1"/>
              </p:cNvSpPr>
              <p:nvPr/>
            </p:nvSpPr>
            <p:spPr bwMode="auto">
              <a:xfrm>
                <a:off x="47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8" name="Oval 61"/>
              <p:cNvSpPr>
                <a:spLocks noChangeArrowheads="1"/>
              </p:cNvSpPr>
              <p:nvPr/>
            </p:nvSpPr>
            <p:spPr bwMode="auto">
              <a:xfrm>
                <a:off x="482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09" name="Oval 62"/>
              <p:cNvSpPr>
                <a:spLocks noChangeArrowheads="1"/>
              </p:cNvSpPr>
              <p:nvPr/>
            </p:nvSpPr>
            <p:spPr bwMode="auto">
              <a:xfrm>
                <a:off x="482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0" name="Oval 63"/>
              <p:cNvSpPr>
                <a:spLocks noChangeArrowheads="1"/>
              </p:cNvSpPr>
              <p:nvPr/>
            </p:nvSpPr>
            <p:spPr bwMode="auto">
              <a:xfrm>
                <a:off x="48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1" name="Oval 64"/>
              <p:cNvSpPr>
                <a:spLocks noChangeArrowheads="1"/>
              </p:cNvSpPr>
              <p:nvPr/>
            </p:nvSpPr>
            <p:spPr bwMode="auto">
              <a:xfrm>
                <a:off x="493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2" name="Oval 65"/>
              <p:cNvSpPr>
                <a:spLocks noChangeArrowheads="1"/>
              </p:cNvSpPr>
              <p:nvPr/>
            </p:nvSpPr>
            <p:spPr bwMode="auto">
              <a:xfrm>
                <a:off x="493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3" name="Oval 66"/>
              <p:cNvSpPr>
                <a:spLocks noChangeArrowheads="1"/>
              </p:cNvSpPr>
              <p:nvPr/>
            </p:nvSpPr>
            <p:spPr bwMode="auto">
              <a:xfrm>
                <a:off x="493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4" name="Oval 67"/>
              <p:cNvSpPr>
                <a:spLocks noChangeArrowheads="1"/>
              </p:cNvSpPr>
              <p:nvPr/>
            </p:nvSpPr>
            <p:spPr bwMode="auto">
              <a:xfrm>
                <a:off x="503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5" name="Oval 68"/>
              <p:cNvSpPr>
                <a:spLocks noChangeArrowheads="1"/>
              </p:cNvSpPr>
              <p:nvPr/>
            </p:nvSpPr>
            <p:spPr bwMode="auto">
              <a:xfrm>
                <a:off x="503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6" name="Oval 69"/>
              <p:cNvSpPr>
                <a:spLocks noChangeArrowheads="1"/>
              </p:cNvSpPr>
              <p:nvPr/>
            </p:nvSpPr>
            <p:spPr bwMode="auto">
              <a:xfrm>
                <a:off x="503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7" name="Oval 70"/>
              <p:cNvSpPr>
                <a:spLocks noChangeArrowheads="1"/>
              </p:cNvSpPr>
              <p:nvPr/>
            </p:nvSpPr>
            <p:spPr bwMode="auto">
              <a:xfrm>
                <a:off x="514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8" name="Oval 71"/>
              <p:cNvSpPr>
                <a:spLocks noChangeArrowheads="1"/>
              </p:cNvSpPr>
              <p:nvPr/>
            </p:nvSpPr>
            <p:spPr bwMode="auto">
              <a:xfrm>
                <a:off x="514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19" name="Oval 72"/>
              <p:cNvSpPr>
                <a:spLocks noChangeArrowheads="1"/>
              </p:cNvSpPr>
              <p:nvPr/>
            </p:nvSpPr>
            <p:spPr bwMode="auto">
              <a:xfrm>
                <a:off x="514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4" name="Oval 73"/>
              <p:cNvSpPr>
                <a:spLocks noChangeArrowheads="1"/>
              </p:cNvSpPr>
              <p:nvPr/>
            </p:nvSpPr>
            <p:spPr bwMode="auto">
              <a:xfrm>
                <a:off x="525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5" name="Oval 74"/>
              <p:cNvSpPr>
                <a:spLocks noChangeArrowheads="1"/>
              </p:cNvSpPr>
              <p:nvPr/>
            </p:nvSpPr>
            <p:spPr bwMode="auto">
              <a:xfrm>
                <a:off x="525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6" name="Oval 75"/>
              <p:cNvSpPr>
                <a:spLocks noChangeArrowheads="1"/>
              </p:cNvSpPr>
              <p:nvPr/>
            </p:nvSpPr>
            <p:spPr bwMode="auto">
              <a:xfrm>
                <a:off x="52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7" name="Oval 76"/>
              <p:cNvSpPr>
                <a:spLocks noChangeArrowheads="1"/>
              </p:cNvSpPr>
              <p:nvPr/>
            </p:nvSpPr>
            <p:spPr bwMode="auto">
              <a:xfrm>
                <a:off x="536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8" name="Oval 77"/>
              <p:cNvSpPr>
                <a:spLocks noChangeArrowheads="1"/>
              </p:cNvSpPr>
              <p:nvPr/>
            </p:nvSpPr>
            <p:spPr bwMode="auto">
              <a:xfrm>
                <a:off x="536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89" name="Oval 78"/>
              <p:cNvSpPr>
                <a:spLocks noChangeArrowheads="1"/>
              </p:cNvSpPr>
              <p:nvPr/>
            </p:nvSpPr>
            <p:spPr bwMode="auto">
              <a:xfrm>
                <a:off x="53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0" name="Oval 79"/>
              <p:cNvSpPr>
                <a:spLocks noChangeArrowheads="1"/>
              </p:cNvSpPr>
              <p:nvPr/>
            </p:nvSpPr>
            <p:spPr bwMode="auto">
              <a:xfrm>
                <a:off x="54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1" name="Oval 80"/>
              <p:cNvSpPr>
                <a:spLocks noChangeArrowheads="1"/>
              </p:cNvSpPr>
              <p:nvPr/>
            </p:nvSpPr>
            <p:spPr bwMode="auto">
              <a:xfrm>
                <a:off x="54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2" name="Oval 81"/>
              <p:cNvSpPr>
                <a:spLocks noChangeArrowheads="1"/>
              </p:cNvSpPr>
              <p:nvPr/>
            </p:nvSpPr>
            <p:spPr bwMode="auto">
              <a:xfrm>
                <a:off x="54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3" name="Oval 82"/>
              <p:cNvSpPr>
                <a:spLocks noChangeArrowheads="1"/>
              </p:cNvSpPr>
              <p:nvPr/>
            </p:nvSpPr>
            <p:spPr bwMode="auto">
              <a:xfrm>
                <a:off x="58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8" name="Oval 83"/>
              <p:cNvSpPr>
                <a:spLocks noChangeArrowheads="1"/>
              </p:cNvSpPr>
              <p:nvPr/>
            </p:nvSpPr>
            <p:spPr bwMode="auto">
              <a:xfrm>
                <a:off x="58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00" name="Oval 84"/>
              <p:cNvSpPr>
                <a:spLocks noChangeArrowheads="1"/>
              </p:cNvSpPr>
              <p:nvPr/>
            </p:nvSpPr>
            <p:spPr bwMode="auto">
              <a:xfrm>
                <a:off x="58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0" name="Oval 85"/>
              <p:cNvSpPr>
                <a:spLocks noChangeArrowheads="1"/>
              </p:cNvSpPr>
              <p:nvPr/>
            </p:nvSpPr>
            <p:spPr bwMode="auto">
              <a:xfrm>
                <a:off x="590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1" name="Oval 86"/>
              <p:cNvSpPr>
                <a:spLocks noChangeArrowheads="1"/>
              </p:cNvSpPr>
              <p:nvPr/>
            </p:nvSpPr>
            <p:spPr bwMode="auto">
              <a:xfrm>
                <a:off x="590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2" name="Oval 87"/>
              <p:cNvSpPr>
                <a:spLocks noChangeArrowheads="1"/>
              </p:cNvSpPr>
              <p:nvPr/>
            </p:nvSpPr>
            <p:spPr bwMode="auto">
              <a:xfrm>
                <a:off x="590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3" name="Oval 88"/>
              <p:cNvSpPr>
                <a:spLocks noChangeArrowheads="1"/>
              </p:cNvSpPr>
              <p:nvPr/>
            </p:nvSpPr>
            <p:spPr bwMode="auto">
              <a:xfrm>
                <a:off x="60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4" name="Oval 89"/>
              <p:cNvSpPr>
                <a:spLocks noChangeArrowheads="1"/>
              </p:cNvSpPr>
              <p:nvPr/>
            </p:nvSpPr>
            <p:spPr bwMode="auto">
              <a:xfrm>
                <a:off x="60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5" name="Oval 90"/>
              <p:cNvSpPr>
                <a:spLocks noChangeArrowheads="1"/>
              </p:cNvSpPr>
              <p:nvPr/>
            </p:nvSpPr>
            <p:spPr bwMode="auto">
              <a:xfrm>
                <a:off x="60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6" name="Oval 91"/>
              <p:cNvSpPr>
                <a:spLocks noChangeArrowheads="1"/>
              </p:cNvSpPr>
              <p:nvPr/>
            </p:nvSpPr>
            <p:spPr bwMode="auto">
              <a:xfrm>
                <a:off x="61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7" name="Oval 92"/>
              <p:cNvSpPr>
                <a:spLocks noChangeArrowheads="1"/>
              </p:cNvSpPr>
              <p:nvPr/>
            </p:nvSpPr>
            <p:spPr bwMode="auto">
              <a:xfrm>
                <a:off x="61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8" name="Oval 93"/>
              <p:cNvSpPr>
                <a:spLocks noChangeArrowheads="1"/>
              </p:cNvSpPr>
              <p:nvPr/>
            </p:nvSpPr>
            <p:spPr bwMode="auto">
              <a:xfrm>
                <a:off x="61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19" name="Oval 94"/>
              <p:cNvSpPr>
                <a:spLocks noChangeArrowheads="1"/>
              </p:cNvSpPr>
              <p:nvPr/>
            </p:nvSpPr>
            <p:spPr bwMode="auto">
              <a:xfrm>
                <a:off x="62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0" name="Oval 95"/>
              <p:cNvSpPr>
                <a:spLocks noChangeArrowheads="1"/>
              </p:cNvSpPr>
              <p:nvPr/>
            </p:nvSpPr>
            <p:spPr bwMode="auto">
              <a:xfrm>
                <a:off x="633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1" name="Oval 96"/>
              <p:cNvSpPr>
                <a:spLocks noChangeArrowheads="1"/>
              </p:cNvSpPr>
              <p:nvPr/>
            </p:nvSpPr>
            <p:spPr bwMode="auto">
              <a:xfrm>
                <a:off x="644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2" name="Oval 97"/>
              <p:cNvSpPr>
                <a:spLocks noChangeArrowheads="1"/>
              </p:cNvSpPr>
              <p:nvPr/>
            </p:nvSpPr>
            <p:spPr bwMode="auto">
              <a:xfrm>
                <a:off x="654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3" name="Oval 98"/>
              <p:cNvSpPr>
                <a:spLocks noChangeArrowheads="1"/>
              </p:cNvSpPr>
              <p:nvPr/>
            </p:nvSpPr>
            <p:spPr bwMode="auto">
              <a:xfrm>
                <a:off x="66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4" name="Oval 99"/>
              <p:cNvSpPr>
                <a:spLocks noChangeArrowheads="1"/>
              </p:cNvSpPr>
              <p:nvPr/>
            </p:nvSpPr>
            <p:spPr bwMode="auto">
              <a:xfrm>
                <a:off x="67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5" name="Oval 100"/>
              <p:cNvSpPr>
                <a:spLocks noChangeArrowheads="1"/>
              </p:cNvSpPr>
              <p:nvPr/>
            </p:nvSpPr>
            <p:spPr bwMode="auto">
              <a:xfrm>
                <a:off x="68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6" name="Oval 101"/>
              <p:cNvSpPr>
                <a:spLocks noChangeArrowheads="1"/>
              </p:cNvSpPr>
              <p:nvPr/>
            </p:nvSpPr>
            <p:spPr bwMode="auto">
              <a:xfrm>
                <a:off x="697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7" name="Oval 102"/>
              <p:cNvSpPr>
                <a:spLocks noChangeArrowheads="1"/>
              </p:cNvSpPr>
              <p:nvPr/>
            </p:nvSpPr>
            <p:spPr bwMode="auto">
              <a:xfrm>
                <a:off x="70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8" name="Oval 103"/>
              <p:cNvSpPr>
                <a:spLocks noChangeArrowheads="1"/>
              </p:cNvSpPr>
              <p:nvPr/>
            </p:nvSpPr>
            <p:spPr bwMode="auto">
              <a:xfrm>
                <a:off x="70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29" name="Oval 104"/>
              <p:cNvSpPr>
                <a:spLocks noChangeArrowheads="1"/>
              </p:cNvSpPr>
              <p:nvPr/>
            </p:nvSpPr>
            <p:spPr bwMode="auto">
              <a:xfrm>
                <a:off x="70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0" name="Oval 105"/>
              <p:cNvSpPr>
                <a:spLocks noChangeArrowheads="1"/>
              </p:cNvSpPr>
              <p:nvPr/>
            </p:nvSpPr>
            <p:spPr bwMode="auto">
              <a:xfrm>
                <a:off x="719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1" name="Oval 106"/>
              <p:cNvSpPr>
                <a:spLocks noChangeArrowheads="1"/>
              </p:cNvSpPr>
              <p:nvPr/>
            </p:nvSpPr>
            <p:spPr bwMode="auto">
              <a:xfrm>
                <a:off x="719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2" name="Oval 107"/>
              <p:cNvSpPr>
                <a:spLocks noChangeArrowheads="1"/>
              </p:cNvSpPr>
              <p:nvPr/>
            </p:nvSpPr>
            <p:spPr bwMode="auto">
              <a:xfrm>
                <a:off x="719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3" name="Oval 108"/>
              <p:cNvSpPr>
                <a:spLocks noChangeArrowheads="1"/>
              </p:cNvSpPr>
              <p:nvPr/>
            </p:nvSpPr>
            <p:spPr bwMode="auto">
              <a:xfrm>
                <a:off x="73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4" name="Oval 109"/>
              <p:cNvSpPr>
                <a:spLocks noChangeArrowheads="1"/>
              </p:cNvSpPr>
              <p:nvPr/>
            </p:nvSpPr>
            <p:spPr bwMode="auto">
              <a:xfrm>
                <a:off x="73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5" name="Oval 110"/>
              <p:cNvSpPr>
                <a:spLocks noChangeArrowheads="1"/>
              </p:cNvSpPr>
              <p:nvPr/>
            </p:nvSpPr>
            <p:spPr bwMode="auto">
              <a:xfrm>
                <a:off x="73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6" name="Oval 111"/>
              <p:cNvSpPr>
                <a:spLocks noChangeArrowheads="1"/>
              </p:cNvSpPr>
              <p:nvPr/>
            </p:nvSpPr>
            <p:spPr bwMode="auto">
              <a:xfrm>
                <a:off x="74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7" name="Oval 112"/>
              <p:cNvSpPr>
                <a:spLocks noChangeArrowheads="1"/>
              </p:cNvSpPr>
              <p:nvPr/>
            </p:nvSpPr>
            <p:spPr bwMode="auto">
              <a:xfrm>
                <a:off x="74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8" name="Oval 113"/>
              <p:cNvSpPr>
                <a:spLocks noChangeArrowheads="1"/>
              </p:cNvSpPr>
              <p:nvPr/>
            </p:nvSpPr>
            <p:spPr bwMode="auto">
              <a:xfrm>
                <a:off x="74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39" name="Oval 114"/>
              <p:cNvSpPr>
                <a:spLocks noChangeArrowheads="1"/>
              </p:cNvSpPr>
              <p:nvPr/>
            </p:nvSpPr>
            <p:spPr bwMode="auto">
              <a:xfrm>
                <a:off x="751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0" name="Oval 115"/>
              <p:cNvSpPr>
                <a:spLocks noChangeArrowheads="1"/>
              </p:cNvSpPr>
              <p:nvPr/>
            </p:nvSpPr>
            <p:spPr bwMode="auto">
              <a:xfrm>
                <a:off x="751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1" name="Oval 116"/>
              <p:cNvSpPr>
                <a:spLocks noChangeArrowheads="1"/>
              </p:cNvSpPr>
              <p:nvPr/>
            </p:nvSpPr>
            <p:spPr bwMode="auto">
              <a:xfrm>
                <a:off x="751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2" name="Oval 117"/>
              <p:cNvSpPr>
                <a:spLocks noChangeArrowheads="1"/>
              </p:cNvSpPr>
              <p:nvPr/>
            </p:nvSpPr>
            <p:spPr bwMode="auto">
              <a:xfrm>
                <a:off x="773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3" name="Oval 118"/>
              <p:cNvSpPr>
                <a:spLocks noChangeArrowheads="1"/>
              </p:cNvSpPr>
              <p:nvPr/>
            </p:nvSpPr>
            <p:spPr bwMode="auto">
              <a:xfrm>
                <a:off x="773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4" name="Oval 119"/>
              <p:cNvSpPr>
                <a:spLocks noChangeArrowheads="1"/>
              </p:cNvSpPr>
              <p:nvPr/>
            </p:nvSpPr>
            <p:spPr bwMode="auto">
              <a:xfrm>
                <a:off x="773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5" name="Oval 120"/>
              <p:cNvSpPr>
                <a:spLocks noChangeArrowheads="1"/>
              </p:cNvSpPr>
              <p:nvPr/>
            </p:nvSpPr>
            <p:spPr bwMode="auto">
              <a:xfrm>
                <a:off x="784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6" name="Oval 121"/>
              <p:cNvSpPr>
                <a:spLocks noChangeArrowheads="1"/>
              </p:cNvSpPr>
              <p:nvPr/>
            </p:nvSpPr>
            <p:spPr bwMode="auto">
              <a:xfrm>
                <a:off x="784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7" name="Oval 122"/>
              <p:cNvSpPr>
                <a:spLocks noChangeArrowheads="1"/>
              </p:cNvSpPr>
              <p:nvPr/>
            </p:nvSpPr>
            <p:spPr bwMode="auto">
              <a:xfrm>
                <a:off x="784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8" name="Oval 123"/>
              <p:cNvSpPr>
                <a:spLocks noChangeArrowheads="1"/>
              </p:cNvSpPr>
              <p:nvPr/>
            </p:nvSpPr>
            <p:spPr bwMode="auto">
              <a:xfrm>
                <a:off x="795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49" name="Oval 124"/>
              <p:cNvSpPr>
                <a:spLocks noChangeArrowheads="1"/>
              </p:cNvSpPr>
              <p:nvPr/>
            </p:nvSpPr>
            <p:spPr bwMode="auto">
              <a:xfrm>
                <a:off x="795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0" name="Oval 125"/>
              <p:cNvSpPr>
                <a:spLocks noChangeArrowheads="1"/>
              </p:cNvSpPr>
              <p:nvPr/>
            </p:nvSpPr>
            <p:spPr bwMode="auto">
              <a:xfrm>
                <a:off x="79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1" name="Oval 126"/>
              <p:cNvSpPr>
                <a:spLocks noChangeArrowheads="1"/>
              </p:cNvSpPr>
              <p:nvPr/>
            </p:nvSpPr>
            <p:spPr bwMode="auto">
              <a:xfrm>
                <a:off x="805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2" name="Oval 127"/>
              <p:cNvSpPr>
                <a:spLocks noChangeArrowheads="1"/>
              </p:cNvSpPr>
              <p:nvPr/>
            </p:nvSpPr>
            <p:spPr bwMode="auto">
              <a:xfrm>
                <a:off x="805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3" name="Oval 128"/>
              <p:cNvSpPr>
                <a:spLocks noChangeArrowheads="1"/>
              </p:cNvSpPr>
              <p:nvPr/>
            </p:nvSpPr>
            <p:spPr bwMode="auto">
              <a:xfrm>
                <a:off x="805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4" name="Oval 129"/>
              <p:cNvSpPr>
                <a:spLocks noChangeArrowheads="1"/>
              </p:cNvSpPr>
              <p:nvPr/>
            </p:nvSpPr>
            <p:spPr bwMode="auto">
              <a:xfrm>
                <a:off x="816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5" name="Oval 130"/>
              <p:cNvSpPr>
                <a:spLocks noChangeArrowheads="1"/>
              </p:cNvSpPr>
              <p:nvPr/>
            </p:nvSpPr>
            <p:spPr bwMode="auto">
              <a:xfrm>
                <a:off x="816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6" name="Oval 131"/>
              <p:cNvSpPr>
                <a:spLocks noChangeArrowheads="1"/>
              </p:cNvSpPr>
              <p:nvPr/>
            </p:nvSpPr>
            <p:spPr bwMode="auto">
              <a:xfrm>
                <a:off x="816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7" name="Oval 132"/>
              <p:cNvSpPr>
                <a:spLocks noChangeArrowheads="1"/>
              </p:cNvSpPr>
              <p:nvPr/>
            </p:nvSpPr>
            <p:spPr bwMode="auto">
              <a:xfrm>
                <a:off x="827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8" name="Oval 133"/>
              <p:cNvSpPr>
                <a:spLocks noChangeArrowheads="1"/>
              </p:cNvSpPr>
              <p:nvPr/>
            </p:nvSpPr>
            <p:spPr bwMode="auto">
              <a:xfrm>
                <a:off x="827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59" name="Oval 134"/>
              <p:cNvSpPr>
                <a:spLocks noChangeArrowheads="1"/>
              </p:cNvSpPr>
              <p:nvPr/>
            </p:nvSpPr>
            <p:spPr bwMode="auto">
              <a:xfrm>
                <a:off x="827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0" name="Oval 135"/>
              <p:cNvSpPr>
                <a:spLocks noChangeArrowheads="1"/>
              </p:cNvSpPr>
              <p:nvPr/>
            </p:nvSpPr>
            <p:spPr bwMode="auto">
              <a:xfrm>
                <a:off x="838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1" name="Oval 136"/>
              <p:cNvSpPr>
                <a:spLocks noChangeArrowheads="1"/>
              </p:cNvSpPr>
              <p:nvPr/>
            </p:nvSpPr>
            <p:spPr bwMode="auto">
              <a:xfrm>
                <a:off x="838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2" name="Oval 137"/>
              <p:cNvSpPr>
                <a:spLocks noChangeArrowheads="1"/>
              </p:cNvSpPr>
              <p:nvPr/>
            </p:nvSpPr>
            <p:spPr bwMode="auto">
              <a:xfrm>
                <a:off x="838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3" name="Oval 138"/>
              <p:cNvSpPr>
                <a:spLocks noChangeArrowheads="1"/>
              </p:cNvSpPr>
              <p:nvPr/>
            </p:nvSpPr>
            <p:spPr bwMode="auto">
              <a:xfrm>
                <a:off x="850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4" name="Oval 139"/>
              <p:cNvSpPr>
                <a:spLocks noChangeArrowheads="1"/>
              </p:cNvSpPr>
              <p:nvPr/>
            </p:nvSpPr>
            <p:spPr bwMode="auto">
              <a:xfrm>
                <a:off x="850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5" name="Oval 140"/>
              <p:cNvSpPr>
                <a:spLocks noChangeArrowheads="1"/>
              </p:cNvSpPr>
              <p:nvPr/>
            </p:nvSpPr>
            <p:spPr bwMode="auto">
              <a:xfrm>
                <a:off x="850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6" name="Oval 141"/>
              <p:cNvSpPr>
                <a:spLocks noChangeArrowheads="1"/>
              </p:cNvSpPr>
              <p:nvPr/>
            </p:nvSpPr>
            <p:spPr bwMode="auto">
              <a:xfrm>
                <a:off x="861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7" name="Oval 142"/>
              <p:cNvSpPr>
                <a:spLocks noChangeArrowheads="1"/>
              </p:cNvSpPr>
              <p:nvPr/>
            </p:nvSpPr>
            <p:spPr bwMode="auto">
              <a:xfrm>
                <a:off x="861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8" name="Oval 143"/>
              <p:cNvSpPr>
                <a:spLocks noChangeArrowheads="1"/>
              </p:cNvSpPr>
              <p:nvPr/>
            </p:nvSpPr>
            <p:spPr bwMode="auto">
              <a:xfrm>
                <a:off x="861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69" name="Oval 144"/>
              <p:cNvSpPr>
                <a:spLocks noChangeArrowheads="1"/>
              </p:cNvSpPr>
              <p:nvPr/>
            </p:nvSpPr>
            <p:spPr bwMode="auto">
              <a:xfrm>
                <a:off x="871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0" name="Oval 145"/>
              <p:cNvSpPr>
                <a:spLocks noChangeArrowheads="1"/>
              </p:cNvSpPr>
              <p:nvPr/>
            </p:nvSpPr>
            <p:spPr bwMode="auto">
              <a:xfrm>
                <a:off x="871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1" name="Oval 146"/>
              <p:cNvSpPr>
                <a:spLocks noChangeArrowheads="1"/>
              </p:cNvSpPr>
              <p:nvPr/>
            </p:nvSpPr>
            <p:spPr bwMode="auto">
              <a:xfrm>
                <a:off x="871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2" name="Oval 147"/>
              <p:cNvSpPr>
                <a:spLocks noChangeArrowheads="1"/>
              </p:cNvSpPr>
              <p:nvPr/>
            </p:nvSpPr>
            <p:spPr bwMode="auto">
              <a:xfrm>
                <a:off x="882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3" name="Oval 148"/>
              <p:cNvSpPr>
                <a:spLocks noChangeArrowheads="1"/>
              </p:cNvSpPr>
              <p:nvPr/>
            </p:nvSpPr>
            <p:spPr bwMode="auto">
              <a:xfrm>
                <a:off x="882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4" name="Oval 149"/>
              <p:cNvSpPr>
                <a:spLocks noChangeArrowheads="1"/>
              </p:cNvSpPr>
              <p:nvPr/>
            </p:nvSpPr>
            <p:spPr bwMode="auto">
              <a:xfrm>
                <a:off x="88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5" name="Oval 150"/>
              <p:cNvSpPr>
                <a:spLocks noChangeArrowheads="1"/>
              </p:cNvSpPr>
              <p:nvPr/>
            </p:nvSpPr>
            <p:spPr bwMode="auto">
              <a:xfrm>
                <a:off x="892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6" name="Oval 151"/>
              <p:cNvSpPr>
                <a:spLocks noChangeArrowheads="1"/>
              </p:cNvSpPr>
              <p:nvPr/>
            </p:nvSpPr>
            <p:spPr bwMode="auto">
              <a:xfrm>
                <a:off x="892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7" name="Oval 152"/>
              <p:cNvSpPr>
                <a:spLocks noChangeArrowheads="1"/>
              </p:cNvSpPr>
              <p:nvPr/>
            </p:nvSpPr>
            <p:spPr bwMode="auto">
              <a:xfrm>
                <a:off x="892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8" name="Oval 153"/>
              <p:cNvSpPr>
                <a:spLocks noChangeArrowheads="1"/>
              </p:cNvSpPr>
              <p:nvPr/>
            </p:nvSpPr>
            <p:spPr bwMode="auto">
              <a:xfrm>
                <a:off x="9035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79" name="Oval 154"/>
              <p:cNvSpPr>
                <a:spLocks noChangeArrowheads="1"/>
              </p:cNvSpPr>
              <p:nvPr/>
            </p:nvSpPr>
            <p:spPr bwMode="auto">
              <a:xfrm>
                <a:off x="9035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0" name="Oval 155"/>
              <p:cNvSpPr>
                <a:spLocks noChangeArrowheads="1"/>
              </p:cNvSpPr>
              <p:nvPr/>
            </p:nvSpPr>
            <p:spPr bwMode="auto">
              <a:xfrm>
                <a:off x="9035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1" name="Oval 156"/>
              <p:cNvSpPr>
                <a:spLocks noChangeArrowheads="1"/>
              </p:cNvSpPr>
              <p:nvPr/>
            </p:nvSpPr>
            <p:spPr bwMode="auto">
              <a:xfrm>
                <a:off x="914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2" name="Oval 157"/>
              <p:cNvSpPr>
                <a:spLocks noChangeArrowheads="1"/>
              </p:cNvSpPr>
              <p:nvPr/>
            </p:nvSpPr>
            <p:spPr bwMode="auto">
              <a:xfrm>
                <a:off x="914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3" name="Oval 158"/>
              <p:cNvSpPr>
                <a:spLocks noChangeArrowheads="1"/>
              </p:cNvSpPr>
              <p:nvPr/>
            </p:nvSpPr>
            <p:spPr bwMode="auto">
              <a:xfrm>
                <a:off x="914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4" name="Oval 159"/>
              <p:cNvSpPr>
                <a:spLocks noChangeArrowheads="1"/>
              </p:cNvSpPr>
              <p:nvPr/>
            </p:nvSpPr>
            <p:spPr bwMode="auto">
              <a:xfrm>
                <a:off x="9250" y="870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5" name="Oval 160"/>
              <p:cNvSpPr>
                <a:spLocks noChangeArrowheads="1"/>
              </p:cNvSpPr>
              <p:nvPr/>
            </p:nvSpPr>
            <p:spPr bwMode="auto">
              <a:xfrm>
                <a:off x="9250" y="878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6" name="Oval 161"/>
              <p:cNvSpPr>
                <a:spLocks noChangeArrowheads="1"/>
              </p:cNvSpPr>
              <p:nvPr/>
            </p:nvSpPr>
            <p:spPr bwMode="auto">
              <a:xfrm>
                <a:off x="9250" y="886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7" name="Oval 162"/>
              <p:cNvSpPr>
                <a:spLocks noChangeArrowheads="1"/>
              </p:cNvSpPr>
              <p:nvPr/>
            </p:nvSpPr>
            <p:spPr bwMode="auto">
              <a:xfrm>
                <a:off x="9370" y="871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8" name="Oval 163"/>
              <p:cNvSpPr>
                <a:spLocks noChangeArrowheads="1"/>
              </p:cNvSpPr>
              <p:nvPr/>
            </p:nvSpPr>
            <p:spPr bwMode="auto">
              <a:xfrm>
                <a:off x="9370" y="8785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9" name="Oval 164"/>
              <p:cNvSpPr>
                <a:spLocks noChangeArrowheads="1"/>
              </p:cNvSpPr>
              <p:nvPr/>
            </p:nvSpPr>
            <p:spPr bwMode="auto">
              <a:xfrm>
                <a:off x="9370" y="8870"/>
                <a:ext cx="6" cy="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0" name="Rectangle 165"/>
              <p:cNvSpPr>
                <a:spLocks noChangeArrowheads="1"/>
              </p:cNvSpPr>
              <p:nvPr/>
            </p:nvSpPr>
            <p:spPr bwMode="auto">
              <a:xfrm>
                <a:off x="6160" y="8464"/>
                <a:ext cx="937" cy="378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1" name="Rectangle 166"/>
              <p:cNvSpPr>
                <a:spLocks noChangeArrowheads="1"/>
              </p:cNvSpPr>
              <p:nvPr/>
            </p:nvSpPr>
            <p:spPr bwMode="auto">
              <a:xfrm>
                <a:off x="7097" y="8506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2" name="Rectangle 167"/>
              <p:cNvSpPr>
                <a:spLocks noChangeArrowheads="1"/>
              </p:cNvSpPr>
              <p:nvPr/>
            </p:nvSpPr>
            <p:spPr bwMode="auto">
              <a:xfrm>
                <a:off x="5958" y="8506"/>
                <a:ext cx="207" cy="7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3" name="Rectangle 168"/>
              <p:cNvSpPr>
                <a:spLocks noChangeArrowheads="1"/>
              </p:cNvSpPr>
              <p:nvPr/>
            </p:nvSpPr>
            <p:spPr bwMode="auto">
              <a:xfrm flipV="1">
                <a:off x="6165" y="8499"/>
                <a:ext cx="932" cy="9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4" name="AutoShape 169"/>
              <p:cNvSpPr>
                <a:spLocks noChangeArrowheads="1"/>
              </p:cNvSpPr>
              <p:nvPr/>
            </p:nvSpPr>
            <p:spPr bwMode="auto">
              <a:xfrm>
                <a:off x="6226" y="8522"/>
                <a:ext cx="57" cy="57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5" name="AutoShape 170"/>
              <p:cNvSpPr>
                <a:spLocks noChangeArrowheads="1"/>
              </p:cNvSpPr>
              <p:nvPr/>
            </p:nvSpPr>
            <p:spPr bwMode="auto">
              <a:xfrm>
                <a:off x="6962" y="8514"/>
                <a:ext cx="57" cy="57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6" name="Rectangle 171"/>
              <p:cNvSpPr>
                <a:spLocks noChangeArrowheads="1"/>
              </p:cNvSpPr>
              <p:nvPr/>
            </p:nvSpPr>
            <p:spPr bwMode="auto">
              <a:xfrm>
                <a:off x="6584" y="8403"/>
                <a:ext cx="57" cy="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97" name="Rectangle 172"/>
              <p:cNvSpPr>
                <a:spLocks noChangeArrowheads="1"/>
              </p:cNvSpPr>
              <p:nvPr/>
            </p:nvSpPr>
            <p:spPr bwMode="auto">
              <a:xfrm>
                <a:off x="6557" y="8346"/>
                <a:ext cx="113" cy="5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cxnSp>
            <p:nvCxnSpPr>
              <p:cNvPr id="500" name="AutoShape 175"/>
              <p:cNvCxnSpPr>
                <a:cxnSpLocks noChangeShapeType="1"/>
              </p:cNvCxnSpPr>
              <p:nvPr/>
            </p:nvCxnSpPr>
            <p:spPr bwMode="auto">
              <a:xfrm>
                <a:off x="39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1" name="AutoShape 176"/>
              <p:cNvCxnSpPr>
                <a:cxnSpLocks noChangeShapeType="1"/>
              </p:cNvCxnSpPr>
              <p:nvPr/>
            </p:nvCxnSpPr>
            <p:spPr bwMode="auto">
              <a:xfrm>
                <a:off x="39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2" name="AutoShape 177"/>
              <p:cNvCxnSpPr>
                <a:cxnSpLocks noChangeShapeType="1"/>
              </p:cNvCxnSpPr>
              <p:nvPr/>
            </p:nvCxnSpPr>
            <p:spPr bwMode="auto">
              <a:xfrm>
                <a:off x="40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3" name="AutoShape 178"/>
              <p:cNvCxnSpPr>
                <a:cxnSpLocks noChangeShapeType="1"/>
              </p:cNvCxnSpPr>
              <p:nvPr/>
            </p:nvCxnSpPr>
            <p:spPr bwMode="auto">
              <a:xfrm>
                <a:off x="41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4" name="AutoShape 179"/>
              <p:cNvCxnSpPr>
                <a:cxnSpLocks noChangeShapeType="1"/>
              </p:cNvCxnSpPr>
              <p:nvPr/>
            </p:nvCxnSpPr>
            <p:spPr bwMode="auto">
              <a:xfrm>
                <a:off x="416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5" name="AutoShape 180"/>
              <p:cNvCxnSpPr>
                <a:cxnSpLocks noChangeShapeType="1"/>
              </p:cNvCxnSpPr>
              <p:nvPr/>
            </p:nvCxnSpPr>
            <p:spPr bwMode="auto">
              <a:xfrm>
                <a:off x="422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6" name="AutoShape 181"/>
              <p:cNvCxnSpPr>
                <a:cxnSpLocks noChangeShapeType="1"/>
              </p:cNvCxnSpPr>
              <p:nvPr/>
            </p:nvCxnSpPr>
            <p:spPr bwMode="auto">
              <a:xfrm>
                <a:off x="428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7" name="AutoShape 182"/>
              <p:cNvCxnSpPr>
                <a:cxnSpLocks noChangeShapeType="1"/>
              </p:cNvCxnSpPr>
              <p:nvPr/>
            </p:nvCxnSpPr>
            <p:spPr bwMode="auto">
              <a:xfrm>
                <a:off x="434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8" name="AutoShape 183"/>
              <p:cNvCxnSpPr>
                <a:cxnSpLocks noChangeShapeType="1"/>
              </p:cNvCxnSpPr>
              <p:nvPr/>
            </p:nvCxnSpPr>
            <p:spPr bwMode="auto">
              <a:xfrm>
                <a:off x="43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09" name="AutoShape 184"/>
              <p:cNvCxnSpPr>
                <a:cxnSpLocks noChangeShapeType="1"/>
              </p:cNvCxnSpPr>
              <p:nvPr/>
            </p:nvCxnSpPr>
            <p:spPr bwMode="auto">
              <a:xfrm>
                <a:off x="44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0" name="AutoShape 185"/>
              <p:cNvCxnSpPr>
                <a:cxnSpLocks noChangeShapeType="1"/>
              </p:cNvCxnSpPr>
              <p:nvPr/>
            </p:nvCxnSpPr>
            <p:spPr bwMode="auto">
              <a:xfrm>
                <a:off x="45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1" name="AutoShape 186"/>
              <p:cNvCxnSpPr>
                <a:cxnSpLocks noChangeShapeType="1"/>
              </p:cNvCxnSpPr>
              <p:nvPr/>
            </p:nvCxnSpPr>
            <p:spPr bwMode="auto">
              <a:xfrm>
                <a:off x="45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2" name="AutoShape 187"/>
              <p:cNvCxnSpPr>
                <a:cxnSpLocks noChangeShapeType="1"/>
              </p:cNvCxnSpPr>
              <p:nvPr/>
            </p:nvCxnSpPr>
            <p:spPr bwMode="auto">
              <a:xfrm>
                <a:off x="462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3" name="AutoShape 188"/>
              <p:cNvCxnSpPr>
                <a:cxnSpLocks noChangeShapeType="1"/>
              </p:cNvCxnSpPr>
              <p:nvPr/>
            </p:nvCxnSpPr>
            <p:spPr bwMode="auto">
              <a:xfrm>
                <a:off x="46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4" name="AutoShape 189"/>
              <p:cNvCxnSpPr>
                <a:cxnSpLocks noChangeShapeType="1"/>
              </p:cNvCxnSpPr>
              <p:nvPr/>
            </p:nvCxnSpPr>
            <p:spPr bwMode="auto">
              <a:xfrm>
                <a:off x="474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5" name="AutoShape 190"/>
              <p:cNvCxnSpPr>
                <a:cxnSpLocks noChangeShapeType="1"/>
              </p:cNvCxnSpPr>
              <p:nvPr/>
            </p:nvCxnSpPr>
            <p:spPr bwMode="auto">
              <a:xfrm>
                <a:off x="480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6" name="AutoShape 191"/>
              <p:cNvCxnSpPr>
                <a:cxnSpLocks noChangeShapeType="1"/>
              </p:cNvCxnSpPr>
              <p:nvPr/>
            </p:nvCxnSpPr>
            <p:spPr bwMode="auto">
              <a:xfrm>
                <a:off x="486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7" name="AutoShape 192"/>
              <p:cNvCxnSpPr>
                <a:cxnSpLocks noChangeShapeType="1"/>
              </p:cNvCxnSpPr>
              <p:nvPr/>
            </p:nvCxnSpPr>
            <p:spPr bwMode="auto">
              <a:xfrm>
                <a:off x="492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8" name="AutoShape 193"/>
              <p:cNvCxnSpPr>
                <a:cxnSpLocks noChangeShapeType="1"/>
              </p:cNvCxnSpPr>
              <p:nvPr/>
            </p:nvCxnSpPr>
            <p:spPr bwMode="auto">
              <a:xfrm>
                <a:off x="497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19" name="AutoShape 194"/>
              <p:cNvCxnSpPr>
                <a:cxnSpLocks noChangeShapeType="1"/>
              </p:cNvCxnSpPr>
              <p:nvPr/>
            </p:nvCxnSpPr>
            <p:spPr bwMode="auto">
              <a:xfrm>
                <a:off x="503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0" name="AutoShape 195"/>
              <p:cNvCxnSpPr>
                <a:cxnSpLocks noChangeShapeType="1"/>
              </p:cNvCxnSpPr>
              <p:nvPr/>
            </p:nvCxnSpPr>
            <p:spPr bwMode="auto">
              <a:xfrm>
                <a:off x="509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1" name="AutoShape 196"/>
              <p:cNvCxnSpPr>
                <a:cxnSpLocks noChangeShapeType="1"/>
              </p:cNvCxnSpPr>
              <p:nvPr/>
            </p:nvCxnSpPr>
            <p:spPr bwMode="auto">
              <a:xfrm>
                <a:off x="51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2" name="AutoShape 197"/>
              <p:cNvCxnSpPr>
                <a:cxnSpLocks noChangeShapeType="1"/>
              </p:cNvCxnSpPr>
              <p:nvPr/>
            </p:nvCxnSpPr>
            <p:spPr bwMode="auto">
              <a:xfrm>
                <a:off x="520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3" name="AutoShape 198"/>
              <p:cNvCxnSpPr>
                <a:cxnSpLocks noChangeShapeType="1"/>
              </p:cNvCxnSpPr>
              <p:nvPr/>
            </p:nvCxnSpPr>
            <p:spPr bwMode="auto">
              <a:xfrm>
                <a:off x="526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4" name="AutoShape 199"/>
              <p:cNvCxnSpPr>
                <a:cxnSpLocks noChangeShapeType="1"/>
              </p:cNvCxnSpPr>
              <p:nvPr/>
            </p:nvCxnSpPr>
            <p:spPr bwMode="auto">
              <a:xfrm>
                <a:off x="532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5" name="AutoShape 200"/>
              <p:cNvCxnSpPr>
                <a:cxnSpLocks noChangeShapeType="1"/>
              </p:cNvCxnSpPr>
              <p:nvPr/>
            </p:nvCxnSpPr>
            <p:spPr bwMode="auto">
              <a:xfrm>
                <a:off x="537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6" name="AutoShape 201"/>
              <p:cNvCxnSpPr>
                <a:cxnSpLocks noChangeShapeType="1"/>
              </p:cNvCxnSpPr>
              <p:nvPr/>
            </p:nvCxnSpPr>
            <p:spPr bwMode="auto">
              <a:xfrm>
                <a:off x="54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7" name="AutoShape 202"/>
              <p:cNvCxnSpPr>
                <a:cxnSpLocks noChangeShapeType="1"/>
              </p:cNvCxnSpPr>
              <p:nvPr/>
            </p:nvCxnSpPr>
            <p:spPr bwMode="auto">
              <a:xfrm>
                <a:off x="549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8" name="AutoShape 203"/>
              <p:cNvCxnSpPr>
                <a:cxnSpLocks noChangeShapeType="1"/>
              </p:cNvCxnSpPr>
              <p:nvPr/>
            </p:nvCxnSpPr>
            <p:spPr bwMode="auto">
              <a:xfrm>
                <a:off x="55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29" name="AutoShape 204"/>
              <p:cNvCxnSpPr>
                <a:cxnSpLocks noChangeShapeType="1"/>
              </p:cNvCxnSpPr>
              <p:nvPr/>
            </p:nvCxnSpPr>
            <p:spPr bwMode="auto">
              <a:xfrm>
                <a:off x="578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0" name="AutoShape 205"/>
              <p:cNvCxnSpPr>
                <a:cxnSpLocks noChangeShapeType="1"/>
              </p:cNvCxnSpPr>
              <p:nvPr/>
            </p:nvCxnSpPr>
            <p:spPr bwMode="auto">
              <a:xfrm>
                <a:off x="584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1" name="AutoShape 206"/>
              <p:cNvCxnSpPr>
                <a:cxnSpLocks noChangeShapeType="1"/>
              </p:cNvCxnSpPr>
              <p:nvPr/>
            </p:nvCxnSpPr>
            <p:spPr bwMode="auto">
              <a:xfrm>
                <a:off x="58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2" name="AutoShape 207"/>
              <p:cNvCxnSpPr>
                <a:cxnSpLocks noChangeShapeType="1"/>
              </p:cNvCxnSpPr>
              <p:nvPr/>
            </p:nvCxnSpPr>
            <p:spPr bwMode="auto">
              <a:xfrm>
                <a:off x="59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3" name="AutoShape 208"/>
              <p:cNvCxnSpPr>
                <a:cxnSpLocks noChangeShapeType="1"/>
              </p:cNvCxnSpPr>
              <p:nvPr/>
            </p:nvCxnSpPr>
            <p:spPr bwMode="auto">
              <a:xfrm>
                <a:off x="601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4" name="AutoShape 209"/>
              <p:cNvCxnSpPr>
                <a:cxnSpLocks noChangeShapeType="1"/>
              </p:cNvCxnSpPr>
              <p:nvPr/>
            </p:nvCxnSpPr>
            <p:spPr bwMode="auto">
              <a:xfrm>
                <a:off x="607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5" name="AutoShape 210"/>
              <p:cNvCxnSpPr>
                <a:cxnSpLocks noChangeShapeType="1"/>
              </p:cNvCxnSpPr>
              <p:nvPr/>
            </p:nvCxnSpPr>
            <p:spPr bwMode="auto">
              <a:xfrm>
                <a:off x="612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6" name="AutoShape 211"/>
              <p:cNvCxnSpPr>
                <a:cxnSpLocks noChangeShapeType="1"/>
              </p:cNvCxnSpPr>
              <p:nvPr/>
            </p:nvCxnSpPr>
            <p:spPr bwMode="auto">
              <a:xfrm>
                <a:off x="61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7" name="AutoShape 212"/>
              <p:cNvCxnSpPr>
                <a:cxnSpLocks noChangeShapeType="1"/>
              </p:cNvCxnSpPr>
              <p:nvPr/>
            </p:nvCxnSpPr>
            <p:spPr bwMode="auto">
              <a:xfrm>
                <a:off x="624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8" name="AutoShape 213"/>
              <p:cNvCxnSpPr>
                <a:cxnSpLocks noChangeShapeType="1"/>
              </p:cNvCxnSpPr>
              <p:nvPr/>
            </p:nvCxnSpPr>
            <p:spPr bwMode="auto">
              <a:xfrm>
                <a:off x="630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39" name="AutoShape 214"/>
              <p:cNvCxnSpPr>
                <a:cxnSpLocks noChangeShapeType="1"/>
              </p:cNvCxnSpPr>
              <p:nvPr/>
            </p:nvCxnSpPr>
            <p:spPr bwMode="auto">
              <a:xfrm>
                <a:off x="63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0" name="AutoShape 215"/>
              <p:cNvCxnSpPr>
                <a:cxnSpLocks noChangeShapeType="1"/>
              </p:cNvCxnSpPr>
              <p:nvPr/>
            </p:nvCxnSpPr>
            <p:spPr bwMode="auto">
              <a:xfrm>
                <a:off x="641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1" name="AutoShape 216"/>
              <p:cNvCxnSpPr>
                <a:cxnSpLocks noChangeShapeType="1"/>
              </p:cNvCxnSpPr>
              <p:nvPr/>
            </p:nvCxnSpPr>
            <p:spPr bwMode="auto">
              <a:xfrm>
                <a:off x="647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2" name="AutoShape 217"/>
              <p:cNvCxnSpPr>
                <a:cxnSpLocks noChangeShapeType="1"/>
              </p:cNvCxnSpPr>
              <p:nvPr/>
            </p:nvCxnSpPr>
            <p:spPr bwMode="auto">
              <a:xfrm>
                <a:off x="653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3" name="AutoShape 218"/>
              <p:cNvCxnSpPr>
                <a:cxnSpLocks noChangeShapeType="1"/>
              </p:cNvCxnSpPr>
              <p:nvPr/>
            </p:nvCxnSpPr>
            <p:spPr bwMode="auto">
              <a:xfrm>
                <a:off x="65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4" name="AutoShape 219"/>
              <p:cNvCxnSpPr>
                <a:cxnSpLocks noChangeShapeType="1"/>
              </p:cNvCxnSpPr>
              <p:nvPr/>
            </p:nvCxnSpPr>
            <p:spPr bwMode="auto">
              <a:xfrm>
                <a:off x="664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5" name="AutoShape 220"/>
              <p:cNvCxnSpPr>
                <a:cxnSpLocks noChangeShapeType="1"/>
              </p:cNvCxnSpPr>
              <p:nvPr/>
            </p:nvCxnSpPr>
            <p:spPr bwMode="auto">
              <a:xfrm>
                <a:off x="670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6" name="AutoShape 221"/>
              <p:cNvCxnSpPr>
                <a:cxnSpLocks noChangeShapeType="1"/>
              </p:cNvCxnSpPr>
              <p:nvPr/>
            </p:nvCxnSpPr>
            <p:spPr bwMode="auto">
              <a:xfrm>
                <a:off x="676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7" name="AutoShape 222"/>
              <p:cNvCxnSpPr>
                <a:cxnSpLocks noChangeShapeType="1"/>
              </p:cNvCxnSpPr>
              <p:nvPr/>
            </p:nvCxnSpPr>
            <p:spPr bwMode="auto">
              <a:xfrm>
                <a:off x="682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8" name="AutoShape 223"/>
              <p:cNvCxnSpPr>
                <a:cxnSpLocks noChangeShapeType="1"/>
              </p:cNvCxnSpPr>
              <p:nvPr/>
            </p:nvCxnSpPr>
            <p:spPr bwMode="auto">
              <a:xfrm>
                <a:off x="688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49" name="AutoShape 224"/>
              <p:cNvCxnSpPr>
                <a:cxnSpLocks noChangeShapeType="1"/>
              </p:cNvCxnSpPr>
              <p:nvPr/>
            </p:nvCxnSpPr>
            <p:spPr bwMode="auto">
              <a:xfrm>
                <a:off x="69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0" name="AutoShape 225"/>
              <p:cNvCxnSpPr>
                <a:cxnSpLocks noChangeShapeType="1"/>
              </p:cNvCxnSpPr>
              <p:nvPr/>
            </p:nvCxnSpPr>
            <p:spPr bwMode="auto">
              <a:xfrm>
                <a:off x="69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1" name="AutoShape 226"/>
              <p:cNvCxnSpPr>
                <a:cxnSpLocks noChangeShapeType="1"/>
              </p:cNvCxnSpPr>
              <p:nvPr/>
            </p:nvCxnSpPr>
            <p:spPr bwMode="auto">
              <a:xfrm>
                <a:off x="705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2" name="AutoShape 227"/>
              <p:cNvCxnSpPr>
                <a:cxnSpLocks noChangeShapeType="1"/>
              </p:cNvCxnSpPr>
              <p:nvPr/>
            </p:nvCxnSpPr>
            <p:spPr bwMode="auto">
              <a:xfrm>
                <a:off x="71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3" name="AutoShape 228"/>
              <p:cNvCxnSpPr>
                <a:cxnSpLocks noChangeShapeType="1"/>
              </p:cNvCxnSpPr>
              <p:nvPr/>
            </p:nvCxnSpPr>
            <p:spPr bwMode="auto">
              <a:xfrm>
                <a:off x="716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4" name="AutoShape 229"/>
              <p:cNvCxnSpPr>
                <a:cxnSpLocks noChangeShapeType="1"/>
              </p:cNvCxnSpPr>
              <p:nvPr/>
            </p:nvCxnSpPr>
            <p:spPr bwMode="auto">
              <a:xfrm>
                <a:off x="722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5" name="AutoShape 230"/>
              <p:cNvCxnSpPr>
                <a:cxnSpLocks noChangeShapeType="1"/>
              </p:cNvCxnSpPr>
              <p:nvPr/>
            </p:nvCxnSpPr>
            <p:spPr bwMode="auto">
              <a:xfrm>
                <a:off x="7280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6" name="AutoShape 231"/>
              <p:cNvCxnSpPr>
                <a:cxnSpLocks noChangeShapeType="1"/>
              </p:cNvCxnSpPr>
              <p:nvPr/>
            </p:nvCxnSpPr>
            <p:spPr bwMode="auto">
              <a:xfrm>
                <a:off x="733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7" name="AutoShape 232"/>
              <p:cNvCxnSpPr>
                <a:cxnSpLocks noChangeShapeType="1"/>
              </p:cNvCxnSpPr>
              <p:nvPr/>
            </p:nvCxnSpPr>
            <p:spPr bwMode="auto">
              <a:xfrm>
                <a:off x="73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8" name="AutoShape 233"/>
              <p:cNvCxnSpPr>
                <a:cxnSpLocks noChangeShapeType="1"/>
              </p:cNvCxnSpPr>
              <p:nvPr/>
            </p:nvCxnSpPr>
            <p:spPr bwMode="auto">
              <a:xfrm>
                <a:off x="77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59" name="AutoShape 234"/>
              <p:cNvCxnSpPr>
                <a:cxnSpLocks noChangeShapeType="1"/>
              </p:cNvCxnSpPr>
              <p:nvPr/>
            </p:nvCxnSpPr>
            <p:spPr bwMode="auto">
              <a:xfrm>
                <a:off x="781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0" name="AutoShape 235"/>
              <p:cNvCxnSpPr>
                <a:cxnSpLocks noChangeShapeType="1"/>
              </p:cNvCxnSpPr>
              <p:nvPr/>
            </p:nvCxnSpPr>
            <p:spPr bwMode="auto">
              <a:xfrm>
                <a:off x="78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1" name="AutoShape 236"/>
              <p:cNvCxnSpPr>
                <a:cxnSpLocks noChangeShapeType="1"/>
              </p:cNvCxnSpPr>
              <p:nvPr/>
            </p:nvCxnSpPr>
            <p:spPr bwMode="auto">
              <a:xfrm>
                <a:off x="793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2" name="AutoShape 237"/>
              <p:cNvCxnSpPr>
                <a:cxnSpLocks noChangeShapeType="1"/>
              </p:cNvCxnSpPr>
              <p:nvPr/>
            </p:nvCxnSpPr>
            <p:spPr bwMode="auto">
              <a:xfrm>
                <a:off x="798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3" name="AutoShape 238"/>
              <p:cNvCxnSpPr>
                <a:cxnSpLocks noChangeShapeType="1"/>
              </p:cNvCxnSpPr>
              <p:nvPr/>
            </p:nvCxnSpPr>
            <p:spPr bwMode="auto">
              <a:xfrm>
                <a:off x="804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4" name="AutoShape 239"/>
              <p:cNvCxnSpPr>
                <a:cxnSpLocks noChangeShapeType="1"/>
              </p:cNvCxnSpPr>
              <p:nvPr/>
            </p:nvCxnSpPr>
            <p:spPr bwMode="auto">
              <a:xfrm>
                <a:off x="810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5" name="AutoShape 240"/>
              <p:cNvCxnSpPr>
                <a:cxnSpLocks noChangeShapeType="1"/>
              </p:cNvCxnSpPr>
              <p:nvPr/>
            </p:nvCxnSpPr>
            <p:spPr bwMode="auto">
              <a:xfrm>
                <a:off x="816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6" name="AutoShape 241"/>
              <p:cNvCxnSpPr>
                <a:cxnSpLocks noChangeShapeType="1"/>
              </p:cNvCxnSpPr>
              <p:nvPr/>
            </p:nvCxnSpPr>
            <p:spPr bwMode="auto">
              <a:xfrm>
                <a:off x="821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7" name="AutoShape 242"/>
              <p:cNvCxnSpPr>
                <a:cxnSpLocks noChangeShapeType="1"/>
              </p:cNvCxnSpPr>
              <p:nvPr/>
            </p:nvCxnSpPr>
            <p:spPr bwMode="auto">
              <a:xfrm>
                <a:off x="827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8" name="AutoShape 243"/>
              <p:cNvCxnSpPr>
                <a:cxnSpLocks noChangeShapeType="1"/>
              </p:cNvCxnSpPr>
              <p:nvPr/>
            </p:nvCxnSpPr>
            <p:spPr bwMode="auto">
              <a:xfrm>
                <a:off x="833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69" name="AutoShape 244"/>
              <p:cNvCxnSpPr>
                <a:cxnSpLocks noChangeShapeType="1"/>
              </p:cNvCxnSpPr>
              <p:nvPr/>
            </p:nvCxnSpPr>
            <p:spPr bwMode="auto">
              <a:xfrm>
                <a:off x="839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0" name="AutoShape 245"/>
              <p:cNvCxnSpPr>
                <a:cxnSpLocks noChangeShapeType="1"/>
              </p:cNvCxnSpPr>
              <p:nvPr/>
            </p:nvCxnSpPr>
            <p:spPr bwMode="auto">
              <a:xfrm>
                <a:off x="844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1" name="AutoShape 246"/>
              <p:cNvCxnSpPr>
                <a:cxnSpLocks noChangeShapeType="1"/>
              </p:cNvCxnSpPr>
              <p:nvPr/>
            </p:nvCxnSpPr>
            <p:spPr bwMode="auto">
              <a:xfrm>
                <a:off x="8508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2" name="AutoShape 247"/>
              <p:cNvCxnSpPr>
                <a:cxnSpLocks noChangeShapeType="1"/>
              </p:cNvCxnSpPr>
              <p:nvPr/>
            </p:nvCxnSpPr>
            <p:spPr bwMode="auto">
              <a:xfrm>
                <a:off x="856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3" name="AutoShape 248"/>
              <p:cNvCxnSpPr>
                <a:cxnSpLocks noChangeShapeType="1"/>
              </p:cNvCxnSpPr>
              <p:nvPr/>
            </p:nvCxnSpPr>
            <p:spPr bwMode="auto">
              <a:xfrm>
                <a:off x="8624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4" name="AutoShape 249"/>
              <p:cNvCxnSpPr>
                <a:cxnSpLocks noChangeShapeType="1"/>
              </p:cNvCxnSpPr>
              <p:nvPr/>
            </p:nvCxnSpPr>
            <p:spPr bwMode="auto">
              <a:xfrm>
                <a:off x="868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5" name="AutoShape 250"/>
              <p:cNvCxnSpPr>
                <a:cxnSpLocks noChangeShapeType="1"/>
              </p:cNvCxnSpPr>
              <p:nvPr/>
            </p:nvCxnSpPr>
            <p:spPr bwMode="auto">
              <a:xfrm>
                <a:off x="874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6" name="AutoShape 251"/>
              <p:cNvCxnSpPr>
                <a:cxnSpLocks noChangeShapeType="1"/>
              </p:cNvCxnSpPr>
              <p:nvPr/>
            </p:nvCxnSpPr>
            <p:spPr bwMode="auto">
              <a:xfrm>
                <a:off x="879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7" name="AutoShape 252"/>
              <p:cNvCxnSpPr>
                <a:cxnSpLocks noChangeShapeType="1"/>
              </p:cNvCxnSpPr>
              <p:nvPr/>
            </p:nvCxnSpPr>
            <p:spPr bwMode="auto">
              <a:xfrm>
                <a:off x="8856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8" name="AutoShape 253"/>
              <p:cNvCxnSpPr>
                <a:cxnSpLocks noChangeShapeType="1"/>
              </p:cNvCxnSpPr>
              <p:nvPr/>
            </p:nvCxnSpPr>
            <p:spPr bwMode="auto">
              <a:xfrm>
                <a:off x="89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79" name="AutoShape 254"/>
              <p:cNvCxnSpPr>
                <a:cxnSpLocks noChangeShapeType="1"/>
              </p:cNvCxnSpPr>
              <p:nvPr/>
            </p:nvCxnSpPr>
            <p:spPr bwMode="auto">
              <a:xfrm>
                <a:off x="89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0" name="AutoShape 255"/>
              <p:cNvCxnSpPr>
                <a:cxnSpLocks noChangeShapeType="1"/>
              </p:cNvCxnSpPr>
              <p:nvPr/>
            </p:nvCxnSpPr>
            <p:spPr bwMode="auto">
              <a:xfrm>
                <a:off x="902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1" name="AutoShape 256"/>
              <p:cNvCxnSpPr>
                <a:cxnSpLocks noChangeShapeType="1"/>
              </p:cNvCxnSpPr>
              <p:nvPr/>
            </p:nvCxnSpPr>
            <p:spPr bwMode="auto">
              <a:xfrm>
                <a:off x="9088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2" name="AutoShape 257"/>
              <p:cNvCxnSpPr>
                <a:cxnSpLocks noChangeShapeType="1"/>
              </p:cNvCxnSpPr>
              <p:nvPr/>
            </p:nvCxnSpPr>
            <p:spPr bwMode="auto">
              <a:xfrm>
                <a:off x="9140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3" name="AutoShape 258"/>
              <p:cNvCxnSpPr>
                <a:cxnSpLocks noChangeShapeType="1"/>
              </p:cNvCxnSpPr>
              <p:nvPr/>
            </p:nvCxnSpPr>
            <p:spPr bwMode="auto">
              <a:xfrm>
                <a:off x="919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4" name="AutoShape 259"/>
              <p:cNvCxnSpPr>
                <a:cxnSpLocks noChangeShapeType="1"/>
              </p:cNvCxnSpPr>
              <p:nvPr/>
            </p:nvCxnSpPr>
            <p:spPr bwMode="auto">
              <a:xfrm>
                <a:off x="9256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5" name="AutoShape 260"/>
              <p:cNvCxnSpPr>
                <a:cxnSpLocks noChangeShapeType="1"/>
              </p:cNvCxnSpPr>
              <p:nvPr/>
            </p:nvCxnSpPr>
            <p:spPr bwMode="auto">
              <a:xfrm>
                <a:off x="931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6" name="AutoShape 261"/>
              <p:cNvCxnSpPr>
                <a:cxnSpLocks noChangeShapeType="1"/>
              </p:cNvCxnSpPr>
              <p:nvPr/>
            </p:nvCxnSpPr>
            <p:spPr bwMode="auto">
              <a:xfrm>
                <a:off x="9372" y="895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7" name="AutoShape 262"/>
              <p:cNvCxnSpPr>
                <a:cxnSpLocks noChangeShapeType="1"/>
              </p:cNvCxnSpPr>
              <p:nvPr/>
            </p:nvCxnSpPr>
            <p:spPr bwMode="auto">
              <a:xfrm>
                <a:off x="745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8" name="AutoShape 263"/>
              <p:cNvCxnSpPr>
                <a:cxnSpLocks noChangeShapeType="1"/>
              </p:cNvCxnSpPr>
              <p:nvPr/>
            </p:nvCxnSpPr>
            <p:spPr bwMode="auto">
              <a:xfrm>
                <a:off x="7512" y="895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89" name="AutoShape 264"/>
              <p:cNvCxnSpPr>
                <a:cxnSpLocks noChangeShapeType="1"/>
              </p:cNvCxnSpPr>
              <p:nvPr/>
            </p:nvCxnSpPr>
            <p:spPr bwMode="auto">
              <a:xfrm>
                <a:off x="9424" y="8948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0" name="AutoShape 265"/>
              <p:cNvCxnSpPr>
                <a:cxnSpLocks noChangeShapeType="1"/>
              </p:cNvCxnSpPr>
              <p:nvPr/>
            </p:nvCxnSpPr>
            <p:spPr bwMode="auto">
              <a:xfrm>
                <a:off x="4220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1" name="AutoShape 266"/>
              <p:cNvCxnSpPr>
                <a:cxnSpLocks noChangeShapeType="1"/>
              </p:cNvCxnSpPr>
              <p:nvPr/>
            </p:nvCxnSpPr>
            <p:spPr bwMode="auto">
              <a:xfrm>
                <a:off x="4276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2" name="AutoShape 267"/>
              <p:cNvCxnSpPr>
                <a:cxnSpLocks noChangeShapeType="1"/>
              </p:cNvCxnSpPr>
              <p:nvPr/>
            </p:nvCxnSpPr>
            <p:spPr bwMode="auto">
              <a:xfrm>
                <a:off x="4336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3" name="AutoShape 268"/>
              <p:cNvCxnSpPr>
                <a:cxnSpLocks noChangeShapeType="1"/>
              </p:cNvCxnSpPr>
              <p:nvPr/>
            </p:nvCxnSpPr>
            <p:spPr bwMode="auto">
              <a:xfrm>
                <a:off x="4388" y="924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4" name="AutoShape 269"/>
              <p:cNvCxnSpPr>
                <a:cxnSpLocks noChangeShapeType="1"/>
              </p:cNvCxnSpPr>
              <p:nvPr/>
            </p:nvCxnSpPr>
            <p:spPr bwMode="auto">
              <a:xfrm>
                <a:off x="8924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5" name="AutoShape 270"/>
              <p:cNvCxnSpPr>
                <a:cxnSpLocks noChangeShapeType="1"/>
              </p:cNvCxnSpPr>
              <p:nvPr/>
            </p:nvCxnSpPr>
            <p:spPr bwMode="auto">
              <a:xfrm>
                <a:off x="8980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6" name="AutoShape 271"/>
              <p:cNvCxnSpPr>
                <a:cxnSpLocks noChangeShapeType="1"/>
              </p:cNvCxnSpPr>
              <p:nvPr/>
            </p:nvCxnSpPr>
            <p:spPr bwMode="auto">
              <a:xfrm>
                <a:off x="9040" y="9246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  <p:cxnSp>
            <p:nvCxnSpPr>
              <p:cNvPr id="597" name="AutoShape 272"/>
              <p:cNvCxnSpPr>
                <a:cxnSpLocks noChangeShapeType="1"/>
              </p:cNvCxnSpPr>
              <p:nvPr/>
            </p:nvCxnSpPr>
            <p:spPr bwMode="auto">
              <a:xfrm>
                <a:off x="9092" y="9242"/>
                <a:ext cx="1" cy="57"/>
              </a:xfrm>
              <a:prstGeom prst="straightConnector1">
                <a:avLst/>
              </a:prstGeom>
              <a:noFill/>
              <a:ln w="3175">
                <a:solidFill>
                  <a:srgbClr val="000000"/>
                </a:solidFill>
                <a:round/>
              </a:ln>
            </p:spPr>
          </p:cxnSp>
        </p:grpSp>
        <p:sp>
          <p:nvSpPr>
            <p:cNvPr id="605" name="Oval 114"/>
            <p:cNvSpPr>
              <a:spLocks noChangeArrowheads="1"/>
            </p:cNvSpPr>
            <p:nvPr/>
          </p:nvSpPr>
          <p:spPr bwMode="auto">
            <a:xfrm>
              <a:off x="10102899" y="2108095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6" name="Oval 115"/>
            <p:cNvSpPr>
              <a:spLocks noChangeArrowheads="1"/>
            </p:cNvSpPr>
            <p:nvPr/>
          </p:nvSpPr>
          <p:spPr bwMode="auto">
            <a:xfrm>
              <a:off x="10102899" y="2212276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7" name="Oval 116"/>
            <p:cNvSpPr>
              <a:spLocks noChangeArrowheads="1"/>
            </p:cNvSpPr>
            <p:nvPr/>
          </p:nvSpPr>
          <p:spPr bwMode="auto">
            <a:xfrm>
              <a:off x="10102899" y="2330347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1" name="Oval 79"/>
            <p:cNvSpPr>
              <a:spLocks noChangeArrowheads="1"/>
            </p:cNvSpPr>
            <p:nvPr/>
          </p:nvSpPr>
          <p:spPr bwMode="auto">
            <a:xfrm>
              <a:off x="8117948" y="2114577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2" name="Oval 80"/>
            <p:cNvSpPr>
              <a:spLocks noChangeArrowheads="1"/>
            </p:cNvSpPr>
            <p:nvPr/>
          </p:nvSpPr>
          <p:spPr bwMode="auto">
            <a:xfrm>
              <a:off x="8117948" y="2218758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3" name="Oval 81"/>
            <p:cNvSpPr>
              <a:spLocks noChangeArrowheads="1"/>
            </p:cNvSpPr>
            <p:nvPr/>
          </p:nvSpPr>
          <p:spPr bwMode="auto">
            <a:xfrm>
              <a:off x="8117948" y="2336829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4" name="Oval 79"/>
            <p:cNvSpPr>
              <a:spLocks noChangeArrowheads="1"/>
            </p:cNvSpPr>
            <p:nvPr/>
          </p:nvSpPr>
          <p:spPr bwMode="auto">
            <a:xfrm>
              <a:off x="8221703" y="2111321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5" name="Oval 80"/>
            <p:cNvSpPr>
              <a:spLocks noChangeArrowheads="1"/>
            </p:cNvSpPr>
            <p:nvPr/>
          </p:nvSpPr>
          <p:spPr bwMode="auto">
            <a:xfrm>
              <a:off x="8221703" y="2215502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6" name="Oval 81"/>
            <p:cNvSpPr>
              <a:spLocks noChangeArrowheads="1"/>
            </p:cNvSpPr>
            <p:nvPr/>
          </p:nvSpPr>
          <p:spPr bwMode="auto">
            <a:xfrm>
              <a:off x="8221703" y="2333573"/>
              <a:ext cx="5876" cy="833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78790" y="1122045"/>
            <a:ext cx="2578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charset="0"/>
              <a:buChar char="ü"/>
            </a:pPr>
            <a:r>
              <a: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实验设计</a:t>
            </a:r>
            <a:endParaRPr lang="zh-CN" altLang="en-US" sz="32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24400" y="1745019"/>
            <a:ext cx="2124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实验条件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3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实验原理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33447" y="324999"/>
            <a:ext cx="3138543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PRINCIPLE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540412" y="6398323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600" b="1" smtClean="0"/>
              <a:t>15</a:t>
            </a:fld>
            <a:endParaRPr lang="zh-CN" altLang="en-US" sz="1600" b="1" dirty="0"/>
          </a:p>
        </p:txBody>
      </p:sp>
      <p:sp>
        <p:nvSpPr>
          <p:cNvPr id="107" name="文本框 106"/>
          <p:cNvSpPr txBox="1"/>
          <p:nvPr/>
        </p:nvSpPr>
        <p:spPr>
          <a:xfrm>
            <a:off x="1026160" y="1745615"/>
            <a:ext cx="20313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ctr">
              <a:buFont typeface="Wingdings" panose="05000000000000000000" charset="0"/>
              <a:buChar char="Ø"/>
            </a:pP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速度测量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4474F171-6AB2-3B84-5BB7-5E1A4495B95D}"/>
              </a:ext>
            </a:extLst>
          </p:cNvPr>
          <p:cNvGrpSpPr/>
          <p:nvPr/>
        </p:nvGrpSpPr>
        <p:grpSpPr>
          <a:xfrm>
            <a:off x="5951739" y="2335656"/>
            <a:ext cx="4347411" cy="3000155"/>
            <a:chOff x="2377134" y="2037592"/>
            <a:chExt cx="3996055" cy="2920365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619"/>
            <a:stretch>
              <a:fillRect/>
            </a:stretch>
          </p:blipFill>
          <p:spPr>
            <a:xfrm>
              <a:off x="2377134" y="2037592"/>
              <a:ext cx="3996055" cy="2920365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9" name="矩形 8"/>
            <p:cNvSpPr/>
            <p:nvPr/>
          </p:nvSpPr>
          <p:spPr>
            <a:xfrm>
              <a:off x="3546724" y="2150817"/>
              <a:ext cx="172354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测量示意图</a:t>
              </a:r>
              <a:endParaRPr lang="zh-CN" altLang="en-US" sz="2000" dirty="0"/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2BD1DE09-C423-ED23-1B98-E2061312C799}"/>
              </a:ext>
            </a:extLst>
          </p:cNvPr>
          <p:cNvGrpSpPr/>
          <p:nvPr/>
        </p:nvGrpSpPr>
        <p:grpSpPr>
          <a:xfrm>
            <a:off x="1174382" y="2668708"/>
            <a:ext cx="3238124" cy="2266121"/>
            <a:chOff x="6762789" y="2349036"/>
            <a:chExt cx="3238124" cy="226612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62789" y="2349036"/>
              <a:ext cx="3238124" cy="2266121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26" name="矩形 25"/>
            <p:cNvSpPr/>
            <p:nvPr/>
          </p:nvSpPr>
          <p:spPr>
            <a:xfrm>
              <a:off x="7827853" y="2648642"/>
              <a:ext cx="110799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prstClr val="black"/>
                  </a:solidFill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光电门</a:t>
              </a:r>
              <a:endParaRPr lang="zh-CN" altLang="en-US" sz="2000" dirty="0"/>
            </a:p>
          </p:txBody>
        </p:sp>
      </p:grpSp>
      <p:sp>
        <p:nvSpPr>
          <p:cNvPr id="2" name="矩形 1"/>
          <p:cNvSpPr/>
          <p:nvPr/>
        </p:nvSpPr>
        <p:spPr>
          <a:xfrm>
            <a:off x="3361775" y="911660"/>
            <a:ext cx="6937375" cy="119761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以短距离的平均速度代表瞬时速度</a:t>
            </a:r>
            <a:endParaRPr lang="en-US" altLang="zh-CN" sz="28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固定移动距离，</a:t>
            </a:r>
            <a:r>
              <a:rPr lang="zh-CN" altLang="en-US" sz="28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测定时间</a:t>
            </a:r>
            <a:r>
              <a:rPr lang="zh-CN" altLang="en-US" sz="28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    测定速度</a:t>
            </a:r>
            <a:endParaRPr lang="en-US" altLang="zh-CN" sz="2800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23" name="右箭头 22"/>
          <p:cNvSpPr/>
          <p:nvPr/>
        </p:nvSpPr>
        <p:spPr>
          <a:xfrm>
            <a:off x="7885614" y="1785157"/>
            <a:ext cx="552195" cy="276069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8790" y="1122045"/>
            <a:ext cx="2578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buFont typeface="Wingdings" panose="05000000000000000000" charset="0"/>
              <a:buChar char="ü"/>
            </a:pPr>
            <a:r>
              <a:rPr lang="zh-CN" altLang="en-US" sz="3200" b="1" dirty="0">
                <a:solidFill>
                  <a:schemeClr val="tx1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实验设计</a:t>
            </a:r>
            <a:endParaRPr lang="zh-CN" altLang="en-US" sz="32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CF59F5C-40EB-0F3F-09DF-A4971F10A7D1}"/>
              </a:ext>
            </a:extLst>
          </p:cNvPr>
          <p:cNvSpPr txBox="1"/>
          <p:nvPr/>
        </p:nvSpPr>
        <p:spPr>
          <a:xfrm>
            <a:off x="478623" y="4938359"/>
            <a:ext cx="11393732" cy="166776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红外发光二极管</a:t>
            </a:r>
            <a:r>
              <a:rPr lang="en-US" altLang="zh-CN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光敏三极管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红外发光二极管发射的光直接射在光敏三极管的光敏面，光敏三极管输出</a:t>
            </a:r>
            <a:r>
              <a:rPr lang="zh-CN" altLang="en-US" sz="2400" dirty="0">
                <a:solidFill>
                  <a:srgbClr val="DC28E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高电平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红外发光二极管发射的光被挡光片挡住时光敏三极管则输出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低电平</a:t>
            </a: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4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实验内容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5062666" y="3264361"/>
              <a:ext cx="366497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 CONTENT</a:t>
              </a:r>
              <a:endPara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t>17</a:t>
            </a:fld>
            <a:endParaRPr lang="zh-CN" altLang="en-US" sz="1600" b="1"/>
          </a:p>
        </p:txBody>
      </p:sp>
      <p:sp>
        <p:nvSpPr>
          <p:cNvPr id="89" name="矩形 88"/>
          <p:cNvSpPr/>
          <p:nvPr/>
        </p:nvSpPr>
        <p:spPr>
          <a:xfrm>
            <a:off x="1637030" y="2600325"/>
            <a:ext cx="8722995" cy="21729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验证空气阻力与速度的关系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设计不同类型的碰撞实验验证动量守恒定律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90" name="直接连接符 89"/>
          <p:cNvCxnSpPr/>
          <p:nvPr/>
        </p:nvCxnSpPr>
        <p:spPr>
          <a:xfrm>
            <a:off x="3523490" y="4210852"/>
            <a:ext cx="3152989" cy="24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89"/>
          <p:cNvCxnSpPr/>
          <p:nvPr/>
        </p:nvCxnSpPr>
        <p:spPr>
          <a:xfrm>
            <a:off x="3523491" y="3216854"/>
            <a:ext cx="3152989" cy="2417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>
                <a:latin typeface="楷体" panose="02010609060101010101" pitchFamily="49" charset="-122"/>
                <a:ea typeface="楷体" panose="02010609060101010101" pitchFamily="49" charset="-122"/>
              </a:rPr>
              <a:t>18</a:t>
            </a:fld>
            <a:endParaRPr lang="zh-CN" altLang="en-US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文本框 1"/>
          <p:cNvSpPr txBox="1"/>
          <p:nvPr/>
        </p:nvSpPr>
        <p:spPr>
          <a:xfrm>
            <a:off x="1230815" y="4924542"/>
            <a:ext cx="9531251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1" algn="just">
              <a:lnSpc>
                <a:spcPct val="150000"/>
              </a:lnSpc>
              <a:buSzPct val="100000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两种方法判断导轨是否处于水平：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 algn="just">
              <a:lnSpc>
                <a:spcPct val="150000"/>
              </a:lnSpc>
              <a:buSzPct val="100000"/>
            </a:pP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静态法：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在已通气的导轨上，调节支点螺钉，滑块基本静止。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  <a:p>
            <a:pPr lvl="1" algn="just">
              <a:lnSpc>
                <a:spcPct val="150000"/>
              </a:lnSpc>
              <a:buSzPct val="100000"/>
            </a:pP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动态法：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滑块经过两光电门的时间近似相等；速度差小于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1%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。</a:t>
            </a:r>
          </a:p>
        </p:txBody>
      </p:sp>
      <p:sp>
        <p:nvSpPr>
          <p:cNvPr id="4" name="AutoShape 2"/>
          <p:cNvSpPr>
            <a:spLocks noChangeAspect="1" noChangeArrowheads="1" noTextEdit="1"/>
          </p:cNvSpPr>
          <p:nvPr/>
        </p:nvSpPr>
        <p:spPr bwMode="auto">
          <a:xfrm>
            <a:off x="2898095" y="1340985"/>
            <a:ext cx="5267325" cy="1568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Group 4"/>
          <p:cNvGrpSpPr/>
          <p:nvPr/>
        </p:nvGrpSpPr>
        <p:grpSpPr bwMode="auto">
          <a:xfrm>
            <a:off x="1942799" y="3231497"/>
            <a:ext cx="6543522" cy="1562192"/>
            <a:chOff x="3539" y="8046"/>
            <a:chExt cx="6061" cy="1267"/>
          </a:xfrm>
        </p:grpSpPr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877" y="9018"/>
              <a:ext cx="5591" cy="1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877" y="8949"/>
              <a:ext cx="5591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877" y="8648"/>
              <a:ext cx="5591" cy="30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746" y="8648"/>
              <a:ext cx="131" cy="5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9469" y="8648"/>
              <a:ext cx="131" cy="53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746" y="8403"/>
              <a:ext cx="210" cy="24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865" y="8513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9390" y="8403"/>
              <a:ext cx="210" cy="25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9277" y="8514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3539" y="8541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pSp>
          <p:nvGrpSpPr>
            <p:cNvPr id="26" name="Group 23"/>
            <p:cNvGrpSpPr/>
            <p:nvPr/>
          </p:nvGrpSpPr>
          <p:grpSpPr bwMode="auto">
            <a:xfrm>
              <a:off x="5571" y="8046"/>
              <a:ext cx="171" cy="1226"/>
              <a:chOff x="5339" y="8046"/>
              <a:chExt cx="171" cy="1226"/>
            </a:xfrm>
          </p:grpSpPr>
          <p:sp>
            <p:nvSpPr>
              <p:cNvPr id="5401" name="Rectangle 24"/>
              <p:cNvSpPr>
                <a:spLocks noChangeArrowheads="1"/>
              </p:cNvSpPr>
              <p:nvPr/>
            </p:nvSpPr>
            <p:spPr bwMode="auto">
              <a:xfrm>
                <a:off x="5339" y="8046"/>
                <a:ext cx="171" cy="12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5402" name="AutoShape 25"/>
              <p:cNvSpPr>
                <a:spLocks noChangeArrowheads="1"/>
              </p:cNvSpPr>
              <p:nvPr/>
            </p:nvSpPr>
            <p:spPr bwMode="auto">
              <a:xfrm>
                <a:off x="5371" y="9044"/>
                <a:ext cx="102" cy="121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5403" name="AutoShape 26"/>
              <p:cNvSpPr>
                <a:spLocks noChangeArrowheads="1"/>
              </p:cNvSpPr>
              <p:nvPr/>
            </p:nvSpPr>
            <p:spPr bwMode="auto">
              <a:xfrm>
                <a:off x="5371" y="8133"/>
                <a:ext cx="102" cy="52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 bwMode="auto">
            <a:xfrm>
              <a:off x="7539" y="8046"/>
              <a:ext cx="171" cy="1226"/>
              <a:chOff x="5339" y="8046"/>
              <a:chExt cx="171" cy="1226"/>
            </a:xfrm>
          </p:grpSpPr>
          <p:sp>
            <p:nvSpPr>
              <p:cNvPr id="5247" name="Rectangle 28"/>
              <p:cNvSpPr>
                <a:spLocks noChangeArrowheads="1"/>
              </p:cNvSpPr>
              <p:nvPr/>
            </p:nvSpPr>
            <p:spPr bwMode="auto">
              <a:xfrm>
                <a:off x="5339" y="8046"/>
                <a:ext cx="171" cy="122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5393" name="AutoShape 29"/>
              <p:cNvSpPr>
                <a:spLocks noChangeArrowheads="1"/>
              </p:cNvSpPr>
              <p:nvPr/>
            </p:nvSpPr>
            <p:spPr bwMode="auto">
              <a:xfrm>
                <a:off x="5371" y="9044"/>
                <a:ext cx="102" cy="121"/>
              </a:xfrm>
              <a:prstGeom prst="flowChartSummingJunction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5394" name="AutoShape 30"/>
              <p:cNvSpPr>
                <a:spLocks noChangeArrowheads="1"/>
              </p:cNvSpPr>
              <p:nvPr/>
            </p:nvSpPr>
            <p:spPr bwMode="auto">
              <a:xfrm>
                <a:off x="5371" y="8133"/>
                <a:ext cx="102" cy="524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  <p:sp>
          <p:nvSpPr>
            <p:cNvPr id="28" name="Rectangle 33"/>
            <p:cNvSpPr>
              <a:spLocks noChangeArrowheads="1"/>
            </p:cNvSpPr>
            <p:nvPr/>
          </p:nvSpPr>
          <p:spPr bwMode="auto">
            <a:xfrm>
              <a:off x="4201" y="9242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5154" name="AutoShape 34"/>
            <p:cNvCxnSpPr>
              <a:cxnSpLocks noChangeShapeType="1"/>
            </p:cNvCxnSpPr>
            <p:nvPr/>
          </p:nvCxnSpPr>
          <p:spPr bwMode="auto">
            <a:xfrm>
              <a:off x="4306" y="9165"/>
              <a:ext cx="1" cy="77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round/>
            </a:ln>
          </p:spPr>
        </p:cxnSp>
        <p:sp>
          <p:nvSpPr>
            <p:cNvPr id="29" name="Rectangle 35"/>
            <p:cNvSpPr>
              <a:spLocks noChangeArrowheads="1"/>
            </p:cNvSpPr>
            <p:nvPr/>
          </p:nvSpPr>
          <p:spPr bwMode="auto">
            <a:xfrm>
              <a:off x="8905" y="9242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5156" name="AutoShape 36"/>
            <p:cNvCxnSpPr>
              <a:cxnSpLocks noChangeShapeType="1"/>
            </p:cNvCxnSpPr>
            <p:nvPr/>
          </p:nvCxnSpPr>
          <p:spPr bwMode="auto">
            <a:xfrm>
              <a:off x="9010" y="9165"/>
              <a:ext cx="1" cy="77"/>
            </a:xfrm>
            <a:prstGeom prst="straightConnector1">
              <a:avLst/>
            </a:prstGeom>
            <a:noFill/>
            <a:ln w="57150">
              <a:solidFill>
                <a:srgbClr val="000000"/>
              </a:solidFill>
              <a:round/>
            </a:ln>
          </p:spPr>
        </p:cxnSp>
        <p:sp>
          <p:nvSpPr>
            <p:cNvPr id="30" name="Oval 37"/>
            <p:cNvSpPr>
              <a:spLocks noChangeArrowheads="1"/>
            </p:cNvSpPr>
            <p:nvPr/>
          </p:nvSpPr>
          <p:spPr bwMode="auto">
            <a:xfrm>
              <a:off x="396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1" name="Oval 38"/>
            <p:cNvSpPr>
              <a:spLocks noChangeArrowheads="1"/>
            </p:cNvSpPr>
            <p:nvPr/>
          </p:nvSpPr>
          <p:spPr bwMode="auto">
            <a:xfrm>
              <a:off x="396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53" name="Oval 39"/>
            <p:cNvSpPr>
              <a:spLocks noChangeArrowheads="1"/>
            </p:cNvSpPr>
            <p:nvPr/>
          </p:nvSpPr>
          <p:spPr bwMode="auto">
            <a:xfrm>
              <a:off x="396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55" name="Oval 40"/>
            <p:cNvSpPr>
              <a:spLocks noChangeArrowheads="1"/>
            </p:cNvSpPr>
            <p:nvPr/>
          </p:nvSpPr>
          <p:spPr bwMode="auto">
            <a:xfrm>
              <a:off x="407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57" name="Oval 41"/>
            <p:cNvSpPr>
              <a:spLocks noChangeArrowheads="1"/>
            </p:cNvSpPr>
            <p:nvPr/>
          </p:nvSpPr>
          <p:spPr bwMode="auto">
            <a:xfrm>
              <a:off x="407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58" name="Oval 42"/>
            <p:cNvSpPr>
              <a:spLocks noChangeArrowheads="1"/>
            </p:cNvSpPr>
            <p:nvPr/>
          </p:nvSpPr>
          <p:spPr bwMode="auto">
            <a:xfrm>
              <a:off x="407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59" name="Oval 43"/>
            <p:cNvSpPr>
              <a:spLocks noChangeArrowheads="1"/>
            </p:cNvSpPr>
            <p:nvPr/>
          </p:nvSpPr>
          <p:spPr bwMode="auto">
            <a:xfrm>
              <a:off x="418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0" name="Oval 44"/>
            <p:cNvSpPr>
              <a:spLocks noChangeArrowheads="1"/>
            </p:cNvSpPr>
            <p:nvPr/>
          </p:nvSpPr>
          <p:spPr bwMode="auto">
            <a:xfrm>
              <a:off x="418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1" name="Oval 45"/>
            <p:cNvSpPr>
              <a:spLocks noChangeArrowheads="1"/>
            </p:cNvSpPr>
            <p:nvPr/>
          </p:nvSpPr>
          <p:spPr bwMode="auto">
            <a:xfrm>
              <a:off x="418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2" name="Oval 46"/>
            <p:cNvSpPr>
              <a:spLocks noChangeArrowheads="1"/>
            </p:cNvSpPr>
            <p:nvPr/>
          </p:nvSpPr>
          <p:spPr bwMode="auto">
            <a:xfrm>
              <a:off x="429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3" name="Oval 47"/>
            <p:cNvSpPr>
              <a:spLocks noChangeArrowheads="1"/>
            </p:cNvSpPr>
            <p:nvPr/>
          </p:nvSpPr>
          <p:spPr bwMode="auto">
            <a:xfrm>
              <a:off x="429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4" name="Oval 48"/>
            <p:cNvSpPr>
              <a:spLocks noChangeArrowheads="1"/>
            </p:cNvSpPr>
            <p:nvPr/>
          </p:nvSpPr>
          <p:spPr bwMode="auto">
            <a:xfrm>
              <a:off x="429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5" name="Oval 49"/>
            <p:cNvSpPr>
              <a:spLocks noChangeArrowheads="1"/>
            </p:cNvSpPr>
            <p:nvPr/>
          </p:nvSpPr>
          <p:spPr bwMode="auto">
            <a:xfrm>
              <a:off x="439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6" name="Oval 50"/>
            <p:cNvSpPr>
              <a:spLocks noChangeArrowheads="1"/>
            </p:cNvSpPr>
            <p:nvPr/>
          </p:nvSpPr>
          <p:spPr bwMode="auto">
            <a:xfrm>
              <a:off x="439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7" name="Oval 51"/>
            <p:cNvSpPr>
              <a:spLocks noChangeArrowheads="1"/>
            </p:cNvSpPr>
            <p:nvPr/>
          </p:nvSpPr>
          <p:spPr bwMode="auto">
            <a:xfrm>
              <a:off x="439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8" name="Oval 52"/>
            <p:cNvSpPr>
              <a:spLocks noChangeArrowheads="1"/>
            </p:cNvSpPr>
            <p:nvPr/>
          </p:nvSpPr>
          <p:spPr bwMode="auto">
            <a:xfrm>
              <a:off x="450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69" name="Oval 53"/>
            <p:cNvSpPr>
              <a:spLocks noChangeArrowheads="1"/>
            </p:cNvSpPr>
            <p:nvPr/>
          </p:nvSpPr>
          <p:spPr bwMode="auto">
            <a:xfrm>
              <a:off x="450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0" name="Oval 54"/>
            <p:cNvSpPr>
              <a:spLocks noChangeArrowheads="1"/>
            </p:cNvSpPr>
            <p:nvPr/>
          </p:nvSpPr>
          <p:spPr bwMode="auto">
            <a:xfrm>
              <a:off x="450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1" name="Oval 55"/>
            <p:cNvSpPr>
              <a:spLocks noChangeArrowheads="1"/>
            </p:cNvSpPr>
            <p:nvPr/>
          </p:nvSpPr>
          <p:spPr bwMode="auto">
            <a:xfrm>
              <a:off x="460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2" name="Oval 56"/>
            <p:cNvSpPr>
              <a:spLocks noChangeArrowheads="1"/>
            </p:cNvSpPr>
            <p:nvPr/>
          </p:nvSpPr>
          <p:spPr bwMode="auto">
            <a:xfrm>
              <a:off x="460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3" name="Oval 57"/>
            <p:cNvSpPr>
              <a:spLocks noChangeArrowheads="1"/>
            </p:cNvSpPr>
            <p:nvPr/>
          </p:nvSpPr>
          <p:spPr bwMode="auto">
            <a:xfrm>
              <a:off x="460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4" name="Oval 58"/>
            <p:cNvSpPr>
              <a:spLocks noChangeArrowheads="1"/>
            </p:cNvSpPr>
            <p:nvPr/>
          </p:nvSpPr>
          <p:spPr bwMode="auto">
            <a:xfrm>
              <a:off x="471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5" name="Oval 59"/>
            <p:cNvSpPr>
              <a:spLocks noChangeArrowheads="1"/>
            </p:cNvSpPr>
            <p:nvPr/>
          </p:nvSpPr>
          <p:spPr bwMode="auto">
            <a:xfrm>
              <a:off x="471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6" name="Oval 60"/>
            <p:cNvSpPr>
              <a:spLocks noChangeArrowheads="1"/>
            </p:cNvSpPr>
            <p:nvPr/>
          </p:nvSpPr>
          <p:spPr bwMode="auto">
            <a:xfrm>
              <a:off x="471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7" name="Oval 61"/>
            <p:cNvSpPr>
              <a:spLocks noChangeArrowheads="1"/>
            </p:cNvSpPr>
            <p:nvPr/>
          </p:nvSpPr>
          <p:spPr bwMode="auto">
            <a:xfrm>
              <a:off x="482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8" name="Oval 62"/>
            <p:cNvSpPr>
              <a:spLocks noChangeArrowheads="1"/>
            </p:cNvSpPr>
            <p:nvPr/>
          </p:nvSpPr>
          <p:spPr bwMode="auto">
            <a:xfrm>
              <a:off x="482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79" name="Oval 63"/>
            <p:cNvSpPr>
              <a:spLocks noChangeArrowheads="1"/>
            </p:cNvSpPr>
            <p:nvPr/>
          </p:nvSpPr>
          <p:spPr bwMode="auto">
            <a:xfrm>
              <a:off x="482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0" name="Oval 64"/>
            <p:cNvSpPr>
              <a:spLocks noChangeArrowheads="1"/>
            </p:cNvSpPr>
            <p:nvPr/>
          </p:nvSpPr>
          <p:spPr bwMode="auto">
            <a:xfrm>
              <a:off x="493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1" name="Oval 65"/>
            <p:cNvSpPr>
              <a:spLocks noChangeArrowheads="1"/>
            </p:cNvSpPr>
            <p:nvPr/>
          </p:nvSpPr>
          <p:spPr bwMode="auto">
            <a:xfrm>
              <a:off x="493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2" name="Oval 66"/>
            <p:cNvSpPr>
              <a:spLocks noChangeArrowheads="1"/>
            </p:cNvSpPr>
            <p:nvPr/>
          </p:nvSpPr>
          <p:spPr bwMode="auto">
            <a:xfrm>
              <a:off x="493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3" name="Oval 67"/>
            <p:cNvSpPr>
              <a:spLocks noChangeArrowheads="1"/>
            </p:cNvSpPr>
            <p:nvPr/>
          </p:nvSpPr>
          <p:spPr bwMode="auto">
            <a:xfrm>
              <a:off x="503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4" name="Oval 68"/>
            <p:cNvSpPr>
              <a:spLocks noChangeArrowheads="1"/>
            </p:cNvSpPr>
            <p:nvPr/>
          </p:nvSpPr>
          <p:spPr bwMode="auto">
            <a:xfrm>
              <a:off x="503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5" name="Oval 69"/>
            <p:cNvSpPr>
              <a:spLocks noChangeArrowheads="1"/>
            </p:cNvSpPr>
            <p:nvPr/>
          </p:nvSpPr>
          <p:spPr bwMode="auto">
            <a:xfrm>
              <a:off x="503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6" name="Oval 70"/>
            <p:cNvSpPr>
              <a:spLocks noChangeArrowheads="1"/>
            </p:cNvSpPr>
            <p:nvPr/>
          </p:nvSpPr>
          <p:spPr bwMode="auto">
            <a:xfrm>
              <a:off x="514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7" name="Oval 71"/>
            <p:cNvSpPr>
              <a:spLocks noChangeArrowheads="1"/>
            </p:cNvSpPr>
            <p:nvPr/>
          </p:nvSpPr>
          <p:spPr bwMode="auto">
            <a:xfrm>
              <a:off x="514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8" name="Oval 72"/>
            <p:cNvSpPr>
              <a:spLocks noChangeArrowheads="1"/>
            </p:cNvSpPr>
            <p:nvPr/>
          </p:nvSpPr>
          <p:spPr bwMode="auto">
            <a:xfrm>
              <a:off x="514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89" name="Oval 73"/>
            <p:cNvSpPr>
              <a:spLocks noChangeArrowheads="1"/>
            </p:cNvSpPr>
            <p:nvPr/>
          </p:nvSpPr>
          <p:spPr bwMode="auto">
            <a:xfrm>
              <a:off x="525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0" name="Oval 74"/>
            <p:cNvSpPr>
              <a:spLocks noChangeArrowheads="1"/>
            </p:cNvSpPr>
            <p:nvPr/>
          </p:nvSpPr>
          <p:spPr bwMode="auto">
            <a:xfrm>
              <a:off x="525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1" name="Oval 75"/>
            <p:cNvSpPr>
              <a:spLocks noChangeArrowheads="1"/>
            </p:cNvSpPr>
            <p:nvPr/>
          </p:nvSpPr>
          <p:spPr bwMode="auto">
            <a:xfrm>
              <a:off x="525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2" name="Oval 76"/>
            <p:cNvSpPr>
              <a:spLocks noChangeArrowheads="1"/>
            </p:cNvSpPr>
            <p:nvPr/>
          </p:nvSpPr>
          <p:spPr bwMode="auto">
            <a:xfrm>
              <a:off x="536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3" name="Oval 77"/>
            <p:cNvSpPr>
              <a:spLocks noChangeArrowheads="1"/>
            </p:cNvSpPr>
            <p:nvPr/>
          </p:nvSpPr>
          <p:spPr bwMode="auto">
            <a:xfrm>
              <a:off x="536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398" name="Oval 78"/>
            <p:cNvSpPr>
              <a:spLocks noChangeArrowheads="1"/>
            </p:cNvSpPr>
            <p:nvPr/>
          </p:nvSpPr>
          <p:spPr bwMode="auto">
            <a:xfrm>
              <a:off x="536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00" name="Oval 79"/>
            <p:cNvSpPr>
              <a:spLocks noChangeArrowheads="1"/>
            </p:cNvSpPr>
            <p:nvPr/>
          </p:nvSpPr>
          <p:spPr bwMode="auto">
            <a:xfrm>
              <a:off x="548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0" name="Oval 80"/>
            <p:cNvSpPr>
              <a:spLocks noChangeArrowheads="1"/>
            </p:cNvSpPr>
            <p:nvPr/>
          </p:nvSpPr>
          <p:spPr bwMode="auto">
            <a:xfrm>
              <a:off x="548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1" name="Oval 81"/>
            <p:cNvSpPr>
              <a:spLocks noChangeArrowheads="1"/>
            </p:cNvSpPr>
            <p:nvPr/>
          </p:nvSpPr>
          <p:spPr bwMode="auto">
            <a:xfrm>
              <a:off x="548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2" name="Oval 82"/>
            <p:cNvSpPr>
              <a:spLocks noChangeArrowheads="1"/>
            </p:cNvSpPr>
            <p:nvPr/>
          </p:nvSpPr>
          <p:spPr bwMode="auto">
            <a:xfrm>
              <a:off x="580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3" name="Oval 83"/>
            <p:cNvSpPr>
              <a:spLocks noChangeArrowheads="1"/>
            </p:cNvSpPr>
            <p:nvPr/>
          </p:nvSpPr>
          <p:spPr bwMode="auto">
            <a:xfrm>
              <a:off x="580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4" name="Oval 84"/>
            <p:cNvSpPr>
              <a:spLocks noChangeArrowheads="1"/>
            </p:cNvSpPr>
            <p:nvPr/>
          </p:nvSpPr>
          <p:spPr bwMode="auto">
            <a:xfrm>
              <a:off x="580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415" name="Oval 85"/>
            <p:cNvSpPr>
              <a:spLocks noChangeArrowheads="1"/>
            </p:cNvSpPr>
            <p:nvPr/>
          </p:nvSpPr>
          <p:spPr bwMode="auto">
            <a:xfrm>
              <a:off x="590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0" name="Oval 86"/>
            <p:cNvSpPr>
              <a:spLocks noChangeArrowheads="1"/>
            </p:cNvSpPr>
            <p:nvPr/>
          </p:nvSpPr>
          <p:spPr bwMode="auto">
            <a:xfrm>
              <a:off x="590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1" name="Oval 87"/>
            <p:cNvSpPr>
              <a:spLocks noChangeArrowheads="1"/>
            </p:cNvSpPr>
            <p:nvPr/>
          </p:nvSpPr>
          <p:spPr bwMode="auto">
            <a:xfrm>
              <a:off x="590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2" name="Oval 88"/>
            <p:cNvSpPr>
              <a:spLocks noChangeArrowheads="1"/>
            </p:cNvSpPr>
            <p:nvPr/>
          </p:nvSpPr>
          <p:spPr bwMode="auto">
            <a:xfrm>
              <a:off x="601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3" name="Oval 89"/>
            <p:cNvSpPr>
              <a:spLocks noChangeArrowheads="1"/>
            </p:cNvSpPr>
            <p:nvPr/>
          </p:nvSpPr>
          <p:spPr bwMode="auto">
            <a:xfrm>
              <a:off x="601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4" name="Oval 90"/>
            <p:cNvSpPr>
              <a:spLocks noChangeArrowheads="1"/>
            </p:cNvSpPr>
            <p:nvPr/>
          </p:nvSpPr>
          <p:spPr bwMode="auto">
            <a:xfrm>
              <a:off x="601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5" name="Oval 91"/>
            <p:cNvSpPr>
              <a:spLocks noChangeArrowheads="1"/>
            </p:cNvSpPr>
            <p:nvPr/>
          </p:nvSpPr>
          <p:spPr bwMode="auto">
            <a:xfrm>
              <a:off x="611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6" name="Oval 92"/>
            <p:cNvSpPr>
              <a:spLocks noChangeArrowheads="1"/>
            </p:cNvSpPr>
            <p:nvPr/>
          </p:nvSpPr>
          <p:spPr bwMode="auto">
            <a:xfrm>
              <a:off x="611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7" name="Oval 93"/>
            <p:cNvSpPr>
              <a:spLocks noChangeArrowheads="1"/>
            </p:cNvSpPr>
            <p:nvPr/>
          </p:nvSpPr>
          <p:spPr bwMode="auto">
            <a:xfrm>
              <a:off x="611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8" name="Oval 94"/>
            <p:cNvSpPr>
              <a:spLocks noChangeArrowheads="1"/>
            </p:cNvSpPr>
            <p:nvPr/>
          </p:nvSpPr>
          <p:spPr bwMode="auto">
            <a:xfrm>
              <a:off x="622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29" name="Oval 95"/>
            <p:cNvSpPr>
              <a:spLocks noChangeArrowheads="1"/>
            </p:cNvSpPr>
            <p:nvPr/>
          </p:nvSpPr>
          <p:spPr bwMode="auto">
            <a:xfrm>
              <a:off x="633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1" name="Oval 96"/>
            <p:cNvSpPr>
              <a:spLocks noChangeArrowheads="1"/>
            </p:cNvSpPr>
            <p:nvPr/>
          </p:nvSpPr>
          <p:spPr bwMode="auto">
            <a:xfrm>
              <a:off x="644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2" name="Oval 97"/>
            <p:cNvSpPr>
              <a:spLocks noChangeArrowheads="1"/>
            </p:cNvSpPr>
            <p:nvPr/>
          </p:nvSpPr>
          <p:spPr bwMode="auto">
            <a:xfrm>
              <a:off x="654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3" name="Oval 98"/>
            <p:cNvSpPr>
              <a:spLocks noChangeArrowheads="1"/>
            </p:cNvSpPr>
            <p:nvPr/>
          </p:nvSpPr>
          <p:spPr bwMode="auto">
            <a:xfrm>
              <a:off x="665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4" name="Oval 99"/>
            <p:cNvSpPr>
              <a:spLocks noChangeArrowheads="1"/>
            </p:cNvSpPr>
            <p:nvPr/>
          </p:nvSpPr>
          <p:spPr bwMode="auto">
            <a:xfrm>
              <a:off x="675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5" name="Oval 100"/>
            <p:cNvSpPr>
              <a:spLocks noChangeArrowheads="1"/>
            </p:cNvSpPr>
            <p:nvPr/>
          </p:nvSpPr>
          <p:spPr bwMode="auto">
            <a:xfrm>
              <a:off x="686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6" name="Oval 101"/>
            <p:cNvSpPr>
              <a:spLocks noChangeArrowheads="1"/>
            </p:cNvSpPr>
            <p:nvPr/>
          </p:nvSpPr>
          <p:spPr bwMode="auto">
            <a:xfrm>
              <a:off x="697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7" name="Oval 102"/>
            <p:cNvSpPr>
              <a:spLocks noChangeArrowheads="1"/>
            </p:cNvSpPr>
            <p:nvPr/>
          </p:nvSpPr>
          <p:spPr bwMode="auto">
            <a:xfrm>
              <a:off x="708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8" name="Oval 103"/>
            <p:cNvSpPr>
              <a:spLocks noChangeArrowheads="1"/>
            </p:cNvSpPr>
            <p:nvPr/>
          </p:nvSpPr>
          <p:spPr bwMode="auto">
            <a:xfrm>
              <a:off x="708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39" name="Oval 104"/>
            <p:cNvSpPr>
              <a:spLocks noChangeArrowheads="1"/>
            </p:cNvSpPr>
            <p:nvPr/>
          </p:nvSpPr>
          <p:spPr bwMode="auto">
            <a:xfrm>
              <a:off x="708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0" name="Oval 105"/>
            <p:cNvSpPr>
              <a:spLocks noChangeArrowheads="1"/>
            </p:cNvSpPr>
            <p:nvPr/>
          </p:nvSpPr>
          <p:spPr bwMode="auto">
            <a:xfrm>
              <a:off x="719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1" name="Oval 106"/>
            <p:cNvSpPr>
              <a:spLocks noChangeArrowheads="1"/>
            </p:cNvSpPr>
            <p:nvPr/>
          </p:nvSpPr>
          <p:spPr bwMode="auto">
            <a:xfrm>
              <a:off x="719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3" name="Oval 107"/>
            <p:cNvSpPr>
              <a:spLocks noChangeArrowheads="1"/>
            </p:cNvSpPr>
            <p:nvPr/>
          </p:nvSpPr>
          <p:spPr bwMode="auto">
            <a:xfrm>
              <a:off x="719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4" name="Oval 108"/>
            <p:cNvSpPr>
              <a:spLocks noChangeArrowheads="1"/>
            </p:cNvSpPr>
            <p:nvPr/>
          </p:nvSpPr>
          <p:spPr bwMode="auto">
            <a:xfrm>
              <a:off x="730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5" name="Oval 109"/>
            <p:cNvSpPr>
              <a:spLocks noChangeArrowheads="1"/>
            </p:cNvSpPr>
            <p:nvPr/>
          </p:nvSpPr>
          <p:spPr bwMode="auto">
            <a:xfrm>
              <a:off x="730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6" name="Oval 110"/>
            <p:cNvSpPr>
              <a:spLocks noChangeArrowheads="1"/>
            </p:cNvSpPr>
            <p:nvPr/>
          </p:nvSpPr>
          <p:spPr bwMode="auto">
            <a:xfrm>
              <a:off x="730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7" name="Oval 111"/>
            <p:cNvSpPr>
              <a:spLocks noChangeArrowheads="1"/>
            </p:cNvSpPr>
            <p:nvPr/>
          </p:nvSpPr>
          <p:spPr bwMode="auto">
            <a:xfrm>
              <a:off x="740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8" name="Oval 112"/>
            <p:cNvSpPr>
              <a:spLocks noChangeArrowheads="1"/>
            </p:cNvSpPr>
            <p:nvPr/>
          </p:nvSpPr>
          <p:spPr bwMode="auto">
            <a:xfrm>
              <a:off x="740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49" name="Oval 113"/>
            <p:cNvSpPr>
              <a:spLocks noChangeArrowheads="1"/>
            </p:cNvSpPr>
            <p:nvPr/>
          </p:nvSpPr>
          <p:spPr bwMode="auto">
            <a:xfrm>
              <a:off x="740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50" name="Oval 114"/>
            <p:cNvSpPr>
              <a:spLocks noChangeArrowheads="1"/>
            </p:cNvSpPr>
            <p:nvPr/>
          </p:nvSpPr>
          <p:spPr bwMode="auto">
            <a:xfrm>
              <a:off x="751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4" name="Oval 115"/>
            <p:cNvSpPr>
              <a:spLocks noChangeArrowheads="1"/>
            </p:cNvSpPr>
            <p:nvPr/>
          </p:nvSpPr>
          <p:spPr bwMode="auto">
            <a:xfrm>
              <a:off x="751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5" name="Oval 116"/>
            <p:cNvSpPr>
              <a:spLocks noChangeArrowheads="1"/>
            </p:cNvSpPr>
            <p:nvPr/>
          </p:nvSpPr>
          <p:spPr bwMode="auto">
            <a:xfrm>
              <a:off x="751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6" name="Oval 117"/>
            <p:cNvSpPr>
              <a:spLocks noChangeArrowheads="1"/>
            </p:cNvSpPr>
            <p:nvPr/>
          </p:nvSpPr>
          <p:spPr bwMode="auto">
            <a:xfrm>
              <a:off x="773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7" name="Oval 118"/>
            <p:cNvSpPr>
              <a:spLocks noChangeArrowheads="1"/>
            </p:cNvSpPr>
            <p:nvPr/>
          </p:nvSpPr>
          <p:spPr bwMode="auto">
            <a:xfrm>
              <a:off x="773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8" name="Oval 119"/>
            <p:cNvSpPr>
              <a:spLocks noChangeArrowheads="1"/>
            </p:cNvSpPr>
            <p:nvPr/>
          </p:nvSpPr>
          <p:spPr bwMode="auto">
            <a:xfrm>
              <a:off x="773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89" name="Oval 120"/>
            <p:cNvSpPr>
              <a:spLocks noChangeArrowheads="1"/>
            </p:cNvSpPr>
            <p:nvPr/>
          </p:nvSpPr>
          <p:spPr bwMode="auto">
            <a:xfrm>
              <a:off x="784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0" name="Oval 121"/>
            <p:cNvSpPr>
              <a:spLocks noChangeArrowheads="1"/>
            </p:cNvSpPr>
            <p:nvPr/>
          </p:nvSpPr>
          <p:spPr bwMode="auto">
            <a:xfrm>
              <a:off x="784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1" name="Oval 122"/>
            <p:cNvSpPr>
              <a:spLocks noChangeArrowheads="1"/>
            </p:cNvSpPr>
            <p:nvPr/>
          </p:nvSpPr>
          <p:spPr bwMode="auto">
            <a:xfrm>
              <a:off x="784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2" name="Oval 123"/>
            <p:cNvSpPr>
              <a:spLocks noChangeArrowheads="1"/>
            </p:cNvSpPr>
            <p:nvPr/>
          </p:nvSpPr>
          <p:spPr bwMode="auto">
            <a:xfrm>
              <a:off x="795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3" name="Oval 124"/>
            <p:cNvSpPr>
              <a:spLocks noChangeArrowheads="1"/>
            </p:cNvSpPr>
            <p:nvPr/>
          </p:nvSpPr>
          <p:spPr bwMode="auto">
            <a:xfrm>
              <a:off x="795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4" name="Oval 125"/>
            <p:cNvSpPr>
              <a:spLocks noChangeArrowheads="1"/>
            </p:cNvSpPr>
            <p:nvPr/>
          </p:nvSpPr>
          <p:spPr bwMode="auto">
            <a:xfrm>
              <a:off x="795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5" name="Oval 126"/>
            <p:cNvSpPr>
              <a:spLocks noChangeArrowheads="1"/>
            </p:cNvSpPr>
            <p:nvPr/>
          </p:nvSpPr>
          <p:spPr bwMode="auto">
            <a:xfrm>
              <a:off x="805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6" name="Oval 127"/>
            <p:cNvSpPr>
              <a:spLocks noChangeArrowheads="1"/>
            </p:cNvSpPr>
            <p:nvPr/>
          </p:nvSpPr>
          <p:spPr bwMode="auto">
            <a:xfrm>
              <a:off x="805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7" name="Oval 128"/>
            <p:cNvSpPr>
              <a:spLocks noChangeArrowheads="1"/>
            </p:cNvSpPr>
            <p:nvPr/>
          </p:nvSpPr>
          <p:spPr bwMode="auto">
            <a:xfrm>
              <a:off x="805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8" name="Oval 129"/>
            <p:cNvSpPr>
              <a:spLocks noChangeArrowheads="1"/>
            </p:cNvSpPr>
            <p:nvPr/>
          </p:nvSpPr>
          <p:spPr bwMode="auto">
            <a:xfrm>
              <a:off x="816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199" name="Oval 130"/>
            <p:cNvSpPr>
              <a:spLocks noChangeArrowheads="1"/>
            </p:cNvSpPr>
            <p:nvPr/>
          </p:nvSpPr>
          <p:spPr bwMode="auto">
            <a:xfrm>
              <a:off x="816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0" name="Oval 131"/>
            <p:cNvSpPr>
              <a:spLocks noChangeArrowheads="1"/>
            </p:cNvSpPr>
            <p:nvPr/>
          </p:nvSpPr>
          <p:spPr bwMode="auto">
            <a:xfrm>
              <a:off x="816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1" name="Oval 132"/>
            <p:cNvSpPr>
              <a:spLocks noChangeArrowheads="1"/>
            </p:cNvSpPr>
            <p:nvPr/>
          </p:nvSpPr>
          <p:spPr bwMode="auto">
            <a:xfrm>
              <a:off x="827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2" name="Oval 133"/>
            <p:cNvSpPr>
              <a:spLocks noChangeArrowheads="1"/>
            </p:cNvSpPr>
            <p:nvPr/>
          </p:nvSpPr>
          <p:spPr bwMode="auto">
            <a:xfrm>
              <a:off x="827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3" name="Oval 134"/>
            <p:cNvSpPr>
              <a:spLocks noChangeArrowheads="1"/>
            </p:cNvSpPr>
            <p:nvPr/>
          </p:nvSpPr>
          <p:spPr bwMode="auto">
            <a:xfrm>
              <a:off x="827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4" name="Oval 135"/>
            <p:cNvSpPr>
              <a:spLocks noChangeArrowheads="1"/>
            </p:cNvSpPr>
            <p:nvPr/>
          </p:nvSpPr>
          <p:spPr bwMode="auto">
            <a:xfrm>
              <a:off x="838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5" name="Oval 136"/>
            <p:cNvSpPr>
              <a:spLocks noChangeArrowheads="1"/>
            </p:cNvSpPr>
            <p:nvPr/>
          </p:nvSpPr>
          <p:spPr bwMode="auto">
            <a:xfrm>
              <a:off x="838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6" name="Oval 137"/>
            <p:cNvSpPr>
              <a:spLocks noChangeArrowheads="1"/>
            </p:cNvSpPr>
            <p:nvPr/>
          </p:nvSpPr>
          <p:spPr bwMode="auto">
            <a:xfrm>
              <a:off x="838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7" name="Oval 138"/>
            <p:cNvSpPr>
              <a:spLocks noChangeArrowheads="1"/>
            </p:cNvSpPr>
            <p:nvPr/>
          </p:nvSpPr>
          <p:spPr bwMode="auto">
            <a:xfrm>
              <a:off x="850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8" name="Oval 139"/>
            <p:cNvSpPr>
              <a:spLocks noChangeArrowheads="1"/>
            </p:cNvSpPr>
            <p:nvPr/>
          </p:nvSpPr>
          <p:spPr bwMode="auto">
            <a:xfrm>
              <a:off x="850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09" name="Oval 140"/>
            <p:cNvSpPr>
              <a:spLocks noChangeArrowheads="1"/>
            </p:cNvSpPr>
            <p:nvPr/>
          </p:nvSpPr>
          <p:spPr bwMode="auto">
            <a:xfrm>
              <a:off x="850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0" name="Oval 141"/>
            <p:cNvSpPr>
              <a:spLocks noChangeArrowheads="1"/>
            </p:cNvSpPr>
            <p:nvPr/>
          </p:nvSpPr>
          <p:spPr bwMode="auto">
            <a:xfrm>
              <a:off x="861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1" name="Oval 142"/>
            <p:cNvSpPr>
              <a:spLocks noChangeArrowheads="1"/>
            </p:cNvSpPr>
            <p:nvPr/>
          </p:nvSpPr>
          <p:spPr bwMode="auto">
            <a:xfrm>
              <a:off x="861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2" name="Oval 143"/>
            <p:cNvSpPr>
              <a:spLocks noChangeArrowheads="1"/>
            </p:cNvSpPr>
            <p:nvPr/>
          </p:nvSpPr>
          <p:spPr bwMode="auto">
            <a:xfrm>
              <a:off x="861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3" name="Oval 144"/>
            <p:cNvSpPr>
              <a:spLocks noChangeArrowheads="1"/>
            </p:cNvSpPr>
            <p:nvPr/>
          </p:nvSpPr>
          <p:spPr bwMode="auto">
            <a:xfrm>
              <a:off x="871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4" name="Oval 145"/>
            <p:cNvSpPr>
              <a:spLocks noChangeArrowheads="1"/>
            </p:cNvSpPr>
            <p:nvPr/>
          </p:nvSpPr>
          <p:spPr bwMode="auto">
            <a:xfrm>
              <a:off x="871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5" name="Oval 146"/>
            <p:cNvSpPr>
              <a:spLocks noChangeArrowheads="1"/>
            </p:cNvSpPr>
            <p:nvPr/>
          </p:nvSpPr>
          <p:spPr bwMode="auto">
            <a:xfrm>
              <a:off x="871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6" name="Oval 147"/>
            <p:cNvSpPr>
              <a:spLocks noChangeArrowheads="1"/>
            </p:cNvSpPr>
            <p:nvPr/>
          </p:nvSpPr>
          <p:spPr bwMode="auto">
            <a:xfrm>
              <a:off x="882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7" name="Oval 148"/>
            <p:cNvSpPr>
              <a:spLocks noChangeArrowheads="1"/>
            </p:cNvSpPr>
            <p:nvPr/>
          </p:nvSpPr>
          <p:spPr bwMode="auto">
            <a:xfrm>
              <a:off x="882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8" name="Oval 149"/>
            <p:cNvSpPr>
              <a:spLocks noChangeArrowheads="1"/>
            </p:cNvSpPr>
            <p:nvPr/>
          </p:nvSpPr>
          <p:spPr bwMode="auto">
            <a:xfrm>
              <a:off x="882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19" name="Oval 150"/>
            <p:cNvSpPr>
              <a:spLocks noChangeArrowheads="1"/>
            </p:cNvSpPr>
            <p:nvPr/>
          </p:nvSpPr>
          <p:spPr bwMode="auto">
            <a:xfrm>
              <a:off x="892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0" name="Oval 151"/>
            <p:cNvSpPr>
              <a:spLocks noChangeArrowheads="1"/>
            </p:cNvSpPr>
            <p:nvPr/>
          </p:nvSpPr>
          <p:spPr bwMode="auto">
            <a:xfrm>
              <a:off x="892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1" name="Oval 152"/>
            <p:cNvSpPr>
              <a:spLocks noChangeArrowheads="1"/>
            </p:cNvSpPr>
            <p:nvPr/>
          </p:nvSpPr>
          <p:spPr bwMode="auto">
            <a:xfrm>
              <a:off x="892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2" name="Oval 153"/>
            <p:cNvSpPr>
              <a:spLocks noChangeArrowheads="1"/>
            </p:cNvSpPr>
            <p:nvPr/>
          </p:nvSpPr>
          <p:spPr bwMode="auto">
            <a:xfrm>
              <a:off x="9035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3" name="Oval 154"/>
            <p:cNvSpPr>
              <a:spLocks noChangeArrowheads="1"/>
            </p:cNvSpPr>
            <p:nvPr/>
          </p:nvSpPr>
          <p:spPr bwMode="auto">
            <a:xfrm>
              <a:off x="9035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4" name="Oval 155"/>
            <p:cNvSpPr>
              <a:spLocks noChangeArrowheads="1"/>
            </p:cNvSpPr>
            <p:nvPr/>
          </p:nvSpPr>
          <p:spPr bwMode="auto">
            <a:xfrm>
              <a:off x="9035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5" name="Oval 156"/>
            <p:cNvSpPr>
              <a:spLocks noChangeArrowheads="1"/>
            </p:cNvSpPr>
            <p:nvPr/>
          </p:nvSpPr>
          <p:spPr bwMode="auto">
            <a:xfrm>
              <a:off x="914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6" name="Oval 157"/>
            <p:cNvSpPr>
              <a:spLocks noChangeArrowheads="1"/>
            </p:cNvSpPr>
            <p:nvPr/>
          </p:nvSpPr>
          <p:spPr bwMode="auto">
            <a:xfrm>
              <a:off x="914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7" name="Oval 158"/>
            <p:cNvSpPr>
              <a:spLocks noChangeArrowheads="1"/>
            </p:cNvSpPr>
            <p:nvPr/>
          </p:nvSpPr>
          <p:spPr bwMode="auto">
            <a:xfrm>
              <a:off x="914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8" name="Oval 159"/>
            <p:cNvSpPr>
              <a:spLocks noChangeArrowheads="1"/>
            </p:cNvSpPr>
            <p:nvPr/>
          </p:nvSpPr>
          <p:spPr bwMode="auto">
            <a:xfrm>
              <a:off x="9250" y="870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29" name="Oval 160"/>
            <p:cNvSpPr>
              <a:spLocks noChangeArrowheads="1"/>
            </p:cNvSpPr>
            <p:nvPr/>
          </p:nvSpPr>
          <p:spPr bwMode="auto">
            <a:xfrm>
              <a:off x="9250" y="878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0" name="Oval 161"/>
            <p:cNvSpPr>
              <a:spLocks noChangeArrowheads="1"/>
            </p:cNvSpPr>
            <p:nvPr/>
          </p:nvSpPr>
          <p:spPr bwMode="auto">
            <a:xfrm>
              <a:off x="9250" y="886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1" name="Oval 162"/>
            <p:cNvSpPr>
              <a:spLocks noChangeArrowheads="1"/>
            </p:cNvSpPr>
            <p:nvPr/>
          </p:nvSpPr>
          <p:spPr bwMode="auto">
            <a:xfrm>
              <a:off x="9370" y="871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2" name="Oval 163"/>
            <p:cNvSpPr>
              <a:spLocks noChangeArrowheads="1"/>
            </p:cNvSpPr>
            <p:nvPr/>
          </p:nvSpPr>
          <p:spPr bwMode="auto">
            <a:xfrm>
              <a:off x="9370" y="8785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3" name="Oval 164"/>
            <p:cNvSpPr>
              <a:spLocks noChangeArrowheads="1"/>
            </p:cNvSpPr>
            <p:nvPr/>
          </p:nvSpPr>
          <p:spPr bwMode="auto">
            <a:xfrm>
              <a:off x="9370" y="8870"/>
              <a:ext cx="6" cy="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4" name="Rectangle 165"/>
            <p:cNvSpPr>
              <a:spLocks noChangeArrowheads="1"/>
            </p:cNvSpPr>
            <p:nvPr/>
          </p:nvSpPr>
          <p:spPr bwMode="auto">
            <a:xfrm>
              <a:off x="6160" y="8464"/>
              <a:ext cx="937" cy="37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5" name="Rectangle 166"/>
            <p:cNvSpPr>
              <a:spLocks noChangeArrowheads="1"/>
            </p:cNvSpPr>
            <p:nvPr/>
          </p:nvSpPr>
          <p:spPr bwMode="auto">
            <a:xfrm>
              <a:off x="7097" y="8506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6" name="Rectangle 167"/>
            <p:cNvSpPr>
              <a:spLocks noChangeArrowheads="1"/>
            </p:cNvSpPr>
            <p:nvPr/>
          </p:nvSpPr>
          <p:spPr bwMode="auto">
            <a:xfrm>
              <a:off x="5958" y="8506"/>
              <a:ext cx="207" cy="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7" name="Rectangle 168"/>
            <p:cNvSpPr>
              <a:spLocks noChangeArrowheads="1"/>
            </p:cNvSpPr>
            <p:nvPr/>
          </p:nvSpPr>
          <p:spPr bwMode="auto">
            <a:xfrm flipV="1">
              <a:off x="6165" y="8499"/>
              <a:ext cx="932" cy="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8" name="AutoShape 169"/>
            <p:cNvSpPr>
              <a:spLocks noChangeArrowheads="1"/>
            </p:cNvSpPr>
            <p:nvPr/>
          </p:nvSpPr>
          <p:spPr bwMode="auto">
            <a:xfrm>
              <a:off x="6226" y="8522"/>
              <a:ext cx="57" cy="57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39" name="AutoShape 170"/>
            <p:cNvSpPr>
              <a:spLocks noChangeArrowheads="1"/>
            </p:cNvSpPr>
            <p:nvPr/>
          </p:nvSpPr>
          <p:spPr bwMode="auto">
            <a:xfrm>
              <a:off x="6962" y="8514"/>
              <a:ext cx="57" cy="57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40" name="Rectangle 171"/>
            <p:cNvSpPr>
              <a:spLocks noChangeArrowheads="1"/>
            </p:cNvSpPr>
            <p:nvPr/>
          </p:nvSpPr>
          <p:spPr bwMode="auto">
            <a:xfrm>
              <a:off x="6584" y="8403"/>
              <a:ext cx="57" cy="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41" name="Rectangle 172"/>
            <p:cNvSpPr>
              <a:spLocks noChangeArrowheads="1"/>
            </p:cNvSpPr>
            <p:nvPr/>
          </p:nvSpPr>
          <p:spPr bwMode="auto">
            <a:xfrm>
              <a:off x="6557" y="8346"/>
              <a:ext cx="113" cy="5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42" name="AutoShape 173"/>
            <p:cNvSpPr>
              <a:spLocks noChangeArrowheads="1"/>
            </p:cNvSpPr>
            <p:nvPr/>
          </p:nvSpPr>
          <p:spPr bwMode="auto">
            <a:xfrm>
              <a:off x="5626" y="8347"/>
              <a:ext cx="57" cy="57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5243" name="AutoShape 174"/>
            <p:cNvSpPr>
              <a:spLocks noChangeArrowheads="1"/>
            </p:cNvSpPr>
            <p:nvPr/>
          </p:nvSpPr>
          <p:spPr bwMode="auto">
            <a:xfrm>
              <a:off x="7591" y="8343"/>
              <a:ext cx="57" cy="57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5295" name="AutoShape 175"/>
            <p:cNvCxnSpPr>
              <a:cxnSpLocks noChangeShapeType="1"/>
            </p:cNvCxnSpPr>
            <p:nvPr/>
          </p:nvCxnSpPr>
          <p:spPr bwMode="auto">
            <a:xfrm>
              <a:off x="393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296" name="AutoShape 176"/>
            <p:cNvCxnSpPr>
              <a:cxnSpLocks noChangeShapeType="1"/>
            </p:cNvCxnSpPr>
            <p:nvPr/>
          </p:nvCxnSpPr>
          <p:spPr bwMode="auto">
            <a:xfrm>
              <a:off x="399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297" name="AutoShape 177"/>
            <p:cNvCxnSpPr>
              <a:cxnSpLocks noChangeShapeType="1"/>
            </p:cNvCxnSpPr>
            <p:nvPr/>
          </p:nvCxnSpPr>
          <p:spPr bwMode="auto">
            <a:xfrm>
              <a:off x="405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298" name="AutoShape 178"/>
            <p:cNvCxnSpPr>
              <a:cxnSpLocks noChangeShapeType="1"/>
            </p:cNvCxnSpPr>
            <p:nvPr/>
          </p:nvCxnSpPr>
          <p:spPr bwMode="auto">
            <a:xfrm>
              <a:off x="411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299" name="AutoShape 179"/>
            <p:cNvCxnSpPr>
              <a:cxnSpLocks noChangeShapeType="1"/>
            </p:cNvCxnSpPr>
            <p:nvPr/>
          </p:nvCxnSpPr>
          <p:spPr bwMode="auto">
            <a:xfrm>
              <a:off x="416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0" name="AutoShape 180"/>
            <p:cNvCxnSpPr>
              <a:cxnSpLocks noChangeShapeType="1"/>
            </p:cNvCxnSpPr>
            <p:nvPr/>
          </p:nvCxnSpPr>
          <p:spPr bwMode="auto">
            <a:xfrm>
              <a:off x="422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1" name="AutoShape 181"/>
            <p:cNvCxnSpPr>
              <a:cxnSpLocks noChangeShapeType="1"/>
            </p:cNvCxnSpPr>
            <p:nvPr/>
          </p:nvCxnSpPr>
          <p:spPr bwMode="auto">
            <a:xfrm>
              <a:off x="428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2" name="AutoShape 182"/>
            <p:cNvCxnSpPr>
              <a:cxnSpLocks noChangeShapeType="1"/>
            </p:cNvCxnSpPr>
            <p:nvPr/>
          </p:nvCxnSpPr>
          <p:spPr bwMode="auto">
            <a:xfrm>
              <a:off x="434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3" name="AutoShape 183"/>
            <p:cNvCxnSpPr>
              <a:cxnSpLocks noChangeShapeType="1"/>
            </p:cNvCxnSpPr>
            <p:nvPr/>
          </p:nvCxnSpPr>
          <p:spPr bwMode="auto">
            <a:xfrm>
              <a:off x="439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4" name="AutoShape 184"/>
            <p:cNvCxnSpPr>
              <a:cxnSpLocks noChangeShapeType="1"/>
            </p:cNvCxnSpPr>
            <p:nvPr/>
          </p:nvCxnSpPr>
          <p:spPr bwMode="auto">
            <a:xfrm>
              <a:off x="445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5" name="AutoShape 185"/>
            <p:cNvCxnSpPr>
              <a:cxnSpLocks noChangeShapeType="1"/>
            </p:cNvCxnSpPr>
            <p:nvPr/>
          </p:nvCxnSpPr>
          <p:spPr bwMode="auto">
            <a:xfrm>
              <a:off x="451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6" name="AutoShape 186"/>
            <p:cNvCxnSpPr>
              <a:cxnSpLocks noChangeShapeType="1"/>
            </p:cNvCxnSpPr>
            <p:nvPr/>
          </p:nvCxnSpPr>
          <p:spPr bwMode="auto">
            <a:xfrm>
              <a:off x="457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7" name="AutoShape 187"/>
            <p:cNvCxnSpPr>
              <a:cxnSpLocks noChangeShapeType="1"/>
            </p:cNvCxnSpPr>
            <p:nvPr/>
          </p:nvCxnSpPr>
          <p:spPr bwMode="auto">
            <a:xfrm>
              <a:off x="462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8" name="AutoShape 188"/>
            <p:cNvCxnSpPr>
              <a:cxnSpLocks noChangeShapeType="1"/>
            </p:cNvCxnSpPr>
            <p:nvPr/>
          </p:nvCxnSpPr>
          <p:spPr bwMode="auto">
            <a:xfrm>
              <a:off x="468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09" name="AutoShape 189"/>
            <p:cNvCxnSpPr>
              <a:cxnSpLocks noChangeShapeType="1"/>
            </p:cNvCxnSpPr>
            <p:nvPr/>
          </p:nvCxnSpPr>
          <p:spPr bwMode="auto">
            <a:xfrm>
              <a:off x="474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0" name="AutoShape 190"/>
            <p:cNvCxnSpPr>
              <a:cxnSpLocks noChangeShapeType="1"/>
            </p:cNvCxnSpPr>
            <p:nvPr/>
          </p:nvCxnSpPr>
          <p:spPr bwMode="auto">
            <a:xfrm>
              <a:off x="480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1" name="AutoShape 191"/>
            <p:cNvCxnSpPr>
              <a:cxnSpLocks noChangeShapeType="1"/>
            </p:cNvCxnSpPr>
            <p:nvPr/>
          </p:nvCxnSpPr>
          <p:spPr bwMode="auto">
            <a:xfrm>
              <a:off x="486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2" name="AutoShape 192"/>
            <p:cNvCxnSpPr>
              <a:cxnSpLocks noChangeShapeType="1"/>
            </p:cNvCxnSpPr>
            <p:nvPr/>
          </p:nvCxnSpPr>
          <p:spPr bwMode="auto">
            <a:xfrm>
              <a:off x="492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3" name="AutoShape 193"/>
            <p:cNvCxnSpPr>
              <a:cxnSpLocks noChangeShapeType="1"/>
            </p:cNvCxnSpPr>
            <p:nvPr/>
          </p:nvCxnSpPr>
          <p:spPr bwMode="auto">
            <a:xfrm>
              <a:off x="4976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4" name="AutoShape 194"/>
            <p:cNvCxnSpPr>
              <a:cxnSpLocks noChangeShapeType="1"/>
            </p:cNvCxnSpPr>
            <p:nvPr/>
          </p:nvCxnSpPr>
          <p:spPr bwMode="auto">
            <a:xfrm>
              <a:off x="5036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5" name="AutoShape 195"/>
            <p:cNvCxnSpPr>
              <a:cxnSpLocks noChangeShapeType="1"/>
            </p:cNvCxnSpPr>
            <p:nvPr/>
          </p:nvCxnSpPr>
          <p:spPr bwMode="auto">
            <a:xfrm>
              <a:off x="509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6" name="AutoShape 196"/>
            <p:cNvCxnSpPr>
              <a:cxnSpLocks noChangeShapeType="1"/>
            </p:cNvCxnSpPr>
            <p:nvPr/>
          </p:nvCxnSpPr>
          <p:spPr bwMode="auto">
            <a:xfrm>
              <a:off x="515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7" name="AutoShape 197"/>
            <p:cNvCxnSpPr>
              <a:cxnSpLocks noChangeShapeType="1"/>
            </p:cNvCxnSpPr>
            <p:nvPr/>
          </p:nvCxnSpPr>
          <p:spPr bwMode="auto">
            <a:xfrm>
              <a:off x="5208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8" name="AutoShape 198"/>
            <p:cNvCxnSpPr>
              <a:cxnSpLocks noChangeShapeType="1"/>
            </p:cNvCxnSpPr>
            <p:nvPr/>
          </p:nvCxnSpPr>
          <p:spPr bwMode="auto">
            <a:xfrm>
              <a:off x="5268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19" name="AutoShape 199"/>
            <p:cNvCxnSpPr>
              <a:cxnSpLocks noChangeShapeType="1"/>
            </p:cNvCxnSpPr>
            <p:nvPr/>
          </p:nvCxnSpPr>
          <p:spPr bwMode="auto">
            <a:xfrm>
              <a:off x="532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0" name="AutoShape 200"/>
            <p:cNvCxnSpPr>
              <a:cxnSpLocks noChangeShapeType="1"/>
            </p:cNvCxnSpPr>
            <p:nvPr/>
          </p:nvCxnSpPr>
          <p:spPr bwMode="auto">
            <a:xfrm>
              <a:off x="537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1" name="AutoShape 201"/>
            <p:cNvCxnSpPr>
              <a:cxnSpLocks noChangeShapeType="1"/>
            </p:cNvCxnSpPr>
            <p:nvPr/>
          </p:nvCxnSpPr>
          <p:spPr bwMode="auto">
            <a:xfrm>
              <a:off x="543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2" name="AutoShape 202"/>
            <p:cNvCxnSpPr>
              <a:cxnSpLocks noChangeShapeType="1"/>
            </p:cNvCxnSpPr>
            <p:nvPr/>
          </p:nvCxnSpPr>
          <p:spPr bwMode="auto">
            <a:xfrm>
              <a:off x="549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3" name="AutoShape 203"/>
            <p:cNvCxnSpPr>
              <a:cxnSpLocks noChangeShapeType="1"/>
            </p:cNvCxnSpPr>
            <p:nvPr/>
          </p:nvCxnSpPr>
          <p:spPr bwMode="auto">
            <a:xfrm>
              <a:off x="555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4" name="AutoShape 204"/>
            <p:cNvCxnSpPr>
              <a:cxnSpLocks noChangeShapeType="1"/>
            </p:cNvCxnSpPr>
            <p:nvPr/>
          </p:nvCxnSpPr>
          <p:spPr bwMode="auto">
            <a:xfrm>
              <a:off x="5780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5" name="AutoShape 205"/>
            <p:cNvCxnSpPr>
              <a:cxnSpLocks noChangeShapeType="1"/>
            </p:cNvCxnSpPr>
            <p:nvPr/>
          </p:nvCxnSpPr>
          <p:spPr bwMode="auto">
            <a:xfrm>
              <a:off x="5840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6" name="AutoShape 206"/>
            <p:cNvCxnSpPr>
              <a:cxnSpLocks noChangeShapeType="1"/>
            </p:cNvCxnSpPr>
            <p:nvPr/>
          </p:nvCxnSpPr>
          <p:spPr bwMode="auto">
            <a:xfrm>
              <a:off x="589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7" name="AutoShape 207"/>
            <p:cNvCxnSpPr>
              <a:cxnSpLocks noChangeShapeType="1"/>
            </p:cNvCxnSpPr>
            <p:nvPr/>
          </p:nvCxnSpPr>
          <p:spPr bwMode="auto">
            <a:xfrm>
              <a:off x="595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8" name="AutoShape 208"/>
            <p:cNvCxnSpPr>
              <a:cxnSpLocks noChangeShapeType="1"/>
            </p:cNvCxnSpPr>
            <p:nvPr/>
          </p:nvCxnSpPr>
          <p:spPr bwMode="auto">
            <a:xfrm>
              <a:off x="6012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29" name="AutoShape 209"/>
            <p:cNvCxnSpPr>
              <a:cxnSpLocks noChangeShapeType="1"/>
            </p:cNvCxnSpPr>
            <p:nvPr/>
          </p:nvCxnSpPr>
          <p:spPr bwMode="auto">
            <a:xfrm>
              <a:off x="6072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0" name="AutoShape 210"/>
            <p:cNvCxnSpPr>
              <a:cxnSpLocks noChangeShapeType="1"/>
            </p:cNvCxnSpPr>
            <p:nvPr/>
          </p:nvCxnSpPr>
          <p:spPr bwMode="auto">
            <a:xfrm>
              <a:off x="612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1" name="AutoShape 211"/>
            <p:cNvCxnSpPr>
              <a:cxnSpLocks noChangeShapeType="1"/>
            </p:cNvCxnSpPr>
            <p:nvPr/>
          </p:nvCxnSpPr>
          <p:spPr bwMode="auto">
            <a:xfrm>
              <a:off x="618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2" name="AutoShape 212"/>
            <p:cNvCxnSpPr>
              <a:cxnSpLocks noChangeShapeType="1"/>
            </p:cNvCxnSpPr>
            <p:nvPr/>
          </p:nvCxnSpPr>
          <p:spPr bwMode="auto">
            <a:xfrm>
              <a:off x="6240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3" name="AutoShape 213"/>
            <p:cNvCxnSpPr>
              <a:cxnSpLocks noChangeShapeType="1"/>
            </p:cNvCxnSpPr>
            <p:nvPr/>
          </p:nvCxnSpPr>
          <p:spPr bwMode="auto">
            <a:xfrm>
              <a:off x="6300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4" name="AutoShape 214"/>
            <p:cNvCxnSpPr>
              <a:cxnSpLocks noChangeShapeType="1"/>
            </p:cNvCxnSpPr>
            <p:nvPr/>
          </p:nvCxnSpPr>
          <p:spPr bwMode="auto">
            <a:xfrm>
              <a:off x="635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5" name="AutoShape 215"/>
            <p:cNvCxnSpPr>
              <a:cxnSpLocks noChangeShapeType="1"/>
            </p:cNvCxnSpPr>
            <p:nvPr/>
          </p:nvCxnSpPr>
          <p:spPr bwMode="auto">
            <a:xfrm>
              <a:off x="641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6" name="AutoShape 216"/>
            <p:cNvCxnSpPr>
              <a:cxnSpLocks noChangeShapeType="1"/>
            </p:cNvCxnSpPr>
            <p:nvPr/>
          </p:nvCxnSpPr>
          <p:spPr bwMode="auto">
            <a:xfrm>
              <a:off x="6472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7" name="AutoShape 217"/>
            <p:cNvCxnSpPr>
              <a:cxnSpLocks noChangeShapeType="1"/>
            </p:cNvCxnSpPr>
            <p:nvPr/>
          </p:nvCxnSpPr>
          <p:spPr bwMode="auto">
            <a:xfrm>
              <a:off x="6532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8" name="AutoShape 218"/>
            <p:cNvCxnSpPr>
              <a:cxnSpLocks noChangeShapeType="1"/>
            </p:cNvCxnSpPr>
            <p:nvPr/>
          </p:nvCxnSpPr>
          <p:spPr bwMode="auto">
            <a:xfrm>
              <a:off x="658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39" name="AutoShape 219"/>
            <p:cNvCxnSpPr>
              <a:cxnSpLocks noChangeShapeType="1"/>
            </p:cNvCxnSpPr>
            <p:nvPr/>
          </p:nvCxnSpPr>
          <p:spPr bwMode="auto">
            <a:xfrm>
              <a:off x="664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0" name="AutoShape 220"/>
            <p:cNvCxnSpPr>
              <a:cxnSpLocks noChangeShapeType="1"/>
            </p:cNvCxnSpPr>
            <p:nvPr/>
          </p:nvCxnSpPr>
          <p:spPr bwMode="auto">
            <a:xfrm>
              <a:off x="6704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1" name="AutoShape 221"/>
            <p:cNvCxnSpPr>
              <a:cxnSpLocks noChangeShapeType="1"/>
            </p:cNvCxnSpPr>
            <p:nvPr/>
          </p:nvCxnSpPr>
          <p:spPr bwMode="auto">
            <a:xfrm>
              <a:off x="6764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2" name="AutoShape 222"/>
            <p:cNvCxnSpPr>
              <a:cxnSpLocks noChangeShapeType="1"/>
            </p:cNvCxnSpPr>
            <p:nvPr/>
          </p:nvCxnSpPr>
          <p:spPr bwMode="auto">
            <a:xfrm>
              <a:off x="682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3" name="AutoShape 223"/>
            <p:cNvCxnSpPr>
              <a:cxnSpLocks noChangeShapeType="1"/>
            </p:cNvCxnSpPr>
            <p:nvPr/>
          </p:nvCxnSpPr>
          <p:spPr bwMode="auto">
            <a:xfrm>
              <a:off x="688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4" name="AutoShape 224"/>
            <p:cNvCxnSpPr>
              <a:cxnSpLocks noChangeShapeType="1"/>
            </p:cNvCxnSpPr>
            <p:nvPr/>
          </p:nvCxnSpPr>
          <p:spPr bwMode="auto">
            <a:xfrm>
              <a:off x="693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5" name="AutoShape 225"/>
            <p:cNvCxnSpPr>
              <a:cxnSpLocks noChangeShapeType="1"/>
            </p:cNvCxnSpPr>
            <p:nvPr/>
          </p:nvCxnSpPr>
          <p:spPr bwMode="auto">
            <a:xfrm>
              <a:off x="699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6" name="AutoShape 226"/>
            <p:cNvCxnSpPr>
              <a:cxnSpLocks noChangeShapeType="1"/>
            </p:cNvCxnSpPr>
            <p:nvPr/>
          </p:nvCxnSpPr>
          <p:spPr bwMode="auto">
            <a:xfrm>
              <a:off x="705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7" name="AutoShape 227"/>
            <p:cNvCxnSpPr>
              <a:cxnSpLocks noChangeShapeType="1"/>
            </p:cNvCxnSpPr>
            <p:nvPr/>
          </p:nvCxnSpPr>
          <p:spPr bwMode="auto">
            <a:xfrm>
              <a:off x="711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8" name="AutoShape 228"/>
            <p:cNvCxnSpPr>
              <a:cxnSpLocks noChangeShapeType="1"/>
            </p:cNvCxnSpPr>
            <p:nvPr/>
          </p:nvCxnSpPr>
          <p:spPr bwMode="auto">
            <a:xfrm>
              <a:off x="7164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49" name="AutoShape 229"/>
            <p:cNvCxnSpPr>
              <a:cxnSpLocks noChangeShapeType="1"/>
            </p:cNvCxnSpPr>
            <p:nvPr/>
          </p:nvCxnSpPr>
          <p:spPr bwMode="auto">
            <a:xfrm>
              <a:off x="7220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0" name="AutoShape 230"/>
            <p:cNvCxnSpPr>
              <a:cxnSpLocks noChangeShapeType="1"/>
            </p:cNvCxnSpPr>
            <p:nvPr/>
          </p:nvCxnSpPr>
          <p:spPr bwMode="auto">
            <a:xfrm>
              <a:off x="7280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1" name="AutoShape 231"/>
            <p:cNvCxnSpPr>
              <a:cxnSpLocks noChangeShapeType="1"/>
            </p:cNvCxnSpPr>
            <p:nvPr/>
          </p:nvCxnSpPr>
          <p:spPr bwMode="auto">
            <a:xfrm>
              <a:off x="733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2" name="AutoShape 232"/>
            <p:cNvCxnSpPr>
              <a:cxnSpLocks noChangeShapeType="1"/>
            </p:cNvCxnSpPr>
            <p:nvPr/>
          </p:nvCxnSpPr>
          <p:spPr bwMode="auto">
            <a:xfrm>
              <a:off x="739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3" name="AutoShape 233"/>
            <p:cNvCxnSpPr>
              <a:cxnSpLocks noChangeShapeType="1"/>
            </p:cNvCxnSpPr>
            <p:nvPr/>
          </p:nvCxnSpPr>
          <p:spPr bwMode="auto">
            <a:xfrm>
              <a:off x="775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4" name="AutoShape 234"/>
            <p:cNvCxnSpPr>
              <a:cxnSpLocks noChangeShapeType="1"/>
            </p:cNvCxnSpPr>
            <p:nvPr/>
          </p:nvCxnSpPr>
          <p:spPr bwMode="auto">
            <a:xfrm>
              <a:off x="781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5" name="AutoShape 235"/>
            <p:cNvCxnSpPr>
              <a:cxnSpLocks noChangeShapeType="1"/>
            </p:cNvCxnSpPr>
            <p:nvPr/>
          </p:nvCxnSpPr>
          <p:spPr bwMode="auto">
            <a:xfrm>
              <a:off x="787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6" name="AutoShape 236"/>
            <p:cNvCxnSpPr>
              <a:cxnSpLocks noChangeShapeType="1"/>
            </p:cNvCxnSpPr>
            <p:nvPr/>
          </p:nvCxnSpPr>
          <p:spPr bwMode="auto">
            <a:xfrm>
              <a:off x="793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7" name="AutoShape 237"/>
            <p:cNvCxnSpPr>
              <a:cxnSpLocks noChangeShapeType="1"/>
            </p:cNvCxnSpPr>
            <p:nvPr/>
          </p:nvCxnSpPr>
          <p:spPr bwMode="auto">
            <a:xfrm>
              <a:off x="798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8" name="AutoShape 238"/>
            <p:cNvCxnSpPr>
              <a:cxnSpLocks noChangeShapeType="1"/>
            </p:cNvCxnSpPr>
            <p:nvPr/>
          </p:nvCxnSpPr>
          <p:spPr bwMode="auto">
            <a:xfrm>
              <a:off x="804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59" name="AutoShape 239"/>
            <p:cNvCxnSpPr>
              <a:cxnSpLocks noChangeShapeType="1"/>
            </p:cNvCxnSpPr>
            <p:nvPr/>
          </p:nvCxnSpPr>
          <p:spPr bwMode="auto">
            <a:xfrm>
              <a:off x="810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0" name="AutoShape 240"/>
            <p:cNvCxnSpPr>
              <a:cxnSpLocks noChangeShapeType="1"/>
            </p:cNvCxnSpPr>
            <p:nvPr/>
          </p:nvCxnSpPr>
          <p:spPr bwMode="auto">
            <a:xfrm>
              <a:off x="816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1" name="AutoShape 241"/>
            <p:cNvCxnSpPr>
              <a:cxnSpLocks noChangeShapeType="1"/>
            </p:cNvCxnSpPr>
            <p:nvPr/>
          </p:nvCxnSpPr>
          <p:spPr bwMode="auto">
            <a:xfrm>
              <a:off x="821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2" name="AutoShape 242"/>
            <p:cNvCxnSpPr>
              <a:cxnSpLocks noChangeShapeType="1"/>
            </p:cNvCxnSpPr>
            <p:nvPr/>
          </p:nvCxnSpPr>
          <p:spPr bwMode="auto">
            <a:xfrm>
              <a:off x="827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3" name="AutoShape 243"/>
            <p:cNvCxnSpPr>
              <a:cxnSpLocks noChangeShapeType="1"/>
            </p:cNvCxnSpPr>
            <p:nvPr/>
          </p:nvCxnSpPr>
          <p:spPr bwMode="auto">
            <a:xfrm>
              <a:off x="833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4" name="AutoShape 244"/>
            <p:cNvCxnSpPr>
              <a:cxnSpLocks noChangeShapeType="1"/>
            </p:cNvCxnSpPr>
            <p:nvPr/>
          </p:nvCxnSpPr>
          <p:spPr bwMode="auto">
            <a:xfrm>
              <a:off x="839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5" name="AutoShape 245"/>
            <p:cNvCxnSpPr>
              <a:cxnSpLocks noChangeShapeType="1"/>
            </p:cNvCxnSpPr>
            <p:nvPr/>
          </p:nvCxnSpPr>
          <p:spPr bwMode="auto">
            <a:xfrm>
              <a:off x="844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6" name="AutoShape 246"/>
            <p:cNvCxnSpPr>
              <a:cxnSpLocks noChangeShapeType="1"/>
            </p:cNvCxnSpPr>
            <p:nvPr/>
          </p:nvCxnSpPr>
          <p:spPr bwMode="auto">
            <a:xfrm>
              <a:off x="8508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7" name="AutoShape 247"/>
            <p:cNvCxnSpPr>
              <a:cxnSpLocks noChangeShapeType="1"/>
            </p:cNvCxnSpPr>
            <p:nvPr/>
          </p:nvCxnSpPr>
          <p:spPr bwMode="auto">
            <a:xfrm>
              <a:off x="856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8" name="AutoShape 248"/>
            <p:cNvCxnSpPr>
              <a:cxnSpLocks noChangeShapeType="1"/>
            </p:cNvCxnSpPr>
            <p:nvPr/>
          </p:nvCxnSpPr>
          <p:spPr bwMode="auto">
            <a:xfrm>
              <a:off x="8624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69" name="AutoShape 249"/>
            <p:cNvCxnSpPr>
              <a:cxnSpLocks noChangeShapeType="1"/>
            </p:cNvCxnSpPr>
            <p:nvPr/>
          </p:nvCxnSpPr>
          <p:spPr bwMode="auto">
            <a:xfrm>
              <a:off x="868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0" name="AutoShape 250"/>
            <p:cNvCxnSpPr>
              <a:cxnSpLocks noChangeShapeType="1"/>
            </p:cNvCxnSpPr>
            <p:nvPr/>
          </p:nvCxnSpPr>
          <p:spPr bwMode="auto">
            <a:xfrm>
              <a:off x="874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1" name="AutoShape 251"/>
            <p:cNvCxnSpPr>
              <a:cxnSpLocks noChangeShapeType="1"/>
            </p:cNvCxnSpPr>
            <p:nvPr/>
          </p:nvCxnSpPr>
          <p:spPr bwMode="auto">
            <a:xfrm>
              <a:off x="8796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2" name="AutoShape 252"/>
            <p:cNvCxnSpPr>
              <a:cxnSpLocks noChangeShapeType="1"/>
            </p:cNvCxnSpPr>
            <p:nvPr/>
          </p:nvCxnSpPr>
          <p:spPr bwMode="auto">
            <a:xfrm>
              <a:off x="8856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3" name="AutoShape 253"/>
            <p:cNvCxnSpPr>
              <a:cxnSpLocks noChangeShapeType="1"/>
            </p:cNvCxnSpPr>
            <p:nvPr/>
          </p:nvCxnSpPr>
          <p:spPr bwMode="auto">
            <a:xfrm>
              <a:off x="891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4" name="AutoShape 254"/>
            <p:cNvCxnSpPr>
              <a:cxnSpLocks noChangeShapeType="1"/>
            </p:cNvCxnSpPr>
            <p:nvPr/>
          </p:nvCxnSpPr>
          <p:spPr bwMode="auto">
            <a:xfrm>
              <a:off x="897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5" name="AutoShape 255"/>
            <p:cNvCxnSpPr>
              <a:cxnSpLocks noChangeShapeType="1"/>
            </p:cNvCxnSpPr>
            <p:nvPr/>
          </p:nvCxnSpPr>
          <p:spPr bwMode="auto">
            <a:xfrm>
              <a:off x="9028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6" name="AutoShape 256"/>
            <p:cNvCxnSpPr>
              <a:cxnSpLocks noChangeShapeType="1"/>
            </p:cNvCxnSpPr>
            <p:nvPr/>
          </p:nvCxnSpPr>
          <p:spPr bwMode="auto">
            <a:xfrm>
              <a:off x="9088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7" name="AutoShape 257"/>
            <p:cNvCxnSpPr>
              <a:cxnSpLocks noChangeShapeType="1"/>
            </p:cNvCxnSpPr>
            <p:nvPr/>
          </p:nvCxnSpPr>
          <p:spPr bwMode="auto">
            <a:xfrm>
              <a:off x="9140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8" name="AutoShape 258"/>
            <p:cNvCxnSpPr>
              <a:cxnSpLocks noChangeShapeType="1"/>
            </p:cNvCxnSpPr>
            <p:nvPr/>
          </p:nvCxnSpPr>
          <p:spPr bwMode="auto">
            <a:xfrm>
              <a:off x="919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79" name="AutoShape 259"/>
            <p:cNvCxnSpPr>
              <a:cxnSpLocks noChangeShapeType="1"/>
            </p:cNvCxnSpPr>
            <p:nvPr/>
          </p:nvCxnSpPr>
          <p:spPr bwMode="auto">
            <a:xfrm>
              <a:off x="9256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0" name="AutoShape 260"/>
            <p:cNvCxnSpPr>
              <a:cxnSpLocks noChangeShapeType="1"/>
            </p:cNvCxnSpPr>
            <p:nvPr/>
          </p:nvCxnSpPr>
          <p:spPr bwMode="auto">
            <a:xfrm>
              <a:off x="931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1" name="AutoShape 261"/>
            <p:cNvCxnSpPr>
              <a:cxnSpLocks noChangeShapeType="1"/>
            </p:cNvCxnSpPr>
            <p:nvPr/>
          </p:nvCxnSpPr>
          <p:spPr bwMode="auto">
            <a:xfrm>
              <a:off x="9372" y="895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2" name="AutoShape 262"/>
            <p:cNvCxnSpPr>
              <a:cxnSpLocks noChangeShapeType="1"/>
            </p:cNvCxnSpPr>
            <p:nvPr/>
          </p:nvCxnSpPr>
          <p:spPr bwMode="auto">
            <a:xfrm>
              <a:off x="7452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3" name="AutoShape 263"/>
            <p:cNvCxnSpPr>
              <a:cxnSpLocks noChangeShapeType="1"/>
            </p:cNvCxnSpPr>
            <p:nvPr/>
          </p:nvCxnSpPr>
          <p:spPr bwMode="auto">
            <a:xfrm>
              <a:off x="7512" y="895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4" name="AutoShape 264"/>
            <p:cNvCxnSpPr>
              <a:cxnSpLocks noChangeShapeType="1"/>
            </p:cNvCxnSpPr>
            <p:nvPr/>
          </p:nvCxnSpPr>
          <p:spPr bwMode="auto">
            <a:xfrm>
              <a:off x="9424" y="8948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5" name="AutoShape 265"/>
            <p:cNvCxnSpPr>
              <a:cxnSpLocks noChangeShapeType="1"/>
            </p:cNvCxnSpPr>
            <p:nvPr/>
          </p:nvCxnSpPr>
          <p:spPr bwMode="auto">
            <a:xfrm>
              <a:off x="4220" y="924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6" name="AutoShape 266"/>
            <p:cNvCxnSpPr>
              <a:cxnSpLocks noChangeShapeType="1"/>
            </p:cNvCxnSpPr>
            <p:nvPr/>
          </p:nvCxnSpPr>
          <p:spPr bwMode="auto">
            <a:xfrm>
              <a:off x="4276" y="924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7" name="AutoShape 267"/>
            <p:cNvCxnSpPr>
              <a:cxnSpLocks noChangeShapeType="1"/>
            </p:cNvCxnSpPr>
            <p:nvPr/>
          </p:nvCxnSpPr>
          <p:spPr bwMode="auto">
            <a:xfrm>
              <a:off x="4336" y="924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8" name="AutoShape 268"/>
            <p:cNvCxnSpPr>
              <a:cxnSpLocks noChangeShapeType="1"/>
            </p:cNvCxnSpPr>
            <p:nvPr/>
          </p:nvCxnSpPr>
          <p:spPr bwMode="auto">
            <a:xfrm>
              <a:off x="4388" y="924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89" name="AutoShape 269"/>
            <p:cNvCxnSpPr>
              <a:cxnSpLocks noChangeShapeType="1"/>
            </p:cNvCxnSpPr>
            <p:nvPr/>
          </p:nvCxnSpPr>
          <p:spPr bwMode="auto">
            <a:xfrm>
              <a:off x="8924" y="924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90" name="AutoShape 270"/>
            <p:cNvCxnSpPr>
              <a:cxnSpLocks noChangeShapeType="1"/>
            </p:cNvCxnSpPr>
            <p:nvPr/>
          </p:nvCxnSpPr>
          <p:spPr bwMode="auto">
            <a:xfrm>
              <a:off x="8980" y="924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91" name="AutoShape 271"/>
            <p:cNvCxnSpPr>
              <a:cxnSpLocks noChangeShapeType="1"/>
            </p:cNvCxnSpPr>
            <p:nvPr/>
          </p:nvCxnSpPr>
          <p:spPr bwMode="auto">
            <a:xfrm>
              <a:off x="9040" y="9246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  <p:cxnSp>
          <p:nvCxnSpPr>
            <p:cNvPr id="5392" name="AutoShape 272"/>
            <p:cNvCxnSpPr>
              <a:cxnSpLocks noChangeShapeType="1"/>
            </p:cNvCxnSpPr>
            <p:nvPr/>
          </p:nvCxnSpPr>
          <p:spPr bwMode="auto">
            <a:xfrm>
              <a:off x="9092" y="9242"/>
              <a:ext cx="1" cy="57"/>
            </a:xfrm>
            <a:prstGeom prst="straightConnector1">
              <a:avLst/>
            </a:prstGeom>
            <a:noFill/>
            <a:ln w="3175">
              <a:solidFill>
                <a:srgbClr val="000000"/>
              </a:solidFill>
              <a:round/>
            </a:ln>
          </p:spPr>
        </p:cxnSp>
      </p:grpSp>
      <p:sp>
        <p:nvSpPr>
          <p:cNvPr id="5404" name="矩形 5403"/>
          <p:cNvSpPr/>
          <p:nvPr/>
        </p:nvSpPr>
        <p:spPr>
          <a:xfrm>
            <a:off x="647700" y="1039495"/>
            <a:ext cx="5617210" cy="419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验证空气阻力与速度的关系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cxnSp>
        <p:nvCxnSpPr>
          <p:cNvPr id="5406" name="直线箭头连接符 5405"/>
          <p:cNvCxnSpPr/>
          <p:nvPr/>
        </p:nvCxnSpPr>
        <p:spPr>
          <a:xfrm flipV="1">
            <a:off x="3138745" y="3139495"/>
            <a:ext cx="4257523" cy="24190"/>
          </a:xfrm>
          <a:prstGeom prst="straightConnector1">
            <a:avLst/>
          </a:prstGeom>
          <a:ln w="57150" cmpd="sng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80" name="直线箭头连接符 5279"/>
          <p:cNvCxnSpPr/>
          <p:nvPr/>
        </p:nvCxnSpPr>
        <p:spPr>
          <a:xfrm flipH="1">
            <a:off x="7271984" y="3612894"/>
            <a:ext cx="404449" cy="1150217"/>
          </a:xfrm>
          <a:prstGeom prst="straightConnector1">
            <a:avLst/>
          </a:prstGeom>
          <a:ln w="38100" cmpd="sng">
            <a:solidFill>
              <a:srgbClr val="FF0000"/>
            </a:solidFill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3" name="文本框 5282"/>
          <p:cNvSpPr txBox="1"/>
          <p:nvPr/>
        </p:nvSpPr>
        <p:spPr>
          <a:xfrm>
            <a:off x="4910969" y="3189354"/>
            <a:ext cx="4717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endParaRPr kumimoji="1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9" name="文本框 308"/>
          <p:cNvSpPr txBox="1"/>
          <p:nvPr/>
        </p:nvSpPr>
        <p:spPr>
          <a:xfrm>
            <a:off x="7202556" y="3683179"/>
            <a:ext cx="47171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endParaRPr kumimoji="1"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284" name="圆角矩形标注 5283"/>
          <p:cNvSpPr/>
          <p:nvPr/>
        </p:nvSpPr>
        <p:spPr>
          <a:xfrm>
            <a:off x="7930879" y="3779339"/>
            <a:ext cx="3949338" cy="1502228"/>
          </a:xfrm>
          <a:prstGeom prst="wedgeRoundRectCallout">
            <a:avLst>
              <a:gd name="adj1" fmla="val -62260"/>
              <a:gd name="adj2" fmla="val -22928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kumimoji="1"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方向不调平，重力做功。</a:t>
            </a:r>
            <a:endParaRPr kumimoji="1" lang="en-US" altLang="zh-CN" sz="2000" dirty="0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kumimoji="1" lang="en-US" altLang="zh-CN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Y</a:t>
            </a:r>
            <a:r>
              <a:rPr kumimoji="1" lang="zh-CN" altLang="en-US" sz="20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方向不调平，会导致正压力，增加滑块与气垫导轨间的摩擦力！</a:t>
            </a:r>
          </a:p>
        </p:txBody>
      </p:sp>
      <p:sp>
        <p:nvSpPr>
          <p:cNvPr id="5285" name="椭圆形标注 5284"/>
          <p:cNvSpPr/>
          <p:nvPr/>
        </p:nvSpPr>
        <p:spPr>
          <a:xfrm>
            <a:off x="8090658" y="1816795"/>
            <a:ext cx="2807920" cy="1514025"/>
          </a:xfrm>
          <a:prstGeom prst="wedgeEllipseCallout">
            <a:avLst>
              <a:gd name="adj1" fmla="val -32629"/>
              <a:gd name="adj2" fmla="val 56517"/>
            </a:avLst>
          </a:prstGeom>
          <a:solidFill>
            <a:srgbClr val="FBE5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为什么两个方向都需要调平？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90575" y="1909445"/>
            <a:ext cx="7695565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仪器调平</a:t>
            </a:r>
            <a:r>
              <a:rPr lang="en-US" altLang="zh-CN" sz="2400" dirty="0">
                <a:latin typeface="华文楷体" panose="02010600040101010101" charset="-122"/>
                <a:ea typeface="华文楷体" panose="02010600040101010101" charset="-122"/>
                <a:sym typeface="+mn-ea"/>
              </a:rPr>
              <a:t>——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调整检验使气垫导轨处于水平状态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endParaRPr lang="zh-CN" altLang="en-US" sz="2400" dirty="0"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284" grpId="0" bldLvl="0" animBg="1"/>
      <p:bldP spid="5285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>
                <a:latin typeface="楷体" panose="02010609060101010101" pitchFamily="49" charset="-122"/>
                <a:ea typeface="楷体" panose="02010609060101010101" pitchFamily="49" charset="-122"/>
              </a:rPr>
              <a:t>19</a:t>
            </a:fld>
            <a:endParaRPr lang="zh-CN" altLang="en-US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44880" y="2401570"/>
            <a:ext cx="687197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本实验中，低速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空气粘滞阻力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与速度  成线性关系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如何采集数据，才能获得空气阻力与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速度的关系？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endParaRPr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如何</a:t>
            </a:r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自检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数据？（最少</a:t>
            </a: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个点）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	</a:t>
            </a:r>
            <a:endParaRPr lang="zh-CN" altLang="en-US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1" name="Object 3"/>
          <p:cNvGraphicFramePr>
            <a:graphicFrameLocks noChangeAspect="1"/>
          </p:cNvGraphicFramePr>
          <p:nvPr/>
        </p:nvGraphicFramePr>
        <p:xfrm>
          <a:off x="4079083" y="2835343"/>
          <a:ext cx="27559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4300" imgH="139700" progId="Equation.3">
                  <p:embed/>
                </p:oleObj>
              </mc:Choice>
              <mc:Fallback>
                <p:oleObj name="公式" r:id="rId3" imgW="114300" imgH="139700" progId="Equation.3">
                  <p:embed/>
                  <p:pic>
                    <p:nvPicPr>
                      <p:cNvPr id="0" name="Picture 10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083" y="2835343"/>
                        <a:ext cx="275590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"/>
          <p:cNvGraphicFramePr>
            <a:graphicFrameLocks noChangeAspect="1"/>
          </p:cNvGraphicFramePr>
          <p:nvPr/>
        </p:nvGraphicFramePr>
        <p:xfrm>
          <a:off x="2957558" y="3346269"/>
          <a:ext cx="1287463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532765" imgH="203200" progId="Equation.3">
                  <p:embed/>
                </p:oleObj>
              </mc:Choice>
              <mc:Fallback>
                <p:oleObj name="公式" r:id="rId5" imgW="532765" imgH="203200" progId="Equation.3">
                  <p:embed/>
                  <p:pic>
                    <p:nvPicPr>
                      <p:cNvPr id="0" name="Picture 10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58" y="3346269"/>
                        <a:ext cx="1287463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56" name="Object 12"/>
          <p:cNvGraphicFramePr>
            <a:graphicFrameLocks noChangeAspect="1"/>
          </p:cNvGraphicFramePr>
          <p:nvPr/>
        </p:nvGraphicFramePr>
        <p:xfrm>
          <a:off x="2851876" y="2795904"/>
          <a:ext cx="274320" cy="396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1765" imgH="203200" progId="Equation.3">
                  <p:embed/>
                </p:oleObj>
              </mc:Choice>
              <mc:Fallback>
                <p:oleObj name="公式" r:id="rId7" imgW="151765" imgH="203200" progId="Equation.3">
                  <p:embed/>
                  <p:pic>
                    <p:nvPicPr>
                      <p:cNvPr id="0" name="Picture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876" y="2795904"/>
                        <a:ext cx="274320" cy="3962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矩形 34"/>
          <p:cNvSpPr/>
          <p:nvPr/>
        </p:nvSpPr>
        <p:spPr>
          <a:xfrm>
            <a:off x="2906305" y="3291387"/>
            <a:ext cx="1410789" cy="5878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1753" name="Object 9"/>
          <p:cNvGraphicFramePr>
            <a:graphicFrameLocks noChangeAspect="1"/>
          </p:cNvGraphicFramePr>
          <p:nvPr/>
        </p:nvGraphicFramePr>
        <p:xfrm>
          <a:off x="3265126" y="2401797"/>
          <a:ext cx="976668" cy="451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94665" imgH="228600" progId="Equation.3">
                  <p:embed/>
                </p:oleObj>
              </mc:Choice>
              <mc:Fallback>
                <p:oleObj name="公式" r:id="rId9" imgW="494665" imgH="228600" progId="Equation.3">
                  <p:embed/>
                  <p:pic>
                    <p:nvPicPr>
                      <p:cNvPr id="0" name="Picture 10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5126" y="2401797"/>
                        <a:ext cx="976668" cy="451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1181100" y="4612108"/>
            <a:ext cx="4245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速度范围足够大</a:t>
            </a:r>
            <a:endParaRPr lang="zh-CN" altLang="en-US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180828" y="5414396"/>
            <a:ext cx="42454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—</a:t>
            </a:r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基本符合线性关系</a:t>
            </a:r>
            <a:endParaRPr lang="zh-CN" altLang="en-US" sz="2400" dirty="0"/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0023242" y="4290282"/>
          <a:ext cx="1816489" cy="527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786765" imgH="228600" progId="Equation.3">
                  <p:embed/>
                </p:oleObj>
              </mc:Choice>
              <mc:Fallback>
                <p:oleObj name="公式" r:id="rId11" imgW="786765" imgH="228600" progId="Equation.3">
                  <p:embed/>
                  <p:pic>
                    <p:nvPicPr>
                      <p:cNvPr id="0" name="Picture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3242" y="4290282"/>
                        <a:ext cx="1816489" cy="527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文本框 38"/>
          <p:cNvSpPr txBox="1"/>
          <p:nvPr/>
        </p:nvSpPr>
        <p:spPr>
          <a:xfrm>
            <a:off x="6655351" y="4301665"/>
            <a:ext cx="34255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雷诺数</a:t>
            </a:r>
            <a:r>
              <a:rPr kumimoji="1"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（表征流体流动情况）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790575" y="1709420"/>
            <a:ext cx="1870075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实验数据</a:t>
            </a:r>
            <a:endParaRPr lang="zh-CN" altLang="en-US" sz="2400" dirty="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5404" name="矩形 5403"/>
          <p:cNvSpPr/>
          <p:nvPr/>
        </p:nvSpPr>
        <p:spPr>
          <a:xfrm>
            <a:off x="647700" y="1039495"/>
            <a:ext cx="5617210" cy="41973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验证空气阻力与速度的关系</a:t>
            </a: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E574156-FADC-3A69-A514-0A2317965D2D}"/>
              </a:ext>
            </a:extLst>
          </p:cNvPr>
          <p:cNvGrpSpPr/>
          <p:nvPr/>
        </p:nvGrpSpPr>
        <p:grpSpPr>
          <a:xfrm>
            <a:off x="6946265" y="775044"/>
            <a:ext cx="4300855" cy="3481539"/>
            <a:chOff x="6946265" y="775044"/>
            <a:chExt cx="4300855" cy="3481539"/>
          </a:xfrm>
        </p:grpSpPr>
        <p:pic>
          <p:nvPicPr>
            <p:cNvPr id="34" name="图片 33"/>
            <p:cNvPicPr/>
            <p:nvPr/>
          </p:nvPicPr>
          <p:blipFill>
            <a:blip r:embed="rId13"/>
            <a:stretch>
              <a:fillRect/>
            </a:stretch>
          </p:blipFill>
          <p:spPr>
            <a:xfrm>
              <a:off x="6946265" y="1070153"/>
              <a:ext cx="4300855" cy="3186430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71DFB127-908B-04DF-8AE4-D20FEEC55731}"/>
                </a:ext>
              </a:extLst>
            </p:cNvPr>
            <p:cNvSpPr txBox="1"/>
            <p:nvPr/>
          </p:nvSpPr>
          <p:spPr>
            <a:xfrm>
              <a:off x="8368124" y="775044"/>
              <a:ext cx="236571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  <a:sym typeface="+mn-ea"/>
                </a:rPr>
                <a:t>空气阻力与速度图</a:t>
              </a:r>
              <a:endParaRPr lang="zh-CN" altLang="en-US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482214D8-430F-4D34-DDAF-8E096F4F1B13}"/>
              </a:ext>
            </a:extLst>
          </p:cNvPr>
          <p:cNvGrpSpPr/>
          <p:nvPr/>
        </p:nvGrpSpPr>
        <p:grpSpPr>
          <a:xfrm>
            <a:off x="5550426" y="4912985"/>
            <a:ext cx="3125152" cy="1569660"/>
            <a:chOff x="2025968" y="2286000"/>
            <a:chExt cx="3125152" cy="1569660"/>
          </a:xfrm>
        </p:grpSpPr>
        <p:graphicFrame>
          <p:nvGraphicFramePr>
            <p:cNvPr id="6" name="Object 3">
              <a:extLst>
                <a:ext uri="{FF2B5EF4-FFF2-40B4-BE49-F238E27FC236}">
                  <a16:creationId xmlns:a16="http://schemas.microsoft.com/office/drawing/2014/main" id="{D8187FA4-FB64-9DB5-14E5-5B2F0DF98F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71053" y="2352676"/>
            <a:ext cx="275907" cy="336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14231" imgH="139616" progId="Equation.3">
                    <p:embed/>
                  </p:oleObj>
                </mc:Choice>
                <mc:Fallback>
                  <p:oleObj name="公式" r:id="rId14" imgW="114231" imgH="139616" progId="Equation.3">
                    <p:embed/>
                    <p:pic>
                      <p:nvPicPr>
                        <p:cNvPr id="31747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1053" y="2352676"/>
                          <a:ext cx="275907" cy="3365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7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TextBox 20">
              <a:extLst>
                <a:ext uri="{FF2B5EF4-FFF2-40B4-BE49-F238E27FC236}">
                  <a16:creationId xmlns:a16="http://schemas.microsoft.com/office/drawing/2014/main" id="{9F20CDBC-A820-454E-6D6D-643328016DDE}"/>
                </a:ext>
              </a:extLst>
            </p:cNvPr>
            <p:cNvSpPr txBox="1"/>
            <p:nvPr/>
          </p:nvSpPr>
          <p:spPr>
            <a:xfrm>
              <a:off x="2407920" y="2286000"/>
              <a:ext cx="27432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楷体" pitchFamily="49" charset="-122"/>
                  <a:ea typeface="楷体" pitchFamily="49" charset="-122"/>
                </a:rPr>
                <a:t>速度</a:t>
              </a:r>
              <a:endParaRPr lang="en-US" altLang="zh-CN" sz="2400" dirty="0">
                <a:latin typeface="楷体" pitchFamily="49" charset="-122"/>
                <a:ea typeface="楷体" pitchFamily="49" charset="-122"/>
              </a:endParaRPr>
            </a:p>
            <a:p>
              <a:r>
                <a:rPr lang="zh-CN" altLang="en-US" sz="2400" dirty="0">
                  <a:latin typeface="楷体" pitchFamily="49" charset="-122"/>
                  <a:ea typeface="楷体" pitchFamily="49" charset="-122"/>
                </a:rPr>
                <a:t>密度</a:t>
              </a:r>
              <a:endParaRPr lang="en-US" altLang="zh-CN" sz="2400" dirty="0">
                <a:latin typeface="楷体" pitchFamily="49" charset="-122"/>
                <a:ea typeface="楷体" pitchFamily="49" charset="-122"/>
              </a:endParaRPr>
            </a:p>
            <a:p>
              <a:r>
                <a:rPr lang="zh-CN" altLang="en-US" sz="2400" dirty="0">
                  <a:latin typeface="楷体" pitchFamily="49" charset="-122"/>
                  <a:ea typeface="楷体" pitchFamily="49" charset="-122"/>
                </a:rPr>
                <a:t>特征长度</a:t>
              </a:r>
              <a:endParaRPr lang="en-US" altLang="zh-CN" sz="2400" dirty="0">
                <a:latin typeface="楷体" pitchFamily="49" charset="-122"/>
                <a:ea typeface="楷体" pitchFamily="49" charset="-122"/>
              </a:endParaRPr>
            </a:p>
            <a:p>
              <a:r>
                <a:rPr lang="zh-CN" altLang="en-US" sz="2400" dirty="0">
                  <a:latin typeface="楷体" pitchFamily="49" charset="-122"/>
                  <a:ea typeface="楷体" pitchFamily="49" charset="-122"/>
                </a:rPr>
                <a:t>粘滞系数</a:t>
              </a:r>
            </a:p>
          </p:txBody>
        </p:sp>
        <p:graphicFrame>
          <p:nvGraphicFramePr>
            <p:cNvPr id="8" name="Object 4">
              <a:extLst>
                <a:ext uri="{FF2B5EF4-FFF2-40B4-BE49-F238E27FC236}">
                  <a16:creationId xmlns:a16="http://schemas.microsoft.com/office/drawing/2014/main" id="{7A7841F4-D1D0-9DF4-C3D2-32DB1BAD340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6920" y="2720022"/>
            <a:ext cx="365760" cy="356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52216" imgH="164901" progId="Equation.3">
                    <p:embed/>
                  </p:oleObj>
                </mc:Choice>
                <mc:Fallback>
                  <p:oleObj name="公式" r:id="rId16" imgW="152216" imgH="164901" progId="Equation.3">
                    <p:embed/>
                    <p:pic>
                      <p:nvPicPr>
                        <p:cNvPr id="31748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6920" y="2720022"/>
                          <a:ext cx="365760" cy="3565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7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5">
              <a:extLst>
                <a:ext uri="{FF2B5EF4-FFF2-40B4-BE49-F238E27FC236}">
                  <a16:creationId xmlns:a16="http://schemas.microsoft.com/office/drawing/2014/main" id="{11C4C8C6-61BE-D92B-E536-52BAF2DE4F7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25968" y="3026652"/>
            <a:ext cx="336232" cy="4299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39279" imgH="177815" progId="Equation.3">
                    <p:embed/>
                  </p:oleObj>
                </mc:Choice>
                <mc:Fallback>
                  <p:oleObj name="公式" r:id="rId18" imgW="139279" imgH="177815" progId="Equation.3">
                    <p:embed/>
                    <p:pic>
                      <p:nvPicPr>
                        <p:cNvPr id="31749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5968" y="3026652"/>
                          <a:ext cx="336232" cy="4299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7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6">
              <a:extLst>
                <a:ext uri="{FF2B5EF4-FFF2-40B4-BE49-F238E27FC236}">
                  <a16:creationId xmlns:a16="http://schemas.microsoft.com/office/drawing/2014/main" id="{EC45DC6C-0F9B-DB77-D627-2345FE903A5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31048" y="3454718"/>
            <a:ext cx="361632" cy="3916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52216" imgH="164901" progId="Equation.3">
                    <p:embed/>
                  </p:oleObj>
                </mc:Choice>
                <mc:Fallback>
                  <p:oleObj name="公式" r:id="rId20" imgW="152216" imgH="164901" progId="Equation.3">
                    <p:embed/>
                    <p:pic>
                      <p:nvPicPr>
                        <p:cNvPr id="3175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1048" y="3454718"/>
                          <a:ext cx="361632" cy="3916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=""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=""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="" xmlns:a14="http://schemas.microsoft.com/office/drawing/2010/main">
                              <a:effectLst>
                                <a:outerShdw blurRad="63500" dist="38097" dir="2700000" algn="ctr" rotWithShape="0">
                                  <a:schemeClr val="bg2">
                                    <a:alpha val="74997"/>
                                  </a:schemeClr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AA307F0-6FDE-56C8-38F4-E7ADAD400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625893"/>
              </p:ext>
            </p:extLst>
          </p:nvPr>
        </p:nvGraphicFramePr>
        <p:xfrm>
          <a:off x="7537659" y="4885892"/>
          <a:ext cx="3774438" cy="14444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8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8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1471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空气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(mPa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  <a:latin typeface="宋体"/>
                          <a:ea typeface="宋体"/>
                        </a:rPr>
                        <a:t>•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s)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0.01846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1.0016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    (kg/m</a:t>
                      </a:r>
                      <a:r>
                        <a:rPr lang="en-US" altLang="zh-CN" baseline="30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1.293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1000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Object 7">
            <a:extLst>
              <a:ext uri="{FF2B5EF4-FFF2-40B4-BE49-F238E27FC236}">
                <a16:creationId xmlns:a16="http://schemas.microsoft.com/office/drawing/2014/main" id="{667A77A4-6857-0E3D-F6B2-8E2E880282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454220"/>
              </p:ext>
            </p:extLst>
          </p:nvPr>
        </p:nvGraphicFramePr>
        <p:xfrm>
          <a:off x="7566907" y="5424250"/>
          <a:ext cx="350844" cy="380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2216" imgH="164901" progId="Equation.3">
                  <p:embed/>
                </p:oleObj>
              </mc:Choice>
              <mc:Fallback>
                <p:oleObj name="公式" r:id="rId22" imgW="152216" imgH="164901" progId="Equation.3">
                  <p:embed/>
                  <p:pic>
                    <p:nvPicPr>
                      <p:cNvPr id="3175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6907" y="5424250"/>
                        <a:ext cx="350844" cy="3800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8">
            <a:extLst>
              <a:ext uri="{FF2B5EF4-FFF2-40B4-BE49-F238E27FC236}">
                <a16:creationId xmlns:a16="http://schemas.microsoft.com/office/drawing/2014/main" id="{0505A8BE-B744-C19A-407E-AF57649930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833424"/>
              </p:ext>
            </p:extLst>
          </p:nvPr>
        </p:nvGraphicFramePr>
        <p:xfrm>
          <a:off x="7592037" y="5914969"/>
          <a:ext cx="353922" cy="346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152216" imgH="164901" progId="Equation.3">
                  <p:embed/>
                </p:oleObj>
              </mc:Choice>
              <mc:Fallback>
                <p:oleObj name="公式" r:id="rId24" imgW="152216" imgH="164901" progId="Equation.3">
                  <p:embed/>
                  <p:pic>
                    <p:nvPicPr>
                      <p:cNvPr id="3175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2037" y="5914969"/>
                        <a:ext cx="353922" cy="346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=""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7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uild="allAtOnce"/>
      <p:bldP spid="37" grpId="0" build="allAtOnce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4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fld>
            <a:endParaRPr lang="zh-CN" altLang="en-US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71525" y="2558415"/>
            <a:ext cx="7230745" cy="24841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两光电门之间间距合适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太大，空气阻力与摩擦力做功，动能损耗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太小，无法保证光电门记录到碰撞前后的速度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要求碰撞前总动量</a:t>
            </a:r>
            <a:r>
              <a:rPr kumimoji="1" lang="en-US" altLang="zh-CN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足够大！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若</a:t>
            </a:r>
            <a:r>
              <a:rPr kumimoji="1"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kumimoji="1"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过小，</a:t>
            </a:r>
            <a:r>
              <a:rPr lang="el-GR" altLang="zh-CN" sz="2400" i="1" dirty="0">
                <a:latin typeface="Times New Roman" panose="02020603050405020304"/>
                <a:ea typeface="宋体" panose="02010600030101010101" pitchFamily="2" charset="-122"/>
              </a:rPr>
              <a:t> </a:t>
            </a:r>
            <a:r>
              <a:rPr lang="en-US" altLang="zh-CN" sz="2400" i="1" dirty="0">
                <a:latin typeface="Times New Roman" panose="02020603050405020304"/>
                <a:ea typeface="宋体" panose="02010600030101010101" pitchFamily="2" charset="-122"/>
              </a:rPr>
              <a:t>         </a:t>
            </a:r>
          </a:p>
          <a:p>
            <a:pPr indent="0">
              <a:buFont typeface="Arial" panose="020B0604020202020204" pitchFamily="34" charset="0"/>
              <a:buNone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可能非常大。          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0">
              <a:buFont typeface="Arial" panose="020B0604020202020204" pitchFamily="34" charset="0"/>
              <a:buNone/>
            </a:pP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3" name="对象 42"/>
          <p:cNvGraphicFramePr>
            <a:graphicFrameLocks noChangeAspect="1"/>
          </p:cNvGraphicFramePr>
          <p:nvPr/>
        </p:nvGraphicFramePr>
        <p:xfrm>
          <a:off x="6566444" y="4045722"/>
          <a:ext cx="754651" cy="377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431165" imgH="215900" progId="Equation.3">
                  <p:embed/>
                </p:oleObj>
              </mc:Choice>
              <mc:Fallback>
                <p:oleObj name="公式" r:id="rId3" imgW="431165" imgH="215900" progId="Equation.3">
                  <p:embed/>
                  <p:pic>
                    <p:nvPicPr>
                      <p:cNvPr id="0" name="Picture 2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6444" y="4045722"/>
                        <a:ext cx="754651" cy="377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2" name="Object 14"/>
          <p:cNvGraphicFramePr>
            <a:graphicFrameLocks noChangeAspect="1"/>
          </p:cNvGraphicFramePr>
          <p:nvPr/>
        </p:nvGraphicFramePr>
        <p:xfrm>
          <a:off x="5421534" y="4012612"/>
          <a:ext cx="294010" cy="4165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51765" imgH="215900" progId="Equation.3">
                  <p:embed/>
                </p:oleObj>
              </mc:Choice>
              <mc:Fallback>
                <p:oleObj name="公式" r:id="rId5" imgW="151765" imgH="215900" progId="Equation.3">
                  <p:embed/>
                  <p:pic>
                    <p:nvPicPr>
                      <p:cNvPr id="0" name="Picture 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1534" y="4012612"/>
                        <a:ext cx="294010" cy="4165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9738575"/>
              </p:ext>
            </p:extLst>
          </p:nvPr>
        </p:nvGraphicFramePr>
        <p:xfrm>
          <a:off x="3536012" y="4049319"/>
          <a:ext cx="289560" cy="41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51765" imgH="215900" progId="Equation.3">
                  <p:embed/>
                </p:oleObj>
              </mc:Choice>
              <mc:Fallback>
                <p:oleObj name="公式" r:id="rId7" imgW="151765" imgH="215900" progId="Equation.3">
                  <p:embed/>
                  <p:pic>
                    <p:nvPicPr>
                      <p:cNvPr id="0" name="Picture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6012" y="4049319"/>
                        <a:ext cx="289560" cy="4102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4" name="矩形 5403"/>
          <p:cNvSpPr/>
          <p:nvPr/>
        </p:nvSpPr>
        <p:spPr>
          <a:xfrm>
            <a:off x="647700" y="1039495"/>
            <a:ext cx="5617210" cy="6076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设计实验验证动量守恒定律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90575" y="1709420"/>
            <a:ext cx="1870075" cy="581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实验要求</a:t>
            </a:r>
            <a:endParaRPr lang="zh-CN" altLang="en-US" sz="2400" dirty="0">
              <a:latin typeface="华文楷体" panose="02010600040101010101" charset="-122"/>
              <a:ea typeface="华文楷体" panose="02010600040101010101" charset="-122"/>
              <a:sym typeface="+mn-ea"/>
            </a:endParaRPr>
          </a:p>
          <a:p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55"/>
          <a:stretch>
            <a:fillRect/>
          </a:stretch>
        </p:blipFill>
        <p:spPr>
          <a:xfrm>
            <a:off x="8113759" y="2731710"/>
            <a:ext cx="2860766" cy="178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14" name="TextBox 40"/>
          <p:cNvSpPr txBox="1"/>
          <p:nvPr/>
        </p:nvSpPr>
        <p:spPr>
          <a:xfrm>
            <a:off x="8166009" y="2515236"/>
            <a:ext cx="10189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光电门</a:t>
            </a:r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15" name="TextBox 41"/>
          <p:cNvSpPr txBox="1"/>
          <p:nvPr/>
        </p:nvSpPr>
        <p:spPr>
          <a:xfrm>
            <a:off x="10216877" y="2510882"/>
            <a:ext cx="888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光电门</a:t>
            </a:r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4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>
                <a:latin typeface="楷体" panose="02010609060101010101" pitchFamily="49" charset="-122"/>
                <a:ea typeface="楷体" panose="02010609060101010101" pitchFamily="49" charset="-122"/>
              </a:rPr>
              <a:t>21</a:t>
            </a:fld>
            <a:endParaRPr lang="zh-CN" altLang="en-US" sz="16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45210" y="1615440"/>
            <a:ext cx="7068820" cy="16205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kumimoji="1"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一滑块静止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        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col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相向碰撞          反向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col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追碰              同向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(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S2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)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155"/>
          <a:stretch>
            <a:fillRect/>
          </a:stretch>
        </p:blipFill>
        <p:spPr>
          <a:xfrm>
            <a:off x="8113759" y="2731710"/>
            <a:ext cx="2860766" cy="178130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41" name="TextBox 40"/>
          <p:cNvSpPr txBox="1"/>
          <p:nvPr/>
        </p:nvSpPr>
        <p:spPr>
          <a:xfrm>
            <a:off x="8166009" y="2515236"/>
            <a:ext cx="1018903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光电门</a:t>
            </a:r>
            <a:r>
              <a:rPr lang="en-US" altLang="zh-CN" sz="1400" b="1" dirty="0"/>
              <a:t>1</a:t>
            </a:r>
            <a:endParaRPr lang="zh-CN" altLang="en-US" sz="1400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10216877" y="2510882"/>
            <a:ext cx="888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光电门</a:t>
            </a:r>
            <a:r>
              <a:rPr lang="en-US" altLang="zh-CN" sz="1400" b="1" dirty="0"/>
              <a:t>2</a:t>
            </a:r>
            <a:endParaRPr lang="zh-CN" altLang="en-US" sz="1400" b="1" dirty="0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3439885" y="1969364"/>
          <a:ext cx="1591958" cy="429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799465" imgH="215900" progId="Equation.3">
                  <p:embed/>
                </p:oleObj>
              </mc:Choice>
              <mc:Fallback>
                <p:oleObj name="公式" r:id="rId4" imgW="799465" imgH="215900" progId="Equation.3">
                  <p:embed/>
                  <p:pic>
                    <p:nvPicPr>
                      <p:cNvPr id="0" name="Picture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9885" y="1969364"/>
                        <a:ext cx="1591958" cy="4295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5" name="Object 17"/>
          <p:cNvGraphicFramePr>
            <a:graphicFrameLocks noChangeAspect="1"/>
          </p:cNvGraphicFramePr>
          <p:nvPr/>
        </p:nvGraphicFramePr>
        <p:xfrm>
          <a:off x="3441336" y="2339975"/>
          <a:ext cx="778741" cy="4180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30200" imgH="215900" progId="Equation.3">
                  <p:embed/>
                </p:oleObj>
              </mc:Choice>
              <mc:Fallback>
                <p:oleObj name="公式" r:id="rId6" imgW="330200" imgH="215900" progId="Equation.3">
                  <p:embed/>
                  <p:pic>
                    <p:nvPicPr>
                      <p:cNvPr id="0" name="Picture 2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336" y="2339975"/>
                        <a:ext cx="778741" cy="4180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26" name="Object 18"/>
          <p:cNvGraphicFramePr>
            <a:graphicFrameLocks noChangeAspect="1"/>
          </p:cNvGraphicFramePr>
          <p:nvPr/>
        </p:nvGraphicFramePr>
        <p:xfrm>
          <a:off x="3442335" y="2731636"/>
          <a:ext cx="777875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30200" imgH="215900" progId="Equation.3">
                  <p:embed/>
                </p:oleObj>
              </mc:Choice>
              <mc:Fallback>
                <p:oleObj name="公式" r:id="rId8" imgW="330200" imgH="215900" progId="Equation.3">
                  <p:embed/>
                  <p:pic>
                    <p:nvPicPr>
                      <p:cNvPr id="0" name="Picture 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335" y="2731636"/>
                        <a:ext cx="777875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04" name="矩形 5403"/>
          <p:cNvSpPr/>
          <p:nvPr/>
        </p:nvSpPr>
        <p:spPr>
          <a:xfrm>
            <a:off x="647700" y="1039495"/>
            <a:ext cx="5617210" cy="6076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设计实验验证动量守恒定律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zh-CN" altLang="en-US" sz="24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2520" y="1530350"/>
            <a:ext cx="3114040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完全弹性碰撞</a:t>
            </a:r>
            <a:endParaRPr lang="zh-CN" altLang="en-US" sz="2400">
              <a:latin typeface="华文楷体" panose="02010600040101010101" charset="-122"/>
              <a:ea typeface="华文楷体" panose="02010600040101010101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81376" y="3136900"/>
            <a:ext cx="2768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完全非弹性碰撞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082094" y="4330983"/>
            <a:ext cx="27686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b="1" dirty="0">
                <a:solidFill>
                  <a:srgbClr val="00B0F0"/>
                </a:solidFill>
                <a:latin typeface="华文楷体" panose="02010600040101010101" charset="-122"/>
                <a:ea typeface="华文楷体" panose="02010600040101010101" charset="-122"/>
                <a:sym typeface="+mn-ea"/>
              </a:rPr>
              <a:t>模式说明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420687" y="4827061"/>
            <a:ext cx="9084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col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：每一个光电门要触发两次才会显示测量结果</a:t>
            </a: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S2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：碰撞结束后只需按一下停止，即按时间发生顺序显示测量结果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C728C29-7BF3-68A1-5411-46140AE1EE1D}"/>
              </a:ext>
            </a:extLst>
          </p:cNvPr>
          <p:cNvSpPr txBox="1"/>
          <p:nvPr/>
        </p:nvSpPr>
        <p:spPr>
          <a:xfrm>
            <a:off x="6113150" y="1822566"/>
            <a:ext cx="5926455" cy="8978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1"/>
            <a:r>
              <a:rPr lang="zh-CN" altLang="en-US" sz="24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注意速度为矢量，记录速度时需带符号！</a:t>
            </a:r>
            <a:endParaRPr lang="en-US" altLang="zh-CN" sz="2400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4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实验内容</a:t>
            </a:r>
          </a:p>
        </p:txBody>
      </p:sp>
      <p:sp>
        <p:nvSpPr>
          <p:cNvPr id="397" name="矩形 396"/>
          <p:cNvSpPr/>
          <p:nvPr/>
        </p:nvSpPr>
        <p:spPr>
          <a:xfrm>
            <a:off x="2660923" y="324999"/>
            <a:ext cx="3083592" cy="400105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 CONTENT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600" b="1" smtClean="0"/>
              <a:t>22</a:t>
            </a:fld>
            <a:endParaRPr lang="zh-CN" altLang="en-US" sz="1600" b="1" dirty="0"/>
          </a:p>
        </p:txBody>
      </p:sp>
      <p:sp>
        <p:nvSpPr>
          <p:cNvPr id="3" name="矩形 2"/>
          <p:cNvSpPr/>
          <p:nvPr/>
        </p:nvSpPr>
        <p:spPr>
          <a:xfrm>
            <a:off x="665938" y="933649"/>
            <a:ext cx="498348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2.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sym typeface="+mn-ea"/>
              </a:rPr>
              <a:t>设计实验验证动量守恒定律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graphicFrame>
        <p:nvGraphicFramePr>
          <p:cNvPr id="20" name="表格 19"/>
          <p:cNvGraphicFramePr>
            <a:graphicFrameLocks noGrp="1"/>
          </p:cNvGraphicFramePr>
          <p:nvPr/>
        </p:nvGraphicFramePr>
        <p:xfrm>
          <a:off x="625561" y="2799813"/>
          <a:ext cx="10908695" cy="3274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9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99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91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95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7485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3804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9505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4810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b="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219710" algn="ctr">
                        <a:spcBef>
                          <a:spcPts val="875"/>
                        </a:spcBef>
                        <a:spcAft>
                          <a:spcPts val="0"/>
                        </a:spcAft>
                      </a:pPr>
                      <a:r>
                        <a:rPr lang="zh-CN" sz="2400" i="1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v</a:t>
                      </a:r>
                      <a:r>
                        <a:rPr lang="zh-CN" sz="240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10</a:t>
                      </a:r>
                      <a:endParaRPr lang="en-US" sz="240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4160" algn="ctr">
                        <a:spcBef>
                          <a:spcPts val="875"/>
                        </a:spcBef>
                        <a:spcAft>
                          <a:spcPts val="0"/>
                        </a:spcAft>
                      </a:pPr>
                      <a:r>
                        <a:rPr 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v</a:t>
                      </a:r>
                      <a:r>
                        <a:rPr lang="zh-CN" sz="2400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20</a:t>
                      </a:r>
                      <a:endParaRPr lang="en-US" sz="24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980" algn="ctr">
                        <a:spcBef>
                          <a:spcPts val="875"/>
                        </a:spcBef>
                        <a:spcAft>
                          <a:spcPts val="0"/>
                        </a:spcAft>
                      </a:pPr>
                      <a:r>
                        <a:rPr lang="zh-CN" sz="2400" i="1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v</a:t>
                      </a:r>
                      <a:r>
                        <a:rPr lang="zh-CN" sz="240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11</a:t>
                      </a:r>
                      <a:endParaRPr lang="en-US" sz="240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50" algn="ctr">
                        <a:spcBef>
                          <a:spcPts val="875"/>
                        </a:spcBef>
                        <a:spcAft>
                          <a:spcPts val="0"/>
                        </a:spcAft>
                      </a:pPr>
                      <a:r>
                        <a:rPr lang="zh-CN" sz="2400" i="1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v</a:t>
                      </a:r>
                      <a:r>
                        <a:rPr lang="zh-CN" sz="240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21</a:t>
                      </a:r>
                      <a:endParaRPr lang="en-US" sz="240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980" marR="93980" algn="ctr">
                        <a:spcBef>
                          <a:spcPts val="795"/>
                        </a:spcBef>
                        <a:spcAft>
                          <a:spcPts val="0"/>
                        </a:spcAft>
                      </a:pPr>
                      <a:r>
                        <a:rPr 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r>
                        <a:rPr lang="zh-CN" sz="2400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 algn="ctr">
                        <a:spcBef>
                          <a:spcPts val="795"/>
                        </a:spcBef>
                        <a:spcAft>
                          <a:spcPts val="0"/>
                        </a:spcAft>
                      </a:pPr>
                      <a:r>
                        <a:rPr lang="zh-CN" sz="2400" i="1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r>
                        <a:rPr lang="zh-CN" sz="240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sz="240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2395" algn="ctr">
                        <a:spcBef>
                          <a:spcPts val="795"/>
                        </a:spcBef>
                        <a:spcAft>
                          <a:spcPts val="0"/>
                        </a:spcAft>
                      </a:pPr>
                      <a:r>
                        <a:rPr 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r>
                        <a:rPr lang="zh-CN" sz="2400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endParaRPr lang="en-US" sz="24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 algn="ctr">
                        <a:spcBef>
                          <a:spcPts val="790"/>
                        </a:spcBef>
                        <a:spcAft>
                          <a:spcPts val="0"/>
                        </a:spcAft>
                      </a:pPr>
                      <a:r>
                        <a:rPr 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r>
                        <a:rPr lang="zh-CN" sz="2400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endParaRPr lang="en-US" sz="24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8110" algn="ctr">
                        <a:spcBef>
                          <a:spcPts val="80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Δ</a:t>
                      </a:r>
                      <a:r>
                        <a:rPr 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endParaRPr lang="en-US" sz="24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153035" algn="ctr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2400" i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Δ</a:t>
                      </a:r>
                      <a:r>
                        <a:rPr lang="zh-CN" sz="2400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endParaRPr lang="en-US" sz="2400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 algn="ctr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800" b="1" i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Δ</a:t>
                      </a:r>
                      <a:r>
                        <a:rPr lang="zh-CN" sz="1800" b="1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P</a:t>
                      </a:r>
                      <a:r>
                        <a:rPr lang="zh-CN" sz="1800" b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/</a:t>
                      </a:r>
                      <a:r>
                        <a:rPr lang="zh-CN" sz="1800" b="1" i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P</a:t>
                      </a:r>
                      <a:r>
                        <a:rPr lang="zh-CN" sz="1800" b="1" i="1" baseline="-250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  <a:endParaRPr lang="en-US" sz="1800" b="1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 algn="ctr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el-GR" altLang="zh-CN" sz="1800" b="1" i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Δ</a:t>
                      </a:r>
                      <a:r>
                        <a:rPr lang="zh-CN" sz="1800" b="1" i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r>
                        <a:rPr lang="zh-CN" sz="1800" b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sz="1800" b="1" i="1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E</a:t>
                      </a:r>
                      <a:r>
                        <a:rPr lang="zh-CN" sz="1800" b="1" i="1" baseline="-25000" dirty="0"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1</a:t>
                      </a:r>
                      <a:endParaRPr lang="en-US" sz="1800" b="1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2555" algn="ctr">
                        <a:spcBef>
                          <a:spcPts val="835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400" b="1" dirty="0">
                          <a:effectLst/>
                          <a:latin typeface="Times New Roman" panose="02020603050405020304"/>
                          <a:ea typeface="Times New Roman" panose="02020603050405020304"/>
                        </a:rPr>
                        <a:t>e</a:t>
                      </a:r>
                      <a:endParaRPr lang="en-US" sz="2400" b="1" dirty="0">
                        <a:effectLst/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0" marR="0" marT="0" marB="0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4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4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4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4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54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15952" y="2410870"/>
            <a:ext cx="3350731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m1=    kg, m2=  </a:t>
            </a:r>
            <a:r>
              <a:rPr kumimoji="1" lang="zh-CN" altLang="en-US" dirty="0"/>
              <a:t> </a:t>
            </a:r>
            <a:r>
              <a:rPr kumimoji="1" lang="en-US" altLang="zh-CN" dirty="0"/>
              <a:t>  kg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638899" y="1593935"/>
            <a:ext cx="417490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要求碰撞前总动量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kumimoji="1" lang="zh-CN" altLang="en-US" sz="2400" dirty="0">
                <a:solidFill>
                  <a:srgbClr val="FF0000"/>
                </a:solidFill>
              </a:rPr>
              <a:t>足够大！</a:t>
            </a:r>
          </a:p>
        </p:txBody>
      </p:sp>
      <p:sp>
        <p:nvSpPr>
          <p:cNvPr id="23" name="文本框 3"/>
          <p:cNvSpPr txBox="1"/>
          <p:nvPr/>
        </p:nvSpPr>
        <p:spPr>
          <a:xfrm>
            <a:off x="956390" y="1456925"/>
            <a:ext cx="3310198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lphaLcParenR"/>
            </a:pPr>
            <a:r>
              <a:rPr kumimoji="1"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完全弹性碰撞</a:t>
            </a:r>
            <a:endParaRPr kumimoji="1"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buFont typeface="+mj-lt"/>
              <a:buAutoNum type="alphaLcParenR"/>
            </a:pPr>
            <a:r>
              <a:rPr kumimoji="1"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完全非弹性碰撞</a:t>
            </a:r>
            <a:endParaRPr kumimoji="1" lang="en-US" altLang="zh-CN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19855" y="6186805"/>
            <a:ext cx="48939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实验报告：恢复系数</a:t>
            </a:r>
            <a:r>
              <a:rPr kumimoji="1"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kumimoji="1" lang="zh-CN" altLang="en-US" sz="2400" dirty="0">
                <a:solidFill>
                  <a:srgbClr val="FF0000"/>
                </a:solidFill>
              </a:rPr>
              <a:t>也需计算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 3"/>
          <p:cNvGrpSpPr/>
          <p:nvPr/>
        </p:nvGrpSpPr>
        <p:grpSpPr>
          <a:xfrm>
            <a:off x="0" y="2847434"/>
            <a:ext cx="12192001" cy="1291039"/>
            <a:chOff x="0" y="2847433"/>
            <a:chExt cx="12192000" cy="1291039"/>
          </a:xfrm>
        </p:grpSpPr>
        <p:sp>
          <p:nvSpPr>
            <p:cNvPr id="51" name="矩形 50"/>
            <p:cNvSpPr/>
            <p:nvPr/>
          </p:nvSpPr>
          <p:spPr>
            <a:xfrm flipH="1">
              <a:off x="0" y="2872348"/>
              <a:ext cx="12192000" cy="125206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78000">
                  <a:schemeClr val="accent5"/>
                </a:gs>
              </a:gsLst>
              <a:lin ang="10800000" scaled="0"/>
            </a:gradFill>
            <a:ln>
              <a:noFill/>
            </a:ln>
            <a:effectLst>
              <a:outerShdw blurRad="393700" dist="76200" dir="5820000" sx="99000" sy="99000" algn="t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圆角矩形 39"/>
            <p:cNvSpPr/>
            <p:nvPr/>
          </p:nvSpPr>
          <p:spPr>
            <a:xfrm rot="10800000" flipV="1">
              <a:off x="464451" y="2847433"/>
              <a:ext cx="1273995" cy="1291039"/>
            </a:xfrm>
            <a:prstGeom prst="roundRect">
              <a:avLst>
                <a:gd name="adj" fmla="val 5039"/>
              </a:avLst>
            </a:prstGeom>
            <a:solidFill>
              <a:srgbClr val="4472C4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/>
              <a:r>
                <a:rPr lang="en-US" altLang="zh-CN" sz="6000" dirty="0"/>
                <a:t>5</a:t>
              </a:r>
              <a:endParaRPr lang="zh-CN" altLang="en-US" sz="6000" dirty="0"/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9015674" y="3077396"/>
              <a:ext cx="2954651" cy="830995"/>
            </a:xfrm>
            <a:prstGeom prst="rect">
              <a:avLst/>
            </a:prstGeom>
            <a:noFill/>
          </p:spPr>
          <p:txBody>
            <a:bodyPr wrap="none" lIns="91438" tIns="45719" rIns="91438" bIns="45719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实验拓展</a:t>
              </a:r>
            </a:p>
          </p:txBody>
        </p:sp>
        <p:sp>
          <p:nvSpPr>
            <p:cNvPr id="53" name="矩形 52"/>
            <p:cNvSpPr/>
            <p:nvPr/>
          </p:nvSpPr>
          <p:spPr>
            <a:xfrm>
              <a:off x="4812013" y="3264361"/>
              <a:ext cx="4281104" cy="461663"/>
            </a:xfrm>
            <a:prstGeom prst="rect">
              <a:avLst/>
            </a:prstGeom>
          </p:spPr>
          <p:txBody>
            <a:bodyPr wrap="none" lIns="91438" tIns="45719" rIns="91438" bIns="45719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EXPERIMENTAL</a:t>
              </a:r>
              <a:r>
                <a:rPr lang="en-US" altLang="zh-CN" sz="2400" dirty="0">
                  <a:solidFill>
                    <a:srgbClr val="A2A2A2"/>
                  </a:solidFill>
                  <a:latin typeface="微软雅黑" panose="020B0503020204020204" pitchFamily="34" charset="-122"/>
                </a:rPr>
                <a:t> </a:t>
              </a:r>
              <a:r>
                <a:rPr lang="en-US" altLang="zh-CN" sz="2400" dirty="0">
                  <a:solidFill>
                    <a:schemeClr val="bg1"/>
                  </a:solidFill>
                  <a:latin typeface="微软雅黑" panose="020B0503020204020204" pitchFamily="34" charset="-122"/>
                </a:rPr>
                <a:t>EXTENSION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矩形 393"/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395" name="圆角矩形 39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396" name="文本框 395"/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实验拓展</a:t>
            </a:r>
          </a:p>
        </p:txBody>
      </p:sp>
      <p:grpSp>
        <p:nvGrpSpPr>
          <p:cNvPr id="399" name="组 39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401" name="组 40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405" name="圆角矩形 40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6" name="圆角矩形 40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7" name="圆角矩形 40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8" name="圆角矩形 40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9" name="圆角矩形 40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0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403" name="圆角矩形 40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24</a:t>
            </a:fld>
            <a:endParaRPr lang="zh-CN" altLang="en-US" sz="1400" b="1"/>
          </a:p>
        </p:txBody>
      </p:sp>
      <p:sp>
        <p:nvSpPr>
          <p:cNvPr id="29" name="文本框 28"/>
          <p:cNvSpPr txBox="1"/>
          <p:nvPr/>
        </p:nvSpPr>
        <p:spPr>
          <a:xfrm>
            <a:off x="4506484" y="1444678"/>
            <a:ext cx="266406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pitchFamily="49" charset="-122"/>
              </a:rPr>
              <a:t>思考题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997527" y="2175153"/>
            <a:ext cx="10066713" cy="19495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本实验的假设前提“碰撞前、后的速度均保持不变”是否合理？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还有其他的方法测量速度吗？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利用气垫导轨你还能设计哪些实验？ 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8C62A0B-A4E4-C8E2-EEBC-ACE685F84384}"/>
              </a:ext>
            </a:extLst>
          </p:cNvPr>
          <p:cNvSpPr/>
          <p:nvPr/>
        </p:nvSpPr>
        <p:spPr>
          <a:xfrm>
            <a:off x="2527762" y="324999"/>
            <a:ext cx="3957444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EXTENSTION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25</a:t>
            </a:fld>
            <a:endParaRPr lang="zh-CN" altLang="en-US" sz="1400" b="1"/>
          </a:p>
        </p:txBody>
      </p:sp>
      <p:sp>
        <p:nvSpPr>
          <p:cNvPr id="6" name="文本框 5"/>
          <p:cNvSpPr txBox="1"/>
          <p:nvPr/>
        </p:nvSpPr>
        <p:spPr>
          <a:xfrm>
            <a:off x="1733088" y="6081632"/>
            <a:ext cx="27733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阻尼简谐振动曲线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D7BD3B-14BE-DACE-0CEA-3C7D5544ED0F}"/>
              </a:ext>
            </a:extLst>
          </p:cNvPr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F2D2F5C-78FE-A956-E630-A300AF2E092D}"/>
              </a:ext>
            </a:extLst>
          </p:cNvPr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B19C9A-2196-4384-C3FE-F319226DED2F}"/>
              </a:ext>
            </a:extLst>
          </p:cNvPr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实验拓展</a:t>
            </a:r>
          </a:p>
        </p:txBody>
      </p:sp>
      <p:grpSp>
        <p:nvGrpSpPr>
          <p:cNvPr id="10" name="组 398">
            <a:extLst>
              <a:ext uri="{FF2B5EF4-FFF2-40B4-BE49-F238E27FC236}">
                <a16:creationId xmlns:a16="http://schemas.microsoft.com/office/drawing/2014/main" id="{25EEA7B1-19CA-DDC1-BCBD-4FB6CAFC6E03}"/>
              </a:ext>
            </a:extLst>
          </p:cNvPr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11" name="组 400">
              <a:extLst>
                <a:ext uri="{FF2B5EF4-FFF2-40B4-BE49-F238E27FC236}">
                  <a16:creationId xmlns:a16="http://schemas.microsoft.com/office/drawing/2014/main" id="{1D168093-EFEF-82E0-41DF-B37F33C32061}"/>
                </a:ext>
              </a:extLst>
            </p:cNvPr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400CF886-5AA6-76AF-F4F4-095B22551D12}"/>
                  </a:ext>
                </a:extLst>
              </p:cNvPr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CBFBE9D7-8995-03ED-3316-3B9F55990258}"/>
                  </a:ext>
                </a:extLst>
              </p:cNvPr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>
                <a:extLst>
                  <a:ext uri="{FF2B5EF4-FFF2-40B4-BE49-F238E27FC236}">
                    <a16:creationId xmlns:a16="http://schemas.microsoft.com/office/drawing/2014/main" id="{5B709BE1-FEC1-A12B-D4DD-FFB989173D93}"/>
                  </a:ext>
                </a:extLst>
              </p:cNvPr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>
                <a:extLst>
                  <a:ext uri="{FF2B5EF4-FFF2-40B4-BE49-F238E27FC236}">
                    <a16:creationId xmlns:a16="http://schemas.microsoft.com/office/drawing/2014/main" id="{38D05989-3EFC-02AC-EF0F-9EBAE7FD07CD}"/>
                  </a:ext>
                </a:extLst>
              </p:cNvPr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37DAC9BE-4339-8F95-4562-2731E8C3AA08}"/>
                  </a:ext>
                </a:extLst>
              </p:cNvPr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99">
              <a:extLst>
                <a:ext uri="{FF2B5EF4-FFF2-40B4-BE49-F238E27FC236}">
                  <a16:creationId xmlns:a16="http://schemas.microsoft.com/office/drawing/2014/main" id="{963784AA-C13F-5768-23D0-B197820EA3F0}"/>
                </a:ext>
              </a:extLst>
            </p:cNvPr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754938FF-6FE2-B5AE-304F-A2BD3E754231}"/>
                  </a:ext>
                </a:extLst>
              </p:cNvPr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Freeform 96">
                <a:extLst>
                  <a:ext uri="{FF2B5EF4-FFF2-40B4-BE49-F238E27FC236}">
                    <a16:creationId xmlns:a16="http://schemas.microsoft.com/office/drawing/2014/main" id="{688A0507-52C3-742A-5D4C-003AAF1F9606}"/>
                  </a:ext>
                </a:extLst>
              </p:cNvPr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D33EB078-C2B4-5E88-5F03-9EDAF7DA2092}"/>
              </a:ext>
            </a:extLst>
          </p:cNvPr>
          <p:cNvSpPr/>
          <p:nvPr/>
        </p:nvSpPr>
        <p:spPr>
          <a:xfrm>
            <a:off x="2527762" y="324999"/>
            <a:ext cx="3957444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EXTENSTION</a:t>
            </a: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C8008F7-0F43-9BCA-3324-E6F42C3D8816}"/>
              </a:ext>
            </a:extLst>
          </p:cNvPr>
          <p:cNvGrpSpPr/>
          <p:nvPr/>
        </p:nvGrpSpPr>
        <p:grpSpPr>
          <a:xfrm>
            <a:off x="923602" y="3338003"/>
            <a:ext cx="4334374" cy="2788295"/>
            <a:chOff x="1171845" y="3052148"/>
            <a:chExt cx="5338436" cy="3568286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34AB986E-C153-1FEE-D09B-CB9D07061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1845" y="3052148"/>
              <a:ext cx="5338436" cy="3568286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3547829" y="6070931"/>
              <a:ext cx="1506071" cy="49234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zh-CN" altLang="en-US" dirty="0"/>
                <a:t>时间（</a:t>
              </a:r>
              <a:r>
                <a:rPr kumimoji="1" lang="en-US" altLang="zh-CN" dirty="0"/>
                <a:t>s</a:t>
              </a:r>
              <a:r>
                <a:rPr kumimoji="1" lang="zh-CN" altLang="en-US" dirty="0"/>
                <a:t>）</a:t>
              </a: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783696" y="4054413"/>
              <a:ext cx="587564" cy="1926470"/>
            </a:xfrm>
            <a:prstGeom prst="rect">
              <a:avLst/>
            </a:prstGeom>
            <a:solidFill>
              <a:srgbClr val="FFFFFF"/>
            </a:solidFill>
          </p:spPr>
          <p:txBody>
            <a:bodyPr vert="eaVert" wrap="square" rtlCol="0">
              <a:spAutoFit/>
            </a:bodyPr>
            <a:lstStyle/>
            <a:p>
              <a:r>
                <a:rPr kumimoji="1" lang="zh-CN" altLang="en-US" dirty="0"/>
                <a:t>距离（</a:t>
              </a:r>
              <a:r>
                <a:rPr kumimoji="1" lang="en-US" altLang="zh-CN" dirty="0"/>
                <a:t>mm</a:t>
              </a:r>
              <a:r>
                <a:rPr kumimoji="1" lang="zh-CN" altLang="en-US" dirty="0"/>
                <a:t>）</a:t>
              </a:r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DC2BDC9B-8E16-94BF-98C7-5CE2FE2DE782}"/>
              </a:ext>
            </a:extLst>
          </p:cNvPr>
          <p:cNvSpPr txBox="1"/>
          <p:nvPr/>
        </p:nvSpPr>
        <p:spPr>
          <a:xfrm>
            <a:off x="788631" y="916514"/>
            <a:ext cx="266406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  <a:cs typeface="楷体" panose="02010609060101010101" pitchFamily="49" charset="-122"/>
              </a:rPr>
              <a:t>拓展实验</a:t>
            </a:r>
            <a:endParaRPr lang="zh-CN" altLang="en-US" sz="2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7ABBA5-B114-E8F0-53F5-0625D0D85D39}"/>
              </a:ext>
            </a:extLst>
          </p:cNvPr>
          <p:cNvSpPr txBox="1"/>
          <p:nvPr/>
        </p:nvSpPr>
        <p:spPr>
          <a:xfrm>
            <a:off x="1168950" y="1392811"/>
            <a:ext cx="10390418" cy="195386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利用气垫导轨你还能设计哪些实验？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利用滑块做阻尼简谐振动研究空气阻力系数与风速、滑块质量的关系。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69084F8E-11DF-7E06-A70A-86689A1A2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9516" y="3336299"/>
            <a:ext cx="5769852" cy="274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13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26</a:t>
            </a:fld>
            <a:endParaRPr lang="zh-CN" altLang="en-US" sz="1400" b="1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D7BD3B-14BE-DACE-0CEA-3C7D5544ED0F}"/>
              </a:ext>
            </a:extLst>
          </p:cNvPr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F2D2F5C-78FE-A956-E630-A300AF2E092D}"/>
              </a:ext>
            </a:extLst>
          </p:cNvPr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FB19C9A-2196-4384-C3FE-F319226DED2F}"/>
              </a:ext>
            </a:extLst>
          </p:cNvPr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实验拓展</a:t>
            </a:r>
          </a:p>
        </p:txBody>
      </p:sp>
      <p:grpSp>
        <p:nvGrpSpPr>
          <p:cNvPr id="10" name="组 398">
            <a:extLst>
              <a:ext uri="{FF2B5EF4-FFF2-40B4-BE49-F238E27FC236}">
                <a16:creationId xmlns:a16="http://schemas.microsoft.com/office/drawing/2014/main" id="{25EEA7B1-19CA-DDC1-BCBD-4FB6CAFC6E03}"/>
              </a:ext>
            </a:extLst>
          </p:cNvPr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11" name="组 400">
              <a:extLst>
                <a:ext uri="{FF2B5EF4-FFF2-40B4-BE49-F238E27FC236}">
                  <a16:creationId xmlns:a16="http://schemas.microsoft.com/office/drawing/2014/main" id="{1D168093-EFEF-82E0-41DF-B37F33C32061}"/>
                </a:ext>
              </a:extLst>
            </p:cNvPr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400CF886-5AA6-76AF-F4F4-095B22551D12}"/>
                  </a:ext>
                </a:extLst>
              </p:cNvPr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CBFBE9D7-8995-03ED-3316-3B9F55990258}"/>
                  </a:ext>
                </a:extLst>
              </p:cNvPr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>
                <a:extLst>
                  <a:ext uri="{FF2B5EF4-FFF2-40B4-BE49-F238E27FC236}">
                    <a16:creationId xmlns:a16="http://schemas.microsoft.com/office/drawing/2014/main" id="{5B709BE1-FEC1-A12B-D4DD-FFB989173D93}"/>
                  </a:ext>
                </a:extLst>
              </p:cNvPr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圆角矩形 17">
                <a:extLst>
                  <a:ext uri="{FF2B5EF4-FFF2-40B4-BE49-F238E27FC236}">
                    <a16:creationId xmlns:a16="http://schemas.microsoft.com/office/drawing/2014/main" id="{38D05989-3EFC-02AC-EF0F-9EBAE7FD07CD}"/>
                  </a:ext>
                </a:extLst>
              </p:cNvPr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圆角矩形 20">
                <a:extLst>
                  <a:ext uri="{FF2B5EF4-FFF2-40B4-BE49-F238E27FC236}">
                    <a16:creationId xmlns:a16="http://schemas.microsoft.com/office/drawing/2014/main" id="{37DAC9BE-4339-8F95-4562-2731E8C3AA08}"/>
                  </a:ext>
                </a:extLst>
              </p:cNvPr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" name="组合 99">
              <a:extLst>
                <a:ext uri="{FF2B5EF4-FFF2-40B4-BE49-F238E27FC236}">
                  <a16:creationId xmlns:a16="http://schemas.microsoft.com/office/drawing/2014/main" id="{963784AA-C13F-5768-23D0-B197820EA3F0}"/>
                </a:ext>
              </a:extLst>
            </p:cNvPr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754938FF-6FE2-B5AE-304F-A2BD3E754231}"/>
                  </a:ext>
                </a:extLst>
              </p:cNvPr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Freeform 96">
                <a:extLst>
                  <a:ext uri="{FF2B5EF4-FFF2-40B4-BE49-F238E27FC236}">
                    <a16:creationId xmlns:a16="http://schemas.microsoft.com/office/drawing/2014/main" id="{688A0507-52C3-742A-5D4C-003AAF1F9606}"/>
                  </a:ext>
                </a:extLst>
              </p:cNvPr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D33EB078-C2B4-5E88-5F03-9EDAF7DA2092}"/>
              </a:ext>
            </a:extLst>
          </p:cNvPr>
          <p:cNvSpPr/>
          <p:nvPr/>
        </p:nvSpPr>
        <p:spPr>
          <a:xfrm>
            <a:off x="2527762" y="324999"/>
            <a:ext cx="3957444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EXTENSTION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2BDC9B-8E16-94BF-98C7-5CE2FE2DE782}"/>
              </a:ext>
            </a:extLst>
          </p:cNvPr>
          <p:cNvSpPr txBox="1"/>
          <p:nvPr/>
        </p:nvSpPr>
        <p:spPr>
          <a:xfrm>
            <a:off x="788631" y="916514"/>
            <a:ext cx="266406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tx2"/>
                </a:solidFill>
                <a:latin typeface="SimSun" panose="02010600030101010101" pitchFamily="2" charset="-122"/>
                <a:ea typeface="SimSun" panose="02010600030101010101" pitchFamily="2" charset="-122"/>
                <a:cs typeface="楷体" panose="02010609060101010101" pitchFamily="49" charset="-122"/>
              </a:rPr>
              <a:t>拓展实验</a:t>
            </a:r>
            <a:endParaRPr lang="zh-CN" altLang="en-US" sz="2800" b="1" dirty="0">
              <a:solidFill>
                <a:srgbClr val="FF0000"/>
              </a:solidFill>
              <a:latin typeface="SimSun" panose="02010600030101010101" pitchFamily="2" charset="-122"/>
              <a:ea typeface="SimSun" panose="02010600030101010101" pitchFamily="2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7ABBA5-B114-E8F0-53F5-0625D0D85D39}"/>
              </a:ext>
            </a:extLst>
          </p:cNvPr>
          <p:cNvSpPr txBox="1"/>
          <p:nvPr/>
        </p:nvSpPr>
        <p:spPr>
          <a:xfrm>
            <a:off x="1168950" y="1392811"/>
            <a:ext cx="10390418" cy="12225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利用气垫导轨你还能设计哪些实验？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使用激光测距仪研究空气阻尼常量与受力面积、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风速、滑块质量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的关系。</a:t>
            </a:r>
            <a:endParaRPr lang="en-US" altLang="zh-CN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FA90A5A-744D-0BA4-C65A-CC0050B6A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11742"/>
            <a:ext cx="4555177" cy="332285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B3CBF31F-8890-1052-5417-5D6EB03D1901}"/>
              </a:ext>
            </a:extLst>
          </p:cNvPr>
          <p:cNvSpPr txBox="1"/>
          <p:nvPr/>
        </p:nvSpPr>
        <p:spPr>
          <a:xfrm>
            <a:off x="725603" y="6439252"/>
            <a:ext cx="102851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程昕宇,张清昊,肖婷.利用激光测距仪测定气垫导轨上滑块阻力系数的研究[J].大学物理实验,2025,38(01):39-43.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2537C67-815A-0713-37D6-0C522201C2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3898" y="2611742"/>
            <a:ext cx="3661143" cy="353639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77B07120-5870-3F0F-E078-6824871E7C9E}"/>
              </a:ext>
            </a:extLst>
          </p:cNvPr>
          <p:cNvSpPr txBox="1"/>
          <p:nvPr/>
        </p:nvSpPr>
        <p:spPr>
          <a:xfrm>
            <a:off x="725603" y="6157027"/>
            <a:ext cx="1129461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张绮梦,程敏熙,叶泽波,等.基于Phyphox的气垫导轨上弹簧振子的阻尼系数研究[J].大学物理实验,2022,35(04):104-107.</a:t>
            </a:r>
          </a:p>
        </p:txBody>
      </p:sp>
    </p:spTree>
    <p:extLst>
      <p:ext uri="{BB962C8B-B14F-4D97-AF65-F5344CB8AC3E}">
        <p14:creationId xmlns:p14="http://schemas.microsoft.com/office/powerpoint/2010/main" val="18659709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/>
          <a:p>
            <a:fld id="{888F8D02-9041-4C59-BC62-13DE0E5C6713}" type="slidenum">
              <a:rPr lang="zh-CN" altLang="en-US" sz="1400" b="1" smtClean="0"/>
              <a:t>27</a:t>
            </a:fld>
            <a:endParaRPr lang="zh-CN" altLang="en-US" sz="1400" b="1"/>
          </a:p>
        </p:txBody>
      </p:sp>
      <p:sp>
        <p:nvSpPr>
          <p:cNvPr id="29" name="文本框 28"/>
          <p:cNvSpPr txBox="1"/>
          <p:nvPr/>
        </p:nvSpPr>
        <p:spPr>
          <a:xfrm>
            <a:off x="1443990" y="1743710"/>
            <a:ext cx="293497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457200" indent="-457200" algn="ctr">
              <a:buFont typeface="Wingdings" panose="05000000000000000000" charset="0"/>
              <a:buChar char="Ø"/>
            </a:pPr>
            <a:r>
              <a:rPr lang="zh-CN" altLang="en-US" sz="3200" dirty="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实验开始时：</a:t>
            </a:r>
            <a:endParaRPr lang="zh-CN" altLang="en-US" sz="3200" b="1" dirty="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1354215" y="2242928"/>
            <a:ext cx="9783452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完全非弹性碰撞过程，尽量使总动量大小适中。</a:t>
            </a:r>
            <a:endParaRPr lang="en-US" altLang="zh-CN" sz="28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轻拿轻放滑块以防损伤，否则会造成滑块与气垫导轨之间额外的摩擦，从而使实验不能进行。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沿气垫导轨轴向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水平轻推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滑块，以减小摩擦、保护仪器。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实验开始时必须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先打开微音气泵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再放滑块，结束时必须</a:t>
            </a:r>
            <a:r>
              <a:rPr lang="zh-CN" altLang="en-US" sz="28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先取下滑块再关气泵</a:t>
            </a:r>
            <a:r>
              <a:rPr lang="zh-CN" altLang="en-US" sz="28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，保证滑块与导轨始终不接触。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78790" y="1029335"/>
            <a:ext cx="2578735" cy="5772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457200" indent="-457200" algn="l">
              <a:buFont typeface="Wingdings" panose="05000000000000000000" charset="0"/>
              <a:buChar char="ü"/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  <a:cs typeface="楷体" panose="02010609060101010101" pitchFamily="49" charset="-122"/>
                <a:sym typeface="+mn-ea"/>
              </a:rPr>
              <a:t>注意事项</a:t>
            </a:r>
            <a:endParaRPr lang="zh-CN" altLang="en-US" sz="3200" b="1" dirty="0">
              <a:solidFill>
                <a:schemeClr val="tx1"/>
              </a:solidFill>
              <a:latin typeface="华文楷体" panose="02010600040101010101" charset="-122"/>
              <a:ea typeface="华文楷体" panose="02010600040101010101" charset="-122"/>
              <a:cs typeface="楷体" panose="02010609060101010101" pitchFamily="49" charset="-122"/>
              <a:sym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4D02F9B-52C2-E8C1-8A83-74E7276740BA}"/>
              </a:ext>
            </a:extLst>
          </p:cNvPr>
          <p:cNvSpPr/>
          <p:nvPr/>
        </p:nvSpPr>
        <p:spPr>
          <a:xfrm>
            <a:off x="2438403" y="252859"/>
            <a:ext cx="975359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970C2F27-F4BF-B3C2-D92C-CEA070DFF167}"/>
              </a:ext>
            </a:extLst>
          </p:cNvPr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r>
              <a:rPr lang="en-US" altLang="zh-CN" sz="3600" dirty="0"/>
              <a:t>5</a:t>
            </a:r>
            <a:endParaRPr lang="zh-CN" altLang="en-US" sz="36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8DE44B-003D-7EEB-18FC-4C553499B3B0}"/>
              </a:ext>
            </a:extLst>
          </p:cNvPr>
          <p:cNvSpPr txBox="1"/>
          <p:nvPr/>
        </p:nvSpPr>
        <p:spPr>
          <a:xfrm>
            <a:off x="647718" y="267581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</a:rPr>
              <a:t>实验拓展</a:t>
            </a:r>
          </a:p>
        </p:txBody>
      </p:sp>
      <p:grpSp>
        <p:nvGrpSpPr>
          <p:cNvPr id="7" name="组 398">
            <a:extLst>
              <a:ext uri="{FF2B5EF4-FFF2-40B4-BE49-F238E27FC236}">
                <a16:creationId xmlns:a16="http://schemas.microsoft.com/office/drawing/2014/main" id="{8A3D19BE-2B1E-6596-761E-D6C0A7FDCBAF}"/>
              </a:ext>
            </a:extLst>
          </p:cNvPr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8" name="组 400">
              <a:extLst>
                <a:ext uri="{FF2B5EF4-FFF2-40B4-BE49-F238E27FC236}">
                  <a16:creationId xmlns:a16="http://schemas.microsoft.com/office/drawing/2014/main" id="{1848E35D-4F82-3ED4-81C8-68B84FF2DDD9}"/>
                </a:ext>
              </a:extLst>
            </p:cNvPr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77DC1EDB-E488-0261-572A-5D944C33CA7F}"/>
                  </a:ext>
                </a:extLst>
              </p:cNvPr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圆角矩形 13">
                <a:extLst>
                  <a:ext uri="{FF2B5EF4-FFF2-40B4-BE49-F238E27FC236}">
                    <a16:creationId xmlns:a16="http://schemas.microsoft.com/office/drawing/2014/main" id="{0CB5033A-780F-D706-3801-686184AA8293}"/>
                  </a:ext>
                </a:extLst>
              </p:cNvPr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圆角矩形 14">
                <a:extLst>
                  <a:ext uri="{FF2B5EF4-FFF2-40B4-BE49-F238E27FC236}">
                    <a16:creationId xmlns:a16="http://schemas.microsoft.com/office/drawing/2014/main" id="{F32856DE-AECD-BC08-C5FE-263EA8DA156A}"/>
                  </a:ext>
                </a:extLst>
              </p:cNvPr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F1ACD8D8-DDE0-BD98-4445-7C62C8287DA8}"/>
                  </a:ext>
                </a:extLst>
              </p:cNvPr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>
                <a:extLst>
                  <a:ext uri="{FF2B5EF4-FFF2-40B4-BE49-F238E27FC236}">
                    <a16:creationId xmlns:a16="http://schemas.microsoft.com/office/drawing/2014/main" id="{66342BB4-C1CD-CE57-DF78-75ADB1C5A73E}"/>
                  </a:ext>
                </a:extLst>
              </p:cNvPr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" name="组合 99">
              <a:extLst>
                <a:ext uri="{FF2B5EF4-FFF2-40B4-BE49-F238E27FC236}">
                  <a16:creationId xmlns:a16="http://schemas.microsoft.com/office/drawing/2014/main" id="{16696C4E-ECC3-A6E2-089F-242CB1CD4C9F}"/>
                </a:ext>
              </a:extLst>
            </p:cNvPr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10" name="圆角矩形 9">
                <a:extLst>
                  <a:ext uri="{FF2B5EF4-FFF2-40B4-BE49-F238E27FC236}">
                    <a16:creationId xmlns:a16="http://schemas.microsoft.com/office/drawing/2014/main" id="{A65C8F5E-5A0A-3272-ADDA-97946BE6E2F9}"/>
                  </a:ext>
                </a:extLst>
              </p:cNvPr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Freeform 96">
                <a:extLst>
                  <a:ext uri="{FF2B5EF4-FFF2-40B4-BE49-F238E27FC236}">
                    <a16:creationId xmlns:a16="http://schemas.microsoft.com/office/drawing/2014/main" id="{2E234C50-BFEE-D1D9-18A0-AF2BA01B5119}"/>
                  </a:ext>
                </a:extLst>
              </p:cNvPr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id="{094FFEE4-2240-36F6-6E5B-EA9CE3896C62}"/>
              </a:ext>
            </a:extLst>
          </p:cNvPr>
          <p:cNvSpPr/>
          <p:nvPr/>
        </p:nvSpPr>
        <p:spPr>
          <a:xfrm>
            <a:off x="2527762" y="324999"/>
            <a:ext cx="3957444" cy="400105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EXPERIMENTAL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</a:rPr>
              <a:t>EXTENSTION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圆角矩形 19"/>
          <p:cNvSpPr/>
          <p:nvPr/>
        </p:nvSpPr>
        <p:spPr>
          <a:xfrm>
            <a:off x="2329554" y="1876965"/>
            <a:ext cx="9863532" cy="4170219"/>
          </a:xfrm>
          <a:prstGeom prst="roundRect">
            <a:avLst>
              <a:gd name="adj" fmla="val 0"/>
            </a:avLst>
          </a:prstGeom>
          <a:solidFill>
            <a:srgbClr val="0858E4">
              <a:alpha val="6705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 rot="16200000" flipV="1">
            <a:off x="-146012" y="4710883"/>
            <a:ext cx="770655" cy="47862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 rot="16200000" flipV="1">
            <a:off x="-146012" y="5611017"/>
            <a:ext cx="770655" cy="478620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7" name="圆角矩形 26"/>
          <p:cNvSpPr/>
          <p:nvPr/>
        </p:nvSpPr>
        <p:spPr>
          <a:xfrm rot="16200000" flipV="1">
            <a:off x="-146012" y="2943503"/>
            <a:ext cx="770655" cy="478620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 rot="16200000" flipV="1">
            <a:off x="-146012" y="3843635"/>
            <a:ext cx="770655" cy="478620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24" name="圆角矩形 23"/>
          <p:cNvSpPr/>
          <p:nvPr/>
        </p:nvSpPr>
        <p:spPr>
          <a:xfrm rot="16200000" flipV="1">
            <a:off x="-146012" y="2022983"/>
            <a:ext cx="770655" cy="478620"/>
          </a:xfrm>
          <a:prstGeom prst="roundRect">
            <a:avLst>
              <a:gd name="adj" fmla="val 5039"/>
            </a:avLst>
          </a:prstGeom>
          <a:solidFill>
            <a:srgbClr val="203864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86256" y="2190119"/>
            <a:ext cx="1215709" cy="3836944"/>
          </a:xfrm>
          <a:prstGeom prst="rect">
            <a:avLst/>
          </a:prstGeom>
          <a:noFill/>
        </p:spPr>
        <p:txBody>
          <a:bodyPr vert="eaVert" wrap="none" lIns="91436" tIns="45718" rIns="91436" bIns="45718" rtlCol="0">
            <a:spAutoFit/>
          </a:bodyPr>
          <a:lstStyle/>
          <a:p>
            <a:r>
              <a:rPr lang="zh-CN" altLang="en-US" sz="6700" spc="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sp>
        <p:nvSpPr>
          <p:cNvPr id="29" name="矩形 28"/>
          <p:cNvSpPr/>
          <p:nvPr/>
        </p:nvSpPr>
        <p:spPr>
          <a:xfrm>
            <a:off x="2371259" y="1949552"/>
            <a:ext cx="9668346" cy="4614529"/>
          </a:xfrm>
          <a:prstGeom prst="rect">
            <a:avLst/>
          </a:prstGeom>
        </p:spPr>
        <p:txBody>
          <a:bodyPr wrap="square" lIns="91436" tIns="45718" rIns="91436" bIns="45718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[ 1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］李海洋，等，大学物理实验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 [ M ] .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高等教育出版社（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2014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[ 2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］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Levine H B, Birnbaum G. Collision-induced light scattering[J]. Physical Review Letters, 1968, 20(9): 439.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[ 3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］李珏璇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文少华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气垫导轨装置在碰撞实验中的改进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[J].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实验室研究与探索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,2007(08):142-144.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[ 4 ]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祁青云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,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王昆林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气垫导轨上滑块运动空气黏滞阻尼因素研究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[J].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实验科学与技术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,2007,No.20(01):148-150.</a:t>
            </a:r>
          </a:p>
          <a:p>
            <a:pPr>
              <a:lnSpc>
                <a:spcPct val="130000"/>
              </a:lnSpc>
            </a:pPr>
            <a:r>
              <a:rPr lang="en-US" altLang="zh-TW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5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TW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]</a:t>
            </a:r>
            <a:r>
              <a:rPr lang="zh-TW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吕兵</a:t>
            </a:r>
            <a:r>
              <a:rPr lang="en-US" altLang="zh-TW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.</a:t>
            </a:r>
            <a:r>
              <a:rPr lang="zh-TW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气垫导轨上碰撞实验的研究</a:t>
            </a:r>
            <a:r>
              <a:rPr lang="en-US" altLang="zh-TW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[J].</a:t>
            </a:r>
            <a:r>
              <a:rPr lang="zh-TW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贵州师范大学学报</a:t>
            </a:r>
            <a:r>
              <a:rPr lang="en-US" altLang="zh-TW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(</a:t>
            </a:r>
            <a:r>
              <a:rPr lang="zh-TW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自然科学版</a:t>
            </a:r>
            <a:r>
              <a:rPr lang="en-US" altLang="zh-TW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),2013,v.31;No.110(04):68-70.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6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]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张绮梦,程敏熙,叶泽波,等.基于Phyphox的气垫导轨上弹簧振子的阻尼系数研究[J].大学物理实验,2022, 35(04):104-107.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</a:t>
            </a:r>
            <a:r>
              <a:rPr lang="zh-CN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7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 ]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程昕宇,张清昊,肖婷.利用激光测距仪测定气垫导轨上滑块阻力系数的研究[J].大学物理实验,2025, 38(01):39-43</a:t>
            </a:r>
            <a:endParaRPr lang="en-US" altLang="zh-TW" sz="1600" dirty="0">
              <a:solidFill>
                <a:schemeClr val="bg1"/>
              </a:solidFill>
              <a:latin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[ 8 ] </a:t>
            </a:r>
            <a:r>
              <a:rPr lang="en-GB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https://en.wikipedia.org/wiki/Collision-induced_absorption_and_emission</a:t>
            </a: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[ 9 ] https://</a:t>
            </a:r>
            <a:r>
              <a:rPr lang="en-US" altLang="zh-CN" sz="1600" dirty="0" err="1">
                <a:solidFill>
                  <a:schemeClr val="bg1"/>
                </a:solidFill>
                <a:latin typeface="微软雅黑" panose="020B0503020204020204" pitchFamily="34" charset="-122"/>
              </a:rPr>
              <a:t>en.wikipedia.org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</a:rPr>
              <a:t>/wiki/Collision</a:t>
            </a:r>
          </a:p>
          <a:p>
            <a:pPr>
              <a:lnSpc>
                <a:spcPct val="13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2456365" y="252859"/>
            <a:ext cx="9735639" cy="48428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 rot="10800000" flipV="1">
            <a:off x="-5664" y="249441"/>
            <a:ext cx="484287" cy="491115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 sz="3600" dirty="0"/>
          </a:p>
        </p:txBody>
      </p:sp>
      <p:sp>
        <p:nvSpPr>
          <p:cNvPr id="46" name="文本框 45"/>
          <p:cNvSpPr txBox="1"/>
          <p:nvPr/>
        </p:nvSpPr>
        <p:spPr>
          <a:xfrm>
            <a:off x="647718" y="267582"/>
            <a:ext cx="1723541" cy="461661"/>
          </a:xfrm>
          <a:prstGeom prst="rect">
            <a:avLst/>
          </a:prstGeom>
          <a:noFill/>
        </p:spPr>
        <p:txBody>
          <a:bodyPr wrap="none" lIns="91436" tIns="45718" rIns="91436" bIns="45718" rtlCol="0">
            <a:spAutoFit/>
          </a:bodyPr>
          <a:lstStyle/>
          <a:p>
            <a:r>
              <a:rPr lang="zh-CN" altLang="en-US" sz="2400" spc="600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文献目录</a:t>
            </a:r>
          </a:p>
        </p:txBody>
      </p:sp>
      <p:sp>
        <p:nvSpPr>
          <p:cNvPr id="47" name="矩形 46"/>
          <p:cNvSpPr/>
          <p:nvPr/>
        </p:nvSpPr>
        <p:spPr>
          <a:xfrm>
            <a:off x="2607675" y="324999"/>
            <a:ext cx="1953551" cy="384719"/>
          </a:xfrm>
          <a:prstGeom prst="rect">
            <a:avLst/>
          </a:prstGeom>
        </p:spPr>
        <p:txBody>
          <a:bodyPr wrap="none" lIns="91436" tIns="45718" rIns="91436" bIns="45718">
            <a:spAutoFit/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BIBLIOGRAPHY</a:t>
            </a:r>
          </a:p>
        </p:txBody>
      </p:sp>
      <p:grpSp>
        <p:nvGrpSpPr>
          <p:cNvPr id="49" name="组 48"/>
          <p:cNvGrpSpPr/>
          <p:nvPr/>
        </p:nvGrpSpPr>
        <p:grpSpPr>
          <a:xfrm>
            <a:off x="11454106" y="252857"/>
            <a:ext cx="737892" cy="484288"/>
            <a:chOff x="11454105" y="252856"/>
            <a:chExt cx="737892" cy="484288"/>
          </a:xfrm>
        </p:grpSpPr>
        <p:grpSp>
          <p:nvGrpSpPr>
            <p:cNvPr id="51" name="组 50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55" name="圆角矩形 54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圆角矩形 55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圆角矩形 56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圆角矩形 57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9" name="圆角矩形 58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53" name="圆角矩形 52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8F8D02-9041-4C59-BC62-13DE0E5C6713}" type="slidenum">
              <a:rPr lang="zh-CN" altLang="en-US" sz="1400" b="1" smtClean="0"/>
              <a:t>28</a:t>
            </a:fld>
            <a:endParaRPr lang="zh-CN" altLang="en-US" sz="14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4496996" y="2341628"/>
            <a:ext cx="3449719" cy="1446548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zh-CN" altLang="en-US" sz="8800" dirty="0">
                <a:ln w="0"/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</a:p>
        </p:txBody>
      </p:sp>
      <p:cxnSp>
        <p:nvCxnSpPr>
          <p:cNvPr id="54" name="直接连接符 53"/>
          <p:cNvCxnSpPr/>
          <p:nvPr/>
        </p:nvCxnSpPr>
        <p:spPr>
          <a:xfrm flipV="1">
            <a:off x="4044928" y="3853601"/>
            <a:ext cx="3660629" cy="432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  <a:alpha val="33000"/>
              </a:schemeClr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4" name="组 43"/>
          <p:cNvGrpSpPr/>
          <p:nvPr/>
        </p:nvGrpSpPr>
        <p:grpSpPr>
          <a:xfrm>
            <a:off x="11454130" y="252730"/>
            <a:ext cx="737870" cy="484505"/>
            <a:chOff x="11454105" y="252856"/>
            <a:chExt cx="737892" cy="484288"/>
          </a:xfrm>
        </p:grpSpPr>
        <p:grpSp>
          <p:nvGrpSpPr>
            <p:cNvPr id="63" name="组 62"/>
            <p:cNvGrpSpPr/>
            <p:nvPr/>
          </p:nvGrpSpPr>
          <p:grpSpPr>
            <a:xfrm>
              <a:off x="12039604" y="252856"/>
              <a:ext cx="152393" cy="484287"/>
              <a:chOff x="12039604" y="252856"/>
              <a:chExt cx="152393" cy="484287"/>
            </a:xfrm>
          </p:grpSpPr>
          <p:sp>
            <p:nvSpPr>
              <p:cNvPr id="67" name="圆角矩形 66"/>
              <p:cNvSpPr/>
              <p:nvPr/>
            </p:nvSpPr>
            <p:spPr>
              <a:xfrm rot="16200000" flipV="1">
                <a:off x="12072988" y="518121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圆角矩形 67"/>
              <p:cNvSpPr/>
              <p:nvPr/>
            </p:nvSpPr>
            <p:spPr>
              <a:xfrm rot="16200000" flipV="1">
                <a:off x="12072988" y="618134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9" name="圆角矩形 68"/>
              <p:cNvSpPr/>
              <p:nvPr/>
            </p:nvSpPr>
            <p:spPr>
              <a:xfrm rot="16200000" flipV="1">
                <a:off x="12072988" y="321750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4472C4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圆角矩形 69"/>
              <p:cNvSpPr/>
              <p:nvPr/>
            </p:nvSpPr>
            <p:spPr>
              <a:xfrm rot="16200000" flipV="1">
                <a:off x="12072988" y="42176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圆角矩形 70"/>
              <p:cNvSpPr/>
              <p:nvPr/>
            </p:nvSpPr>
            <p:spPr>
              <a:xfrm rot="16200000" flipV="1">
                <a:off x="12072987" y="219473"/>
                <a:ext cx="85626" cy="152392"/>
              </a:xfrm>
              <a:prstGeom prst="roundRect">
                <a:avLst>
                  <a:gd name="adj" fmla="val 5039"/>
                </a:avLst>
              </a:prstGeom>
              <a:solidFill>
                <a:srgbClr val="2F5597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4" name="组合 99"/>
            <p:cNvGrpSpPr/>
            <p:nvPr/>
          </p:nvGrpSpPr>
          <p:grpSpPr>
            <a:xfrm>
              <a:off x="11454105" y="252857"/>
              <a:ext cx="491115" cy="484287"/>
              <a:chOff x="1528923" y="220268"/>
              <a:chExt cx="1284096" cy="1266241"/>
            </a:xfrm>
          </p:grpSpPr>
          <p:sp>
            <p:nvSpPr>
              <p:cNvPr id="65" name="圆角矩形 64"/>
              <p:cNvSpPr/>
              <p:nvPr/>
            </p:nvSpPr>
            <p:spPr>
              <a:xfrm rot="16200000" flipV="1">
                <a:off x="1537850" y="211341"/>
                <a:ext cx="1266241" cy="1284096"/>
              </a:xfrm>
              <a:prstGeom prst="roundRect">
                <a:avLst>
                  <a:gd name="adj" fmla="val 5039"/>
                </a:avLst>
              </a:prstGeom>
              <a:solidFill>
                <a:schemeClr val="accent5"/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Freeform 96"/>
              <p:cNvSpPr/>
              <p:nvPr/>
            </p:nvSpPr>
            <p:spPr bwMode="auto">
              <a:xfrm>
                <a:off x="1804148" y="499514"/>
                <a:ext cx="733647" cy="707752"/>
              </a:xfrm>
              <a:custGeom>
                <a:avLst/>
                <a:gdLst>
                  <a:gd name="T0" fmla="*/ 184 w 216"/>
                  <a:gd name="T1" fmla="*/ 0 h 208"/>
                  <a:gd name="T2" fmla="*/ 152 w 216"/>
                  <a:gd name="T3" fmla="*/ 32 h 208"/>
                  <a:gd name="T4" fmla="*/ 154 w 216"/>
                  <a:gd name="T5" fmla="*/ 41 h 208"/>
                  <a:gd name="T6" fmla="*/ 60 w 216"/>
                  <a:gd name="T7" fmla="*/ 80 h 208"/>
                  <a:gd name="T8" fmla="*/ 32 w 216"/>
                  <a:gd name="T9" fmla="*/ 64 h 208"/>
                  <a:gd name="T10" fmla="*/ 0 w 216"/>
                  <a:gd name="T11" fmla="*/ 96 h 208"/>
                  <a:gd name="T12" fmla="*/ 32 w 216"/>
                  <a:gd name="T13" fmla="*/ 128 h 208"/>
                  <a:gd name="T14" fmla="*/ 56 w 216"/>
                  <a:gd name="T15" fmla="*/ 118 h 208"/>
                  <a:gd name="T16" fmla="*/ 116 w 216"/>
                  <a:gd name="T17" fmla="*/ 161 h 208"/>
                  <a:gd name="T18" fmla="*/ 112 w 216"/>
                  <a:gd name="T19" fmla="*/ 176 h 208"/>
                  <a:gd name="T20" fmla="*/ 144 w 216"/>
                  <a:gd name="T21" fmla="*/ 208 h 208"/>
                  <a:gd name="T22" fmla="*/ 176 w 216"/>
                  <a:gd name="T23" fmla="*/ 176 h 208"/>
                  <a:gd name="T24" fmla="*/ 144 w 216"/>
                  <a:gd name="T25" fmla="*/ 144 h 208"/>
                  <a:gd name="T26" fmla="*/ 121 w 216"/>
                  <a:gd name="T27" fmla="*/ 154 h 208"/>
                  <a:gd name="T28" fmla="*/ 61 w 216"/>
                  <a:gd name="T29" fmla="*/ 111 h 208"/>
                  <a:gd name="T30" fmla="*/ 64 w 216"/>
                  <a:gd name="T31" fmla="*/ 96 h 208"/>
                  <a:gd name="T32" fmla="*/ 63 w 216"/>
                  <a:gd name="T33" fmla="*/ 87 h 208"/>
                  <a:gd name="T34" fmla="*/ 157 w 216"/>
                  <a:gd name="T35" fmla="*/ 48 h 208"/>
                  <a:gd name="T36" fmla="*/ 184 w 216"/>
                  <a:gd name="T37" fmla="*/ 64 h 208"/>
                  <a:gd name="T38" fmla="*/ 216 w 216"/>
                  <a:gd name="T39" fmla="*/ 32 h 208"/>
                  <a:gd name="T40" fmla="*/ 184 w 216"/>
                  <a:gd name="T4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16" h="208">
                    <a:moveTo>
                      <a:pt x="184" y="0"/>
                    </a:moveTo>
                    <a:cubicBezTo>
                      <a:pt x="167" y="0"/>
                      <a:pt x="152" y="14"/>
                      <a:pt x="152" y="32"/>
                    </a:cubicBezTo>
                    <a:cubicBezTo>
                      <a:pt x="152" y="35"/>
                      <a:pt x="153" y="38"/>
                      <a:pt x="154" y="41"/>
                    </a:cubicBezTo>
                    <a:cubicBezTo>
                      <a:pt x="60" y="80"/>
                      <a:pt x="60" y="80"/>
                      <a:pt x="60" y="80"/>
                    </a:cubicBezTo>
                    <a:cubicBezTo>
                      <a:pt x="55" y="70"/>
                      <a:pt x="44" y="64"/>
                      <a:pt x="32" y="64"/>
                    </a:cubicBezTo>
                    <a:cubicBezTo>
                      <a:pt x="15" y="64"/>
                      <a:pt x="0" y="78"/>
                      <a:pt x="0" y="96"/>
                    </a:cubicBezTo>
                    <a:cubicBezTo>
                      <a:pt x="0" y="113"/>
                      <a:pt x="15" y="128"/>
                      <a:pt x="32" y="128"/>
                    </a:cubicBezTo>
                    <a:cubicBezTo>
                      <a:pt x="42" y="128"/>
                      <a:pt x="50" y="124"/>
                      <a:pt x="56" y="118"/>
                    </a:cubicBezTo>
                    <a:cubicBezTo>
                      <a:pt x="116" y="161"/>
                      <a:pt x="116" y="161"/>
                      <a:pt x="116" y="161"/>
                    </a:cubicBezTo>
                    <a:cubicBezTo>
                      <a:pt x="114" y="165"/>
                      <a:pt x="112" y="170"/>
                      <a:pt x="112" y="176"/>
                    </a:cubicBezTo>
                    <a:cubicBezTo>
                      <a:pt x="112" y="193"/>
                      <a:pt x="127" y="208"/>
                      <a:pt x="144" y="208"/>
                    </a:cubicBezTo>
                    <a:cubicBezTo>
                      <a:pt x="162" y="208"/>
                      <a:pt x="176" y="193"/>
                      <a:pt x="176" y="176"/>
                    </a:cubicBezTo>
                    <a:cubicBezTo>
                      <a:pt x="176" y="158"/>
                      <a:pt x="162" y="144"/>
                      <a:pt x="144" y="144"/>
                    </a:cubicBezTo>
                    <a:cubicBezTo>
                      <a:pt x="135" y="144"/>
                      <a:pt x="127" y="148"/>
                      <a:pt x="121" y="154"/>
                    </a:cubicBezTo>
                    <a:cubicBezTo>
                      <a:pt x="61" y="111"/>
                      <a:pt x="61" y="111"/>
                      <a:pt x="61" y="111"/>
                    </a:cubicBezTo>
                    <a:cubicBezTo>
                      <a:pt x="63" y="107"/>
                      <a:pt x="64" y="101"/>
                      <a:pt x="64" y="96"/>
                    </a:cubicBezTo>
                    <a:cubicBezTo>
                      <a:pt x="64" y="93"/>
                      <a:pt x="64" y="90"/>
                      <a:pt x="63" y="87"/>
                    </a:cubicBezTo>
                    <a:cubicBezTo>
                      <a:pt x="157" y="48"/>
                      <a:pt x="157" y="48"/>
                      <a:pt x="157" y="48"/>
                    </a:cubicBezTo>
                    <a:cubicBezTo>
                      <a:pt x="162" y="57"/>
                      <a:pt x="173" y="64"/>
                      <a:pt x="184" y="64"/>
                    </a:cubicBezTo>
                    <a:cubicBezTo>
                      <a:pt x="202" y="64"/>
                      <a:pt x="216" y="49"/>
                      <a:pt x="216" y="32"/>
                    </a:cubicBezTo>
                    <a:cubicBezTo>
                      <a:pt x="216" y="14"/>
                      <a:pt x="202" y="0"/>
                      <a:pt x="18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solidFill>
                    <a:srgbClr val="AD1C21"/>
                  </a:solidFill>
                </a:endParaRPr>
              </a:p>
            </p:txBody>
          </p:sp>
        </p:grpSp>
      </p:grpSp>
      <p:sp>
        <p:nvSpPr>
          <p:cNvPr id="72" name="矩形 71"/>
          <p:cNvSpPr/>
          <p:nvPr/>
        </p:nvSpPr>
        <p:spPr>
          <a:xfrm>
            <a:off x="-8551" y="5623749"/>
            <a:ext cx="12192000" cy="123425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78000">
                <a:schemeClr val="accent5"/>
              </a:gs>
            </a:gsLst>
            <a:lin ang="10800000" scaled="0"/>
          </a:gradFill>
          <a:ln>
            <a:noFill/>
          </a:ln>
          <a:effectLst>
            <a:outerShdw blurRad="393700" dist="76200" dir="5820000" sx="99000" sy="99000" algn="t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grpSp>
        <p:nvGrpSpPr>
          <p:cNvPr id="73" name="组合 60"/>
          <p:cNvGrpSpPr/>
          <p:nvPr/>
        </p:nvGrpSpPr>
        <p:grpSpPr>
          <a:xfrm rot="16200000">
            <a:off x="11436485" y="6057840"/>
            <a:ext cx="1271471" cy="363349"/>
            <a:chOff x="6507038" y="462977"/>
            <a:chExt cx="2430800" cy="471379"/>
          </a:xfrm>
        </p:grpSpPr>
        <p:grpSp>
          <p:nvGrpSpPr>
            <p:cNvPr id="74" name="组合 61"/>
            <p:cNvGrpSpPr/>
            <p:nvPr/>
          </p:nvGrpSpPr>
          <p:grpSpPr>
            <a:xfrm flipV="1">
              <a:off x="6507038" y="462977"/>
              <a:ext cx="1917435" cy="471379"/>
              <a:chOff x="810775" y="1533962"/>
              <a:chExt cx="7782374" cy="1913206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2848247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7" name="圆角矩形 76"/>
              <p:cNvSpPr/>
              <p:nvPr/>
            </p:nvSpPr>
            <p:spPr>
              <a:xfrm>
                <a:off x="81077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圆角矩形 77"/>
              <p:cNvSpPr/>
              <p:nvPr/>
            </p:nvSpPr>
            <p:spPr>
              <a:xfrm>
                <a:off x="6848755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圆角矩形 78"/>
              <p:cNvSpPr/>
              <p:nvPr/>
            </p:nvSpPr>
            <p:spPr>
              <a:xfrm>
                <a:off x="4811283" y="1533962"/>
                <a:ext cx="1744394" cy="1913206"/>
              </a:xfrm>
              <a:prstGeom prst="roundRect">
                <a:avLst>
                  <a:gd name="adj" fmla="val 5039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5" name="圆角矩形 74"/>
            <p:cNvSpPr/>
            <p:nvPr/>
          </p:nvSpPr>
          <p:spPr>
            <a:xfrm flipV="1">
              <a:off x="8508051" y="462977"/>
              <a:ext cx="429787" cy="471379"/>
            </a:xfrm>
            <a:prstGeom prst="roundRect">
              <a:avLst>
                <a:gd name="adj" fmla="val 503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圆角矩形 80"/>
          <p:cNvSpPr/>
          <p:nvPr/>
        </p:nvSpPr>
        <p:spPr>
          <a:xfrm rot="16200000" flipV="1">
            <a:off x="10447003" y="5586366"/>
            <a:ext cx="1282079" cy="1300156"/>
          </a:xfrm>
          <a:prstGeom prst="roundRect">
            <a:avLst>
              <a:gd name="adj" fmla="val 5039"/>
            </a:avLst>
          </a:prstGeom>
          <a:solidFill>
            <a:schemeClr val="accent5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rtlCol="0" anchor="ctr"/>
          <a:lstStyle/>
          <a:p>
            <a:pPr algn="ctr"/>
            <a:endParaRPr lang="zh-CN" altLang="en-US"/>
          </a:p>
        </p:txBody>
      </p:sp>
      <p:sp>
        <p:nvSpPr>
          <p:cNvPr id="82" name="Freeform 96"/>
          <p:cNvSpPr/>
          <p:nvPr/>
        </p:nvSpPr>
        <p:spPr bwMode="auto">
          <a:xfrm>
            <a:off x="10716633" y="5878142"/>
            <a:ext cx="742823" cy="716604"/>
          </a:xfrm>
          <a:custGeom>
            <a:avLst/>
            <a:gdLst>
              <a:gd name="T0" fmla="*/ 184 w 216"/>
              <a:gd name="T1" fmla="*/ 0 h 208"/>
              <a:gd name="T2" fmla="*/ 152 w 216"/>
              <a:gd name="T3" fmla="*/ 32 h 208"/>
              <a:gd name="T4" fmla="*/ 154 w 216"/>
              <a:gd name="T5" fmla="*/ 41 h 208"/>
              <a:gd name="T6" fmla="*/ 60 w 216"/>
              <a:gd name="T7" fmla="*/ 80 h 208"/>
              <a:gd name="T8" fmla="*/ 32 w 216"/>
              <a:gd name="T9" fmla="*/ 64 h 208"/>
              <a:gd name="T10" fmla="*/ 0 w 216"/>
              <a:gd name="T11" fmla="*/ 96 h 208"/>
              <a:gd name="T12" fmla="*/ 32 w 216"/>
              <a:gd name="T13" fmla="*/ 128 h 208"/>
              <a:gd name="T14" fmla="*/ 56 w 216"/>
              <a:gd name="T15" fmla="*/ 118 h 208"/>
              <a:gd name="T16" fmla="*/ 116 w 216"/>
              <a:gd name="T17" fmla="*/ 161 h 208"/>
              <a:gd name="T18" fmla="*/ 112 w 216"/>
              <a:gd name="T19" fmla="*/ 176 h 208"/>
              <a:gd name="T20" fmla="*/ 144 w 216"/>
              <a:gd name="T21" fmla="*/ 208 h 208"/>
              <a:gd name="T22" fmla="*/ 176 w 216"/>
              <a:gd name="T23" fmla="*/ 176 h 208"/>
              <a:gd name="T24" fmla="*/ 144 w 216"/>
              <a:gd name="T25" fmla="*/ 144 h 208"/>
              <a:gd name="T26" fmla="*/ 121 w 216"/>
              <a:gd name="T27" fmla="*/ 154 h 208"/>
              <a:gd name="T28" fmla="*/ 61 w 216"/>
              <a:gd name="T29" fmla="*/ 111 h 208"/>
              <a:gd name="T30" fmla="*/ 64 w 216"/>
              <a:gd name="T31" fmla="*/ 96 h 208"/>
              <a:gd name="T32" fmla="*/ 63 w 216"/>
              <a:gd name="T33" fmla="*/ 87 h 208"/>
              <a:gd name="T34" fmla="*/ 157 w 216"/>
              <a:gd name="T35" fmla="*/ 48 h 208"/>
              <a:gd name="T36" fmla="*/ 184 w 216"/>
              <a:gd name="T37" fmla="*/ 64 h 208"/>
              <a:gd name="T38" fmla="*/ 216 w 216"/>
              <a:gd name="T39" fmla="*/ 32 h 208"/>
              <a:gd name="T40" fmla="*/ 184 w 216"/>
              <a:gd name="T41" fmla="*/ 0 h 2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16" h="208">
                <a:moveTo>
                  <a:pt x="184" y="0"/>
                </a:moveTo>
                <a:cubicBezTo>
                  <a:pt x="167" y="0"/>
                  <a:pt x="152" y="14"/>
                  <a:pt x="152" y="32"/>
                </a:cubicBezTo>
                <a:cubicBezTo>
                  <a:pt x="152" y="35"/>
                  <a:pt x="153" y="38"/>
                  <a:pt x="154" y="41"/>
                </a:cubicBezTo>
                <a:cubicBezTo>
                  <a:pt x="60" y="80"/>
                  <a:pt x="60" y="80"/>
                  <a:pt x="60" y="80"/>
                </a:cubicBezTo>
                <a:cubicBezTo>
                  <a:pt x="55" y="70"/>
                  <a:pt x="44" y="64"/>
                  <a:pt x="32" y="64"/>
                </a:cubicBezTo>
                <a:cubicBezTo>
                  <a:pt x="15" y="64"/>
                  <a:pt x="0" y="78"/>
                  <a:pt x="0" y="96"/>
                </a:cubicBezTo>
                <a:cubicBezTo>
                  <a:pt x="0" y="113"/>
                  <a:pt x="15" y="128"/>
                  <a:pt x="32" y="128"/>
                </a:cubicBezTo>
                <a:cubicBezTo>
                  <a:pt x="42" y="128"/>
                  <a:pt x="50" y="124"/>
                  <a:pt x="56" y="118"/>
                </a:cubicBezTo>
                <a:cubicBezTo>
                  <a:pt x="116" y="161"/>
                  <a:pt x="116" y="161"/>
                  <a:pt x="116" y="161"/>
                </a:cubicBezTo>
                <a:cubicBezTo>
                  <a:pt x="114" y="165"/>
                  <a:pt x="112" y="170"/>
                  <a:pt x="112" y="176"/>
                </a:cubicBezTo>
                <a:cubicBezTo>
                  <a:pt x="112" y="193"/>
                  <a:pt x="127" y="208"/>
                  <a:pt x="144" y="208"/>
                </a:cubicBezTo>
                <a:cubicBezTo>
                  <a:pt x="162" y="208"/>
                  <a:pt x="176" y="193"/>
                  <a:pt x="176" y="176"/>
                </a:cubicBezTo>
                <a:cubicBezTo>
                  <a:pt x="176" y="158"/>
                  <a:pt x="162" y="144"/>
                  <a:pt x="144" y="144"/>
                </a:cubicBezTo>
                <a:cubicBezTo>
                  <a:pt x="135" y="144"/>
                  <a:pt x="127" y="148"/>
                  <a:pt x="121" y="154"/>
                </a:cubicBezTo>
                <a:cubicBezTo>
                  <a:pt x="61" y="111"/>
                  <a:pt x="61" y="111"/>
                  <a:pt x="61" y="111"/>
                </a:cubicBezTo>
                <a:cubicBezTo>
                  <a:pt x="63" y="107"/>
                  <a:pt x="64" y="101"/>
                  <a:pt x="64" y="96"/>
                </a:cubicBezTo>
                <a:cubicBezTo>
                  <a:pt x="64" y="93"/>
                  <a:pt x="64" y="90"/>
                  <a:pt x="63" y="87"/>
                </a:cubicBezTo>
                <a:cubicBezTo>
                  <a:pt x="157" y="48"/>
                  <a:pt x="157" y="48"/>
                  <a:pt x="157" y="48"/>
                </a:cubicBezTo>
                <a:cubicBezTo>
                  <a:pt x="162" y="57"/>
                  <a:pt x="173" y="64"/>
                  <a:pt x="184" y="64"/>
                </a:cubicBezTo>
                <a:cubicBezTo>
                  <a:pt x="202" y="64"/>
                  <a:pt x="216" y="49"/>
                  <a:pt x="216" y="32"/>
                </a:cubicBezTo>
                <a:cubicBezTo>
                  <a:pt x="216" y="14"/>
                  <a:pt x="202" y="0"/>
                  <a:pt x="18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6" tIns="45718" rIns="91436" bIns="45718" numCol="1" anchor="t" anchorCtr="0" compatLnSpc="1"/>
          <a:lstStyle/>
          <a:p>
            <a:endParaRPr lang="zh-CN" altLang="en-US">
              <a:solidFill>
                <a:srgbClr val="AD1C21"/>
              </a:solidFill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337858" y="4621257"/>
            <a:ext cx="7138651" cy="369328"/>
          </a:xfrm>
          <a:prstGeom prst="rect">
            <a:avLst/>
          </a:prstGeom>
          <a:noFill/>
        </p:spPr>
        <p:txBody>
          <a:bodyPr wrap="square" lIns="91436" tIns="45718" rIns="91436" bIns="45718" rtlCol="0">
            <a:spAutoFit/>
          </a:bodyPr>
          <a:lstStyle/>
          <a:p>
            <a:pPr algn="ctr"/>
            <a:r>
              <a:rPr lang="en-US" altLang="zh-CN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Collision</a:t>
            </a:r>
            <a:r>
              <a:rPr lang="zh-CN" altLang="en-US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b="1" spc="600" dirty="0">
                <a:solidFill>
                  <a:schemeClr val="bg1">
                    <a:lumMod val="50000"/>
                    <a:alpha val="78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</a:t>
            </a:r>
            <a:endParaRPr lang="zh-CN" altLang="en-US" sz="1800" b="1" spc="600" dirty="0">
              <a:solidFill>
                <a:schemeClr val="bg1">
                  <a:lumMod val="50000"/>
                  <a:alpha val="78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DljYzUzMWQ4OWI0YzBkYjYzMDRhZTY5ZjZkYmFmYT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782971756"/>
  <p:tag name="KSO_WM_UNIT_PLACING_PICTURE_USER_VIEWPORT" val="{&quot;height&quot;:5295,&quot;width&quot;:526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2522</TotalTime>
  <Words>1960</Words>
  <Application>Microsoft Macintosh PowerPoint</Application>
  <PresentationFormat>宽屏</PresentationFormat>
  <Paragraphs>351</Paragraphs>
  <Slides>29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5" baseType="lpstr">
      <vt:lpstr>华文楷体</vt:lpstr>
      <vt:lpstr>宋体</vt:lpstr>
      <vt:lpstr>宋体</vt:lpstr>
      <vt:lpstr>微软雅黑</vt:lpstr>
      <vt:lpstr>楷体</vt:lpstr>
      <vt:lpstr>楷体</vt:lpstr>
      <vt:lpstr>黑体</vt:lpstr>
      <vt:lpstr>Arial</vt:lpstr>
      <vt:lpstr>Calibri</vt:lpstr>
      <vt:lpstr>Cambria Math</vt:lpstr>
      <vt:lpstr>Century Gothic</vt:lpstr>
      <vt:lpstr>Eras Light ITC</vt:lpstr>
      <vt:lpstr>Times New Roman</vt:lpstr>
      <vt:lpstr>Wingdings</vt:lpstr>
      <vt:lpstr>Office 主题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 PLUS</dc:creator>
  <cp:lastModifiedBy>Microsoft Office User</cp:lastModifiedBy>
  <cp:revision>683</cp:revision>
  <dcterms:created xsi:type="dcterms:W3CDTF">2015-04-07T16:28:00Z</dcterms:created>
  <dcterms:modified xsi:type="dcterms:W3CDTF">2025-07-16T03:54:54Z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EEB1A114A75244FDB2471FF36D3F3E0E_13</vt:lpwstr>
  </property>
</Properties>
</file>