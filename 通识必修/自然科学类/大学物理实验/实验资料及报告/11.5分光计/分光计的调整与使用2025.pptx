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0.xml" ContentType="application/vnd.openxmlformats-officedocument.presentationml.notesSlide+xml"/>
  <Override PartName="/ppt/tags/tag89.xml" ContentType="application/vnd.openxmlformats-officedocument.presentationml.tags+xml"/>
  <Override PartName="/ppt/notesSlides/notesSlide11.xml" ContentType="application/vnd.openxmlformats-officedocument.presentationml.notesSlide+xml"/>
  <Override PartName="/ppt/tags/tag90.xml" ContentType="application/vnd.openxmlformats-officedocument.presentationml.tags+xml"/>
  <Override PartName="/ppt/notesSlides/notesSlide12.xml" ContentType="application/vnd.openxmlformats-officedocument.presentationml.notesSlide+xml"/>
  <Override PartName="/ppt/tags/tag91.xml" ContentType="application/vnd.openxmlformats-officedocument.presentationml.tags+xml"/>
  <Override PartName="/ppt/notesSlides/notesSlide13.xml" ContentType="application/vnd.openxmlformats-officedocument.presentationml.notesSlide+xml"/>
  <Override PartName="/ppt/tags/tag92.xml" ContentType="application/vnd.openxmlformats-officedocument.presentationml.tags+xml"/>
  <Override PartName="/ppt/notesSlides/notesSlide14.xml" ContentType="application/vnd.openxmlformats-officedocument.presentationml.notesSlide+xml"/>
  <Override PartName="/ppt/tags/tag9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94.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328" r:id="rId3"/>
    <p:sldId id="327" r:id="rId4"/>
    <p:sldId id="582" r:id="rId5"/>
    <p:sldId id="846" r:id="rId6"/>
    <p:sldId id="326" r:id="rId7"/>
    <p:sldId id="329" r:id="rId8"/>
    <p:sldId id="340" r:id="rId9"/>
    <p:sldId id="430" r:id="rId10"/>
    <p:sldId id="429" r:id="rId11"/>
    <p:sldId id="849" r:id="rId12"/>
    <p:sldId id="838" r:id="rId13"/>
    <p:sldId id="800" r:id="rId14"/>
    <p:sldId id="852" r:id="rId15"/>
    <p:sldId id="851" r:id="rId16"/>
    <p:sldId id="890" r:id="rId17"/>
    <p:sldId id="426" r:id="rId18"/>
    <p:sldId id="898" r:id="rId19"/>
    <p:sldId id="896" r:id="rId20"/>
    <p:sldId id="897" r:id="rId21"/>
    <p:sldId id="894" r:id="rId22"/>
    <p:sldId id="895" r:id="rId23"/>
    <p:sldId id="864" r:id="rId24"/>
    <p:sldId id="884" r:id="rId25"/>
    <p:sldId id="748" r:id="rId26"/>
    <p:sldId id="549" r:id="rId27"/>
    <p:sldId id="361" r:id="rId28"/>
    <p:sldId id="367" r:id="rId29"/>
    <p:sldId id="899" r:id="rId30"/>
    <p:sldId id="431" r:id="rId31"/>
    <p:sldId id="398" r:id="rId32"/>
    <p:sldId id="362" r:id="rId33"/>
    <p:sldId id="375" r:id="rId34"/>
    <p:sldId id="432" r:id="rId35"/>
    <p:sldId id="421" r:id="rId36"/>
    <p:sldId id="422" r:id="rId37"/>
    <p:sldId id="382" r:id="rId38"/>
    <p:sldId id="399" r:id="rId39"/>
  </p:sldIdLst>
  <p:sldSz cx="12192000" cy="6858000"/>
  <p:notesSz cx="6858000" cy="9144000"/>
  <p:defaultText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0">
          <p15:clr>
            <a:srgbClr val="A4A3A4"/>
          </p15:clr>
        </p15:guide>
        <p15:guide id="2" pos="37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FFFF"/>
    <a:srgbClr val="0066FF"/>
    <a:srgbClr val="0000FF"/>
    <a:srgbClr val="3CAAF4"/>
    <a:srgbClr val="00FF00"/>
    <a:srgbClr val="3BC4F5"/>
    <a:srgbClr val="31C9FF"/>
    <a:srgbClr val="EAEFF7"/>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275" autoAdjust="0"/>
    <p:restoredTop sz="77922" autoAdjust="0"/>
  </p:normalViewPr>
  <p:slideViewPr>
    <p:cSldViewPr snapToGrid="0">
      <p:cViewPr varScale="1">
        <p:scale>
          <a:sx n="81" d="100"/>
          <a:sy n="81" d="100"/>
        </p:scale>
        <p:origin x="736" y="184"/>
      </p:cViewPr>
      <p:guideLst>
        <p:guide orient="horz" pos="2200"/>
        <p:guide pos="3775"/>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3AA3F-A82B-43BF-B18C-5608A05C57EB}" type="datetimeFigureOut">
              <a:rPr lang="zh-CN" altLang="en-US" smtClean="0"/>
              <a:t>2025/7/8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530F0D-1A5A-4EA2-B28F-0EC912CB6BA5}" type="slidenum">
              <a:rPr lang="zh-CN" altLang="en-US" smtClean="0"/>
              <a:t>‹#›</a:t>
            </a:fld>
            <a:endParaRPr lang="zh-CN" altLang="en-US"/>
          </a:p>
        </p:txBody>
      </p:sp>
    </p:spTree>
    <p:extLst>
      <p:ext uri="{BB962C8B-B14F-4D97-AF65-F5344CB8AC3E}">
        <p14:creationId xmlns:p14="http://schemas.microsoft.com/office/powerpoint/2010/main" val="2188071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l">
              <a:spcBef>
                <a:spcPts val="0"/>
              </a:spcBef>
              <a:spcAft>
                <a:spcPts val="0"/>
              </a:spcAft>
            </a:pP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人类对光的色彩充满好奇。</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//1666</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年，</a:t>
            </a:r>
            <a:r>
              <a:rPr lang="zh-CN" altLang="en-US" sz="1800" kern="100" dirty="0">
                <a:solidFill>
                  <a:srgbClr val="FF0000"/>
                </a:solidFill>
                <a:effectLst/>
                <a:latin typeface="仿宋_GB2312"/>
                <a:ea typeface="DengXian" panose="02010600030101010101" pitchFamily="2" charset="-122"/>
                <a:cs typeface="宋体" panose="02010600030101010101" pitchFamily="2" charset="-122"/>
              </a:rPr>
              <a:t>牛顿对光的色散开始系统的研究</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，他让太阳光经过一个小孔后射到三棱镜上，揭开了颜色之谜，打开了光谱学大门。时间快进到</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1814</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年，夫琅和费发明了第一台分光计，利用该装置研究太阳光谱，发现可见光区域有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574</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条暗线，这些暗线被命名为夫琅和费线。但是这些暗线的成因当时并不清楚。</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1859</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年，基尔霍夫和本生对暗线作出了解释（并且推测暗线形成的原因是太阳外层的一些元素和地球大气层的吸收造成的），并设计了高精度分光计，测出了夫琅和费暗线位置对应的所有元素。从此开启了光谱分析的新篇章。在分光计的发展历程中，我们看到科学的进步是循序渐进，永无止境的。</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a:p>
            <a:endParaRPr lang="zh-CN" altLang="en-US" dirty="0"/>
          </a:p>
          <a:p>
            <a:endParaRPr lang="zh-CN" altLang="en-US" dirty="0"/>
          </a:p>
          <a:p>
            <a:r>
              <a:rPr lang="zh-CN" altLang="en-US" dirty="0"/>
              <a:t>其刻度盘的圆周较大，度盘是以10′的间隔划线．望远镜的角游标精度为10″；他的分光计上只有望远镜而没有平行光管．为了得到单色光源距灯约13英尺 （3.9m） 处放一竖直狭缝和玻璃棱镜，六束色散光由距离700英尺 （ 约210m） 远的另一建筑物内的分光计接收〔1〕．分光计平台上放有要进行定量测量的棱镜．由于所对的远距离光源狭缝的夹角很小，观察者通过分光计望远镜看到每个火焰发出一束 “单色” 光。</a:t>
            </a:r>
          </a:p>
          <a:p>
            <a:r>
              <a:rPr lang="zh-CN" altLang="en-US" dirty="0"/>
              <a:t>研究元素的发射和吸收光谱，是我们认识物质微观世界和了解原子内部的重要途径之一．</a:t>
            </a:r>
          </a:p>
          <a:p>
            <a:r>
              <a:rPr lang="zh-CN" altLang="en-US" dirty="0"/>
              <a:t>在牛顿将太阳光用棱镜展开成从红光到紫光的各种颜色的光谱之后，1802年渥拉斯顿和1814年夫琅和费彼此独立地观察了太阳光谱中的暗线．夫琅和费使用了分光计，他注意到光源狭缝必须很窄，从分光计上看角度为40″甚至更小些，以便看出更多的暗线；如果缝宽大于1′，由于狭缝像的重叠，看到的谱线就很少了．他还发现，不管棱镜材料是否相同，也不管定日镜</a:t>
            </a:r>
          </a:p>
          <a:p>
            <a:r>
              <a:rPr lang="zh-CN" altLang="en-US" dirty="0"/>
              <a:t>是对向太阳、月亮或其他星体，暗线总按同样的方式分布，但少数最亮的星球光谱中的暗线排列位置不同．为了收集更多的光，他用一个曲率半径很大的柱面平凸透镜聚集星光．</a:t>
            </a:r>
          </a:p>
          <a:p>
            <a:r>
              <a:rPr lang="zh-CN" altLang="en-US" dirty="0"/>
              <a:t>画出了靠红端的 B 与靠紫端的 H 之间的光谱中的574条暗线，现在仍称为夫琅和费线．后来他又注意到其中一些暗线看来与许多火焰光谱中的亮线对应；</a:t>
            </a:r>
          </a:p>
          <a:p>
            <a:r>
              <a:rPr lang="zh-CN" altLang="en-US" dirty="0"/>
              <a:t>夫琅和费还用他的刻划光栅测定了一些太阳光谱暗线的波长，其六条主要暗线波长的精度三十年内没有人能够超过．但是对夫琅和费线的正确解释，直到1859年才由基尔霍夫和本生作出．</a:t>
            </a:r>
          </a:p>
          <a:p>
            <a:r>
              <a:rPr lang="zh-CN" altLang="en-US" dirty="0"/>
              <a:t>铯和铷。本生和生产这种矿泉水的老板商量，利用工厂的设备蒸发和处理了44000升这样的矿泉水，提炼出7克的铯。而在处理矿泉水的过程中还提炼出10克的铷。后来其他化学家也利用分光镜发现了铊和铟</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just">
              <a:spcBef>
                <a:spcPts val="0"/>
              </a:spcBef>
              <a:spcAft>
                <a:spcPts val="0"/>
              </a:spcAft>
            </a:pP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现代分光计，其核心功能是测量光线的偏转角，所以又称为测角仪。一个物理量如果能写成光线偏转角的函数形式，我们就可以通过直接测量光线偏转角度，来间接测量该物理量，例如折射率，波长等等。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现代光谱仪根据分光器件的不同，主要分成棱镜式光谱仪</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利用棱镜的分光作用制成</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和光栅式光谱仪，有兴趣的同学可以进一步了解。</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a:p>
            <a:pPr marL="0" marR="0" indent="266700" algn="just">
              <a:spcBef>
                <a:spcPts val="0"/>
              </a:spcBef>
              <a:spcAft>
                <a:spcPts val="0"/>
              </a:spcAft>
            </a:pP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 </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9</a:t>
            </a:fld>
            <a:endParaRPr lang="zh-CN" altLang="en-US"/>
          </a:p>
        </p:txBody>
      </p:sp>
    </p:spTree>
    <p:extLst>
      <p:ext uri="{BB962C8B-B14F-4D97-AF65-F5344CB8AC3E}">
        <p14:creationId xmlns:p14="http://schemas.microsoft.com/office/powerpoint/2010/main" val="2689857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10</a:t>
            </a:fld>
            <a:endParaRPr lang="zh-CN" altLang="en-US"/>
          </a:p>
        </p:txBody>
      </p:sp>
    </p:spTree>
    <p:extLst>
      <p:ext uri="{BB962C8B-B14F-4D97-AF65-F5344CB8AC3E}">
        <p14:creationId xmlns:p14="http://schemas.microsoft.com/office/powerpoint/2010/main" val="405369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这是自准直望远镜，</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这是它的止动螺钉，当这个螺钉松开的时候，望远镜就可以绕着仪器主轴转动。</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这是角刻度盘</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它由内游标盘和外主刻度盘组成，主刻度盘嵌在下方望远镜的套筒上，</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当这颗螺钉锁紧时，主刻度盘就会和望远镜一起转动。</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这是内游标盘和它的止动螺钉，由于内游标盘直接套在了仪器主轴上，所以当这颗螺钉松开的时候，内游标盘就可以绕着仪器主轴转动。</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这是用来放置光学器件的载物台，下面的三颗螺钉可以控制载物台的倾斜度</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。这是它的止动螺钉，由于载物台套在了内游标盘的套筒上，所以当这颗螺钉锁紧的时候，内游标盘就会和载物台一起转动。</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这是用来产生平行光的平行光管</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手指向平行光管</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，它直接固连在</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下面的底座上</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顺着固定轴指向底座</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。我们需要熟悉分光计各部分的作用和连接方式。</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这些部分有机地构成了分光计，每一部分都发挥了重要的作用。</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200" kern="100" dirty="0">
              <a:effectLst/>
              <a:latin typeface="DengXian" panose="02010600030101010101" pitchFamily="2" charset="-122"/>
              <a:ea typeface="DengXian" panose="02010600030101010101" pitchFamily="2" charset="-122"/>
              <a:cs typeface="宋体" panose="02010600030101010101" pitchFamily="2" charset="-122"/>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530F0D-1A5A-4EA2-B28F-0EC912CB6BA5}"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6136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在了解了分光计结构后，如何进行分光计的调整呢？我们有三大目标：首先要做到一个等高共轴，是指望远镜平行光管和载物台上的器件</a:t>
            </a:r>
            <a:r>
              <a:rPr lang="en-US" altLang="zh-CN" dirty="0"/>
              <a:t> </a:t>
            </a:r>
            <a:r>
              <a:rPr lang="zh-CN" altLang="en-US" dirty="0"/>
              <a:t>等高共轴，其次是两个焦距：一个指望远镜的十字叉丝在物镜焦平面，此时望远镜中能看清楚平行光所成的像，另一个是指平行光管的狭缝在透镜焦平面上，此时平行光管发出平行光。最后是三个垂直是指望远镜光轴、平行光管光轴、载物平面垂直于仪器主轴。</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530F0D-1A5A-4EA2-B28F-0EC912CB6BA5}"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just">
              <a:spcBef>
                <a:spcPts val="0"/>
              </a:spcBef>
              <a:spcAft>
                <a:spcPts val="0"/>
              </a:spcAft>
            </a:pP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首先在正式调节前，需要进行目测预调。</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需要从分光计的侧面观察望远镜和平行光管的光轴和下面的这个狭缝之间的间距是否相等，并通过倾斜度调节螺钉进行调节。</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200" kern="100" dirty="0">
                <a:solidFill>
                  <a:srgbClr val="000000"/>
                </a:solidFill>
                <a:effectLst/>
                <a:latin typeface="仿宋_GB2312"/>
                <a:ea typeface="DengXian" panose="02010600030101010101" pitchFamily="2" charset="-122"/>
                <a:cs typeface="宋体" panose="02010600030101010101" pitchFamily="2" charset="-122"/>
              </a:rPr>
              <a:t>下面按照“五个步骤”进行调节。</a:t>
            </a:r>
            <a:r>
              <a:rPr lang="en-US" altLang="zh-CN" sz="12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200" kern="100" dirty="0">
              <a:effectLst/>
              <a:latin typeface="DengXian" panose="02010600030101010101" pitchFamily="2" charset="-122"/>
              <a:ea typeface="DengXian" panose="02010600030101010101" pitchFamily="2" charset="-122"/>
              <a:cs typeface="宋体" panose="02010600030101010101" pitchFamily="2"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t>13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望远镜中要能够看清平行光所成的像，我们先了解下望远镜的结构，它由目镜和物镜组成，为了进行定量测量，在这个位置有个带刻度的分划板，分划板下方有个发绿光的小灯泡，这是一个</a:t>
            </a:r>
            <a:r>
              <a:rPr lang="en-US" altLang="zh-CN" dirty="0"/>
              <a:t>45</a:t>
            </a:r>
            <a:r>
              <a:rPr lang="zh-CN" altLang="en-US" dirty="0"/>
              <a:t>度半透半反镜，在这边镀有全反膜上面开了一个十字形小孔，光可以透过。</a:t>
            </a:r>
          </a:p>
          <a:p>
            <a:r>
              <a:rPr lang="zh-CN" altLang="en-US" dirty="0"/>
              <a:t>我们首先调节目镜旋钮，。。。</a:t>
            </a:r>
          </a:p>
          <a:p>
            <a:r>
              <a:rPr lang="zh-CN" altLang="en-US" dirty="0"/>
              <a:t>将双面镜紧贴到物镜口，</a:t>
            </a:r>
            <a:r>
              <a:rPr lang="zh-CN" altLang="en-US" dirty="0">
                <a:sym typeface="+mn-ea"/>
              </a:rPr>
              <a:t>调节该旋钮，改变分划板与物镜间距离，当分划板在物镜焦平面上时，根据自准直原理，</a:t>
            </a:r>
            <a:r>
              <a:rPr lang="zh-CN" altLang="en-US" dirty="0"/>
              <a:t>绿十字点光源经过双面镜反射，可以在上刻度线位置看到清晰的绿十字像。</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t>14</a:t>
            </a:fld>
            <a:endParaRPr lang="zh-CN" altLang="en-US"/>
          </a:p>
        </p:txBody>
      </p:sp>
    </p:spTree>
    <p:extLst>
      <p:ext uri="{BB962C8B-B14F-4D97-AF65-F5344CB8AC3E}">
        <p14:creationId xmlns:p14="http://schemas.microsoft.com/office/powerpoint/2010/main" val="4236905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望远镜中要能够看清平行光所成的像，我们先了解下望远镜的结构，它由目镜和物镜组成，为了进行定量测量，在这个位置有个带刻度的分划板，分划板下方有个发绿光的小灯泡，这是一个</a:t>
            </a:r>
            <a:r>
              <a:rPr lang="en-US" altLang="zh-CN" dirty="0"/>
              <a:t>45</a:t>
            </a:r>
            <a:r>
              <a:rPr lang="zh-CN" altLang="en-US" dirty="0"/>
              <a:t>度半透半反镜，在这边镀有全反膜上面开了一个十字形小孔，光可以透过。</a:t>
            </a:r>
          </a:p>
          <a:p>
            <a:r>
              <a:rPr lang="zh-CN" altLang="en-US" dirty="0"/>
              <a:t>我们首先调节目镜旋钮，。。。</a:t>
            </a:r>
          </a:p>
          <a:p>
            <a:r>
              <a:rPr lang="zh-CN" altLang="en-US" dirty="0"/>
              <a:t>将双面镜紧贴到物镜口，</a:t>
            </a:r>
            <a:r>
              <a:rPr lang="zh-CN" altLang="en-US" dirty="0">
                <a:sym typeface="+mn-ea"/>
              </a:rPr>
              <a:t>调节该旋钮，改变分划板与物镜间距离，当分划板在物镜焦平面上时，根据自准直原理，</a:t>
            </a:r>
            <a:r>
              <a:rPr lang="zh-CN" altLang="en-US" dirty="0"/>
              <a:t>绿十字点光源经过双面镜反射，可以在上刻度线位置看到清晰的绿十字像。</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t>15</a:t>
            </a:fld>
            <a:endParaRPr lang="zh-CN" altLang="en-US"/>
          </a:p>
        </p:txBody>
      </p:sp>
    </p:spTree>
    <p:extLst>
      <p:ext uri="{BB962C8B-B14F-4D97-AF65-F5344CB8AC3E}">
        <p14:creationId xmlns:p14="http://schemas.microsoft.com/office/powerpoint/2010/main" val="1353858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望远镜中要能够看清平行光所成的像，我们先了解下望远镜的结构，它由目镜和物镜组成，为了进行定量测量，在这个位置有个带刻度的分划板，分划板下方有个发绿光的小灯泡，这是一个</a:t>
            </a:r>
            <a:r>
              <a:rPr lang="en-US" altLang="zh-CN" dirty="0"/>
              <a:t>45</a:t>
            </a:r>
            <a:r>
              <a:rPr lang="zh-CN" altLang="en-US" dirty="0"/>
              <a:t>度半透半反镜，在这边镀有全反膜上面开了一个十字形小孔，光可以透过。</a:t>
            </a:r>
          </a:p>
          <a:p>
            <a:r>
              <a:rPr lang="zh-CN" altLang="en-US" dirty="0"/>
              <a:t>我们首先调节目镜旋钮，。。。</a:t>
            </a:r>
          </a:p>
          <a:p>
            <a:r>
              <a:rPr lang="zh-CN" altLang="en-US" dirty="0"/>
              <a:t>将双面镜紧贴到物镜口，</a:t>
            </a:r>
            <a:r>
              <a:rPr lang="zh-CN" altLang="en-US" dirty="0">
                <a:sym typeface="+mn-ea"/>
              </a:rPr>
              <a:t>调节该旋钮，改变分划板与物镜间距离，当分划板在物镜焦平面上时，根据自准直原理，</a:t>
            </a:r>
            <a:r>
              <a:rPr lang="zh-CN" altLang="en-US" dirty="0"/>
              <a:t>绿十字点光源经过双面镜反射，可以在上刻度线位置看到清晰的绿十字像。</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t>16</a:t>
            </a:fld>
            <a:endParaRPr lang="zh-CN" altLang="en-US"/>
          </a:p>
        </p:txBody>
      </p:sp>
    </p:spTree>
    <p:extLst>
      <p:ext uri="{BB962C8B-B14F-4D97-AF65-F5344CB8AC3E}">
        <p14:creationId xmlns:p14="http://schemas.microsoft.com/office/powerpoint/2010/main" val="1838844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just">
              <a:spcBef>
                <a:spcPts val="0"/>
              </a:spcBef>
              <a:spcAft>
                <a:spcPts val="0"/>
              </a:spcAft>
            </a:pP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下面来调节“两个垂直”。</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首先，将双面镜放置在载物台上，</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调整双面镜与</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b</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两个螺钉连线垂直，然后转动载物台让双面镜正对望远镜。</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由于已经进行过预调，</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基本上可以在目镜视场中看到反射回来的清晰绿十字像，记住它的位置，</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然后载物台转动</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180°</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，去观测另外一面所反射的绿十字像的位置。</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这时看到的像会有两种情况，第一种情况是两次看到的绿十字像在上刻线的同一侧</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由光路图可以知道，此时绿十字的偏移主要由望远镜倾斜导致，</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所以调节望远镜的</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俯仰角螺钉。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第二种情况，</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也是转动</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180</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度之后，看到的像位于上刻线的另一侧。这说明载物台的倾斜相比望远镜更明显</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所以调节载物台</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b</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螺钉中的一颗。</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要注意这里的每一次调节都要利用减半逼近法，让这两个面的绿十字像每一次减一半地来靠近上刻线，</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最终两次反射回来的绿十字都在上刻线位置时，就达到了望远镜的光轴和</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ab</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螺钉连线垂直于仪器主轴的效果。</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p:txBody>
      </p:sp>
      <p:sp>
        <p:nvSpPr>
          <p:cNvPr id="4" name="灯片编号占位符 3"/>
          <p:cNvSpPr>
            <a:spLocks noGrp="1"/>
          </p:cNvSpPr>
          <p:nvPr>
            <p:ph type="sldNum" sz="quarter" idx="5"/>
          </p:nvPr>
        </p:nvSpPr>
        <p:spPr/>
        <p:txBody>
          <a:bodyPr/>
          <a:lstStyle/>
          <a:p>
            <a:fld id="{CB530F0D-1A5A-4EA2-B28F-0EC912CB6BA5}" type="slidenum">
              <a:rPr lang="zh-CN" altLang="en-US" smtClean="0"/>
              <a:t>19</a:t>
            </a:fld>
            <a:endParaRPr lang="zh-CN" altLang="en-US"/>
          </a:p>
        </p:txBody>
      </p:sp>
    </p:spTree>
    <p:extLst>
      <p:ext uri="{BB962C8B-B14F-4D97-AF65-F5344CB8AC3E}">
        <p14:creationId xmlns:p14="http://schemas.microsoft.com/office/powerpoint/2010/main" val="1413758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just">
              <a:spcBef>
                <a:spcPts val="0"/>
              </a:spcBef>
              <a:spcAft>
                <a:spcPts val="0"/>
              </a:spcAft>
            </a:pP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下面来调节“两个垂直”。</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首先，将双面镜放置在载物台上，</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调整双面镜与</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b</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两个螺钉连线垂直，然后转动载物台让双面镜正对望远镜。</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由于已经进行过预调，</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基本上可以在目镜视场中看到反射回来的清晰绿十字像，记住它的位置，</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然后载物台转动</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180°</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，去观测另外一面所反射的绿十字像的位置。</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这时看到的像会有两种情况，第一种情况是两次看到的绿十字像在上刻线的同一侧</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由光路图可以知道，此时绿十字的偏移主要由望远镜倾斜导致，</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所以调节望远镜的俯仰角螺钉，这就是口诀一“都上都下，调望远镜螺钉”。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第二种情况，</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也是转动</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180</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度之后，看到的像位于上刻线的另一侧。这说明载物台的倾斜相比望远镜更明显</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所以调节载物台</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b</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螺钉中的一颗，这就是口诀二“一上一下，调平台螺钉”。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要注意这里的每一次调节都要利用减半逼近法，让这两个面的绿十字像每一次减一半地来靠近上刻线，</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最终两次反射回来的绿十字都在上刻线位置时，就达到了望远镜的光轴垂直于仪器主轴、</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ab</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螺钉连线垂直于仪器主轴的效果。</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a:p>
            <a:endParaRPr kumimoji="1" lang="zh-CN" altLang="en-US"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t>20</a:t>
            </a:fld>
            <a:endParaRPr lang="zh-CN" altLang="en-US"/>
          </a:p>
        </p:txBody>
      </p:sp>
    </p:spTree>
    <p:extLst>
      <p:ext uri="{BB962C8B-B14F-4D97-AF65-F5344CB8AC3E}">
        <p14:creationId xmlns:p14="http://schemas.microsoft.com/office/powerpoint/2010/main" val="3473717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just">
              <a:spcBef>
                <a:spcPts val="0"/>
              </a:spcBef>
              <a:spcAft>
                <a:spcPts val="0"/>
              </a:spcAft>
            </a:pP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但是这样就调好了吗？并没有。还有这个面没有调节，对此需要对载物台的</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c</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螺钉进行调节。</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此时将双面镜转动九十度，</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使其平行于</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b</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螺钉连线，然后转动载物台，让双面镜正对望远镜，调节</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c</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螺钉使我们</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在望远镜中看到的绿十字像处于上刻线的位置（注意这里只能调节俯仰角螺钉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c</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），这样我们的“两个垂直”的调节就完成了。</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a:p>
            <a:pPr marL="0" marR="0" indent="266700" algn="just">
              <a:spcBef>
                <a:spcPts val="0"/>
              </a:spcBef>
              <a:spcAft>
                <a:spcPts val="0"/>
              </a:spcAft>
            </a:pP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 </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a:p>
            <a:pPr marL="0" marR="0" algn="just">
              <a:spcBef>
                <a:spcPts val="0"/>
              </a:spcBef>
              <a:spcAft>
                <a:spcPts val="0"/>
              </a:spcAft>
            </a:pPr>
            <a:endParaRPr lang="zh-CN" altLang="en-US" sz="1200" kern="100" dirty="0">
              <a:effectLst/>
              <a:latin typeface="等线" panose="02010600030101010101" pitchFamily="2" charset="-122"/>
              <a:ea typeface="等线" panose="02010600030101010101" pitchFamily="2" charset="-122"/>
              <a:cs typeface="宋体" panose="02010600030101010101" pitchFamily="2"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t>21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just">
              <a:spcBef>
                <a:spcPts val="0"/>
              </a:spcBef>
              <a:spcAft>
                <a:spcPts val="0"/>
              </a:spcAft>
            </a:pP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最后还剩下一个平行光管没有调节。</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首先将双面镜取下，然后将调好的望远镜转动到平行光管的对称位置，然后调节望远镜和平行光管的水平调节螺钉，使两者近似共轴。此时在望远镜中可以看到一个狭缝的像，然后调节该旋钮，改变狭缝和透镜之间的距离，此时狭缝的像清晰度会发生变化，当我们在望远镜中看到的狭缝的像最清晰的时候，狭缝就位于透镜的焦平面上，平行光管发出的光正是平行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接着转动该螺钉调节狭缝大小，使看到的狭缝的像宽度为一毫米左右</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最后转动狭缝</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90°</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，使得狭缝变成水平状态，</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通过调节平行光管倾角调节螺钉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使得我们在望远镜中看到的像位于下刻线位置，这样平行光管就与望远镜共轴了，由于望远镜的光轴已经垂直于仪器主轴，所以平行光管的光轴也垂直于仪器主轴，两个垂直就调节完成了。</a:t>
            </a:r>
            <a:r>
              <a:rPr lang="zh-CN" altLang="en-US" sz="1800"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分光计就调整好了。</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p:txBody>
      </p:sp>
      <p:sp>
        <p:nvSpPr>
          <p:cNvPr id="4" name="灯片编号占位符 3"/>
          <p:cNvSpPr>
            <a:spLocks noGrp="1"/>
          </p:cNvSpPr>
          <p:nvPr>
            <p:ph type="sldNum" sz="quarter" idx="10"/>
          </p:nvPr>
        </p:nvSpPr>
        <p:spPr/>
        <p:txBody>
          <a:bodyPr/>
          <a:lstStyle/>
          <a:p>
            <a:fld id="{CB530F0D-1A5A-4EA2-B28F-0EC912CB6BA5}" type="slidenum">
              <a:rPr lang="zh-CN" altLang="en-US" smtClean="0"/>
              <a:t>22</a:t>
            </a:fld>
            <a:endParaRPr lang="zh-CN" altLang="en-US"/>
          </a:p>
        </p:txBody>
      </p:sp>
    </p:spTree>
    <p:extLst>
      <p:ext uri="{BB962C8B-B14F-4D97-AF65-F5344CB8AC3E}">
        <p14:creationId xmlns:p14="http://schemas.microsoft.com/office/powerpoint/2010/main" val="1643662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266700" algn="just">
              <a:spcBef>
                <a:spcPts val="0"/>
              </a:spcBef>
              <a:spcAft>
                <a:spcPts val="0"/>
              </a:spcAft>
            </a:pP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最后还剩下一个平行光管没有调节。</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首先将双面镜取下，然后将调好的望远镜转动到平行光管的对称位置，然后调节望远镜和平行光管的水平调节螺钉，使两者近似共轴。此时在望远镜中可以看到一个狭缝的像，然后调节该旋钮，改变狭缝和透镜之间的距离，此时狭缝的像清晰度会发生变化，当我们在望远镜中看到的狭缝的像最清晰的时候，狭缝就位于透镜的焦平面上，平行光管发出的正是平行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接着转动该螺钉调节狭缝大小，使看到的狭缝的像宽度为一毫米左右</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最后转动狭缝</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90°</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，使狭缝变成水平状态，</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通过调节平行光管倾角调节螺钉</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r>
              <a:rPr lang="zh-CN" altLang="en-US" sz="1800" kern="100" dirty="0">
                <a:solidFill>
                  <a:srgbClr val="000000"/>
                </a:solidFill>
                <a:effectLst/>
                <a:latin typeface="仿宋_GB2312"/>
                <a:ea typeface="DengXian" panose="02010600030101010101" pitchFamily="2" charset="-122"/>
                <a:cs typeface="宋体" panose="02010600030101010101" pitchFamily="2" charset="-122"/>
              </a:rPr>
              <a:t>使得我们在望远镜中看到的像位于下刻线位置，这样平行光管就与望远镜共轴了，由于望远镜的光轴已经垂直于仪器主轴，所以平行光管的光轴也垂直于仪器主轴。</a:t>
            </a:r>
            <a:r>
              <a:rPr lang="zh-CN" altLang="en-US" sz="1800" kern="100"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分光计就调整好了。</a:t>
            </a:r>
            <a:r>
              <a:rPr lang="en-US" altLang="zh-CN" sz="1800" kern="100" dirty="0">
                <a:solidFill>
                  <a:srgbClr val="000000"/>
                </a:solidFill>
                <a:effectLst/>
                <a:latin typeface="仿宋_GB2312"/>
                <a:ea typeface="DengXian" panose="02010600030101010101" pitchFamily="2" charset="-122"/>
                <a:cs typeface="宋体" panose="02010600030101010101" pitchFamily="2" charset="-122"/>
              </a:rPr>
              <a:t>//</a:t>
            </a:r>
            <a:endParaRPr lang="zh-CN" altLang="en-US" sz="1800" kern="100" dirty="0">
              <a:effectLst/>
              <a:latin typeface="DengXian" panose="02010600030101010101" pitchFamily="2" charset="-122"/>
              <a:ea typeface="DengXian"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solidFill>
                  <a:srgbClr val="000000"/>
                </a:solidFill>
                <a:effectLst/>
                <a:latin typeface="仿宋_GB2312"/>
                <a:ea typeface="等线" panose="02010600030101010101" pitchFamily="2" charset="-122"/>
                <a:cs typeface="宋体" panose="02010600030101010101" pitchFamily="2" charset="-122"/>
              </a:rPr>
              <a:t>//</a:t>
            </a:r>
            <a:r>
              <a:rPr lang="zh-CN" altLang="en-US" sz="1200" kern="100" dirty="0">
                <a:solidFill>
                  <a:srgbClr val="000000"/>
                </a:solidFill>
                <a:effectLst/>
                <a:latin typeface="仿宋_GB2312"/>
                <a:ea typeface="等线" panose="02010600030101010101" pitchFamily="2" charset="-122"/>
                <a:cs typeface="宋体" panose="02010600030101010101" pitchFamily="2" charset="-122"/>
              </a:rPr>
              <a:t>然后转动狭缝 </a:t>
            </a:r>
            <a:r>
              <a:rPr lang="en-US" altLang="zh-CN" sz="1200" kern="100" dirty="0">
                <a:solidFill>
                  <a:srgbClr val="000000"/>
                </a:solidFill>
                <a:effectLst/>
                <a:latin typeface="仿宋_GB2312"/>
                <a:ea typeface="等线" panose="02010600030101010101" pitchFamily="2" charset="-122"/>
                <a:cs typeface="宋体" panose="02010600030101010101" pitchFamily="2" charset="-122"/>
              </a:rPr>
              <a:t>90°</a:t>
            </a:r>
            <a:r>
              <a:rPr lang="zh-CN" altLang="en-US" sz="1200" kern="100" dirty="0">
                <a:solidFill>
                  <a:srgbClr val="000000"/>
                </a:solidFill>
                <a:effectLst/>
                <a:latin typeface="仿宋_GB2312"/>
                <a:ea typeface="等线" panose="02010600030101010101" pitchFamily="2" charset="-122"/>
                <a:cs typeface="宋体" panose="02010600030101010101" pitchFamily="2" charset="-122"/>
              </a:rPr>
              <a:t>，使得狭缝变成水平状态，</a:t>
            </a:r>
            <a:r>
              <a:rPr lang="en-US" altLang="zh-CN" sz="1200" kern="100" dirty="0">
                <a:solidFill>
                  <a:srgbClr val="000000"/>
                </a:solidFill>
                <a:effectLst/>
                <a:latin typeface="仿宋_GB2312"/>
                <a:ea typeface="等线" panose="02010600030101010101" pitchFamily="2" charset="-122"/>
                <a:cs typeface="宋体" panose="02010600030101010101" pitchFamily="2" charset="-122"/>
              </a:rPr>
              <a:t>//</a:t>
            </a:r>
            <a:r>
              <a:rPr lang="zh-CN" altLang="en-US" sz="1200" kern="100" dirty="0">
                <a:solidFill>
                  <a:srgbClr val="000000"/>
                </a:solidFill>
                <a:effectLst/>
                <a:latin typeface="仿宋_GB2312"/>
                <a:ea typeface="等线" panose="02010600030101010101" pitchFamily="2" charset="-122"/>
                <a:cs typeface="宋体" panose="02010600030101010101" pitchFamily="2" charset="-122"/>
              </a:rPr>
              <a:t>通过调节平行光管倾角调节螺钉</a:t>
            </a:r>
            <a:r>
              <a:rPr lang="en-US" altLang="zh-CN" sz="1200" kern="100" dirty="0">
                <a:solidFill>
                  <a:srgbClr val="000000"/>
                </a:solidFill>
                <a:effectLst/>
                <a:latin typeface="仿宋_GB2312"/>
                <a:ea typeface="等线" panose="02010600030101010101" pitchFamily="2" charset="-122"/>
                <a:cs typeface="宋体" panose="02010600030101010101" pitchFamily="2" charset="-122"/>
              </a:rPr>
              <a:t>//</a:t>
            </a:r>
            <a:r>
              <a:rPr lang="zh-CN" altLang="en-US" sz="1200" kern="100" dirty="0">
                <a:solidFill>
                  <a:srgbClr val="000000"/>
                </a:solidFill>
                <a:effectLst/>
                <a:latin typeface="仿宋_GB2312"/>
                <a:ea typeface="等线" panose="02010600030101010101" pitchFamily="2" charset="-122"/>
                <a:cs typeface="宋体" panose="02010600030101010101" pitchFamily="2" charset="-122"/>
              </a:rPr>
              <a:t>使得我们在望远镜中所看到的像位于垂直刻线位置，这样平行光管的光轴就与望远镜共轴，由于望远镜已经垂直于仪器主轴，所以平行光管也垂直于仪器主轴，两个垂直就调节完成了。以上是我们“五个调节”的具体要求。</a:t>
            </a:r>
            <a:r>
              <a:rPr lang="en-US" altLang="zh-CN" sz="1200" kern="100" dirty="0">
                <a:solidFill>
                  <a:srgbClr val="000000"/>
                </a:solidFill>
                <a:effectLst/>
                <a:latin typeface="仿宋_GB2312"/>
                <a:ea typeface="等线" panose="02010600030101010101" pitchFamily="2" charset="-122"/>
                <a:cs typeface="宋体" panose="02010600030101010101" pitchFamily="2" charset="-122"/>
              </a:rPr>
              <a:t>//</a:t>
            </a:r>
            <a:endParaRPr lang="zh-CN" altLang="en-US" sz="1200" kern="100" dirty="0">
              <a:effectLst/>
              <a:latin typeface="等线" panose="02010600030101010101" pitchFamily="2" charset="-122"/>
              <a:ea typeface="等线"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24</a:t>
            </a:fld>
            <a:endParaRPr lang="zh-CN" altLang="en-US"/>
          </a:p>
        </p:txBody>
      </p:sp>
    </p:spTree>
    <p:extLst>
      <p:ext uri="{BB962C8B-B14F-4D97-AF65-F5344CB8AC3E}">
        <p14:creationId xmlns:p14="http://schemas.microsoft.com/office/powerpoint/2010/main" val="361369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这里大家思考一个问题，要是偏心差特别大，双游标有意义吗？</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t>25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大家再观察最小偏向角时会发现多条谱线，这是因为汞灯光谱中包含了多条可见光，强度较大的主要有这四条。</a:t>
            </a:r>
          </a:p>
        </p:txBody>
      </p:sp>
      <p:sp>
        <p:nvSpPr>
          <p:cNvPr id="4" name="灯片编号占位符 3"/>
          <p:cNvSpPr>
            <a:spLocks noGrp="1"/>
          </p:cNvSpPr>
          <p:nvPr>
            <p:ph type="sldNum" sz="quarter" idx="10"/>
          </p:nvPr>
        </p:nvSpPr>
        <p:spPr/>
        <p:txBody>
          <a:bodyPr/>
          <a:lstStyle/>
          <a:p>
            <a:fld id="{CB530F0D-1A5A-4EA2-B28F-0EC912CB6BA5}" type="slidenum">
              <a:rPr lang="zh-CN" altLang="en-US" smtClean="0"/>
              <a:t>26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28</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29</a:t>
            </a:fld>
            <a:endParaRPr lang="zh-CN" altLang="en-US"/>
          </a:p>
        </p:txBody>
      </p:sp>
    </p:spTree>
    <p:extLst>
      <p:ext uri="{BB962C8B-B14F-4D97-AF65-F5344CB8AC3E}">
        <p14:creationId xmlns:p14="http://schemas.microsoft.com/office/powerpoint/2010/main" val="981328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30</a:t>
            </a:fld>
            <a:endParaRPr lang="zh-CN" altLang="en-US"/>
          </a:p>
        </p:txBody>
      </p:sp>
    </p:spTree>
    <p:extLst>
      <p:ext uri="{BB962C8B-B14F-4D97-AF65-F5344CB8AC3E}">
        <p14:creationId xmlns:p14="http://schemas.microsoft.com/office/powerpoint/2010/main" val="1101193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31</a:t>
            </a:fld>
            <a:endParaRPr lang="zh-CN" altLang="en-US"/>
          </a:p>
        </p:txBody>
      </p:sp>
    </p:spTree>
    <p:extLst>
      <p:ext uri="{BB962C8B-B14F-4D97-AF65-F5344CB8AC3E}">
        <p14:creationId xmlns:p14="http://schemas.microsoft.com/office/powerpoint/2010/main" val="41007397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33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34</a:t>
            </a:fld>
            <a:endParaRPr lang="zh-CN" altLang="en-US"/>
          </a:p>
        </p:txBody>
      </p:sp>
    </p:spTree>
    <p:extLst>
      <p:ext uri="{BB962C8B-B14F-4D97-AF65-F5344CB8AC3E}">
        <p14:creationId xmlns:p14="http://schemas.microsoft.com/office/powerpoint/2010/main" val="470118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t>36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kumimoji="1"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幻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3987065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幻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259381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kumimoji="1"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幻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212467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幻灯片编号占位符 6"/>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1164998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幻灯片编号占位符 8"/>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3496766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幻灯片编号占位符 4"/>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1782416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幻灯片编号占位符 3"/>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371795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kumimoji="1"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幻灯片编号占位符 6"/>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3843906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kumimoji="1"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幻灯片编号占位符 6"/>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1332415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幻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2944183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609600" y="274639"/>
            <a:ext cx="8026400" cy="5851525"/>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t>2025/7/8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幻灯片编号占位符 5"/>
          <p:cNvSpPr>
            <a:spLocks noGrp="1"/>
          </p:cNvSpPr>
          <p:nvPr>
            <p:ph type="sldNum" sz="quarter" idx="12"/>
          </p:nvPr>
        </p:nvSpPr>
        <p:spPr/>
        <p:txBody>
          <a:body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2542363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AB7A37-B852-49AB-B2E2-96296AB21F67}" type="datetimeFigureOut">
              <a:rPr lang="zh-CN" altLang="en-US" smtClean="0"/>
              <a:t>2025/7/8</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幻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8F8D02-9041-4C59-BC62-13DE0E5C6713}" type="slidenum">
              <a:rPr lang="zh-CN" altLang="en-US" smtClean="0"/>
              <a:t>‹#›</a:t>
            </a:fld>
            <a:endParaRPr lang="zh-CN" altLang="en-US"/>
          </a:p>
        </p:txBody>
      </p:sp>
    </p:spTree>
    <p:extLst>
      <p:ext uri="{BB962C8B-B14F-4D97-AF65-F5344CB8AC3E}">
        <p14:creationId xmlns:p14="http://schemas.microsoft.com/office/powerpoint/2010/main" val="148854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84" Type="http://schemas.openxmlformats.org/officeDocument/2006/relationships/tags" Target="../tags/tag84.xml"/><Relationship Id="rId89" Type="http://schemas.openxmlformats.org/officeDocument/2006/relationships/slideLayout" Target="../slideLayouts/slideLayout2.xml"/><Relationship Id="rId16" Type="http://schemas.openxmlformats.org/officeDocument/2006/relationships/tags" Target="../tags/tag16.xml"/><Relationship Id="rId11" Type="http://schemas.openxmlformats.org/officeDocument/2006/relationships/tags" Target="../tags/tag11.xml"/><Relationship Id="rId32" Type="http://schemas.openxmlformats.org/officeDocument/2006/relationships/tags" Target="../tags/tag32.xml"/><Relationship Id="rId37" Type="http://schemas.openxmlformats.org/officeDocument/2006/relationships/tags" Target="../tags/tag37.xml"/><Relationship Id="rId53" Type="http://schemas.openxmlformats.org/officeDocument/2006/relationships/tags" Target="../tags/tag53.xml"/><Relationship Id="rId58" Type="http://schemas.openxmlformats.org/officeDocument/2006/relationships/tags" Target="../tags/tag58.xml"/><Relationship Id="rId74" Type="http://schemas.openxmlformats.org/officeDocument/2006/relationships/tags" Target="../tags/tag74.xml"/><Relationship Id="rId79" Type="http://schemas.openxmlformats.org/officeDocument/2006/relationships/tags" Target="../tags/tag79.xml"/><Relationship Id="rId5" Type="http://schemas.openxmlformats.org/officeDocument/2006/relationships/tags" Target="../tags/tag5.xml"/><Relationship Id="rId90" Type="http://schemas.openxmlformats.org/officeDocument/2006/relationships/notesSlide" Target="../notesSlides/notesSlide10.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77" Type="http://schemas.openxmlformats.org/officeDocument/2006/relationships/tags" Target="../tags/tag77.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80" Type="http://schemas.openxmlformats.org/officeDocument/2006/relationships/tags" Target="../tags/tag80.xml"/><Relationship Id="rId85" Type="http://schemas.openxmlformats.org/officeDocument/2006/relationships/tags" Target="../tags/tag85.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83" Type="http://schemas.openxmlformats.org/officeDocument/2006/relationships/tags" Target="../tags/tag83.xml"/><Relationship Id="rId88" Type="http://schemas.openxmlformats.org/officeDocument/2006/relationships/tags" Target="../tags/tag88.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78" Type="http://schemas.openxmlformats.org/officeDocument/2006/relationships/tags" Target="../tags/tag78.xml"/><Relationship Id="rId81" Type="http://schemas.openxmlformats.org/officeDocument/2006/relationships/tags" Target="../tags/tag81.xml"/><Relationship Id="rId86" Type="http://schemas.openxmlformats.org/officeDocument/2006/relationships/tags" Target="../tags/tag86.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tags" Target="../tags/tag76.xml"/><Relationship Id="rId7" Type="http://schemas.openxmlformats.org/officeDocument/2006/relationships/tags" Target="../tags/tag7.xml"/><Relationship Id="rId71" Type="http://schemas.openxmlformats.org/officeDocument/2006/relationships/tags" Target="../tags/tag71.xml"/><Relationship Id="rId2" Type="http://schemas.openxmlformats.org/officeDocument/2006/relationships/tags" Target="../tags/tag2.xml"/><Relationship Id="rId29" Type="http://schemas.openxmlformats.org/officeDocument/2006/relationships/tags" Target="../tags/tag29.xml"/><Relationship Id="rId24" Type="http://schemas.openxmlformats.org/officeDocument/2006/relationships/tags" Target="../tags/tag24.xml"/><Relationship Id="rId40" Type="http://schemas.openxmlformats.org/officeDocument/2006/relationships/tags" Target="../tags/tag40.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61" Type="http://schemas.openxmlformats.org/officeDocument/2006/relationships/tags" Target="../tags/tag61.xml"/><Relationship Id="rId82" Type="http://schemas.openxmlformats.org/officeDocument/2006/relationships/tags" Target="../tags/tag82.xml"/><Relationship Id="rId19" Type="http://schemas.openxmlformats.org/officeDocument/2006/relationships/tags" Target="../tags/tag19.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9.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3.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 Id="rId9"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94.xml"/><Relationship Id="rId6" Type="http://schemas.openxmlformats.org/officeDocument/2006/relationships/image" Target="../media/image90.png"/><Relationship Id="rId5" Type="http://schemas.openxmlformats.org/officeDocument/2006/relationships/image" Target="../media/image80.png"/><Relationship Id="rId4" Type="http://schemas.openxmlformats.org/officeDocument/2006/relationships/image" Target="../media/image70.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9.jpe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10" Type="http://schemas.openxmlformats.org/officeDocument/2006/relationships/image" Target="../media/image21.png"/><Relationship Id="rId9" Type="http://schemas.openxmlformats.org/officeDocument/2006/relationships/image" Target="../media/image2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2.bin"/><Relationship Id="rId4" Type="http://schemas.openxmlformats.org/officeDocument/2006/relationships/image" Target="../media/image24.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6"/>
            <a:ext cx="12192000" cy="123425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48" name="文本框 47"/>
          <p:cNvSpPr txBox="1"/>
          <p:nvPr/>
        </p:nvSpPr>
        <p:spPr>
          <a:xfrm>
            <a:off x="1387020" y="1855290"/>
            <a:ext cx="9417959" cy="1323437"/>
          </a:xfrm>
          <a:prstGeom prst="rect">
            <a:avLst/>
          </a:prstGeom>
          <a:noFill/>
        </p:spPr>
        <p:txBody>
          <a:bodyPr wrap="none" lIns="91438" tIns="45719" rIns="91438" bIns="45719" rtlCol="0">
            <a:spAutoFit/>
          </a:bodyPr>
          <a:lstStyle/>
          <a:p>
            <a:pPr algn="ctr">
              <a:buClrTx/>
              <a:buSzTx/>
              <a:buFontTx/>
            </a:pPr>
            <a:r>
              <a:rPr lang="zh-CN" altLang="en-US" sz="8000" dirty="0">
                <a:ln w="0"/>
                <a:solidFill>
                  <a:schemeClr val="tx2"/>
                </a:solidFill>
                <a:latin typeface="黑体" panose="02010609060101010101" pitchFamily="49" charset="-122"/>
                <a:ea typeface="黑体" panose="02010609060101010101" pitchFamily="49" charset="-122"/>
                <a:sym typeface="+mn-ea"/>
              </a:rPr>
              <a:t>分光计的调整和使用</a:t>
            </a:r>
          </a:p>
        </p:txBody>
      </p:sp>
      <p:sp>
        <p:nvSpPr>
          <p:cNvPr id="57" name="圆角矩形 56"/>
          <p:cNvSpPr/>
          <p:nvPr/>
        </p:nvSpPr>
        <p:spPr>
          <a:xfrm rot="16200000" flipV="1">
            <a:off x="10447005" y="4634620"/>
            <a:ext cx="1282079" cy="1300156"/>
          </a:xfrm>
          <a:prstGeom prst="roundRect">
            <a:avLst>
              <a:gd name="adj" fmla="val 5039"/>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
        <p:nvSpPr>
          <p:cNvPr id="76" name="Freeform 96"/>
          <p:cNvSpPr/>
          <p:nvPr/>
        </p:nvSpPr>
        <p:spPr bwMode="auto">
          <a:xfrm>
            <a:off x="10716634"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a:extLst>
              <a:ext uri="{FF2B5EF4-FFF2-40B4-BE49-F238E27FC236}">
                <a16:creationId xmlns:a16="http://schemas.microsoft.com/office/drawing/2014/main" id="{A2376108-8A9D-F632-8829-8AEFFEA9BE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49" y="209688"/>
            <a:ext cx="4712251" cy="813468"/>
          </a:xfrm>
          <a:prstGeom prst="rect">
            <a:avLst/>
          </a:prstGeom>
        </p:spPr>
      </p:pic>
      <p:sp>
        <p:nvSpPr>
          <p:cNvPr id="3" name="文本框 2">
            <a:extLst>
              <a:ext uri="{FF2B5EF4-FFF2-40B4-BE49-F238E27FC236}">
                <a16:creationId xmlns:a16="http://schemas.microsoft.com/office/drawing/2014/main" id="{15566845-DC16-E869-FCE7-0595718D2463}"/>
              </a:ext>
            </a:extLst>
          </p:cNvPr>
          <p:cNvSpPr txBox="1"/>
          <p:nvPr/>
        </p:nvSpPr>
        <p:spPr>
          <a:xfrm>
            <a:off x="1387020" y="3217613"/>
            <a:ext cx="9560130" cy="461661"/>
          </a:xfrm>
          <a:prstGeom prst="rect">
            <a:avLst/>
          </a:prstGeom>
          <a:noFill/>
        </p:spPr>
        <p:txBody>
          <a:bodyPr wrap="square" lIns="91436" tIns="45718" rIns="91436" bIns="45718" rtlCol="0">
            <a:spAutoFit/>
          </a:bodyPr>
          <a:lstStyle/>
          <a:p>
            <a:pPr algn="ctr"/>
            <a:r>
              <a:rPr lang="en-US" altLang="zh-CN" sz="2400" b="1" spc="600" dirty="0">
                <a:solidFill>
                  <a:schemeClr val="tx1">
                    <a:alpha val="78000"/>
                  </a:schemeClr>
                </a:solidFill>
                <a:latin typeface="Times New Roman" panose="02020603050405020304" pitchFamily="18" charset="0"/>
                <a:cs typeface="Times New Roman" panose="02020603050405020304" pitchFamily="18" charset="0"/>
              </a:rPr>
              <a:t>Adjustment</a:t>
            </a:r>
            <a:r>
              <a:rPr lang="zh-CN" altLang="en-US" sz="2400" b="1" spc="600" dirty="0">
                <a:solidFill>
                  <a:schemeClr val="tx1">
                    <a:alpha val="78000"/>
                  </a:schemeClr>
                </a:solidFill>
                <a:latin typeface="Times New Roman" panose="02020603050405020304" pitchFamily="18" charset="0"/>
                <a:cs typeface="Times New Roman" panose="02020603050405020304" pitchFamily="18" charset="0"/>
              </a:rPr>
              <a:t> </a:t>
            </a:r>
            <a:r>
              <a:rPr lang="en-US" altLang="zh-CN" sz="2400" b="1" spc="600" dirty="0">
                <a:solidFill>
                  <a:schemeClr val="tx1">
                    <a:alpha val="78000"/>
                  </a:schemeClr>
                </a:solidFill>
                <a:latin typeface="Times New Roman" panose="02020603050405020304" pitchFamily="18" charset="0"/>
                <a:cs typeface="Times New Roman" panose="02020603050405020304" pitchFamily="18" charset="0"/>
              </a:rPr>
              <a:t>and</a:t>
            </a:r>
            <a:r>
              <a:rPr lang="zh-CN" altLang="en-US" sz="2400" b="1" spc="600" dirty="0">
                <a:solidFill>
                  <a:schemeClr val="tx1">
                    <a:alpha val="78000"/>
                  </a:schemeClr>
                </a:solidFill>
                <a:latin typeface="Times New Roman" panose="02020603050405020304" pitchFamily="18" charset="0"/>
                <a:cs typeface="Times New Roman" panose="02020603050405020304" pitchFamily="18" charset="0"/>
              </a:rPr>
              <a:t> </a:t>
            </a:r>
            <a:r>
              <a:rPr lang="en-US" altLang="zh-CN" sz="2400" b="1" spc="600" dirty="0">
                <a:solidFill>
                  <a:schemeClr val="tx1">
                    <a:alpha val="78000"/>
                  </a:schemeClr>
                </a:solidFill>
                <a:latin typeface="Times New Roman" panose="02020603050405020304" pitchFamily="18" charset="0"/>
                <a:cs typeface="Times New Roman" panose="02020603050405020304" pitchFamily="18" charset="0"/>
              </a:rPr>
              <a:t>Application</a:t>
            </a:r>
            <a:r>
              <a:rPr lang="zh-CN" altLang="en-US" sz="2400" b="1" spc="600" dirty="0">
                <a:solidFill>
                  <a:schemeClr val="tx1">
                    <a:alpha val="78000"/>
                  </a:schemeClr>
                </a:solidFill>
                <a:latin typeface="Times New Roman" panose="02020603050405020304" pitchFamily="18" charset="0"/>
                <a:cs typeface="Times New Roman" panose="02020603050405020304" pitchFamily="18" charset="0"/>
              </a:rPr>
              <a:t> </a:t>
            </a:r>
            <a:r>
              <a:rPr lang="en-US" altLang="zh-CN" sz="2400" b="1" spc="600" dirty="0">
                <a:solidFill>
                  <a:schemeClr val="tx1">
                    <a:alpha val="78000"/>
                  </a:schemeClr>
                </a:solidFill>
                <a:latin typeface="Times New Roman" panose="02020603050405020304" pitchFamily="18" charset="0"/>
                <a:cs typeface="Times New Roman" panose="02020603050405020304" pitchFamily="18" charset="0"/>
              </a:rPr>
              <a:t>of</a:t>
            </a:r>
            <a:r>
              <a:rPr lang="zh-CN" altLang="en-US" sz="2400" b="1" spc="600" dirty="0">
                <a:solidFill>
                  <a:schemeClr val="tx1">
                    <a:alpha val="78000"/>
                  </a:schemeClr>
                </a:solidFill>
                <a:latin typeface="Times New Roman" panose="02020603050405020304" pitchFamily="18" charset="0"/>
                <a:cs typeface="Times New Roman" panose="02020603050405020304" pitchFamily="18" charset="0"/>
              </a:rPr>
              <a:t> </a:t>
            </a:r>
            <a:r>
              <a:rPr lang="en-US" altLang="zh-CN" sz="2400" b="1" spc="600" dirty="0">
                <a:solidFill>
                  <a:schemeClr val="tx1">
                    <a:alpha val="78000"/>
                  </a:schemeClr>
                </a:solidFill>
                <a:latin typeface="Times New Roman" panose="02020603050405020304" pitchFamily="18" charset="0"/>
                <a:cs typeface="Times New Roman" panose="02020603050405020304" pitchFamily="18" charset="0"/>
              </a:rPr>
              <a:t>Spectrometer</a:t>
            </a:r>
            <a:endParaRPr lang="zh-CN" altLang="en-US" sz="2400" b="1" spc="600" dirty="0">
              <a:solidFill>
                <a:schemeClr val="tx1">
                  <a:alpha val="78000"/>
                </a:schemeClr>
              </a:solidFill>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29444C8A-1A86-53F4-1169-4499CAA8DBA5}"/>
              </a:ext>
            </a:extLst>
          </p:cNvPr>
          <p:cNvSpPr txBox="1"/>
          <p:nvPr/>
        </p:nvSpPr>
        <p:spPr>
          <a:xfrm>
            <a:off x="3398551" y="5314714"/>
            <a:ext cx="4653495" cy="400111"/>
          </a:xfrm>
          <a:prstGeom prst="rect">
            <a:avLst/>
          </a:prstGeom>
          <a:noFill/>
        </p:spPr>
        <p:txBody>
          <a:bodyPr wrap="square" lIns="91436" tIns="45718" rIns="91436" bIns="45718" rtlCol="0">
            <a:spAutoFit/>
          </a:bodyPr>
          <a:lstStyle/>
          <a:p>
            <a:pPr algn="ctr"/>
            <a:r>
              <a:rPr lang="zh-CN" altLang="en-US" sz="2000" dirty="0">
                <a:solidFill>
                  <a:schemeClr val="bg1"/>
                </a:solidFill>
                <a:latin typeface="宋体" panose="02010600030101010101" pitchFamily="2" charset="-122"/>
                <a:ea typeface="宋体" panose="02010600030101010101" pitchFamily="2" charset="-122"/>
                <a:cs typeface="Segoe UI Semilight" panose="020B0402040204020203" pitchFamily="34" charset="0"/>
              </a:rPr>
              <a:t>浙江大学  物理实验教学中心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连接符 82"/>
          <p:cNvCxnSpPr/>
          <p:nvPr/>
        </p:nvCxnSpPr>
        <p:spPr>
          <a:xfrm flipH="1">
            <a:off x="6763951" y="1365189"/>
            <a:ext cx="1" cy="54928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6038455" y="2"/>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5" y="2736811"/>
            <a:ext cx="6818603" cy="134499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dirty="0"/>
          </a:p>
        </p:txBody>
      </p:sp>
      <p:sp>
        <p:nvSpPr>
          <p:cNvPr id="20" name="文本框 19"/>
          <p:cNvSpPr txBox="1"/>
          <p:nvPr/>
        </p:nvSpPr>
        <p:spPr>
          <a:xfrm>
            <a:off x="128464" y="245328"/>
            <a:ext cx="1015655" cy="6612672"/>
          </a:xfrm>
          <a:prstGeom prst="rect">
            <a:avLst/>
          </a:prstGeom>
          <a:noFill/>
        </p:spPr>
        <p:txBody>
          <a:bodyPr vert="eaVert" wrap="square" lIns="91436" tIns="45718" rIns="91436" bIns="45718" rtlCol="0">
            <a:spAutoFit/>
          </a:bodyPr>
          <a:lstStyle/>
          <a:p>
            <a:r>
              <a:rPr lang="zh-CN" altLang="en-US" sz="5400" dirty="0">
                <a:solidFill>
                  <a:schemeClr val="bg1"/>
                </a:solidFill>
                <a:latin typeface="黑体" panose="02010609060101010101" pitchFamily="49" charset="-122"/>
                <a:ea typeface="黑体" panose="02010609060101010101" pitchFamily="49" charset="-122"/>
              </a:rPr>
              <a:t>目录</a:t>
            </a:r>
            <a:r>
              <a:rPr lang="zh-CN" altLang="en-US" sz="5400" dirty="0">
                <a:solidFill>
                  <a:schemeClr val="bg1"/>
                </a:solidFill>
                <a:latin typeface="Eras Light ITC" panose="020B0402030504020804" pitchFamily="34" charset="0"/>
              </a:rPr>
              <a:t> </a:t>
            </a:r>
            <a:r>
              <a:rPr lang="en-US" altLang="zh-CN" sz="5400" dirty="0">
                <a:solidFill>
                  <a:schemeClr val="bg1"/>
                </a:solidFill>
                <a:latin typeface="Eras Light ITC" panose="020B0402030504020804" pitchFamily="34" charset="0"/>
              </a:rPr>
              <a:t>CONTENTS</a:t>
            </a:r>
            <a:endParaRPr lang="zh-CN" altLang="en-US" sz="5400" dirty="0">
              <a:solidFill>
                <a:schemeClr val="bg1"/>
              </a:solidFill>
              <a:latin typeface="Eras Light ITC" panose="020B0402030504020804" pitchFamily="34" charset="0"/>
            </a:endParaRPr>
          </a:p>
        </p:txBody>
      </p:sp>
      <p:sp>
        <p:nvSpPr>
          <p:cNvPr id="73" name="圆角矩形 72"/>
          <p:cNvSpPr/>
          <p:nvPr/>
        </p:nvSpPr>
        <p:spPr>
          <a:xfrm rot="10800000" flipV="1">
            <a:off x="5796314" y="1705946"/>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74" name="圆角矩形 73"/>
          <p:cNvSpPr/>
          <p:nvPr/>
        </p:nvSpPr>
        <p:spPr>
          <a:xfrm rot="10800000" flipV="1">
            <a:off x="6521813" y="2313515"/>
            <a:ext cx="484287" cy="491115"/>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75" name="圆角矩形 74"/>
          <p:cNvSpPr/>
          <p:nvPr/>
        </p:nvSpPr>
        <p:spPr>
          <a:xfrm rot="10800000" flipV="1">
            <a:off x="5797245" y="2976883"/>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76" name="圆角矩形 75"/>
          <p:cNvSpPr/>
          <p:nvPr/>
        </p:nvSpPr>
        <p:spPr>
          <a:xfrm rot="10800000" flipV="1">
            <a:off x="6521813" y="3583515"/>
            <a:ext cx="484287" cy="491115"/>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77" name="圆角矩形 76"/>
          <p:cNvSpPr/>
          <p:nvPr/>
        </p:nvSpPr>
        <p:spPr>
          <a:xfrm rot="10800000" flipV="1">
            <a:off x="5797245" y="4246883"/>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78" name="圆角矩形 77"/>
          <p:cNvSpPr/>
          <p:nvPr/>
        </p:nvSpPr>
        <p:spPr>
          <a:xfrm rot="10800000" flipV="1">
            <a:off x="6521813" y="4853514"/>
            <a:ext cx="484287" cy="491115"/>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87" name="文本框 86"/>
          <p:cNvSpPr txBox="1"/>
          <p:nvPr/>
        </p:nvSpPr>
        <p:spPr>
          <a:xfrm>
            <a:off x="3244677" y="1564950"/>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实验背景</a:t>
            </a:r>
          </a:p>
        </p:txBody>
      </p:sp>
      <p:sp>
        <p:nvSpPr>
          <p:cNvPr id="88" name="文本框 87"/>
          <p:cNvSpPr txBox="1"/>
          <p:nvPr/>
        </p:nvSpPr>
        <p:spPr>
          <a:xfrm>
            <a:off x="7676174" y="2197403"/>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Microsoft YaHei" panose="020B0503020204020204" pitchFamily="34" charset="-122"/>
                <a:ea typeface="Microsoft YaHei" panose="020B0503020204020204" pitchFamily="34" charset="-122"/>
              </a:rPr>
              <a:t>实验内容</a:t>
            </a:r>
          </a:p>
        </p:txBody>
      </p:sp>
      <p:sp>
        <p:nvSpPr>
          <p:cNvPr id="89" name="文本框 88"/>
          <p:cNvSpPr txBox="1"/>
          <p:nvPr/>
        </p:nvSpPr>
        <p:spPr>
          <a:xfrm>
            <a:off x="3248529" y="2839539"/>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实验目的</a:t>
            </a:r>
          </a:p>
        </p:txBody>
      </p:sp>
      <p:sp>
        <p:nvSpPr>
          <p:cNvPr id="90" name="文本框 89"/>
          <p:cNvSpPr txBox="1"/>
          <p:nvPr/>
        </p:nvSpPr>
        <p:spPr>
          <a:xfrm>
            <a:off x="7676174" y="3467403"/>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数据处理</a:t>
            </a:r>
          </a:p>
        </p:txBody>
      </p:sp>
      <p:sp>
        <p:nvSpPr>
          <p:cNvPr id="91" name="文本框 90"/>
          <p:cNvSpPr txBox="1"/>
          <p:nvPr/>
        </p:nvSpPr>
        <p:spPr>
          <a:xfrm>
            <a:off x="3248529" y="4109539"/>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实验原理</a:t>
            </a:r>
          </a:p>
        </p:txBody>
      </p:sp>
      <p:sp>
        <p:nvSpPr>
          <p:cNvPr id="92" name="文本框 91"/>
          <p:cNvSpPr txBox="1"/>
          <p:nvPr/>
        </p:nvSpPr>
        <p:spPr>
          <a:xfrm>
            <a:off x="7676173" y="4737403"/>
            <a:ext cx="203131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实验思考</a:t>
            </a:r>
          </a:p>
        </p:txBody>
      </p:sp>
      <p:sp>
        <p:nvSpPr>
          <p:cNvPr id="104" name="矩形 103"/>
          <p:cNvSpPr/>
          <p:nvPr/>
        </p:nvSpPr>
        <p:spPr>
          <a:xfrm>
            <a:off x="3129498" y="2153781"/>
            <a:ext cx="2186214"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ea typeface="微软雅黑" panose="020B0503020204020204" pitchFamily="34" charset="-122"/>
              </a:rPr>
              <a:t>EXPERIMENT BACKGROUNDS</a:t>
            </a:r>
          </a:p>
        </p:txBody>
      </p:sp>
      <p:sp>
        <p:nvSpPr>
          <p:cNvPr id="105" name="矩形 104"/>
          <p:cNvSpPr/>
          <p:nvPr/>
        </p:nvSpPr>
        <p:spPr>
          <a:xfrm>
            <a:off x="3420389" y="3485867"/>
            <a:ext cx="1830453"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ea typeface="微软雅黑" panose="020B0503020204020204" pitchFamily="34" charset="-122"/>
              </a:rPr>
              <a:t>EXPERIMENT OBJECTIVE</a:t>
            </a:r>
          </a:p>
        </p:txBody>
      </p:sp>
      <p:sp>
        <p:nvSpPr>
          <p:cNvPr id="106" name="矩形 105"/>
          <p:cNvSpPr/>
          <p:nvPr/>
        </p:nvSpPr>
        <p:spPr>
          <a:xfrm>
            <a:off x="3491261" y="4755867"/>
            <a:ext cx="1810547"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ea typeface="微软雅黑" panose="020B0503020204020204" pitchFamily="34" charset="-122"/>
              </a:rPr>
              <a:t>EXPERIMENT PRINCIPLE</a:t>
            </a:r>
          </a:p>
        </p:txBody>
      </p:sp>
      <p:sp>
        <p:nvSpPr>
          <p:cNvPr id="107" name="矩形 106"/>
          <p:cNvSpPr/>
          <p:nvPr/>
        </p:nvSpPr>
        <p:spPr>
          <a:xfrm>
            <a:off x="7801886" y="2737657"/>
            <a:ext cx="1779896"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rPr>
              <a:t>EXPERIMENT CONTENT</a:t>
            </a:r>
          </a:p>
        </p:txBody>
      </p:sp>
      <p:sp>
        <p:nvSpPr>
          <p:cNvPr id="108" name="矩形 107"/>
          <p:cNvSpPr/>
          <p:nvPr/>
        </p:nvSpPr>
        <p:spPr>
          <a:xfrm>
            <a:off x="7814787" y="4066896"/>
            <a:ext cx="1476002"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rPr>
              <a:t>DATA PROCESSING</a:t>
            </a:r>
          </a:p>
        </p:txBody>
      </p:sp>
      <p:sp>
        <p:nvSpPr>
          <p:cNvPr id="109" name="矩形 108"/>
          <p:cNvSpPr/>
          <p:nvPr/>
        </p:nvSpPr>
        <p:spPr>
          <a:xfrm>
            <a:off x="7711190" y="5369217"/>
            <a:ext cx="2001618" cy="261606"/>
          </a:xfrm>
          <a:prstGeom prst="rect">
            <a:avLst/>
          </a:prstGeom>
        </p:spPr>
        <p:txBody>
          <a:bodyPr wrap="none" lIns="91436" tIns="45718" rIns="91436" bIns="45718">
            <a:spAutoFit/>
          </a:bodyPr>
          <a:lstStyle/>
          <a:p>
            <a:pPr algn="ctr"/>
            <a:r>
              <a:rPr lang="en-US" altLang="zh-CN" sz="1100" dirty="0">
                <a:solidFill>
                  <a:srgbClr val="A2A2A2"/>
                </a:solidFill>
                <a:latin typeface="微软雅黑" panose="020B0503020204020204" pitchFamily="34" charset="-122"/>
              </a:rPr>
              <a:t>EXPERIMENT INSPIRATION</a:t>
            </a:r>
          </a:p>
        </p:txBody>
      </p:sp>
      <p:sp>
        <p:nvSpPr>
          <p:cNvPr id="2" name="灯片编号占位符 1"/>
          <p:cNvSpPr>
            <a:spLocks noGrp="1"/>
          </p:cNvSpPr>
          <p:nvPr>
            <p:ph type="sldNum" sz="quarter" idx="12"/>
          </p:nvPr>
        </p:nvSpPr>
        <p:spPr/>
        <p:txBody>
          <a:bodyPr/>
          <a:lstStyle/>
          <a:p>
            <a:fld id="{888F8D02-9041-4C59-BC62-13DE0E5C6713}" type="slidenum">
              <a:rPr lang="zh-CN" altLang="en-US" sz="1600" b="1" smtClean="0"/>
              <a:t>2</a:t>
            </a:fld>
            <a:endParaRPr lang="zh-CN" altLang="en-US" sz="16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 y="2847436"/>
            <a:ext cx="12192001" cy="1291039"/>
            <a:chOff x="0" y="2847433"/>
            <a:chExt cx="12192000" cy="1291039"/>
          </a:xfrm>
        </p:grpSpPr>
        <p:sp>
          <p:nvSpPr>
            <p:cNvPr id="51" name="矩形 50"/>
            <p:cNvSpPr/>
            <p:nvPr/>
          </p:nvSpPr>
          <p:spPr>
            <a:xfrm flipH="1">
              <a:off x="0" y="2872348"/>
              <a:ext cx="12192000" cy="125206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1</a:t>
              </a:r>
              <a:endParaRPr lang="zh-CN" altLang="en-US" sz="6000" dirty="0"/>
            </a:p>
          </p:txBody>
        </p:sp>
        <p:sp>
          <p:nvSpPr>
            <p:cNvPr id="42" name="文本框 41"/>
            <p:cNvSpPr txBox="1"/>
            <p:nvPr/>
          </p:nvSpPr>
          <p:spPr>
            <a:xfrm>
              <a:off x="9015674" y="3077396"/>
              <a:ext cx="2877707"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实验背景</a:t>
              </a:r>
            </a:p>
          </p:txBody>
        </p:sp>
        <p:sp>
          <p:nvSpPr>
            <p:cNvPr id="53" name="矩形 52"/>
            <p:cNvSpPr/>
            <p:nvPr/>
          </p:nvSpPr>
          <p:spPr>
            <a:xfrm>
              <a:off x="4518617" y="3264361"/>
              <a:ext cx="4551693"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EXPERIMENT BACKGROUNDS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333375" y="746125"/>
            <a:ext cx="3913505" cy="829945"/>
          </a:xfrm>
          <a:prstGeom prst="rect">
            <a:avLst/>
          </a:prstGeom>
        </p:spPr>
        <p:txBody>
          <a:bodyPr wrap="square">
            <a:spAutoFit/>
          </a:bodyPr>
          <a:lstStyle/>
          <a:p>
            <a:pPr indent="0" algn="l">
              <a:lnSpc>
                <a:spcPct val="150000"/>
              </a:lnSpc>
              <a:buFont typeface="Arial" panose="020B0604020202090204" pitchFamily="34" charset="0"/>
              <a:buNone/>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rPr>
              <a:t>1.1 </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rPr>
              <a:t>光谱的研究历史</a:t>
            </a:r>
          </a:p>
        </p:txBody>
      </p:sp>
      <p:grpSp>
        <p:nvGrpSpPr>
          <p:cNvPr id="2" name="组合 1"/>
          <p:cNvGrpSpPr/>
          <p:nvPr/>
        </p:nvGrpSpPr>
        <p:grpSpPr>
          <a:xfrm>
            <a:off x="367030" y="2072640"/>
            <a:ext cx="11302365" cy="3970020"/>
            <a:chOff x="578" y="3264"/>
            <a:chExt cx="17799" cy="6252"/>
          </a:xfrm>
        </p:grpSpPr>
        <p:cxnSp>
          <p:nvCxnSpPr>
            <p:cNvPr id="4" name="直接连接符 3"/>
            <p:cNvCxnSpPr/>
            <p:nvPr/>
          </p:nvCxnSpPr>
          <p:spPr>
            <a:xfrm>
              <a:off x="12678" y="5624"/>
              <a:ext cx="322"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00" name="图片 99"/>
            <p:cNvPicPr/>
            <p:nvPr/>
          </p:nvPicPr>
          <p:blipFill>
            <a:blip r:embed="rId3"/>
            <a:srcRect l="3930" t="7092" r="4220" b="7779"/>
            <a:stretch>
              <a:fillRect/>
            </a:stretch>
          </p:blipFill>
          <p:spPr>
            <a:xfrm>
              <a:off x="6879" y="3284"/>
              <a:ext cx="4876" cy="3402"/>
            </a:xfrm>
            <a:prstGeom prst="rect">
              <a:avLst/>
            </a:prstGeom>
            <a:noFill/>
            <a:ln w="12700" cmpd="sng">
              <a:solidFill>
                <a:schemeClr val="tx1"/>
              </a:solidFill>
              <a:prstDash val="solid"/>
            </a:ln>
          </p:spPr>
        </p:pic>
        <p:pic>
          <p:nvPicPr>
            <p:cNvPr id="102" name="图片 101"/>
            <p:cNvPicPr/>
            <p:nvPr/>
          </p:nvPicPr>
          <p:blipFill>
            <a:blip r:embed="rId4"/>
            <a:srcRect l="3324" t="5012" r="3174" b="5067"/>
            <a:stretch>
              <a:fillRect/>
            </a:stretch>
          </p:blipFill>
          <p:spPr>
            <a:xfrm>
              <a:off x="1035" y="3281"/>
              <a:ext cx="4876" cy="3402"/>
            </a:xfrm>
            <a:prstGeom prst="rect">
              <a:avLst/>
            </a:prstGeom>
            <a:noFill/>
            <a:ln w="12700" cmpd="sng">
              <a:solidFill>
                <a:schemeClr val="tx1"/>
              </a:solidFill>
              <a:prstDash val="solid"/>
            </a:ln>
          </p:spPr>
        </p:pic>
        <p:cxnSp>
          <p:nvCxnSpPr>
            <p:cNvPr id="6" name="直接箭头连接符 5"/>
            <p:cNvCxnSpPr/>
            <p:nvPr/>
          </p:nvCxnSpPr>
          <p:spPr>
            <a:xfrm>
              <a:off x="578" y="7351"/>
              <a:ext cx="17799" cy="0"/>
            </a:xfrm>
            <a:prstGeom prst="straightConnector1">
              <a:avLst/>
            </a:prstGeom>
            <a:ln w="127000">
              <a:gradFill>
                <a:gsLst>
                  <a:gs pos="0">
                    <a:srgbClr val="C6DCF1">
                      <a:alpha val="100000"/>
                    </a:srgbClr>
                  </a:gs>
                  <a:gs pos="0">
                    <a:srgbClr val="C6DCF1">
                      <a:alpha val="100000"/>
                    </a:srgbClr>
                  </a:gs>
                  <a:gs pos="100000">
                    <a:srgbClr val="0000FF"/>
                  </a:gs>
                  <a:gs pos="0">
                    <a:schemeClr val="accent1">
                      <a:lumMod val="5000"/>
                      <a:lumOff val="95000"/>
                    </a:schemeClr>
                  </a:gs>
                  <a:gs pos="0">
                    <a:schemeClr val="accent1">
                      <a:lumMod val="45000"/>
                      <a:lumOff val="55000"/>
                    </a:schemeClr>
                  </a:gs>
                  <a:gs pos="3000">
                    <a:schemeClr val="accent1">
                      <a:lumMod val="45000"/>
                      <a:lumOff val="55000"/>
                    </a:schemeClr>
                  </a:gs>
                  <a:gs pos="100000">
                    <a:schemeClr val="accent1">
                      <a:lumMod val="30000"/>
                      <a:lumOff val="70000"/>
                    </a:schemeClr>
                  </a:gs>
                </a:gsLst>
                <a:lin ang="960000" scaled="0"/>
              </a:gradFill>
              <a:tailEnd type="stealth"/>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1801" y="7628"/>
              <a:ext cx="3321" cy="1307"/>
            </a:xfrm>
            <a:prstGeom prst="rect">
              <a:avLst/>
            </a:prstGeom>
            <a:noFill/>
            <a:ln w="12700" cmpd="sng">
              <a:noFill/>
              <a:prstDash val="solid"/>
            </a:ln>
          </p:spPr>
          <p:txBody>
            <a:bodyPr wrap="square" rtlCol="0" anchor="t">
              <a:spAutoFit/>
            </a:bodyPr>
            <a:lstStyle/>
            <a:p>
              <a:pPr algn="ct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1666年</a:t>
              </a:r>
            </a:p>
            <a:p>
              <a:pPr algn="ct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艾萨克·牛顿</a:t>
              </a:r>
              <a:r>
                <a:rPr lang="zh-CN" altLang="en-US" sz="1800" dirty="0">
                  <a:solidFill>
                    <a:schemeClr val="tx1">
                      <a:lumMod val="65000"/>
                      <a:lumOff val="35000"/>
                    </a:schemeClr>
                  </a:solidFill>
                  <a:latin typeface="黑体" panose="02010609060101010101" pitchFamily="49" charset="-122"/>
                  <a:ea typeface="黑体" panose="02010609060101010101" pitchFamily="49" charset="-122"/>
                  <a:cs typeface="黑体" panose="02010609060101010101" pitchFamily="49" charset="-122"/>
                  <a:sym typeface="+mn-ea"/>
                </a:rPr>
                <a:t> </a:t>
              </a:r>
            </a:p>
          </p:txBody>
        </p:sp>
        <p:sp>
          <p:nvSpPr>
            <p:cNvPr id="11" name="文本框 10"/>
            <p:cNvSpPr txBox="1"/>
            <p:nvPr/>
          </p:nvSpPr>
          <p:spPr>
            <a:xfrm>
              <a:off x="6970" y="7628"/>
              <a:ext cx="4802" cy="1307"/>
            </a:xfrm>
            <a:prstGeom prst="rect">
              <a:avLst/>
            </a:prstGeom>
            <a:noFill/>
          </p:spPr>
          <p:txBody>
            <a:bodyPr wrap="square" rtlCol="0" anchor="t">
              <a:spAutoFit/>
            </a:bodyPr>
            <a:lstStyle/>
            <a:p>
              <a:pPr algn="ctr">
                <a:buClrTx/>
                <a:buSzTx/>
                <a:buFontTx/>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14年</a:t>
              </a:r>
            </a:p>
            <a:p>
              <a:pPr algn="ctr">
                <a:buClrTx/>
                <a:buSzTx/>
                <a:buFontTx/>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约瑟夫·冯·夫琅和费</a:t>
              </a:r>
            </a:p>
          </p:txBody>
        </p:sp>
        <p:sp>
          <p:nvSpPr>
            <p:cNvPr id="12" name="文本框 11"/>
            <p:cNvSpPr txBox="1"/>
            <p:nvPr/>
          </p:nvSpPr>
          <p:spPr>
            <a:xfrm>
              <a:off x="12678" y="7628"/>
              <a:ext cx="5127" cy="1888"/>
            </a:xfrm>
            <a:prstGeom prst="rect">
              <a:avLst/>
            </a:prstGeom>
            <a:noFill/>
          </p:spPr>
          <p:txBody>
            <a:bodyPr wrap="square" rtlCol="0" anchor="t">
              <a:spAutoFit/>
            </a:bodyPr>
            <a:lstStyle/>
            <a:p>
              <a:pPr algn="ctr">
                <a:buClrTx/>
                <a:buSzTx/>
                <a:buFontTx/>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859年</a:t>
              </a:r>
            </a:p>
            <a:p>
              <a:pPr algn="ctr">
                <a:buClrTx/>
                <a:buSzTx/>
                <a:buFontTx/>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古斯塔夫</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基尔霍夫</a:t>
              </a:r>
            </a:p>
            <a:p>
              <a:pPr algn="ctr">
                <a:buClrTx/>
                <a:buSzTx/>
                <a:buFontTx/>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罗伯特</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威廉</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本生</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3" name="直接连接符 12"/>
            <p:cNvCxnSpPr>
              <a:cxnSpLocks/>
            </p:cNvCxnSpPr>
            <p:nvPr/>
          </p:nvCxnSpPr>
          <p:spPr>
            <a:xfrm>
              <a:off x="3461" y="6709"/>
              <a:ext cx="0" cy="579"/>
            </a:xfrm>
            <a:prstGeom prst="line">
              <a:avLst/>
            </a:prstGeom>
            <a:ln w="88900">
              <a:solidFill>
                <a:srgbClr val="9CB5EF"/>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a:cxnSpLocks/>
            </p:cNvCxnSpPr>
            <p:nvPr/>
          </p:nvCxnSpPr>
          <p:spPr>
            <a:xfrm>
              <a:off x="9301" y="6709"/>
              <a:ext cx="0" cy="579"/>
            </a:xfrm>
            <a:prstGeom prst="line">
              <a:avLst/>
            </a:prstGeom>
            <a:ln w="88900">
              <a:solidFill>
                <a:srgbClr val="6271F6"/>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a:cxnSpLocks/>
            </p:cNvCxnSpPr>
            <p:nvPr/>
          </p:nvCxnSpPr>
          <p:spPr>
            <a:xfrm>
              <a:off x="15175" y="6673"/>
              <a:ext cx="0" cy="615"/>
            </a:xfrm>
            <a:prstGeom prst="line">
              <a:avLst/>
            </a:prstGeom>
            <a:ln w="88900">
              <a:solidFill>
                <a:srgbClr val="272EFB"/>
              </a:solidFill>
            </a:ln>
          </p:spPr>
          <p:style>
            <a:lnRef idx="2">
              <a:schemeClr val="accent1"/>
            </a:lnRef>
            <a:fillRef idx="0">
              <a:srgbClr val="FFFFFF"/>
            </a:fillRef>
            <a:effectRef idx="0">
              <a:srgbClr val="FFFFFF"/>
            </a:effectRef>
            <a:fontRef idx="minor">
              <a:schemeClr val="tx1"/>
            </a:fontRef>
          </p:style>
        </p:cxnSp>
        <p:pic>
          <p:nvPicPr>
            <p:cNvPr id="1036" name="Picture 12" descr="File:Kirchhoffs first spectroscope.jpg"/>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52" y="3264"/>
              <a:ext cx="4876" cy="3402"/>
            </a:xfrm>
            <a:prstGeom prst="rect">
              <a:avLst/>
            </a:prstGeom>
            <a:ln w="12700" cmpd="sng">
              <a:solidFill>
                <a:schemeClr val="tx1"/>
              </a:solidFill>
              <a:prstDash val="solid"/>
            </a:ln>
            <a:effectLst/>
            <a:extLst>
              <a:ext uri="{909E8E84-426E-40DD-AFC4-6F175D3DCCD1}">
                <a14:hiddenFill xmlns:a14="http://schemas.microsoft.com/office/drawing/2010/main">
                  <a:solidFill>
                    <a:srgbClr val="FFFFFF"/>
                  </a:solidFill>
                </a14:hiddenFill>
              </a:ext>
            </a:extLst>
          </p:spPr>
        </p:pic>
      </p:grpSp>
      <p:sp>
        <p:nvSpPr>
          <p:cNvPr id="3" name="灯片编号占位符 2">
            <a:extLst>
              <a:ext uri="{FF2B5EF4-FFF2-40B4-BE49-F238E27FC236}">
                <a16:creationId xmlns:a16="http://schemas.microsoft.com/office/drawing/2014/main" id="{14048BD7-2A9E-F536-DA4D-54AE80D99723}"/>
              </a:ext>
            </a:extLst>
          </p:cNvPr>
          <p:cNvSpPr>
            <a:spLocks noGrp="1"/>
          </p:cNvSpPr>
          <p:nvPr>
            <p:ph type="sldNum" sz="quarter" idx="12"/>
          </p:nvPr>
        </p:nvSpPr>
        <p:spPr>
          <a:xfrm>
            <a:off x="9218930" y="6492877"/>
            <a:ext cx="2743200" cy="365125"/>
          </a:xfrm>
        </p:spPr>
        <p:txBody>
          <a:bodyPr/>
          <a:lstStyle/>
          <a:p>
            <a:fld id="{888F8D02-9041-4C59-BC62-13DE0E5C6713}" type="slidenum">
              <a:rPr lang="zh-CN" altLang="en-US" sz="1600" b="1" smtClean="0"/>
              <a:t>4</a:t>
            </a:fld>
            <a:endParaRPr lang="zh-CN" altLang="en-US" sz="1600" b="1" dirty="0"/>
          </a:p>
        </p:txBody>
      </p:sp>
      <p:sp>
        <p:nvSpPr>
          <p:cNvPr id="5" name="矩形 4">
            <a:extLst>
              <a:ext uri="{FF2B5EF4-FFF2-40B4-BE49-F238E27FC236}">
                <a16:creationId xmlns:a16="http://schemas.microsoft.com/office/drawing/2014/main" id="{2AFFB076-E12F-B854-0A44-358E21F0A403}"/>
              </a:ext>
            </a:extLst>
          </p:cNvPr>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 name="圆角矩形 6">
            <a:extLst>
              <a:ext uri="{FF2B5EF4-FFF2-40B4-BE49-F238E27FC236}">
                <a16:creationId xmlns:a16="http://schemas.microsoft.com/office/drawing/2014/main" id="{54A0E2A1-71AF-1C3B-736D-8B57E01FA669}"/>
              </a:ext>
            </a:extLst>
          </p:cNvPr>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8" name="文本框 7">
            <a:extLst>
              <a:ext uri="{FF2B5EF4-FFF2-40B4-BE49-F238E27FC236}">
                <a16:creationId xmlns:a16="http://schemas.microsoft.com/office/drawing/2014/main" id="{AEAE4410-0432-F8D6-702D-B92B70540D3D}"/>
              </a:ext>
            </a:extLst>
          </p:cNvPr>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实验背景</a:t>
            </a:r>
          </a:p>
        </p:txBody>
      </p:sp>
      <p:sp>
        <p:nvSpPr>
          <p:cNvPr id="9" name="矩形 8">
            <a:extLst>
              <a:ext uri="{FF2B5EF4-FFF2-40B4-BE49-F238E27FC236}">
                <a16:creationId xmlns:a16="http://schemas.microsoft.com/office/drawing/2014/main" id="{0FD5A855-E769-7B32-6630-5C0FBDC378E7}"/>
              </a:ext>
            </a:extLst>
          </p:cNvPr>
          <p:cNvSpPr/>
          <p:nvPr/>
        </p:nvSpPr>
        <p:spPr>
          <a:xfrm>
            <a:off x="2381775" y="325001"/>
            <a:ext cx="3641891"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EXPERIMENT BACKGROUNDS</a:t>
            </a:r>
          </a:p>
        </p:txBody>
      </p:sp>
      <p:grpSp>
        <p:nvGrpSpPr>
          <p:cNvPr id="16" name="组 42">
            <a:extLst>
              <a:ext uri="{FF2B5EF4-FFF2-40B4-BE49-F238E27FC236}">
                <a16:creationId xmlns:a16="http://schemas.microsoft.com/office/drawing/2014/main" id="{D511CD3F-DB38-E281-0D9C-62DCC8BCB676}"/>
              </a:ext>
            </a:extLst>
          </p:cNvPr>
          <p:cNvGrpSpPr/>
          <p:nvPr/>
        </p:nvGrpSpPr>
        <p:grpSpPr>
          <a:xfrm>
            <a:off x="11454107" y="252857"/>
            <a:ext cx="737892" cy="484288"/>
            <a:chOff x="11454105" y="252856"/>
            <a:chExt cx="737892" cy="484288"/>
          </a:xfrm>
        </p:grpSpPr>
        <p:grpSp>
          <p:nvGrpSpPr>
            <p:cNvPr id="17" name="组 49">
              <a:extLst>
                <a:ext uri="{FF2B5EF4-FFF2-40B4-BE49-F238E27FC236}">
                  <a16:creationId xmlns:a16="http://schemas.microsoft.com/office/drawing/2014/main" id="{CFECBD22-8F5C-5B69-E6B4-937158BBC48E}"/>
                </a:ext>
              </a:extLst>
            </p:cNvPr>
            <p:cNvGrpSpPr/>
            <p:nvPr/>
          </p:nvGrpSpPr>
          <p:grpSpPr>
            <a:xfrm>
              <a:off x="12039604" y="252856"/>
              <a:ext cx="152393" cy="484287"/>
              <a:chOff x="12039604" y="252856"/>
              <a:chExt cx="152393" cy="484287"/>
            </a:xfrm>
          </p:grpSpPr>
          <p:sp>
            <p:nvSpPr>
              <p:cNvPr id="21" name="圆角矩形 20">
                <a:extLst>
                  <a:ext uri="{FF2B5EF4-FFF2-40B4-BE49-F238E27FC236}">
                    <a16:creationId xmlns:a16="http://schemas.microsoft.com/office/drawing/2014/main" id="{3190346A-0DC3-2D37-2A5C-179006AA350C}"/>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a:extLst>
                  <a:ext uri="{FF2B5EF4-FFF2-40B4-BE49-F238E27FC236}">
                    <a16:creationId xmlns:a16="http://schemas.microsoft.com/office/drawing/2014/main" id="{463338EB-B94A-14DF-8D26-F509FCA67745}"/>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a:extLst>
                  <a:ext uri="{FF2B5EF4-FFF2-40B4-BE49-F238E27FC236}">
                    <a16:creationId xmlns:a16="http://schemas.microsoft.com/office/drawing/2014/main" id="{13A14D6D-1431-B913-EE7F-DC90D6840F45}"/>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a:extLst>
                  <a:ext uri="{FF2B5EF4-FFF2-40B4-BE49-F238E27FC236}">
                    <a16:creationId xmlns:a16="http://schemas.microsoft.com/office/drawing/2014/main" id="{92DAC6AD-87B7-4296-A313-0BD3D87518F8}"/>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a:extLst>
                  <a:ext uri="{FF2B5EF4-FFF2-40B4-BE49-F238E27FC236}">
                    <a16:creationId xmlns:a16="http://schemas.microsoft.com/office/drawing/2014/main" id="{7E568BFF-61FC-1FFF-C5F2-6BA80728C79C}"/>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99">
              <a:extLst>
                <a:ext uri="{FF2B5EF4-FFF2-40B4-BE49-F238E27FC236}">
                  <a16:creationId xmlns:a16="http://schemas.microsoft.com/office/drawing/2014/main" id="{3EF4398E-C7B9-600C-7365-AC7BED864380}"/>
                </a:ext>
              </a:extLst>
            </p:cNvPr>
            <p:cNvGrpSpPr/>
            <p:nvPr/>
          </p:nvGrpSpPr>
          <p:grpSpPr>
            <a:xfrm>
              <a:off x="11454105" y="252857"/>
              <a:ext cx="491115" cy="484287"/>
              <a:chOff x="1528923" y="220268"/>
              <a:chExt cx="1284096" cy="1266241"/>
            </a:xfrm>
          </p:grpSpPr>
          <p:sp>
            <p:nvSpPr>
              <p:cNvPr id="19" name="圆角矩形 18">
                <a:extLst>
                  <a:ext uri="{FF2B5EF4-FFF2-40B4-BE49-F238E27FC236}">
                    <a16:creationId xmlns:a16="http://schemas.microsoft.com/office/drawing/2014/main" id="{C0AD21BE-9D59-9167-D517-8D859EC0B719}"/>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96">
                <a:extLst>
                  <a:ext uri="{FF2B5EF4-FFF2-40B4-BE49-F238E27FC236}">
                    <a16:creationId xmlns:a16="http://schemas.microsoft.com/office/drawing/2014/main" id="{6458CEA8-C7A6-506F-3CB8-5874ADE43035}"/>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5000" fill="hold">
                                          <p:stCondLst>
                                            <p:cond delay="0"/>
                                          </p:stCondLst>
                                        </p:cTn>
                                        <p:tgtEl>
                                          <p:spTgt spid="2"/>
                                        </p:tgtEl>
                                        <p:attrNameLst>
                                          <p:attrName>style.visibility</p:attrName>
                                        </p:attrNameLst>
                                      </p:cBhvr>
                                      <p:to>
                                        <p:strVal val="visible"/>
                                      </p:to>
                                    </p:set>
                                    <p:animEffect transition="in" filter="wipe(left)">
                                      <p:cBhvr>
                                        <p:cTn id="7"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7623808" y="3571048"/>
            <a:ext cx="20441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08386" y="1648376"/>
            <a:ext cx="6372667" cy="1689052"/>
          </a:xfrm>
          <a:prstGeom prst="rect">
            <a:avLst/>
          </a:prstGeom>
          <a:noFill/>
        </p:spPr>
        <p:txBody>
          <a:bodyPr wrap="square" rtlCol="0" anchor="t">
            <a:spAutoFit/>
          </a:bodyPr>
          <a:lstStyle/>
          <a:p>
            <a:pPr algn="just">
              <a:lnSpc>
                <a:spcPct val="150000"/>
              </a:lnSpc>
            </a:pPr>
            <a:r>
              <a:rPr lang="zh-CN" altLang="en-US" sz="2400" dirty="0">
                <a:latin typeface="微软雅黑" panose="020B0503020204020204" pitchFamily="34" charset="-122"/>
                <a:ea typeface="微软雅黑" panose="020B0503020204020204" pitchFamily="34" charset="-122"/>
                <a:sym typeface="+mn-ea"/>
              </a:rPr>
              <a:t>现代</a:t>
            </a:r>
            <a:r>
              <a:rPr lang="zh-CN" altLang="en-US" sz="2400" b="1" dirty="0">
                <a:solidFill>
                  <a:srgbClr val="FF0000"/>
                </a:solidFill>
                <a:latin typeface="微软雅黑" panose="020B0503020204020204" pitchFamily="34" charset="-122"/>
                <a:ea typeface="微软雅黑" panose="020B0503020204020204" pitchFamily="34" charset="-122"/>
                <a:sym typeface="+mn-ea"/>
              </a:rPr>
              <a:t>分光计</a:t>
            </a:r>
            <a:r>
              <a:rPr lang="zh-CN" altLang="en-US" sz="2400" dirty="0">
                <a:latin typeface="微软雅黑" panose="020B0503020204020204" pitchFamily="34" charset="-122"/>
                <a:ea typeface="微软雅黑" panose="020B0503020204020204" pitchFamily="34" charset="-122"/>
                <a:sym typeface="+mn-ea"/>
              </a:rPr>
              <a:t>，是一种测量光线偏转角的仪器，又称</a:t>
            </a:r>
            <a:r>
              <a:rPr lang="zh-CN" altLang="en-US" sz="2400" b="1" dirty="0">
                <a:solidFill>
                  <a:srgbClr val="FF0000"/>
                </a:solidFill>
                <a:latin typeface="微软雅黑" panose="020B0503020204020204" pitchFamily="34" charset="-122"/>
                <a:ea typeface="微软雅黑" panose="020B0503020204020204" pitchFamily="34" charset="-122"/>
                <a:sym typeface="+mn-ea"/>
              </a:rPr>
              <a:t>测角仪</a:t>
            </a:r>
            <a:r>
              <a:rPr lang="zh-CN" altLang="en-US" sz="2400" dirty="0">
                <a:latin typeface="微软雅黑" panose="020B0503020204020204" pitchFamily="34" charset="-122"/>
                <a:ea typeface="微软雅黑" panose="020B0503020204020204" pitchFamily="34" charset="-122"/>
                <a:sym typeface="+mn-ea"/>
              </a:rPr>
              <a:t>。</a:t>
            </a:r>
          </a:p>
          <a:p>
            <a:pPr algn="just">
              <a:lnSpc>
                <a:spcPct val="150000"/>
              </a:lnSpc>
            </a:pPr>
            <a:r>
              <a:rPr lang="zh-CN" altLang="en-US" sz="2400" dirty="0">
                <a:latin typeface="微软雅黑" panose="020B0503020204020204" pitchFamily="34" charset="-122"/>
                <a:ea typeface="微软雅黑" panose="020B0503020204020204" pitchFamily="34" charset="-122"/>
                <a:sym typeface="+mn-ea"/>
              </a:rPr>
              <a:t>应用：折射率、光波长、光栅常数等的测量。</a:t>
            </a:r>
          </a:p>
        </p:txBody>
      </p:sp>
      <p:sp>
        <p:nvSpPr>
          <p:cNvPr id="2" name="文本框 1"/>
          <p:cNvSpPr txBox="1"/>
          <p:nvPr/>
        </p:nvSpPr>
        <p:spPr>
          <a:xfrm>
            <a:off x="281305" y="762000"/>
            <a:ext cx="3785235" cy="829945"/>
          </a:xfrm>
          <a:prstGeom prst="rect">
            <a:avLst/>
          </a:prstGeom>
          <a:noFill/>
        </p:spPr>
        <p:txBody>
          <a:bodyPr wrap="square" rtlCol="0" anchor="t">
            <a:spAutoFit/>
          </a:bodyPr>
          <a:lstStyle/>
          <a:p>
            <a:pPr>
              <a:lnSpc>
                <a:spcPct val="150000"/>
              </a:lnSpc>
            </a:pPr>
            <a:r>
              <a:rPr lang="en-US" altLang="zh-CN" sz="3200" b="1" dirty="0">
                <a:latin typeface="微软雅黑" panose="020B0503020204020204" pitchFamily="34" charset="-122"/>
                <a:ea typeface="微软雅黑" panose="020B0503020204020204" pitchFamily="34" charset="-122"/>
                <a:cs typeface="微软雅黑" panose="020B0503020204020204" pitchFamily="34" charset="-122"/>
                <a:sym typeface="+mn-ea"/>
              </a:rPr>
              <a:t>1.2 </a:t>
            </a:r>
            <a:r>
              <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mn-ea"/>
              </a:rPr>
              <a:t>现代分光计</a:t>
            </a:r>
          </a:p>
        </p:txBody>
      </p:sp>
      <p:pic>
        <p:nvPicPr>
          <p:cNvPr id="6" name="图片 5"/>
          <p:cNvPicPr/>
          <p:nvPr/>
        </p:nvPicPr>
        <p:blipFill>
          <a:blip r:embed="rId3"/>
          <a:stretch>
            <a:fillRect/>
          </a:stretch>
        </p:blipFill>
        <p:spPr>
          <a:xfrm>
            <a:off x="7365435" y="3843395"/>
            <a:ext cx="3960000" cy="2340000"/>
          </a:xfrm>
          <a:prstGeom prst="rect">
            <a:avLst/>
          </a:prstGeom>
          <a:ln w="12700" cmpd="sng">
            <a:solidFill>
              <a:schemeClr val="tx1"/>
            </a:solidFill>
            <a:prstDash val="solid"/>
          </a:ln>
        </p:spPr>
      </p:pic>
      <p:sp>
        <p:nvSpPr>
          <p:cNvPr id="3" name="文本框 2"/>
          <p:cNvSpPr txBox="1"/>
          <p:nvPr/>
        </p:nvSpPr>
        <p:spPr>
          <a:xfrm>
            <a:off x="8259267" y="6148472"/>
            <a:ext cx="2172335" cy="645160"/>
          </a:xfrm>
          <a:prstGeom prst="rect">
            <a:avLst/>
          </a:prstGeom>
          <a:noFill/>
        </p:spPr>
        <p:txBody>
          <a:bodyPr wrap="square" rtlCol="0" anchor="t">
            <a:spAutoFit/>
          </a:bodyPr>
          <a:lstStyle/>
          <a:p>
            <a:pPr indent="0" algn="l">
              <a:lnSpc>
                <a:spcPct val="150000"/>
              </a:lnSpc>
              <a:buFont typeface="Arial" panose="020B0604020202090204" pitchFamily="34" charset="0"/>
              <a:buNone/>
            </a:pPr>
            <a:r>
              <a:rPr lang="zh-CN" altLang="en-US" sz="2400" dirty="0">
                <a:latin typeface="微软雅黑" panose="020B0503020204020204" pitchFamily="34" charset="-122"/>
                <a:ea typeface="微软雅黑" panose="020B0503020204020204" pitchFamily="34" charset="-122"/>
                <a:sym typeface="+mn-ea"/>
              </a:rPr>
              <a:t>光栅式光谱仪</a:t>
            </a:r>
          </a:p>
        </p:txBody>
      </p:sp>
      <p:grpSp>
        <p:nvGrpSpPr>
          <p:cNvPr id="7" name="组合 6">
            <a:extLst>
              <a:ext uri="{FF2B5EF4-FFF2-40B4-BE49-F238E27FC236}">
                <a16:creationId xmlns:a16="http://schemas.microsoft.com/office/drawing/2014/main" id="{3545A930-1073-090E-3D80-5425576C0C19}"/>
              </a:ext>
            </a:extLst>
          </p:cNvPr>
          <p:cNvGrpSpPr/>
          <p:nvPr/>
        </p:nvGrpSpPr>
        <p:grpSpPr>
          <a:xfrm>
            <a:off x="1543205" y="3842904"/>
            <a:ext cx="4314870" cy="2454909"/>
            <a:chOff x="2870795" y="1939170"/>
            <a:chExt cx="5719921" cy="3025197"/>
          </a:xfrm>
        </p:grpSpPr>
        <p:sp>
          <p:nvSpPr>
            <p:cNvPr id="9" name="圆柱体 8">
              <a:extLst>
                <a:ext uri="{FF2B5EF4-FFF2-40B4-BE49-F238E27FC236}">
                  <a16:creationId xmlns:a16="http://schemas.microsoft.com/office/drawing/2014/main" id="{9CC73445-0CA9-9D91-262F-8966AD69F121}"/>
                </a:ext>
              </a:extLst>
            </p:cNvPr>
            <p:cNvSpPr/>
            <p:nvPr/>
          </p:nvSpPr>
          <p:spPr>
            <a:xfrm flipH="1">
              <a:off x="5528602" y="2993682"/>
              <a:ext cx="243388" cy="870636"/>
            </a:xfrm>
            <a:prstGeom prst="can">
              <a:avLst>
                <a:gd name="adj" fmla="val 0"/>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Rectangle 15434">
              <a:extLst>
                <a:ext uri="{FF2B5EF4-FFF2-40B4-BE49-F238E27FC236}">
                  <a16:creationId xmlns:a16="http://schemas.microsoft.com/office/drawing/2014/main" id="{B2A7E444-06FC-312F-4B08-5190E7B2C5C3}"/>
                </a:ext>
              </a:extLst>
            </p:cNvPr>
            <p:cNvSpPr>
              <a:spLocks/>
            </p:cNvSpPr>
            <p:nvPr/>
          </p:nvSpPr>
          <p:spPr bwMode="auto">
            <a:xfrm flipH="1">
              <a:off x="5472196" y="3638734"/>
              <a:ext cx="358115" cy="128390"/>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1" name="圆柱体 10">
              <a:extLst>
                <a:ext uri="{FF2B5EF4-FFF2-40B4-BE49-F238E27FC236}">
                  <a16:creationId xmlns:a16="http://schemas.microsoft.com/office/drawing/2014/main" id="{306BC594-4617-EE17-A41A-580E072500C6}"/>
                </a:ext>
              </a:extLst>
            </p:cNvPr>
            <p:cNvSpPr/>
            <p:nvPr/>
          </p:nvSpPr>
          <p:spPr>
            <a:xfrm>
              <a:off x="5491344" y="3186204"/>
              <a:ext cx="329879" cy="375570"/>
            </a:xfrm>
            <a:prstGeom prst="can">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2" name="组合 11">
              <a:extLst>
                <a:ext uri="{FF2B5EF4-FFF2-40B4-BE49-F238E27FC236}">
                  <a16:creationId xmlns:a16="http://schemas.microsoft.com/office/drawing/2014/main" id="{BB85A56A-32F4-327D-13AD-9790CB36B889}"/>
                </a:ext>
              </a:extLst>
            </p:cNvPr>
            <p:cNvGrpSpPr/>
            <p:nvPr/>
          </p:nvGrpSpPr>
          <p:grpSpPr>
            <a:xfrm>
              <a:off x="4718011" y="2048535"/>
              <a:ext cx="3872705" cy="1825171"/>
              <a:chOff x="85187" y="3424002"/>
              <a:chExt cx="3872705" cy="1825171"/>
            </a:xfrm>
          </p:grpSpPr>
          <p:sp>
            <p:nvSpPr>
              <p:cNvPr id="186" name="矩形 185">
                <a:extLst>
                  <a:ext uri="{FF2B5EF4-FFF2-40B4-BE49-F238E27FC236}">
                    <a16:creationId xmlns:a16="http://schemas.microsoft.com/office/drawing/2014/main" id="{46547E5F-3A7E-E6F1-ACC9-69B719EACAF5}"/>
                  </a:ext>
                </a:extLst>
              </p:cNvPr>
              <p:cNvSpPr/>
              <p:nvPr/>
            </p:nvSpPr>
            <p:spPr>
              <a:xfrm>
                <a:off x="799122" y="4979692"/>
                <a:ext cx="1375795" cy="158200"/>
              </a:xfrm>
              <a:prstGeom prst="rect">
                <a:avLst/>
              </a:prstGeom>
              <a:gradFill flip="none" rotWithShape="1">
                <a:gsLst>
                  <a:gs pos="73000">
                    <a:srgbClr val="A6A6A6"/>
                  </a:gs>
                  <a:gs pos="100000">
                    <a:schemeClr val="bg1">
                      <a:lumMod val="65000"/>
                    </a:schemeClr>
                  </a:gs>
                  <a:gs pos="93000">
                    <a:schemeClr val="bg1">
                      <a:lumMod val="75000"/>
                    </a:schemeClr>
                  </a:gs>
                  <a:gs pos="81000">
                    <a:srgbClr val="9F9F9F"/>
                  </a:gs>
                  <a:gs pos="65000">
                    <a:schemeClr val="bg1">
                      <a:lumMod val="75000"/>
                    </a:schemeClr>
                  </a:gs>
                  <a:gs pos="0">
                    <a:srgbClr val="C5C5C5"/>
                  </a:gs>
                  <a:gs pos="75000">
                    <a:srgbClr val="DBDBDB"/>
                  </a:gs>
                  <a:gs pos="70000">
                    <a:schemeClr val="bg1">
                      <a:lumMod val="50000"/>
                    </a:schemeClr>
                  </a:gs>
                  <a:gs pos="97000">
                    <a:schemeClr val="tx1">
                      <a:lumMod val="50000"/>
                      <a:lumOff val="50000"/>
                    </a:schemeClr>
                  </a:gs>
                  <a:gs pos="92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87" name="组合 186">
                <a:extLst>
                  <a:ext uri="{FF2B5EF4-FFF2-40B4-BE49-F238E27FC236}">
                    <a16:creationId xmlns:a16="http://schemas.microsoft.com/office/drawing/2014/main" id="{003560F3-FDA4-753B-80C8-8F3082F9E119}"/>
                  </a:ext>
                </a:extLst>
              </p:cNvPr>
              <p:cNvGrpSpPr/>
              <p:nvPr/>
            </p:nvGrpSpPr>
            <p:grpSpPr>
              <a:xfrm flipH="1">
                <a:off x="971009" y="5012988"/>
                <a:ext cx="101582" cy="90666"/>
                <a:chOff x="9253470" y="1332848"/>
                <a:chExt cx="133734" cy="133734"/>
              </a:xfrm>
            </p:grpSpPr>
            <p:sp>
              <p:nvSpPr>
                <p:cNvPr id="263" name="Oval 15540">
                  <a:extLst>
                    <a:ext uri="{FF2B5EF4-FFF2-40B4-BE49-F238E27FC236}">
                      <a16:creationId xmlns:a16="http://schemas.microsoft.com/office/drawing/2014/main" id="{0FC10EFA-1DCF-61FC-DEBA-371D0BF5FEED}"/>
                    </a:ext>
                  </a:extLst>
                </p:cNvPr>
                <p:cNvSpPr>
                  <a:spLocks/>
                </p:cNvSpPr>
                <p:nvPr/>
              </p:nvSpPr>
              <p:spPr bwMode="auto">
                <a:xfrm>
                  <a:off x="9253470" y="1332848"/>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64" name="Line 15541">
                  <a:extLst>
                    <a:ext uri="{FF2B5EF4-FFF2-40B4-BE49-F238E27FC236}">
                      <a16:creationId xmlns:a16="http://schemas.microsoft.com/office/drawing/2014/main" id="{11DD891C-2BA8-3872-10D4-D2B470E40117}"/>
                    </a:ext>
                  </a:extLst>
                </p:cNvPr>
                <p:cNvCxnSpPr>
                  <a:cxnSpLocks/>
                  <a:stCxn id="263" idx="1"/>
                  <a:endCxn id="263" idx="5"/>
                </p:cNvCxnSpPr>
                <p:nvPr/>
              </p:nvCxnSpPr>
              <p:spPr bwMode="auto">
                <a:xfrm>
                  <a:off x="9273056" y="1352433"/>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88" name="Oval 15540">
                <a:extLst>
                  <a:ext uri="{FF2B5EF4-FFF2-40B4-BE49-F238E27FC236}">
                    <a16:creationId xmlns:a16="http://schemas.microsoft.com/office/drawing/2014/main" id="{EF327124-125A-E0BB-EB32-506BB5865117}"/>
                  </a:ext>
                </a:extLst>
              </p:cNvPr>
              <p:cNvSpPr>
                <a:spLocks/>
              </p:cNvSpPr>
              <p:nvPr/>
            </p:nvSpPr>
            <p:spPr bwMode="auto">
              <a:xfrm flipH="1">
                <a:off x="3187905" y="3629517"/>
                <a:ext cx="263564" cy="235240"/>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189" name="组合 188">
                <a:extLst>
                  <a:ext uri="{FF2B5EF4-FFF2-40B4-BE49-F238E27FC236}">
                    <a16:creationId xmlns:a16="http://schemas.microsoft.com/office/drawing/2014/main" id="{31A7E626-C98A-322B-0243-C8F5DAE2A0C6}"/>
                  </a:ext>
                </a:extLst>
              </p:cNvPr>
              <p:cNvGrpSpPr/>
              <p:nvPr/>
            </p:nvGrpSpPr>
            <p:grpSpPr>
              <a:xfrm flipH="1">
                <a:off x="3270211" y="3707289"/>
                <a:ext cx="101582" cy="90666"/>
                <a:chOff x="9253470" y="1351580"/>
                <a:chExt cx="133734" cy="133734"/>
              </a:xfrm>
            </p:grpSpPr>
            <p:sp>
              <p:nvSpPr>
                <p:cNvPr id="261" name="Oval 15540">
                  <a:extLst>
                    <a:ext uri="{FF2B5EF4-FFF2-40B4-BE49-F238E27FC236}">
                      <a16:creationId xmlns:a16="http://schemas.microsoft.com/office/drawing/2014/main" id="{04631884-2C7E-EA2B-71DE-00B41006642D}"/>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62" name="Line 15541">
                  <a:extLst>
                    <a:ext uri="{FF2B5EF4-FFF2-40B4-BE49-F238E27FC236}">
                      <a16:creationId xmlns:a16="http://schemas.microsoft.com/office/drawing/2014/main" id="{9EDC7EE4-49C3-A12F-E147-14107E17A338}"/>
                    </a:ext>
                  </a:extLst>
                </p:cNvPr>
                <p:cNvCxnSpPr>
                  <a:cxnSpLocks/>
                  <a:stCxn id="261" idx="1"/>
                  <a:endCxn id="26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90" name="Rectangle 15460">
                <a:extLst>
                  <a:ext uri="{FF2B5EF4-FFF2-40B4-BE49-F238E27FC236}">
                    <a16:creationId xmlns:a16="http://schemas.microsoft.com/office/drawing/2014/main" id="{C06C018C-EF71-BB90-05CA-487CEC6BB6ED}"/>
                  </a:ext>
                </a:extLst>
              </p:cNvPr>
              <p:cNvSpPr>
                <a:spLocks/>
              </p:cNvSpPr>
              <p:nvPr/>
            </p:nvSpPr>
            <p:spPr bwMode="auto">
              <a:xfrm flipH="1" flipV="1">
                <a:off x="3034083" y="3732720"/>
                <a:ext cx="90081" cy="86111"/>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1" name="直角三角形 190">
                <a:extLst>
                  <a:ext uri="{FF2B5EF4-FFF2-40B4-BE49-F238E27FC236}">
                    <a16:creationId xmlns:a16="http://schemas.microsoft.com/office/drawing/2014/main" id="{2953A3F2-1175-5240-0532-A99E820DD7EE}"/>
                  </a:ext>
                </a:extLst>
              </p:cNvPr>
              <p:cNvSpPr/>
              <p:nvPr/>
            </p:nvSpPr>
            <p:spPr>
              <a:xfrm>
                <a:off x="2174917" y="3779803"/>
                <a:ext cx="825339" cy="98645"/>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2" name="Rectangle 15501">
                <a:extLst>
                  <a:ext uri="{FF2B5EF4-FFF2-40B4-BE49-F238E27FC236}">
                    <a16:creationId xmlns:a16="http://schemas.microsoft.com/office/drawing/2014/main" id="{6198D9E9-C33B-D962-2052-92322991FF2F}"/>
                  </a:ext>
                </a:extLst>
              </p:cNvPr>
              <p:cNvSpPr>
                <a:spLocks/>
              </p:cNvSpPr>
              <p:nvPr/>
            </p:nvSpPr>
            <p:spPr bwMode="auto">
              <a:xfrm flipH="1">
                <a:off x="2122704" y="3877698"/>
                <a:ext cx="976869" cy="56863"/>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93" name="组合 192">
                <a:extLst>
                  <a:ext uri="{FF2B5EF4-FFF2-40B4-BE49-F238E27FC236}">
                    <a16:creationId xmlns:a16="http://schemas.microsoft.com/office/drawing/2014/main" id="{5DDF79EF-2740-4EEF-29CD-AC813CC28E24}"/>
                  </a:ext>
                </a:extLst>
              </p:cNvPr>
              <p:cNvGrpSpPr/>
              <p:nvPr/>
            </p:nvGrpSpPr>
            <p:grpSpPr>
              <a:xfrm flipH="1">
                <a:off x="3504424" y="3576863"/>
                <a:ext cx="137540" cy="458143"/>
                <a:chOff x="2405519" y="1378395"/>
                <a:chExt cx="181074" cy="675772"/>
              </a:xfrm>
            </p:grpSpPr>
            <p:sp>
              <p:nvSpPr>
                <p:cNvPr id="252" name="Oval 15416">
                  <a:extLst>
                    <a:ext uri="{FF2B5EF4-FFF2-40B4-BE49-F238E27FC236}">
                      <a16:creationId xmlns:a16="http://schemas.microsoft.com/office/drawing/2014/main" id="{5CE2D9ED-0025-8ADB-BA42-6B9080D1B181}"/>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53" name="Rectangle 15439">
                  <a:extLst>
                    <a:ext uri="{FF2B5EF4-FFF2-40B4-BE49-F238E27FC236}">
                      <a16:creationId xmlns:a16="http://schemas.microsoft.com/office/drawing/2014/main" id="{EA3E0849-8B53-E458-E767-EE9C17B49F56}"/>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54" name="Rectangle 15484">
                  <a:extLst>
                    <a:ext uri="{FF2B5EF4-FFF2-40B4-BE49-F238E27FC236}">
                      <a16:creationId xmlns:a16="http://schemas.microsoft.com/office/drawing/2014/main" id="{37BB7ADF-F3DD-3144-3858-FAA6BA222EC8}"/>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255" name="Line 15485">
                  <a:extLst>
                    <a:ext uri="{FF2B5EF4-FFF2-40B4-BE49-F238E27FC236}">
                      <a16:creationId xmlns:a16="http://schemas.microsoft.com/office/drawing/2014/main" id="{4E01AF39-E6DD-747A-8C42-5744269A5C7A}"/>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56" name="Line 15486">
                  <a:extLst>
                    <a:ext uri="{FF2B5EF4-FFF2-40B4-BE49-F238E27FC236}">
                      <a16:creationId xmlns:a16="http://schemas.microsoft.com/office/drawing/2014/main" id="{8A451E0A-B476-B121-A4E8-94544AEED9DE}"/>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57" name="Line 15487">
                  <a:extLst>
                    <a:ext uri="{FF2B5EF4-FFF2-40B4-BE49-F238E27FC236}">
                      <a16:creationId xmlns:a16="http://schemas.microsoft.com/office/drawing/2014/main" id="{04A3D329-BFC9-A8E9-5D98-D1D47B9AE832}"/>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58" name="Line 15488">
                  <a:extLst>
                    <a:ext uri="{FF2B5EF4-FFF2-40B4-BE49-F238E27FC236}">
                      <a16:creationId xmlns:a16="http://schemas.microsoft.com/office/drawing/2014/main" id="{E26DC0B9-18F3-CF05-1A2E-4D0FA605DAF8}"/>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59" name="Line 15489">
                  <a:extLst>
                    <a:ext uri="{FF2B5EF4-FFF2-40B4-BE49-F238E27FC236}">
                      <a16:creationId xmlns:a16="http://schemas.microsoft.com/office/drawing/2014/main" id="{C4E1BC3B-D8FB-329C-A7B1-9DBAC8E52903}"/>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60" name="Line 15490">
                  <a:extLst>
                    <a:ext uri="{FF2B5EF4-FFF2-40B4-BE49-F238E27FC236}">
                      <a16:creationId xmlns:a16="http://schemas.microsoft.com/office/drawing/2014/main" id="{4991F2C1-7241-A630-4D69-32368A67D202}"/>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94" name="Rectangle 15436">
                <a:extLst>
                  <a:ext uri="{FF2B5EF4-FFF2-40B4-BE49-F238E27FC236}">
                    <a16:creationId xmlns:a16="http://schemas.microsoft.com/office/drawing/2014/main" id="{2167CD6A-2DD2-97F0-42B6-74277F3A7955}"/>
                  </a:ext>
                </a:extLst>
              </p:cNvPr>
              <p:cNvSpPr>
                <a:spLocks/>
              </p:cNvSpPr>
              <p:nvPr/>
            </p:nvSpPr>
            <p:spPr bwMode="auto">
              <a:xfrm flipH="1">
                <a:off x="2034502" y="3814263"/>
                <a:ext cx="140838" cy="1330932"/>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 name="Rectangle 15437">
                <a:extLst>
                  <a:ext uri="{FF2B5EF4-FFF2-40B4-BE49-F238E27FC236}">
                    <a16:creationId xmlns:a16="http://schemas.microsoft.com/office/drawing/2014/main" id="{E3979D68-8547-66BC-D9CF-DF76165D06A7}"/>
                  </a:ext>
                </a:extLst>
              </p:cNvPr>
              <p:cNvSpPr>
                <a:spLocks/>
              </p:cNvSpPr>
              <p:nvPr/>
            </p:nvSpPr>
            <p:spPr bwMode="auto">
              <a:xfrm flipH="1">
                <a:off x="3234179" y="3482630"/>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6" name="Rectangle 15456">
                <a:extLst>
                  <a:ext uri="{FF2B5EF4-FFF2-40B4-BE49-F238E27FC236}">
                    <a16:creationId xmlns:a16="http://schemas.microsoft.com/office/drawing/2014/main" id="{479684C8-3516-F517-FD4A-7864C19EE506}"/>
                  </a:ext>
                </a:extLst>
              </p:cNvPr>
              <p:cNvSpPr>
                <a:spLocks/>
              </p:cNvSpPr>
              <p:nvPr/>
            </p:nvSpPr>
            <p:spPr bwMode="auto">
              <a:xfrm flipH="1">
                <a:off x="3479998" y="3466584"/>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97" name="AutoShape 15457">
                <a:extLst>
                  <a:ext uri="{FF2B5EF4-FFF2-40B4-BE49-F238E27FC236}">
                    <a16:creationId xmlns:a16="http://schemas.microsoft.com/office/drawing/2014/main" id="{FD6069D1-B99E-D5F4-AD12-8FAE73B4CD3E}"/>
                  </a:ext>
                </a:extLst>
              </p:cNvPr>
              <p:cNvSpPr>
                <a:spLocks/>
              </p:cNvSpPr>
              <p:nvPr/>
            </p:nvSpPr>
            <p:spPr bwMode="auto">
              <a:xfrm rot="5400000" flipH="1">
                <a:off x="3637650" y="3565792"/>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98" name="Rectangle 15460">
                <a:extLst>
                  <a:ext uri="{FF2B5EF4-FFF2-40B4-BE49-F238E27FC236}">
                    <a16:creationId xmlns:a16="http://schemas.microsoft.com/office/drawing/2014/main" id="{C594A28A-ADC0-11DE-1634-B346AF4CEC1D}"/>
                  </a:ext>
                </a:extLst>
              </p:cNvPr>
              <p:cNvSpPr>
                <a:spLocks/>
              </p:cNvSpPr>
              <p:nvPr/>
            </p:nvSpPr>
            <p:spPr bwMode="auto">
              <a:xfrm flipH="1" flipV="1">
                <a:off x="3005978" y="3854664"/>
                <a:ext cx="155298" cy="102043"/>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9" name="AutoShape 15462">
                <a:extLst>
                  <a:ext uri="{FF2B5EF4-FFF2-40B4-BE49-F238E27FC236}">
                    <a16:creationId xmlns:a16="http://schemas.microsoft.com/office/drawing/2014/main" id="{4502F346-8C6E-12DE-80F2-F4D8A1D99FE6}"/>
                  </a:ext>
                </a:extLst>
              </p:cNvPr>
              <p:cNvSpPr>
                <a:spLocks/>
              </p:cNvSpPr>
              <p:nvPr/>
            </p:nvSpPr>
            <p:spPr bwMode="auto">
              <a:xfrm flipH="1">
                <a:off x="3038341" y="3820246"/>
                <a:ext cx="82090" cy="30995"/>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00" name="Rectangle 15464">
                <a:extLst>
                  <a:ext uri="{FF2B5EF4-FFF2-40B4-BE49-F238E27FC236}">
                    <a16:creationId xmlns:a16="http://schemas.microsoft.com/office/drawing/2014/main" id="{ED9B69B3-8994-4698-090B-2C61C4E81310}"/>
                  </a:ext>
                </a:extLst>
              </p:cNvPr>
              <p:cNvSpPr>
                <a:spLocks/>
              </p:cNvSpPr>
              <p:nvPr/>
            </p:nvSpPr>
            <p:spPr bwMode="auto">
              <a:xfrm flipH="1">
                <a:off x="1874189" y="3444117"/>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01" name="Rectangle 15515">
                <a:extLst>
                  <a:ext uri="{FF2B5EF4-FFF2-40B4-BE49-F238E27FC236}">
                    <a16:creationId xmlns:a16="http://schemas.microsoft.com/office/drawing/2014/main" id="{6CA11429-BCAE-15A2-5093-B79A314FD799}"/>
                  </a:ext>
                </a:extLst>
              </p:cNvPr>
              <p:cNvSpPr>
                <a:spLocks/>
              </p:cNvSpPr>
              <p:nvPr/>
            </p:nvSpPr>
            <p:spPr bwMode="auto">
              <a:xfrm flipH="1">
                <a:off x="1703386" y="3439918"/>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202" name="Rectangle 15464">
                <a:extLst>
                  <a:ext uri="{FF2B5EF4-FFF2-40B4-BE49-F238E27FC236}">
                    <a16:creationId xmlns:a16="http://schemas.microsoft.com/office/drawing/2014/main" id="{F8F2D1FB-9A66-B973-AAA9-EFD72205D98E}"/>
                  </a:ext>
                </a:extLst>
              </p:cNvPr>
              <p:cNvSpPr>
                <a:spLocks/>
              </p:cNvSpPr>
              <p:nvPr/>
            </p:nvSpPr>
            <p:spPr bwMode="auto">
              <a:xfrm flipH="1">
                <a:off x="1921234" y="3424002"/>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03" name="Rectangle 15465">
                <a:extLst>
                  <a:ext uri="{FF2B5EF4-FFF2-40B4-BE49-F238E27FC236}">
                    <a16:creationId xmlns:a16="http://schemas.microsoft.com/office/drawing/2014/main" id="{276604F3-58E2-8750-831D-40BC2D3367AD}"/>
                  </a:ext>
                </a:extLst>
              </p:cNvPr>
              <p:cNvSpPr>
                <a:spLocks/>
              </p:cNvSpPr>
              <p:nvPr/>
            </p:nvSpPr>
            <p:spPr bwMode="auto">
              <a:xfrm flipH="1">
                <a:off x="2087397" y="3586526"/>
                <a:ext cx="87563" cy="222539"/>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204" name="组合 203">
                <a:extLst>
                  <a:ext uri="{FF2B5EF4-FFF2-40B4-BE49-F238E27FC236}">
                    <a16:creationId xmlns:a16="http://schemas.microsoft.com/office/drawing/2014/main" id="{104C5454-DCB5-C644-2DB5-CA0083A83122}"/>
                  </a:ext>
                </a:extLst>
              </p:cNvPr>
              <p:cNvGrpSpPr/>
              <p:nvPr/>
            </p:nvGrpSpPr>
            <p:grpSpPr>
              <a:xfrm flipH="1">
                <a:off x="3787989" y="3448129"/>
                <a:ext cx="169903" cy="279219"/>
                <a:chOff x="6615473" y="904221"/>
                <a:chExt cx="223679" cy="411854"/>
              </a:xfrm>
            </p:grpSpPr>
            <p:sp>
              <p:nvSpPr>
                <p:cNvPr id="240" name="AutoShape 15440">
                  <a:extLst>
                    <a:ext uri="{FF2B5EF4-FFF2-40B4-BE49-F238E27FC236}">
                      <a16:creationId xmlns:a16="http://schemas.microsoft.com/office/drawing/2014/main" id="{BBA7735B-E7B1-E674-D2AC-1BB9DAAE3E02}"/>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241" name="Line 15472">
                  <a:extLst>
                    <a:ext uri="{FF2B5EF4-FFF2-40B4-BE49-F238E27FC236}">
                      <a16:creationId xmlns:a16="http://schemas.microsoft.com/office/drawing/2014/main" id="{C0A691EB-5FC0-B40E-76AA-CAB9AE60ECD8}"/>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2" name="Line 15473">
                  <a:extLst>
                    <a:ext uri="{FF2B5EF4-FFF2-40B4-BE49-F238E27FC236}">
                      <a16:creationId xmlns:a16="http://schemas.microsoft.com/office/drawing/2014/main" id="{879919BA-47CB-A24F-981C-74BFFCC1B51B}"/>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3" name="Line 15474">
                  <a:extLst>
                    <a:ext uri="{FF2B5EF4-FFF2-40B4-BE49-F238E27FC236}">
                      <a16:creationId xmlns:a16="http://schemas.microsoft.com/office/drawing/2014/main" id="{F0C130F4-829A-7F7E-24CA-EC3495613EDA}"/>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4" name="Line 15475">
                  <a:extLst>
                    <a:ext uri="{FF2B5EF4-FFF2-40B4-BE49-F238E27FC236}">
                      <a16:creationId xmlns:a16="http://schemas.microsoft.com/office/drawing/2014/main" id="{15DBC410-4039-0B69-442A-38BD32DD9BBC}"/>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5" name="Line 15476">
                  <a:extLst>
                    <a:ext uri="{FF2B5EF4-FFF2-40B4-BE49-F238E27FC236}">
                      <a16:creationId xmlns:a16="http://schemas.microsoft.com/office/drawing/2014/main" id="{DB0A4118-7F78-4D56-CC18-3179E39D108B}"/>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6" name="Line 15477">
                  <a:extLst>
                    <a:ext uri="{FF2B5EF4-FFF2-40B4-BE49-F238E27FC236}">
                      <a16:creationId xmlns:a16="http://schemas.microsoft.com/office/drawing/2014/main" id="{F7698818-749D-7C1C-6F1B-A5F1D4905199}"/>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7" name="Line 15478">
                  <a:extLst>
                    <a:ext uri="{FF2B5EF4-FFF2-40B4-BE49-F238E27FC236}">
                      <a16:creationId xmlns:a16="http://schemas.microsoft.com/office/drawing/2014/main" id="{AD26EFA7-1EB6-3D0E-225C-E5C57265A256}"/>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8" name="Line 15479">
                  <a:extLst>
                    <a:ext uri="{FF2B5EF4-FFF2-40B4-BE49-F238E27FC236}">
                      <a16:creationId xmlns:a16="http://schemas.microsoft.com/office/drawing/2014/main" id="{8538399D-B5DE-8D17-3EE0-261230F0412C}"/>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49" name="Line 15480">
                  <a:extLst>
                    <a:ext uri="{FF2B5EF4-FFF2-40B4-BE49-F238E27FC236}">
                      <a16:creationId xmlns:a16="http://schemas.microsoft.com/office/drawing/2014/main" id="{8C0DEDE5-749C-C21F-2E97-3D5A56C2B514}"/>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50" name="Line 15481">
                  <a:extLst>
                    <a:ext uri="{FF2B5EF4-FFF2-40B4-BE49-F238E27FC236}">
                      <a16:creationId xmlns:a16="http://schemas.microsoft.com/office/drawing/2014/main" id="{0D0D457B-9F61-F802-85DF-204D7728CBA0}"/>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51" name="Line 15482">
                  <a:extLst>
                    <a:ext uri="{FF2B5EF4-FFF2-40B4-BE49-F238E27FC236}">
                      <a16:creationId xmlns:a16="http://schemas.microsoft.com/office/drawing/2014/main" id="{D5706BC5-D660-5578-A71A-4A4D07CA58B7}"/>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205" name="Group 15491">
                <a:extLst>
                  <a:ext uri="{FF2B5EF4-FFF2-40B4-BE49-F238E27FC236}">
                    <a16:creationId xmlns:a16="http://schemas.microsoft.com/office/drawing/2014/main" id="{C1FDC6B7-402B-1409-72AF-CD82B34C9FB9}"/>
                  </a:ext>
                </a:extLst>
              </p:cNvPr>
              <p:cNvGrpSpPr>
                <a:grpSpLocks/>
              </p:cNvGrpSpPr>
              <p:nvPr/>
            </p:nvGrpSpPr>
            <p:grpSpPr bwMode="auto">
              <a:xfrm flipH="1">
                <a:off x="3016766" y="4043939"/>
                <a:ext cx="137540" cy="12035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231" name="Rectangle 15492">
                  <a:extLst>
                    <a:ext uri="{FF2B5EF4-FFF2-40B4-BE49-F238E27FC236}">
                      <a16:creationId xmlns:a16="http://schemas.microsoft.com/office/drawing/2014/main" id="{E81CB31A-6023-A056-5509-F8C727561751}"/>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32" name="Rectangle 15493">
                  <a:extLst>
                    <a:ext uri="{FF2B5EF4-FFF2-40B4-BE49-F238E27FC236}">
                      <a16:creationId xmlns:a16="http://schemas.microsoft.com/office/drawing/2014/main" id="{B7282E2A-B6FF-70E0-0382-A0EE7E16A914}"/>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233" name="Line 15494">
                  <a:extLst>
                    <a:ext uri="{FF2B5EF4-FFF2-40B4-BE49-F238E27FC236}">
                      <a16:creationId xmlns:a16="http://schemas.microsoft.com/office/drawing/2014/main" id="{1ABE12D4-7951-C6D4-C722-94F89B895AC4}"/>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234" name="Line 15495">
                  <a:extLst>
                    <a:ext uri="{FF2B5EF4-FFF2-40B4-BE49-F238E27FC236}">
                      <a16:creationId xmlns:a16="http://schemas.microsoft.com/office/drawing/2014/main" id="{86557796-A1F3-D920-3252-D8D468399F32}"/>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235" name="Line 15496">
                  <a:extLst>
                    <a:ext uri="{FF2B5EF4-FFF2-40B4-BE49-F238E27FC236}">
                      <a16:creationId xmlns:a16="http://schemas.microsoft.com/office/drawing/2014/main" id="{E28B0F07-C67C-26FC-B32E-23E4CEBE8772}"/>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236" name="Line 15497">
                  <a:extLst>
                    <a:ext uri="{FF2B5EF4-FFF2-40B4-BE49-F238E27FC236}">
                      <a16:creationId xmlns:a16="http://schemas.microsoft.com/office/drawing/2014/main" id="{D164F771-89D8-7307-C9AA-E31CAF14FBF0}"/>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237" name="Line 15498">
                  <a:extLst>
                    <a:ext uri="{FF2B5EF4-FFF2-40B4-BE49-F238E27FC236}">
                      <a16:creationId xmlns:a16="http://schemas.microsoft.com/office/drawing/2014/main" id="{4D22A3CF-D691-1343-8E97-3B7B90E0EDB5}"/>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238" name="Line 15499">
                  <a:extLst>
                    <a:ext uri="{FF2B5EF4-FFF2-40B4-BE49-F238E27FC236}">
                      <a16:creationId xmlns:a16="http://schemas.microsoft.com/office/drawing/2014/main" id="{BD7E033E-31B0-9D46-E750-103F32C5EBBF}"/>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239" name="Line 15500">
                  <a:extLst>
                    <a:ext uri="{FF2B5EF4-FFF2-40B4-BE49-F238E27FC236}">
                      <a16:creationId xmlns:a16="http://schemas.microsoft.com/office/drawing/2014/main" id="{E9B3F788-1B63-402E-9972-99C69424D61C}"/>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206" name="Rectangle 15501">
                <a:extLst>
                  <a:ext uri="{FF2B5EF4-FFF2-40B4-BE49-F238E27FC236}">
                    <a16:creationId xmlns:a16="http://schemas.microsoft.com/office/drawing/2014/main" id="{F5894A38-11B3-ABD1-F6E4-8D8F105B8641}"/>
                  </a:ext>
                </a:extLst>
              </p:cNvPr>
              <p:cNvSpPr>
                <a:spLocks/>
              </p:cNvSpPr>
              <p:nvPr/>
            </p:nvSpPr>
            <p:spPr bwMode="auto">
              <a:xfrm flipH="1">
                <a:off x="1949143" y="3962255"/>
                <a:ext cx="1236149" cy="82938"/>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07" name="直角三角形 206">
                <a:extLst>
                  <a:ext uri="{FF2B5EF4-FFF2-40B4-BE49-F238E27FC236}">
                    <a16:creationId xmlns:a16="http://schemas.microsoft.com/office/drawing/2014/main" id="{DA597757-5326-CFCF-A213-E8285C0B2F41}"/>
                  </a:ext>
                </a:extLst>
              </p:cNvPr>
              <p:cNvSpPr/>
              <p:nvPr/>
            </p:nvSpPr>
            <p:spPr>
              <a:xfrm rot="10800000" flipH="1">
                <a:off x="2175485" y="4046686"/>
                <a:ext cx="830638" cy="308103"/>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8" name="Rectangle 15465">
                <a:extLst>
                  <a:ext uri="{FF2B5EF4-FFF2-40B4-BE49-F238E27FC236}">
                    <a16:creationId xmlns:a16="http://schemas.microsoft.com/office/drawing/2014/main" id="{C4F8A4FC-382D-A5AF-6780-EFC737C6A10D}"/>
                  </a:ext>
                </a:extLst>
              </p:cNvPr>
              <p:cNvSpPr>
                <a:spLocks/>
              </p:cNvSpPr>
              <p:nvPr/>
            </p:nvSpPr>
            <p:spPr bwMode="auto">
              <a:xfrm flipH="1">
                <a:off x="3003931" y="3427071"/>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209" name="Line 15500">
                <a:extLst>
                  <a:ext uri="{FF2B5EF4-FFF2-40B4-BE49-F238E27FC236}">
                    <a16:creationId xmlns:a16="http://schemas.microsoft.com/office/drawing/2014/main" id="{5C4A7223-4222-AC6C-E1F9-7DBDD8B0442F}"/>
                  </a:ext>
                </a:extLst>
              </p:cNvPr>
              <p:cNvCxnSpPr>
                <a:cxnSpLocks/>
              </p:cNvCxnSpPr>
              <p:nvPr/>
            </p:nvCxnSpPr>
            <p:spPr bwMode="auto">
              <a:xfrm flipH="1">
                <a:off x="3060081" y="4059907"/>
                <a:ext cx="55735" cy="80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210" name="Rectangle 15437">
                <a:extLst>
                  <a:ext uri="{FF2B5EF4-FFF2-40B4-BE49-F238E27FC236}">
                    <a16:creationId xmlns:a16="http://schemas.microsoft.com/office/drawing/2014/main" id="{4B2C673D-FC7A-31DD-2678-375D7DE105F4}"/>
                  </a:ext>
                </a:extLst>
              </p:cNvPr>
              <p:cNvSpPr>
                <a:spLocks/>
              </p:cNvSpPr>
              <p:nvPr/>
            </p:nvSpPr>
            <p:spPr bwMode="auto">
              <a:xfrm flipH="1">
                <a:off x="2323473" y="3439917"/>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211" name="组合 210">
                <a:extLst>
                  <a:ext uri="{FF2B5EF4-FFF2-40B4-BE49-F238E27FC236}">
                    <a16:creationId xmlns:a16="http://schemas.microsoft.com/office/drawing/2014/main" id="{04CD6372-7484-A4A8-CCEA-E2A8A8B65B94}"/>
                  </a:ext>
                </a:extLst>
              </p:cNvPr>
              <p:cNvGrpSpPr/>
              <p:nvPr/>
            </p:nvGrpSpPr>
            <p:grpSpPr>
              <a:xfrm flipH="1">
                <a:off x="2033681" y="3505672"/>
                <a:ext cx="185343" cy="165425"/>
                <a:chOff x="3472900" y="2697194"/>
                <a:chExt cx="346984" cy="346984"/>
              </a:xfrm>
            </p:grpSpPr>
            <p:sp>
              <p:nvSpPr>
                <p:cNvPr id="228" name="Oval 15540">
                  <a:extLst>
                    <a:ext uri="{FF2B5EF4-FFF2-40B4-BE49-F238E27FC236}">
                      <a16:creationId xmlns:a16="http://schemas.microsoft.com/office/drawing/2014/main" id="{D4C5A994-E9C9-C526-DD2A-AE6E00B03108}"/>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29" name="Oval 15540">
                  <a:extLst>
                    <a:ext uri="{FF2B5EF4-FFF2-40B4-BE49-F238E27FC236}">
                      <a16:creationId xmlns:a16="http://schemas.microsoft.com/office/drawing/2014/main" id="{17501A0F-198C-085B-B672-4093275A5200}"/>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30" name="Line 15541">
                  <a:extLst>
                    <a:ext uri="{FF2B5EF4-FFF2-40B4-BE49-F238E27FC236}">
                      <a16:creationId xmlns:a16="http://schemas.microsoft.com/office/drawing/2014/main" id="{C0F299B9-1C13-F38E-4441-212D8AE013E2}"/>
                    </a:ext>
                  </a:extLst>
                </p:cNvPr>
                <p:cNvCxnSpPr>
                  <a:cxnSpLocks/>
                  <a:stCxn id="229" idx="1"/>
                  <a:endCxn id="229"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212" name="组合 211">
                <a:extLst>
                  <a:ext uri="{FF2B5EF4-FFF2-40B4-BE49-F238E27FC236}">
                    <a16:creationId xmlns:a16="http://schemas.microsoft.com/office/drawing/2014/main" id="{00A13568-136A-E563-A79C-5B009E5644DC}"/>
                  </a:ext>
                </a:extLst>
              </p:cNvPr>
              <p:cNvGrpSpPr/>
              <p:nvPr/>
            </p:nvGrpSpPr>
            <p:grpSpPr>
              <a:xfrm flipH="1">
                <a:off x="2059814" y="3858794"/>
                <a:ext cx="101582" cy="90666"/>
                <a:chOff x="9253470" y="1351580"/>
                <a:chExt cx="133734" cy="133734"/>
              </a:xfrm>
            </p:grpSpPr>
            <p:sp>
              <p:nvSpPr>
                <p:cNvPr id="226" name="Oval 15540">
                  <a:extLst>
                    <a:ext uri="{FF2B5EF4-FFF2-40B4-BE49-F238E27FC236}">
                      <a16:creationId xmlns:a16="http://schemas.microsoft.com/office/drawing/2014/main" id="{D6CFC936-4C36-C9BB-663E-9BE0131B15DA}"/>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27" name="Line 15541">
                  <a:extLst>
                    <a:ext uri="{FF2B5EF4-FFF2-40B4-BE49-F238E27FC236}">
                      <a16:creationId xmlns:a16="http://schemas.microsoft.com/office/drawing/2014/main" id="{45A5A606-E587-9038-68F6-1E3A1D5E32DC}"/>
                    </a:ext>
                  </a:extLst>
                </p:cNvPr>
                <p:cNvCxnSpPr>
                  <a:cxnSpLocks/>
                  <a:stCxn id="226" idx="1"/>
                  <a:endCxn id="226"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213" name="组合 212">
                <a:extLst>
                  <a:ext uri="{FF2B5EF4-FFF2-40B4-BE49-F238E27FC236}">
                    <a16:creationId xmlns:a16="http://schemas.microsoft.com/office/drawing/2014/main" id="{0FFA1DB4-7C81-E99B-BB9F-B426F7C3CEDA}"/>
                  </a:ext>
                </a:extLst>
              </p:cNvPr>
              <p:cNvGrpSpPr/>
              <p:nvPr/>
            </p:nvGrpSpPr>
            <p:grpSpPr>
              <a:xfrm flipH="1">
                <a:off x="3212904" y="3548582"/>
                <a:ext cx="101582" cy="90666"/>
                <a:chOff x="9253470" y="1351580"/>
                <a:chExt cx="133734" cy="133734"/>
              </a:xfrm>
            </p:grpSpPr>
            <p:sp>
              <p:nvSpPr>
                <p:cNvPr id="224" name="Oval 15540">
                  <a:extLst>
                    <a:ext uri="{FF2B5EF4-FFF2-40B4-BE49-F238E27FC236}">
                      <a16:creationId xmlns:a16="http://schemas.microsoft.com/office/drawing/2014/main" id="{A5A4D6DC-6EF8-CCBC-DC4A-D5080D850A60}"/>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25" name="Line 15541">
                  <a:extLst>
                    <a:ext uri="{FF2B5EF4-FFF2-40B4-BE49-F238E27FC236}">
                      <a16:creationId xmlns:a16="http://schemas.microsoft.com/office/drawing/2014/main" id="{CB5E2ADC-3CDA-4F17-ADA2-9FDEF75E8DA5}"/>
                    </a:ext>
                  </a:extLst>
                </p:cNvPr>
                <p:cNvCxnSpPr>
                  <a:cxnSpLocks/>
                  <a:stCxn id="224" idx="1"/>
                  <a:endCxn id="224"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214" name="组合 213">
                <a:extLst>
                  <a:ext uri="{FF2B5EF4-FFF2-40B4-BE49-F238E27FC236}">
                    <a16:creationId xmlns:a16="http://schemas.microsoft.com/office/drawing/2014/main" id="{A4D9F299-4973-C8D2-8C3C-C511F85D76B0}"/>
                  </a:ext>
                </a:extLst>
              </p:cNvPr>
              <p:cNvGrpSpPr/>
              <p:nvPr/>
            </p:nvGrpSpPr>
            <p:grpSpPr>
              <a:xfrm>
                <a:off x="85187" y="4748155"/>
                <a:ext cx="2117961" cy="501018"/>
                <a:chOff x="-257042" y="3530275"/>
                <a:chExt cx="2117961" cy="501018"/>
              </a:xfrm>
            </p:grpSpPr>
            <p:sp>
              <p:nvSpPr>
                <p:cNvPr id="218" name="任意形状 217">
                  <a:extLst>
                    <a:ext uri="{FF2B5EF4-FFF2-40B4-BE49-F238E27FC236}">
                      <a16:creationId xmlns:a16="http://schemas.microsoft.com/office/drawing/2014/main" id="{88E94F10-C28F-A9BF-2AE9-C58F35D59092}"/>
                    </a:ext>
                  </a:extLst>
                </p:cNvPr>
                <p:cNvSpPr/>
                <p:nvPr/>
              </p:nvSpPr>
              <p:spPr>
                <a:xfrm flipH="1">
                  <a:off x="-92756" y="3533178"/>
                  <a:ext cx="1825216" cy="498115"/>
                </a:xfrm>
                <a:custGeom>
                  <a:avLst/>
                  <a:gdLst>
                    <a:gd name="connsiteX0" fmla="*/ 1716843 w 1716843"/>
                    <a:gd name="connsiteY0" fmla="*/ 0 h 498115"/>
                    <a:gd name="connsiteX1" fmla="*/ 0 w 1716843"/>
                    <a:gd name="connsiteY1" fmla="*/ 0 h 498115"/>
                    <a:gd name="connsiteX2" fmla="*/ 0 w 1716843"/>
                    <a:gd name="connsiteY2" fmla="*/ 224696 h 498115"/>
                    <a:gd name="connsiteX3" fmla="*/ 1232577 w 1716843"/>
                    <a:gd name="connsiteY3" fmla="*/ 224696 h 498115"/>
                    <a:gd name="connsiteX4" fmla="*/ 1232577 w 1716843"/>
                    <a:gd name="connsiteY4" fmla="*/ 233545 h 498115"/>
                    <a:gd name="connsiteX5" fmla="*/ 1236228 w 1716843"/>
                    <a:gd name="connsiteY5" fmla="*/ 233552 h 498115"/>
                    <a:gd name="connsiteX6" fmla="*/ 1293146 w 1716843"/>
                    <a:gd name="connsiteY6" fmla="*/ 438829 h 498115"/>
                    <a:gd name="connsiteX7" fmla="*/ 1311120 w 1716843"/>
                    <a:gd name="connsiteY7" fmla="*/ 498115 h 498115"/>
                    <a:gd name="connsiteX8" fmla="*/ 1681308 w 1716843"/>
                    <a:gd name="connsiteY8" fmla="*/ 498115 h 498115"/>
                    <a:gd name="connsiteX9" fmla="*/ 1682149 w 1716843"/>
                    <a:gd name="connsiteY9" fmla="*/ 486545 h 498115"/>
                    <a:gd name="connsiteX10" fmla="*/ 1714676 w 1716843"/>
                    <a:gd name="connsiteY10" fmla="*/ 32163 h 49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6843" h="498115">
                      <a:moveTo>
                        <a:pt x="1716843" y="0"/>
                      </a:moveTo>
                      <a:lnTo>
                        <a:pt x="0" y="0"/>
                      </a:lnTo>
                      <a:lnTo>
                        <a:pt x="0" y="224696"/>
                      </a:lnTo>
                      <a:lnTo>
                        <a:pt x="1232577" y="224696"/>
                      </a:lnTo>
                      <a:lnTo>
                        <a:pt x="1232577" y="233545"/>
                      </a:lnTo>
                      <a:lnTo>
                        <a:pt x="1236228" y="233552"/>
                      </a:lnTo>
                      <a:lnTo>
                        <a:pt x="1293146" y="438829"/>
                      </a:lnTo>
                      <a:lnTo>
                        <a:pt x="1311120" y="498115"/>
                      </a:lnTo>
                      <a:lnTo>
                        <a:pt x="1681308" y="498115"/>
                      </a:lnTo>
                      <a:lnTo>
                        <a:pt x="1682149" y="486545"/>
                      </a:lnTo>
                      <a:cubicBezTo>
                        <a:pt x="1687390" y="414327"/>
                        <a:pt x="1706632" y="148860"/>
                        <a:pt x="1714676" y="32163"/>
                      </a:cubicBezTo>
                      <a:close/>
                    </a:path>
                  </a:pathLst>
                </a:custGeom>
                <a:gradFill>
                  <a:gsLst>
                    <a:gs pos="70000">
                      <a:schemeClr val="tx1">
                        <a:lumMod val="50000"/>
                        <a:lumOff val="50000"/>
                      </a:schemeClr>
                    </a:gs>
                    <a:gs pos="64000">
                      <a:schemeClr val="bg1">
                        <a:lumMod val="75000"/>
                      </a:schemeClr>
                    </a:gs>
                    <a:gs pos="55000">
                      <a:srgbClr val="AEAEAE"/>
                    </a:gs>
                    <a:gs pos="5000">
                      <a:schemeClr val="bg1">
                        <a:lumMod val="50000"/>
                      </a:schemeClr>
                    </a:gs>
                    <a:gs pos="52000">
                      <a:schemeClr val="bg1">
                        <a:lumMod val="85000"/>
                      </a:schemeClr>
                    </a:gs>
                    <a:gs pos="44000">
                      <a:srgbClr val="B5B5B5"/>
                    </a:gs>
                    <a:gs pos="91000">
                      <a:srgbClr val="A9A9A9"/>
                    </a:gs>
                    <a:gs pos="99000">
                      <a:schemeClr val="bg1">
                        <a:lumMod val="85000"/>
                      </a:schemeClr>
                    </a:gs>
                    <a:gs pos="0">
                      <a:srgbClr val="BABABA"/>
                    </a:gs>
                    <a:gs pos="48000">
                      <a:schemeClr val="tx1">
                        <a:lumMod val="50000"/>
                        <a:lumOff val="50000"/>
                      </a:schemeClr>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219" name="任意形状 218">
                  <a:extLst>
                    <a:ext uri="{FF2B5EF4-FFF2-40B4-BE49-F238E27FC236}">
                      <a16:creationId xmlns:a16="http://schemas.microsoft.com/office/drawing/2014/main" id="{F15DD0A8-0C42-91EA-238E-5483476A889B}"/>
                    </a:ext>
                  </a:extLst>
                </p:cNvPr>
                <p:cNvSpPr/>
                <p:nvPr/>
              </p:nvSpPr>
              <p:spPr>
                <a:xfrm flipH="1">
                  <a:off x="-257042" y="3532938"/>
                  <a:ext cx="199585" cy="497299"/>
                </a:xfrm>
                <a:custGeom>
                  <a:avLst/>
                  <a:gdLst>
                    <a:gd name="connsiteX0" fmla="*/ 199585 w 199585"/>
                    <a:gd name="connsiteY0" fmla="*/ 0 h 497299"/>
                    <a:gd name="connsiteX1" fmla="*/ 54781 w 199585"/>
                    <a:gd name="connsiteY1" fmla="*/ 41 h 497299"/>
                    <a:gd name="connsiteX2" fmla="*/ 45009 w 199585"/>
                    <a:gd name="connsiteY2" fmla="*/ 2501 h 497299"/>
                    <a:gd name="connsiteX3" fmla="*/ 35191 w 199585"/>
                    <a:gd name="connsiteY3" fmla="*/ 4127 h 497299"/>
                    <a:gd name="connsiteX4" fmla="*/ 34610 w 199585"/>
                    <a:gd name="connsiteY4" fmla="*/ 12902 h 497299"/>
                    <a:gd name="connsiteX5" fmla="*/ 539 w 199585"/>
                    <a:gd name="connsiteY5" fmla="*/ 489887 h 497299"/>
                    <a:gd name="connsiteX6" fmla="*/ 0 w 199585"/>
                    <a:gd name="connsiteY6" fmla="*/ 497299 h 497299"/>
                    <a:gd name="connsiteX7" fmla="*/ 57582 w 199585"/>
                    <a:gd name="connsiteY7" fmla="*/ 486625 h 497299"/>
                    <a:gd name="connsiteX8" fmla="*/ 129543 w 199585"/>
                    <a:gd name="connsiteY8" fmla="*/ 467039 h 497299"/>
                    <a:gd name="connsiteX9" fmla="*/ 130079 w 199585"/>
                    <a:gd name="connsiteY9" fmla="*/ 466795 h 497299"/>
                    <a:gd name="connsiteX10" fmla="*/ 131268 w 199585"/>
                    <a:gd name="connsiteY10" fmla="*/ 463366 h 497299"/>
                    <a:gd name="connsiteX11" fmla="*/ 153218 w 199585"/>
                    <a:gd name="connsiteY11" fmla="*/ 382337 h 497299"/>
                    <a:gd name="connsiteX12" fmla="*/ 174923 w 199585"/>
                    <a:gd name="connsiteY12" fmla="*/ 216594 h 497299"/>
                    <a:gd name="connsiteX13" fmla="*/ 186982 w 199585"/>
                    <a:gd name="connsiteY13" fmla="*/ 117578 h 497299"/>
                    <a:gd name="connsiteX14" fmla="*/ 199040 w 199585"/>
                    <a:gd name="connsiteY14" fmla="*/ 5648 h 49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585" h="497299">
                      <a:moveTo>
                        <a:pt x="199585" y="0"/>
                      </a:moveTo>
                      <a:lnTo>
                        <a:pt x="54781" y="41"/>
                      </a:lnTo>
                      <a:lnTo>
                        <a:pt x="45009" y="2501"/>
                      </a:lnTo>
                      <a:lnTo>
                        <a:pt x="35191" y="4127"/>
                      </a:lnTo>
                      <a:lnTo>
                        <a:pt x="34610" y="12902"/>
                      </a:lnTo>
                      <a:cubicBezTo>
                        <a:pt x="27842" y="113292"/>
                        <a:pt x="6155" y="412511"/>
                        <a:pt x="539" y="489887"/>
                      </a:cubicBezTo>
                      <a:lnTo>
                        <a:pt x="0" y="497299"/>
                      </a:lnTo>
                      <a:lnTo>
                        <a:pt x="57582" y="486625"/>
                      </a:lnTo>
                      <a:cubicBezTo>
                        <a:pt x="85476" y="480421"/>
                        <a:pt x="109606" y="473872"/>
                        <a:pt x="129543" y="467039"/>
                      </a:cubicBezTo>
                      <a:lnTo>
                        <a:pt x="130079" y="466795"/>
                      </a:lnTo>
                      <a:lnTo>
                        <a:pt x="131268" y="463366"/>
                      </a:lnTo>
                      <a:cubicBezTo>
                        <a:pt x="139579" y="437323"/>
                        <a:pt x="147613" y="408027"/>
                        <a:pt x="153218" y="382337"/>
                      </a:cubicBezTo>
                      <a:cubicBezTo>
                        <a:pt x="164429" y="330958"/>
                        <a:pt x="174923" y="216594"/>
                        <a:pt x="174923" y="216594"/>
                      </a:cubicBezTo>
                      <a:cubicBezTo>
                        <a:pt x="180550" y="172468"/>
                        <a:pt x="186982" y="117578"/>
                        <a:pt x="186982" y="117578"/>
                      </a:cubicBezTo>
                      <a:cubicBezTo>
                        <a:pt x="191001" y="82421"/>
                        <a:pt x="199040" y="5648"/>
                        <a:pt x="199040" y="5648"/>
                      </a:cubicBezTo>
                      <a:close/>
                    </a:path>
                  </a:pathLst>
                </a:custGeom>
                <a:gradFill flip="none" rotWithShape="1">
                  <a:gsLst>
                    <a:gs pos="81000">
                      <a:srgbClr val="8B898A"/>
                    </a:gs>
                    <a:gs pos="25000">
                      <a:srgbClr val="7F7D7E"/>
                    </a:gs>
                    <a:gs pos="18000">
                      <a:srgbClr val="7A7A7A"/>
                    </a:gs>
                    <a:gs pos="0">
                      <a:srgbClr val="7F7F7F"/>
                    </a:gs>
                    <a:gs pos="39000">
                      <a:srgbClr val="636161"/>
                    </a:gs>
                    <a:gs pos="67000">
                      <a:srgbClr val="807F7F"/>
                    </a:gs>
                    <a:gs pos="47000">
                      <a:srgbClr val="5C5859"/>
                    </a:gs>
                    <a:gs pos="98000">
                      <a:srgbClr val="918E8E"/>
                    </a:gs>
                  </a:gsLst>
                  <a:lin ang="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220" name="组合 219">
                  <a:extLst>
                    <a:ext uri="{FF2B5EF4-FFF2-40B4-BE49-F238E27FC236}">
                      <a16:creationId xmlns:a16="http://schemas.microsoft.com/office/drawing/2014/main" id="{CAADD9C7-80DE-D1BA-8644-A1E93FBDA0ED}"/>
                    </a:ext>
                  </a:extLst>
                </p:cNvPr>
                <p:cNvGrpSpPr/>
                <p:nvPr/>
              </p:nvGrpSpPr>
              <p:grpSpPr>
                <a:xfrm flipH="1">
                  <a:off x="625099" y="3630083"/>
                  <a:ext cx="101583" cy="90666"/>
                  <a:chOff x="9334964" y="1374536"/>
                  <a:chExt cx="133735" cy="133734"/>
                </a:xfrm>
              </p:grpSpPr>
              <p:sp>
                <p:nvSpPr>
                  <p:cNvPr id="222" name="Oval 15540">
                    <a:extLst>
                      <a:ext uri="{FF2B5EF4-FFF2-40B4-BE49-F238E27FC236}">
                        <a16:creationId xmlns:a16="http://schemas.microsoft.com/office/drawing/2014/main" id="{C8B5D3EC-A81E-47BF-3789-17F023BCF9B6}"/>
                      </a:ext>
                    </a:extLst>
                  </p:cNvPr>
                  <p:cNvSpPr>
                    <a:spLocks/>
                  </p:cNvSpPr>
                  <p:nvPr/>
                </p:nvSpPr>
                <p:spPr bwMode="auto">
                  <a:xfrm>
                    <a:off x="9334964" y="1374536"/>
                    <a:ext cx="133735"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ot"/>
                    <a:round/>
                    <a:headEnd/>
                    <a:tailEnd/>
                  </a:ln>
                </p:spPr>
                <p:txBody>
                  <a:bodyPr rot="0" vert="horz" wrap="square" lIns="91440" tIns="45720" rIns="91440" bIns="45720" anchor="t" anchorCtr="0" upright="1">
                    <a:noAutofit/>
                  </a:bodyPr>
                  <a:lstStyle/>
                  <a:p>
                    <a:endParaRPr lang="zh-CN" altLang="en-US"/>
                  </a:p>
                </p:txBody>
              </p:sp>
              <p:cxnSp>
                <p:nvCxnSpPr>
                  <p:cNvPr id="223" name="Line 15541">
                    <a:extLst>
                      <a:ext uri="{FF2B5EF4-FFF2-40B4-BE49-F238E27FC236}">
                        <a16:creationId xmlns:a16="http://schemas.microsoft.com/office/drawing/2014/main" id="{67BA5F9F-1780-246B-9356-B79F6F653437}"/>
                      </a:ext>
                    </a:extLst>
                  </p:cNvPr>
                  <p:cNvCxnSpPr>
                    <a:cxnSpLocks/>
                  </p:cNvCxnSpPr>
                  <p:nvPr/>
                </p:nvCxnSpPr>
                <p:spPr bwMode="auto">
                  <a:xfrm>
                    <a:off x="9358727" y="1388382"/>
                    <a:ext cx="94565" cy="94562"/>
                  </a:xfrm>
                  <a:prstGeom prst="line">
                    <a:avLst/>
                  </a:prstGeom>
                  <a:noFill/>
                  <a:ln w="6350">
                    <a:solidFill>
                      <a:srgbClr val="000000"/>
                    </a:solidFill>
                    <a:prstDash val="sysDot"/>
                    <a:round/>
                    <a:headEnd/>
                    <a:tailEnd/>
                  </a:ln>
                  <a:extLst>
                    <a:ext uri="{909E8E84-426E-40DD-AFC4-6F175D3DCCD1}">
                      <a14:hiddenFill xmlns:a14="http://schemas.microsoft.com/office/drawing/2010/main">
                        <a:noFill/>
                      </a14:hiddenFill>
                    </a:ext>
                  </a:extLst>
                </p:spPr>
              </p:cxnSp>
            </p:grpSp>
            <p:sp>
              <p:nvSpPr>
                <p:cNvPr id="221" name="Rectangle 15436">
                  <a:extLst>
                    <a:ext uri="{FF2B5EF4-FFF2-40B4-BE49-F238E27FC236}">
                      <a16:creationId xmlns:a16="http://schemas.microsoft.com/office/drawing/2014/main" id="{EB1C3D04-C553-465D-C262-8910A387F65A}"/>
                    </a:ext>
                  </a:extLst>
                </p:cNvPr>
                <p:cNvSpPr>
                  <a:spLocks/>
                </p:cNvSpPr>
                <p:nvPr/>
              </p:nvSpPr>
              <p:spPr bwMode="auto">
                <a:xfrm flipH="1">
                  <a:off x="1662366" y="3530275"/>
                  <a:ext cx="198553" cy="228361"/>
                </a:xfrm>
                <a:prstGeom prst="rect">
                  <a:avLst/>
                </a:prstGeom>
                <a:gradFill>
                  <a:gsLst>
                    <a:gs pos="35000">
                      <a:schemeClr val="bg2">
                        <a:lumMod val="75000"/>
                      </a:schemeClr>
                    </a:gs>
                    <a:gs pos="12000">
                      <a:srgbClr val="818587"/>
                    </a:gs>
                    <a:gs pos="7000">
                      <a:schemeClr val="tx1">
                        <a:lumMod val="50000"/>
                        <a:lumOff val="50000"/>
                      </a:schemeClr>
                    </a:gs>
                    <a:gs pos="0">
                      <a:schemeClr val="bg2">
                        <a:lumMod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215" name="组合 214">
                <a:extLst>
                  <a:ext uri="{FF2B5EF4-FFF2-40B4-BE49-F238E27FC236}">
                    <a16:creationId xmlns:a16="http://schemas.microsoft.com/office/drawing/2014/main" id="{663D79EC-4BD8-0257-0F31-2CCCA63A7DBF}"/>
                  </a:ext>
                </a:extLst>
              </p:cNvPr>
              <p:cNvGrpSpPr/>
              <p:nvPr/>
            </p:nvGrpSpPr>
            <p:grpSpPr>
              <a:xfrm flipH="1">
                <a:off x="2057808" y="5017843"/>
                <a:ext cx="101582" cy="90666"/>
                <a:chOff x="9253470" y="1351580"/>
                <a:chExt cx="133734" cy="133734"/>
              </a:xfrm>
            </p:grpSpPr>
            <p:sp>
              <p:nvSpPr>
                <p:cNvPr id="216" name="Oval 15540">
                  <a:extLst>
                    <a:ext uri="{FF2B5EF4-FFF2-40B4-BE49-F238E27FC236}">
                      <a16:creationId xmlns:a16="http://schemas.microsoft.com/office/drawing/2014/main" id="{B583CC52-AD0C-CF8E-8122-4213A1389D9B}"/>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17" name="Line 15541">
                  <a:extLst>
                    <a:ext uri="{FF2B5EF4-FFF2-40B4-BE49-F238E27FC236}">
                      <a16:creationId xmlns:a16="http://schemas.microsoft.com/office/drawing/2014/main" id="{7998FB18-D522-5BB9-54D3-A1C0292C19D5}"/>
                    </a:ext>
                  </a:extLst>
                </p:cNvPr>
                <p:cNvCxnSpPr>
                  <a:cxnSpLocks/>
                  <a:stCxn id="216" idx="1"/>
                  <a:endCxn id="216" idx="5"/>
                </p:cNvCxnSpPr>
                <p:nvPr/>
              </p:nvCxnSpPr>
              <p:spPr bwMode="auto">
                <a:xfrm>
                  <a:off x="9273056" y="1371165"/>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sp>
          <p:nvSpPr>
            <p:cNvPr id="14" name="任意形状 13">
              <a:extLst>
                <a:ext uri="{FF2B5EF4-FFF2-40B4-BE49-F238E27FC236}">
                  <a16:creationId xmlns:a16="http://schemas.microsoft.com/office/drawing/2014/main" id="{045C3F47-DBF0-E9ED-6B44-39C8FDC4BC21}"/>
                </a:ext>
              </a:extLst>
            </p:cNvPr>
            <p:cNvSpPr/>
            <p:nvPr/>
          </p:nvSpPr>
          <p:spPr>
            <a:xfrm flipH="1">
              <a:off x="4807628" y="3168674"/>
              <a:ext cx="1699032" cy="218709"/>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15" name="组合 14">
              <a:extLst>
                <a:ext uri="{FF2B5EF4-FFF2-40B4-BE49-F238E27FC236}">
                  <a16:creationId xmlns:a16="http://schemas.microsoft.com/office/drawing/2014/main" id="{33300513-B7B9-9096-BE30-5B9D6CBDCAA2}"/>
                </a:ext>
              </a:extLst>
            </p:cNvPr>
            <p:cNvGrpSpPr/>
            <p:nvPr/>
          </p:nvGrpSpPr>
          <p:grpSpPr>
            <a:xfrm>
              <a:off x="4713491" y="3096376"/>
              <a:ext cx="1887814" cy="390200"/>
              <a:chOff x="-250567" y="3268205"/>
              <a:chExt cx="1887814" cy="390200"/>
            </a:xfrm>
          </p:grpSpPr>
          <p:sp>
            <p:nvSpPr>
              <p:cNvPr id="182" name="Oval 15552">
                <a:extLst>
                  <a:ext uri="{FF2B5EF4-FFF2-40B4-BE49-F238E27FC236}">
                    <a16:creationId xmlns:a16="http://schemas.microsoft.com/office/drawing/2014/main" id="{B3E9CDFA-EA62-3B0D-B8D9-81C6E6161C26}"/>
                  </a:ext>
                </a:extLst>
              </p:cNvPr>
              <p:cNvSpPr>
                <a:spLocks/>
              </p:cNvSpPr>
              <p:nvPr/>
            </p:nvSpPr>
            <p:spPr bwMode="auto">
              <a:xfrm flipH="1">
                <a:off x="-250567" y="3268205"/>
                <a:ext cx="1887814" cy="250334"/>
              </a:xfrm>
              <a:prstGeom prst="ellipse">
                <a:avLst/>
              </a:prstGeom>
              <a:gradFill flip="none" rotWithShape="1">
                <a:gsLst>
                  <a:gs pos="0">
                    <a:schemeClr val="accent1">
                      <a:lumMod val="0"/>
                      <a:lumOff val="100000"/>
                    </a:schemeClr>
                  </a:gs>
                  <a:gs pos="35000">
                    <a:schemeClr val="accent1">
                      <a:lumMod val="0"/>
                      <a:lumOff val="100000"/>
                    </a:schemeClr>
                  </a:gs>
                  <a:gs pos="100000">
                    <a:schemeClr val="bg1">
                      <a:lumMod val="85000"/>
                    </a:schemeClr>
                  </a:gs>
                </a:gsLst>
                <a:path path="circle">
                  <a:fillToRect l="50000" t="-80000" r="50000" b="18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83" name="任意形状 182">
                <a:extLst>
                  <a:ext uri="{FF2B5EF4-FFF2-40B4-BE49-F238E27FC236}">
                    <a16:creationId xmlns:a16="http://schemas.microsoft.com/office/drawing/2014/main" id="{77FE54B9-69B3-E422-1130-3EFBF671CECA}"/>
                  </a:ext>
                </a:extLst>
              </p:cNvPr>
              <p:cNvSpPr/>
              <p:nvPr/>
            </p:nvSpPr>
            <p:spPr>
              <a:xfrm flipH="1">
                <a:off x="-152575" y="3363887"/>
                <a:ext cx="1689603" cy="119701"/>
              </a:xfrm>
              <a:custGeom>
                <a:avLst/>
                <a:gdLst>
                  <a:gd name="connsiteX0" fmla="*/ 2224380 w 2224380"/>
                  <a:gd name="connsiteY0" fmla="*/ 5623 h 176561"/>
                  <a:gd name="connsiteX1" fmla="*/ 2224380 w 2224380"/>
                  <a:gd name="connsiteY1" fmla="*/ 19074 h 176561"/>
                  <a:gd name="connsiteX2" fmla="*/ 1109440 w 2224380"/>
                  <a:gd name="connsiteY2" fmla="*/ 176561 h 176561"/>
                  <a:gd name="connsiteX3" fmla="*/ 884741 w 2224380"/>
                  <a:gd name="connsiteY3" fmla="*/ 173362 h 176561"/>
                  <a:gd name="connsiteX4" fmla="*/ 11914 w 2224380"/>
                  <a:gd name="connsiteY4" fmla="*/ 46952 h 176561"/>
                  <a:gd name="connsiteX5" fmla="*/ 0 w 2224380"/>
                  <a:gd name="connsiteY5" fmla="*/ 27879 h 176561"/>
                  <a:gd name="connsiteX6" fmla="*/ 57926 w 2224380"/>
                  <a:gd name="connsiteY6" fmla="*/ 53878 h 176561"/>
                  <a:gd name="connsiteX7" fmla="*/ 67975 w 2224380"/>
                  <a:gd name="connsiteY7" fmla="*/ 56186 h 176561"/>
                  <a:gd name="connsiteX8" fmla="*/ 75475 w 2224380"/>
                  <a:gd name="connsiteY8" fmla="*/ 60903 h 176561"/>
                  <a:gd name="connsiteX9" fmla="*/ 147992 w 2224380"/>
                  <a:gd name="connsiteY9" fmla="*/ 74561 h 176561"/>
                  <a:gd name="connsiteX10" fmla="*/ 227211 w 2224380"/>
                  <a:gd name="connsiteY10" fmla="*/ 92754 h 176561"/>
                  <a:gd name="connsiteX11" fmla="*/ 280205 w 2224380"/>
                  <a:gd name="connsiteY11" fmla="*/ 99463 h 176561"/>
                  <a:gd name="connsiteX12" fmla="*/ 315157 w 2224380"/>
                  <a:gd name="connsiteY12" fmla="*/ 106046 h 176561"/>
                  <a:gd name="connsiteX13" fmla="*/ 367811 w 2224380"/>
                  <a:gd name="connsiteY13" fmla="*/ 110554 h 176561"/>
                  <a:gd name="connsiteX14" fmla="*/ 467449 w 2224380"/>
                  <a:gd name="connsiteY14" fmla="*/ 123168 h 176561"/>
                  <a:gd name="connsiteX15" fmla="*/ 1099425 w 2224380"/>
                  <a:gd name="connsiteY15" fmla="*/ 150064 h 176561"/>
                  <a:gd name="connsiteX16" fmla="*/ 1488069 w 2224380"/>
                  <a:gd name="connsiteY16" fmla="*/ 140508 h 176561"/>
                  <a:gd name="connsiteX17" fmla="*/ 1537084 w 2224380"/>
                  <a:gd name="connsiteY17" fmla="*/ 136590 h 176561"/>
                  <a:gd name="connsiteX18" fmla="*/ 1541314 w 2224380"/>
                  <a:gd name="connsiteY18" fmla="*/ 136482 h 176561"/>
                  <a:gd name="connsiteX19" fmla="*/ 1581739 w 2224380"/>
                  <a:gd name="connsiteY19" fmla="*/ 133021 h 176561"/>
                  <a:gd name="connsiteX20" fmla="*/ 1818417 w 2224380"/>
                  <a:gd name="connsiteY20" fmla="*/ 114102 h 176561"/>
                  <a:gd name="connsiteX21" fmla="*/ 1836271 w 2224380"/>
                  <a:gd name="connsiteY21" fmla="*/ 111229 h 176561"/>
                  <a:gd name="connsiteX22" fmla="*/ 1896809 w 2224380"/>
                  <a:gd name="connsiteY22" fmla="*/ 106046 h 176561"/>
                  <a:gd name="connsiteX23" fmla="*/ 2063156 w 2224380"/>
                  <a:gd name="connsiteY23" fmla="*/ 74716 h 176561"/>
                  <a:gd name="connsiteX24" fmla="*/ 2066110 w 2224380"/>
                  <a:gd name="connsiteY24" fmla="*/ 74240 h 176561"/>
                  <a:gd name="connsiteX25" fmla="*/ 2066596 w 2224380"/>
                  <a:gd name="connsiteY25" fmla="*/ 74068 h 176561"/>
                  <a:gd name="connsiteX26" fmla="*/ 2136491 w 2224380"/>
                  <a:gd name="connsiteY26" fmla="*/ 60903 h 176561"/>
                  <a:gd name="connsiteX27" fmla="*/ 2178959 w 2224380"/>
                  <a:gd name="connsiteY27" fmla="*/ 34192 h 176561"/>
                  <a:gd name="connsiteX28" fmla="*/ 2206787 w 2224380"/>
                  <a:gd name="connsiteY28" fmla="*/ 24316 h 176561"/>
                  <a:gd name="connsiteX29" fmla="*/ 2216914 w 2224380"/>
                  <a:gd name="connsiteY29" fmla="*/ 10319 h 176561"/>
                  <a:gd name="connsiteX30" fmla="*/ 2224380 w 2224380"/>
                  <a:gd name="connsiteY30" fmla="*/ 0 h 176561"/>
                  <a:gd name="connsiteX31" fmla="*/ 2224380 w 2224380"/>
                  <a:gd name="connsiteY31" fmla="*/ 5623 h 176561"/>
                  <a:gd name="connsiteX32" fmla="*/ 2221584 w 2224380"/>
                  <a:gd name="connsiteY32" fmla="*/ 3865 h 17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24380" h="176561">
                    <a:moveTo>
                      <a:pt x="2224380" y="5623"/>
                    </a:moveTo>
                    <a:lnTo>
                      <a:pt x="2224380" y="19074"/>
                    </a:lnTo>
                    <a:cubicBezTo>
                      <a:pt x="2224380" y="106052"/>
                      <a:pt x="1725204" y="176561"/>
                      <a:pt x="1109440" y="176561"/>
                    </a:cubicBezTo>
                    <a:cubicBezTo>
                      <a:pt x="1032470" y="176561"/>
                      <a:pt x="957321" y="175459"/>
                      <a:pt x="884741" y="173362"/>
                    </a:cubicBezTo>
                    <a:cubicBezTo>
                      <a:pt x="440189" y="160512"/>
                      <a:pt x="92012" y="110291"/>
                      <a:pt x="11914" y="46952"/>
                    </a:cubicBezTo>
                    <a:lnTo>
                      <a:pt x="0" y="27879"/>
                    </a:lnTo>
                    <a:lnTo>
                      <a:pt x="57926" y="53878"/>
                    </a:lnTo>
                    <a:lnTo>
                      <a:pt x="67975" y="56186"/>
                    </a:lnTo>
                    <a:lnTo>
                      <a:pt x="75475" y="60903"/>
                    </a:lnTo>
                    <a:lnTo>
                      <a:pt x="147992" y="74561"/>
                    </a:lnTo>
                    <a:lnTo>
                      <a:pt x="227211" y="92754"/>
                    </a:lnTo>
                    <a:lnTo>
                      <a:pt x="280205" y="99463"/>
                    </a:lnTo>
                    <a:lnTo>
                      <a:pt x="315157" y="106046"/>
                    </a:lnTo>
                    <a:lnTo>
                      <a:pt x="367811" y="110554"/>
                    </a:lnTo>
                    <a:lnTo>
                      <a:pt x="467449" y="123168"/>
                    </a:lnTo>
                    <a:cubicBezTo>
                      <a:pt x="647850" y="140149"/>
                      <a:pt x="865327" y="150064"/>
                      <a:pt x="1099425" y="150064"/>
                    </a:cubicBezTo>
                    <a:cubicBezTo>
                      <a:pt x="1235982" y="150064"/>
                      <a:pt x="1366884" y="146690"/>
                      <a:pt x="1488069" y="140508"/>
                    </a:cubicBezTo>
                    <a:lnTo>
                      <a:pt x="1537084" y="136590"/>
                    </a:lnTo>
                    <a:lnTo>
                      <a:pt x="1541314" y="136482"/>
                    </a:lnTo>
                    <a:lnTo>
                      <a:pt x="1581739" y="133021"/>
                    </a:lnTo>
                    <a:lnTo>
                      <a:pt x="1818417" y="114102"/>
                    </a:lnTo>
                    <a:lnTo>
                      <a:pt x="1836271" y="111229"/>
                    </a:lnTo>
                    <a:lnTo>
                      <a:pt x="1896809" y="106046"/>
                    </a:lnTo>
                    <a:lnTo>
                      <a:pt x="2063156" y="74716"/>
                    </a:lnTo>
                    <a:lnTo>
                      <a:pt x="2066110" y="74240"/>
                    </a:lnTo>
                    <a:lnTo>
                      <a:pt x="2066596" y="74068"/>
                    </a:lnTo>
                    <a:lnTo>
                      <a:pt x="2136491" y="60903"/>
                    </a:lnTo>
                    <a:lnTo>
                      <a:pt x="2178959" y="34192"/>
                    </a:lnTo>
                    <a:lnTo>
                      <a:pt x="2206787" y="24316"/>
                    </a:lnTo>
                    <a:lnTo>
                      <a:pt x="2216914" y="10319"/>
                    </a:lnTo>
                    <a:close/>
                    <a:moveTo>
                      <a:pt x="2224380" y="0"/>
                    </a:moveTo>
                    <a:lnTo>
                      <a:pt x="2224380" y="5623"/>
                    </a:lnTo>
                    <a:lnTo>
                      <a:pt x="2221584" y="3865"/>
                    </a:lnTo>
                    <a:close/>
                  </a:path>
                </a:pathLst>
              </a:custGeom>
              <a:solidFill>
                <a:schemeClr val="tx1">
                  <a:lumMod val="85000"/>
                  <a:lumOff val="1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184" name="Oval 15553">
                <a:extLst>
                  <a:ext uri="{FF2B5EF4-FFF2-40B4-BE49-F238E27FC236}">
                    <a16:creationId xmlns:a16="http://schemas.microsoft.com/office/drawing/2014/main" id="{A0D726B7-2DE7-0EBA-3895-55640B3E4E38}"/>
                  </a:ext>
                </a:extLst>
              </p:cNvPr>
              <p:cNvSpPr>
                <a:spLocks/>
              </p:cNvSpPr>
              <p:nvPr/>
            </p:nvSpPr>
            <p:spPr bwMode="auto">
              <a:xfrm flipH="1">
                <a:off x="-155283" y="3271416"/>
                <a:ext cx="1699032" cy="192565"/>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85" name="任意形状 184">
                <a:extLst>
                  <a:ext uri="{FF2B5EF4-FFF2-40B4-BE49-F238E27FC236}">
                    <a16:creationId xmlns:a16="http://schemas.microsoft.com/office/drawing/2014/main" id="{738DFD03-A254-EA59-22A7-D74E85D79B9C}"/>
                  </a:ext>
                </a:extLst>
              </p:cNvPr>
              <p:cNvSpPr/>
              <p:nvPr/>
            </p:nvSpPr>
            <p:spPr>
              <a:xfrm flipH="1">
                <a:off x="-250567" y="3398641"/>
                <a:ext cx="1887793" cy="259764"/>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16" name="组合 15">
              <a:extLst>
                <a:ext uri="{FF2B5EF4-FFF2-40B4-BE49-F238E27FC236}">
                  <a16:creationId xmlns:a16="http://schemas.microsoft.com/office/drawing/2014/main" id="{082F73E3-DD72-E953-3D4B-2FB4D8370111}"/>
                </a:ext>
              </a:extLst>
            </p:cNvPr>
            <p:cNvGrpSpPr/>
            <p:nvPr/>
          </p:nvGrpSpPr>
          <p:grpSpPr>
            <a:xfrm>
              <a:off x="4808834" y="2931398"/>
              <a:ext cx="1699032" cy="354716"/>
              <a:chOff x="2758920" y="2045770"/>
              <a:chExt cx="1699032" cy="354716"/>
            </a:xfrm>
          </p:grpSpPr>
          <p:sp>
            <p:nvSpPr>
              <p:cNvPr id="179" name="Oval 15553">
                <a:extLst>
                  <a:ext uri="{FF2B5EF4-FFF2-40B4-BE49-F238E27FC236}">
                    <a16:creationId xmlns:a16="http://schemas.microsoft.com/office/drawing/2014/main" id="{A132CF45-421A-03D8-CA9A-CFC8AC00B9C0}"/>
                  </a:ext>
                </a:extLst>
              </p:cNvPr>
              <p:cNvSpPr>
                <a:spLocks/>
              </p:cNvSpPr>
              <p:nvPr/>
            </p:nvSpPr>
            <p:spPr bwMode="auto">
              <a:xfrm flipH="1">
                <a:off x="2758920" y="2207922"/>
                <a:ext cx="1699032" cy="192564"/>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80" name="任意形状 179">
                <a:extLst>
                  <a:ext uri="{FF2B5EF4-FFF2-40B4-BE49-F238E27FC236}">
                    <a16:creationId xmlns:a16="http://schemas.microsoft.com/office/drawing/2014/main" id="{9C78B6F7-7F66-87AC-042A-A5B47484CC9D}"/>
                  </a:ext>
                </a:extLst>
              </p:cNvPr>
              <p:cNvSpPr/>
              <p:nvPr/>
            </p:nvSpPr>
            <p:spPr>
              <a:xfrm flipH="1">
                <a:off x="3465740" y="2351706"/>
                <a:ext cx="281929" cy="45790"/>
              </a:xfrm>
              <a:custGeom>
                <a:avLst/>
                <a:gdLst>
                  <a:gd name="connsiteX0" fmla="*/ 2027 w 371162"/>
                  <a:gd name="connsiteY0" fmla="*/ 60721 h 67541"/>
                  <a:gd name="connsiteX1" fmla="*/ 90927 w 371162"/>
                  <a:gd name="connsiteY1" fmla="*/ 67071 h 67541"/>
                  <a:gd name="connsiteX2" fmla="*/ 154427 w 371162"/>
                  <a:gd name="connsiteY2" fmla="*/ 67071 h 67541"/>
                  <a:gd name="connsiteX3" fmla="*/ 224277 w 371162"/>
                  <a:gd name="connsiteY3" fmla="*/ 67071 h 67541"/>
                  <a:gd name="connsiteX4" fmla="*/ 287777 w 371162"/>
                  <a:gd name="connsiteY4" fmla="*/ 67071 h 67541"/>
                  <a:gd name="connsiteX5" fmla="*/ 370327 w 371162"/>
                  <a:gd name="connsiteY5" fmla="*/ 63896 h 67541"/>
                  <a:gd name="connsiteX6" fmla="*/ 329052 w 371162"/>
                  <a:gd name="connsiteY6" fmla="*/ 22621 h 67541"/>
                  <a:gd name="connsiteX7" fmla="*/ 306827 w 371162"/>
                  <a:gd name="connsiteY7" fmla="*/ 9921 h 67541"/>
                  <a:gd name="connsiteX8" fmla="*/ 262377 w 371162"/>
                  <a:gd name="connsiteY8" fmla="*/ 3571 h 67541"/>
                  <a:gd name="connsiteX9" fmla="*/ 208402 w 371162"/>
                  <a:gd name="connsiteY9" fmla="*/ 396 h 67541"/>
                  <a:gd name="connsiteX10" fmla="*/ 160777 w 371162"/>
                  <a:gd name="connsiteY10" fmla="*/ 396 h 67541"/>
                  <a:gd name="connsiteX11" fmla="*/ 84577 w 371162"/>
                  <a:gd name="connsiteY11" fmla="*/ 3571 h 67541"/>
                  <a:gd name="connsiteX12" fmla="*/ 49652 w 371162"/>
                  <a:gd name="connsiteY12" fmla="*/ 9921 h 67541"/>
                  <a:gd name="connsiteX13" fmla="*/ 30602 w 371162"/>
                  <a:gd name="connsiteY13" fmla="*/ 19446 h 67541"/>
                  <a:gd name="connsiteX14" fmla="*/ 2027 w 371162"/>
                  <a:gd name="connsiteY14" fmla="*/ 60721 h 6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1162" h="67541">
                    <a:moveTo>
                      <a:pt x="2027" y="60721"/>
                    </a:moveTo>
                    <a:cubicBezTo>
                      <a:pt x="12081" y="68658"/>
                      <a:pt x="65527" y="66013"/>
                      <a:pt x="90927" y="67071"/>
                    </a:cubicBezTo>
                    <a:cubicBezTo>
                      <a:pt x="116327" y="68129"/>
                      <a:pt x="154427" y="67071"/>
                      <a:pt x="154427" y="67071"/>
                    </a:cubicBezTo>
                    <a:lnTo>
                      <a:pt x="224277" y="67071"/>
                    </a:lnTo>
                    <a:lnTo>
                      <a:pt x="287777" y="67071"/>
                    </a:lnTo>
                    <a:cubicBezTo>
                      <a:pt x="312119" y="66542"/>
                      <a:pt x="370327" y="63896"/>
                      <a:pt x="370327" y="63896"/>
                    </a:cubicBezTo>
                    <a:cubicBezTo>
                      <a:pt x="377206" y="56488"/>
                      <a:pt x="339635" y="31617"/>
                      <a:pt x="329052" y="22621"/>
                    </a:cubicBezTo>
                    <a:cubicBezTo>
                      <a:pt x="318469" y="13625"/>
                      <a:pt x="317940" y="13096"/>
                      <a:pt x="306827" y="9921"/>
                    </a:cubicBezTo>
                    <a:cubicBezTo>
                      <a:pt x="295714" y="6746"/>
                      <a:pt x="278781" y="5158"/>
                      <a:pt x="262377" y="3571"/>
                    </a:cubicBezTo>
                    <a:cubicBezTo>
                      <a:pt x="245973" y="1984"/>
                      <a:pt x="225335" y="925"/>
                      <a:pt x="208402" y="396"/>
                    </a:cubicBezTo>
                    <a:cubicBezTo>
                      <a:pt x="191469" y="-133"/>
                      <a:pt x="181414" y="-133"/>
                      <a:pt x="160777" y="396"/>
                    </a:cubicBezTo>
                    <a:cubicBezTo>
                      <a:pt x="140140" y="925"/>
                      <a:pt x="103098" y="1984"/>
                      <a:pt x="84577" y="3571"/>
                    </a:cubicBezTo>
                    <a:cubicBezTo>
                      <a:pt x="66056" y="5158"/>
                      <a:pt x="58648" y="7275"/>
                      <a:pt x="49652" y="9921"/>
                    </a:cubicBezTo>
                    <a:cubicBezTo>
                      <a:pt x="40656" y="12567"/>
                      <a:pt x="30602" y="19446"/>
                      <a:pt x="30602" y="19446"/>
                    </a:cubicBezTo>
                    <a:cubicBezTo>
                      <a:pt x="22135" y="26854"/>
                      <a:pt x="-8027" y="52784"/>
                      <a:pt x="2027" y="60721"/>
                    </a:cubicBezTo>
                    <a:close/>
                  </a:path>
                </a:pathLst>
              </a:custGeom>
              <a:gradFill>
                <a:gsLst>
                  <a:gs pos="8000">
                    <a:schemeClr val="bg1">
                      <a:lumMod val="65000"/>
                    </a:schemeClr>
                  </a:gs>
                  <a:gs pos="0">
                    <a:schemeClr val="tx1">
                      <a:lumMod val="50000"/>
                      <a:lumOff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1" name="圆柱体 180">
                <a:extLst>
                  <a:ext uri="{FF2B5EF4-FFF2-40B4-BE49-F238E27FC236}">
                    <a16:creationId xmlns:a16="http://schemas.microsoft.com/office/drawing/2014/main" id="{1BFB7ECB-EAE1-8082-0C15-20CC9ED67578}"/>
                  </a:ext>
                </a:extLst>
              </p:cNvPr>
              <p:cNvSpPr/>
              <p:nvPr/>
            </p:nvSpPr>
            <p:spPr>
              <a:xfrm flipH="1">
                <a:off x="3437089" y="2045770"/>
                <a:ext cx="344607" cy="250333"/>
              </a:xfrm>
              <a:prstGeom prst="can">
                <a:avLst>
                  <a:gd name="adj" fmla="val 27645"/>
                </a:avLst>
              </a:prstGeom>
              <a:gradFill flip="none" rotWithShape="1">
                <a:gsLst>
                  <a:gs pos="0">
                    <a:srgbClr val="D8D4D5"/>
                  </a:gs>
                  <a:gs pos="74000">
                    <a:srgbClr val="5D5D5C"/>
                  </a:gs>
                  <a:gs pos="83000">
                    <a:srgbClr val="4D504A"/>
                  </a:gs>
                  <a:gs pos="100000">
                    <a:srgbClr val="62655D"/>
                  </a:gs>
                </a:gsLst>
                <a:lin ang="27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7" name="组合 16">
              <a:extLst>
                <a:ext uri="{FF2B5EF4-FFF2-40B4-BE49-F238E27FC236}">
                  <a16:creationId xmlns:a16="http://schemas.microsoft.com/office/drawing/2014/main" id="{059101C6-87F4-AB75-8BA5-2B0441754C7E}"/>
                </a:ext>
              </a:extLst>
            </p:cNvPr>
            <p:cNvGrpSpPr/>
            <p:nvPr/>
          </p:nvGrpSpPr>
          <p:grpSpPr>
            <a:xfrm flipH="1">
              <a:off x="2870795" y="1939170"/>
              <a:ext cx="2984766" cy="2065706"/>
              <a:chOff x="7990108" y="574916"/>
              <a:chExt cx="3929476" cy="3046964"/>
            </a:xfrm>
          </p:grpSpPr>
          <p:sp>
            <p:nvSpPr>
              <p:cNvPr id="106" name="Rectangle 15501">
                <a:extLst>
                  <a:ext uri="{FF2B5EF4-FFF2-40B4-BE49-F238E27FC236}">
                    <a16:creationId xmlns:a16="http://schemas.microsoft.com/office/drawing/2014/main" id="{FBE7C4C3-72C1-96AF-56EB-1A558F39AF9B}"/>
                  </a:ext>
                </a:extLst>
              </p:cNvPr>
              <p:cNvSpPr>
                <a:spLocks/>
              </p:cNvSpPr>
              <p:nvPr/>
            </p:nvSpPr>
            <p:spPr bwMode="auto">
              <a:xfrm flipH="1">
                <a:off x="9709329" y="1408520"/>
                <a:ext cx="1300895" cy="83874"/>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7" name="Rectangle 15501">
                <a:extLst>
                  <a:ext uri="{FF2B5EF4-FFF2-40B4-BE49-F238E27FC236}">
                    <a16:creationId xmlns:a16="http://schemas.microsoft.com/office/drawing/2014/main" id="{4DD418B6-B9CF-E712-024D-DB1171D19F9D}"/>
                  </a:ext>
                </a:extLst>
              </p:cNvPr>
              <p:cNvSpPr>
                <a:spLocks/>
              </p:cNvSpPr>
              <p:nvPr/>
            </p:nvSpPr>
            <p:spPr bwMode="auto">
              <a:xfrm>
                <a:off x="7990108" y="2168732"/>
                <a:ext cx="1838276" cy="122335"/>
              </a:xfrm>
              <a:prstGeom prst="rect">
                <a:avLst/>
              </a:prstGeom>
              <a:gradFill>
                <a:gsLst>
                  <a:gs pos="2000">
                    <a:srgbClr val="A6A6A6"/>
                  </a:gs>
                  <a:gs pos="31000">
                    <a:schemeClr val="bg1">
                      <a:lumMod val="65000"/>
                    </a:schemeClr>
                  </a:gs>
                  <a:gs pos="23000">
                    <a:schemeClr val="bg1">
                      <a:lumMod val="75000"/>
                    </a:schemeClr>
                  </a:gs>
                  <a:gs pos="10000">
                    <a:srgbClr val="9F9F9F"/>
                  </a:gs>
                  <a:gs pos="10000">
                    <a:schemeClr val="bg1">
                      <a:lumMod val="75000"/>
                    </a:schemeClr>
                  </a:gs>
                  <a:gs pos="0">
                    <a:srgbClr val="C5C5C5"/>
                  </a:gs>
                  <a:gs pos="4000">
                    <a:srgbClr val="DBDBDB"/>
                  </a:gs>
                  <a:gs pos="3000">
                    <a:srgbClr val="A7A7A7"/>
                  </a:gs>
                  <a:gs pos="27000">
                    <a:schemeClr val="tx1">
                      <a:lumMod val="50000"/>
                      <a:lumOff val="50000"/>
                    </a:schemeClr>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08" name="组合 107">
                <a:extLst>
                  <a:ext uri="{FF2B5EF4-FFF2-40B4-BE49-F238E27FC236}">
                    <a16:creationId xmlns:a16="http://schemas.microsoft.com/office/drawing/2014/main" id="{F7D15933-09ED-75D6-FCC7-63BE043CA993}"/>
                  </a:ext>
                </a:extLst>
              </p:cNvPr>
              <p:cNvGrpSpPr/>
              <p:nvPr/>
            </p:nvGrpSpPr>
            <p:grpSpPr>
              <a:xfrm>
                <a:off x="10892453" y="1636790"/>
                <a:ext cx="181074" cy="177523"/>
                <a:chOff x="1879235" y="2086768"/>
                <a:chExt cx="181074" cy="177523"/>
              </a:xfrm>
            </p:grpSpPr>
            <p:grpSp>
              <p:nvGrpSpPr>
                <p:cNvPr id="168" name="Group 15491">
                  <a:extLst>
                    <a:ext uri="{FF2B5EF4-FFF2-40B4-BE49-F238E27FC236}">
                      <a16:creationId xmlns:a16="http://schemas.microsoft.com/office/drawing/2014/main" id="{07AAF454-4D39-4620-3BA9-24AD2B9889EA}"/>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70" name="Rectangle 15492">
                    <a:extLst>
                      <a:ext uri="{FF2B5EF4-FFF2-40B4-BE49-F238E27FC236}">
                        <a16:creationId xmlns:a16="http://schemas.microsoft.com/office/drawing/2014/main" id="{FA8D6480-497F-B5D8-FBB8-183C3E3693E2}"/>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71" name="Rectangle 15493">
                    <a:extLst>
                      <a:ext uri="{FF2B5EF4-FFF2-40B4-BE49-F238E27FC236}">
                        <a16:creationId xmlns:a16="http://schemas.microsoft.com/office/drawing/2014/main" id="{0B5D393B-1713-6681-BE91-E564B539EE2C}"/>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72" name="Line 15494">
                    <a:extLst>
                      <a:ext uri="{FF2B5EF4-FFF2-40B4-BE49-F238E27FC236}">
                        <a16:creationId xmlns:a16="http://schemas.microsoft.com/office/drawing/2014/main" id="{4092FCE6-B4F7-FD0C-F269-B7D29C8E3FCC}"/>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73" name="Line 15495">
                    <a:extLst>
                      <a:ext uri="{FF2B5EF4-FFF2-40B4-BE49-F238E27FC236}">
                        <a16:creationId xmlns:a16="http://schemas.microsoft.com/office/drawing/2014/main" id="{F6AB18E7-E533-EE84-5801-7E776243DAA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74" name="Line 15496">
                    <a:extLst>
                      <a:ext uri="{FF2B5EF4-FFF2-40B4-BE49-F238E27FC236}">
                        <a16:creationId xmlns:a16="http://schemas.microsoft.com/office/drawing/2014/main" id="{AC33300F-AB3E-18DE-8383-732D0E06B449}"/>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75" name="Line 15497">
                    <a:extLst>
                      <a:ext uri="{FF2B5EF4-FFF2-40B4-BE49-F238E27FC236}">
                        <a16:creationId xmlns:a16="http://schemas.microsoft.com/office/drawing/2014/main" id="{E41C18C1-B611-7E36-A0C5-5AF828738052}"/>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76" name="Line 15498">
                    <a:extLst>
                      <a:ext uri="{FF2B5EF4-FFF2-40B4-BE49-F238E27FC236}">
                        <a16:creationId xmlns:a16="http://schemas.microsoft.com/office/drawing/2014/main" id="{8BDDCC87-3F11-F40C-E1B3-BCDC1DF8B452}"/>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77" name="Line 15499">
                    <a:extLst>
                      <a:ext uri="{FF2B5EF4-FFF2-40B4-BE49-F238E27FC236}">
                        <a16:creationId xmlns:a16="http://schemas.microsoft.com/office/drawing/2014/main" id="{634304F4-2E6A-FA43-B80B-AC949FE8FC74}"/>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78" name="Line 15500">
                    <a:extLst>
                      <a:ext uri="{FF2B5EF4-FFF2-40B4-BE49-F238E27FC236}">
                        <a16:creationId xmlns:a16="http://schemas.microsoft.com/office/drawing/2014/main" id="{D25793E3-EBA8-06BB-8390-D5D60665816B}"/>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169" name="Line 15500">
                  <a:extLst>
                    <a:ext uri="{FF2B5EF4-FFF2-40B4-BE49-F238E27FC236}">
                      <a16:creationId xmlns:a16="http://schemas.microsoft.com/office/drawing/2014/main" id="{4A7A7463-86F5-5AA7-4DAB-5832CB92A003}"/>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09" name="Rectangle 15436">
                <a:extLst>
                  <a:ext uri="{FF2B5EF4-FFF2-40B4-BE49-F238E27FC236}">
                    <a16:creationId xmlns:a16="http://schemas.microsoft.com/office/drawing/2014/main" id="{E2B334C9-B5AE-D3F0-29B7-31E88BC99247}"/>
                  </a:ext>
                </a:extLst>
              </p:cNvPr>
              <p:cNvSpPr>
                <a:spLocks/>
              </p:cNvSpPr>
              <p:nvPr/>
            </p:nvSpPr>
            <p:spPr bwMode="auto">
              <a:xfrm>
                <a:off x="9594978" y="1304915"/>
                <a:ext cx="185415" cy="2141200"/>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0" name="Rectangle 15460">
                <a:extLst>
                  <a:ext uri="{FF2B5EF4-FFF2-40B4-BE49-F238E27FC236}">
                    <a16:creationId xmlns:a16="http://schemas.microsoft.com/office/drawing/2014/main" id="{3C4FF8B5-833D-2B84-E267-649F5A615ABB}"/>
                  </a:ext>
                </a:extLst>
              </p:cNvPr>
              <p:cNvSpPr>
                <a:spLocks/>
              </p:cNvSpPr>
              <p:nvPr/>
            </p:nvSpPr>
            <p:spPr bwMode="auto">
              <a:xfrm flipH="1" flipV="1">
                <a:off x="10923011" y="1194674"/>
                <a:ext cx="119961" cy="1270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1" name="直角三角形 110">
                <a:extLst>
                  <a:ext uri="{FF2B5EF4-FFF2-40B4-BE49-F238E27FC236}">
                    <a16:creationId xmlns:a16="http://schemas.microsoft.com/office/drawing/2014/main" id="{7E9B1AEC-2677-16FD-C827-09D5DC559BE0}"/>
                  </a:ext>
                </a:extLst>
              </p:cNvPr>
              <p:cNvSpPr/>
              <p:nvPr/>
            </p:nvSpPr>
            <p:spPr>
              <a:xfrm>
                <a:off x="9778861" y="1264804"/>
                <a:ext cx="1099103" cy="145504"/>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2" name="Rectangle 15437">
                <a:extLst>
                  <a:ext uri="{FF2B5EF4-FFF2-40B4-BE49-F238E27FC236}">
                    <a16:creationId xmlns:a16="http://schemas.microsoft.com/office/drawing/2014/main" id="{52211F95-43F1-EE84-AAD9-46BB7A4806CD}"/>
                  </a:ext>
                </a:extLst>
              </p:cNvPr>
              <p:cNvSpPr>
                <a:spLocks/>
              </p:cNvSpPr>
              <p:nvPr/>
            </p:nvSpPr>
            <p:spPr bwMode="auto">
              <a:xfrm flipH="1">
                <a:off x="11176274" y="803762"/>
                <a:ext cx="733917" cy="358169"/>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3" name="Rectangle 15456">
                <a:extLst>
                  <a:ext uri="{FF2B5EF4-FFF2-40B4-BE49-F238E27FC236}">
                    <a16:creationId xmlns:a16="http://schemas.microsoft.com/office/drawing/2014/main" id="{D01CA08D-58BE-53F2-9DE4-74287906C705}"/>
                  </a:ext>
                </a:extLst>
              </p:cNvPr>
              <p:cNvSpPr>
                <a:spLocks/>
              </p:cNvSpPr>
              <p:nvPr/>
            </p:nvSpPr>
            <p:spPr bwMode="auto">
              <a:xfrm flipH="1">
                <a:off x="11641505" y="756579"/>
                <a:ext cx="82628" cy="44991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14" name="Rectangle 15460">
                <a:extLst>
                  <a:ext uri="{FF2B5EF4-FFF2-40B4-BE49-F238E27FC236}">
                    <a16:creationId xmlns:a16="http://schemas.microsoft.com/office/drawing/2014/main" id="{F4E1646C-AFC7-35D4-E748-2F93E5368CDB}"/>
                  </a:ext>
                </a:extLst>
              </p:cNvPr>
              <p:cNvSpPr>
                <a:spLocks/>
              </p:cNvSpPr>
              <p:nvPr/>
            </p:nvSpPr>
            <p:spPr bwMode="auto">
              <a:xfrm flipH="1" flipV="1">
                <a:off x="10885584" y="1374546"/>
                <a:ext cx="206810" cy="1505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5" name="AutoShape 15462">
                <a:extLst>
                  <a:ext uri="{FF2B5EF4-FFF2-40B4-BE49-F238E27FC236}">
                    <a16:creationId xmlns:a16="http://schemas.microsoft.com/office/drawing/2014/main" id="{DD59B7CC-3782-159A-8C37-62BEC0FDEDAC}"/>
                  </a:ext>
                </a:extLst>
              </p:cNvPr>
              <p:cNvSpPr>
                <a:spLocks/>
              </p:cNvSpPr>
              <p:nvPr/>
            </p:nvSpPr>
            <p:spPr bwMode="auto">
              <a:xfrm flipH="1">
                <a:off x="10928681" y="1323777"/>
                <a:ext cx="109319" cy="4571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6" name="Rectangle 15464">
                <a:extLst>
                  <a:ext uri="{FF2B5EF4-FFF2-40B4-BE49-F238E27FC236}">
                    <a16:creationId xmlns:a16="http://schemas.microsoft.com/office/drawing/2014/main" id="{7555DED6-6444-14E3-B90C-89FC6F96FC30}"/>
                  </a:ext>
                </a:extLst>
              </p:cNvPr>
              <p:cNvSpPr>
                <a:spLocks/>
              </p:cNvSpPr>
              <p:nvPr/>
            </p:nvSpPr>
            <p:spPr bwMode="auto">
              <a:xfrm flipH="1">
                <a:off x="9378382" y="768979"/>
                <a:ext cx="1979705" cy="436707"/>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7" name="Rectangle 15515">
                <a:extLst>
                  <a:ext uri="{FF2B5EF4-FFF2-40B4-BE49-F238E27FC236}">
                    <a16:creationId xmlns:a16="http://schemas.microsoft.com/office/drawing/2014/main" id="{544E6C0E-A2A9-CA08-B85E-233682A51651}"/>
                  </a:ext>
                </a:extLst>
              </p:cNvPr>
              <p:cNvSpPr>
                <a:spLocks/>
              </p:cNvSpPr>
              <p:nvPr/>
            </p:nvSpPr>
            <p:spPr bwMode="auto">
              <a:xfrm flipH="1">
                <a:off x="9150925" y="762785"/>
                <a:ext cx="294704" cy="443710"/>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18" name="Rectangle 15464">
                <a:extLst>
                  <a:ext uri="{FF2B5EF4-FFF2-40B4-BE49-F238E27FC236}">
                    <a16:creationId xmlns:a16="http://schemas.microsoft.com/office/drawing/2014/main" id="{548BAB23-7C47-0129-8F09-580A6585D11C}"/>
                  </a:ext>
                </a:extLst>
              </p:cNvPr>
              <p:cNvSpPr>
                <a:spLocks/>
              </p:cNvSpPr>
              <p:nvPr/>
            </p:nvSpPr>
            <p:spPr bwMode="auto">
              <a:xfrm flipH="1">
                <a:off x="9441034" y="739309"/>
                <a:ext cx="531545" cy="486262"/>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9" name="Rectangle 15465">
                <a:extLst>
                  <a:ext uri="{FF2B5EF4-FFF2-40B4-BE49-F238E27FC236}">
                    <a16:creationId xmlns:a16="http://schemas.microsoft.com/office/drawing/2014/main" id="{4E518006-A949-83BA-30E4-6970E02922F3}"/>
                  </a:ext>
                </a:extLst>
              </p:cNvPr>
              <p:cNvSpPr>
                <a:spLocks/>
              </p:cNvSpPr>
              <p:nvPr/>
            </p:nvSpPr>
            <p:spPr bwMode="auto">
              <a:xfrm flipH="1">
                <a:off x="9662312" y="979035"/>
                <a:ext cx="116607" cy="32825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0" name="Rectangle 15501">
                <a:extLst>
                  <a:ext uri="{FF2B5EF4-FFF2-40B4-BE49-F238E27FC236}">
                    <a16:creationId xmlns:a16="http://schemas.microsoft.com/office/drawing/2014/main" id="{FFF92C7D-D132-315D-D4D6-93A3466A462C}"/>
                  </a:ext>
                </a:extLst>
              </p:cNvPr>
              <p:cNvSpPr>
                <a:spLocks/>
              </p:cNvSpPr>
              <p:nvPr/>
            </p:nvSpPr>
            <p:spPr bwMode="auto">
              <a:xfrm flipH="1">
                <a:off x="9478199" y="1533244"/>
                <a:ext cx="1646177" cy="122335"/>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1" name="直角三角形 120">
                <a:extLst>
                  <a:ext uri="{FF2B5EF4-FFF2-40B4-BE49-F238E27FC236}">
                    <a16:creationId xmlns:a16="http://schemas.microsoft.com/office/drawing/2014/main" id="{69DC043C-120C-DE79-1EAC-3CBBD4814066}"/>
                  </a:ext>
                </a:extLst>
              </p:cNvPr>
              <p:cNvSpPr/>
              <p:nvPr/>
            </p:nvSpPr>
            <p:spPr>
              <a:xfrm rot="10800000" flipH="1">
                <a:off x="9779619" y="1657782"/>
                <a:ext cx="1106159" cy="454458"/>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2" name="Rectangle 15465">
                <a:extLst>
                  <a:ext uri="{FF2B5EF4-FFF2-40B4-BE49-F238E27FC236}">
                    <a16:creationId xmlns:a16="http://schemas.microsoft.com/office/drawing/2014/main" id="{DF2DED67-BF60-F217-F8CC-D8D07F1AD975}"/>
                  </a:ext>
                </a:extLst>
              </p:cNvPr>
              <p:cNvSpPr>
                <a:spLocks/>
              </p:cNvSpPr>
              <p:nvPr/>
            </p:nvSpPr>
            <p:spPr bwMode="auto">
              <a:xfrm flipH="1">
                <a:off x="10882858" y="743836"/>
                <a:ext cx="207105" cy="486262"/>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3" name="Oval 15540">
                <a:extLst>
                  <a:ext uri="{FF2B5EF4-FFF2-40B4-BE49-F238E27FC236}">
                    <a16:creationId xmlns:a16="http://schemas.microsoft.com/office/drawing/2014/main" id="{A7DEA0F1-DAFD-143D-DFD6-B406D11851EF}"/>
                  </a:ext>
                </a:extLst>
              </p:cNvPr>
              <p:cNvSpPr>
                <a:spLocks/>
              </p:cNvSpPr>
              <p:nvPr/>
            </p:nvSpPr>
            <p:spPr bwMode="auto">
              <a:xfrm flipH="1">
                <a:off x="11127856" y="1042448"/>
                <a:ext cx="350987"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24" name="Rectangle 15437">
                <a:extLst>
                  <a:ext uri="{FF2B5EF4-FFF2-40B4-BE49-F238E27FC236}">
                    <a16:creationId xmlns:a16="http://schemas.microsoft.com/office/drawing/2014/main" id="{0E5B4974-D3DF-EB2F-8031-B5B69E60C590}"/>
                  </a:ext>
                </a:extLst>
              </p:cNvPr>
              <p:cNvSpPr>
                <a:spLocks/>
              </p:cNvSpPr>
              <p:nvPr/>
            </p:nvSpPr>
            <p:spPr bwMode="auto">
              <a:xfrm flipH="1">
                <a:off x="9976693" y="762784"/>
                <a:ext cx="905487" cy="446998"/>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25" name="Oval 15540">
                <a:extLst>
                  <a:ext uri="{FF2B5EF4-FFF2-40B4-BE49-F238E27FC236}">
                    <a16:creationId xmlns:a16="http://schemas.microsoft.com/office/drawing/2014/main" id="{F9B96579-9DCF-F8F4-E689-DDD23353984B}"/>
                  </a:ext>
                </a:extLst>
              </p:cNvPr>
              <p:cNvSpPr>
                <a:spLocks/>
              </p:cNvSpPr>
              <p:nvPr/>
            </p:nvSpPr>
            <p:spPr bwMode="auto">
              <a:xfrm flipH="1">
                <a:off x="9590778" y="859774"/>
                <a:ext cx="246821" cy="244006"/>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126" name="组合 125">
                <a:extLst>
                  <a:ext uri="{FF2B5EF4-FFF2-40B4-BE49-F238E27FC236}">
                    <a16:creationId xmlns:a16="http://schemas.microsoft.com/office/drawing/2014/main" id="{C6C9EEA0-2B13-8369-46DC-5F75C203054E}"/>
                  </a:ext>
                </a:extLst>
              </p:cNvPr>
              <p:cNvGrpSpPr/>
              <p:nvPr/>
            </p:nvGrpSpPr>
            <p:grpSpPr>
              <a:xfrm rot="10800000">
                <a:off x="11741684" y="574916"/>
                <a:ext cx="144687" cy="141850"/>
                <a:chOff x="1879235" y="2086768"/>
                <a:chExt cx="181074" cy="177523"/>
              </a:xfrm>
            </p:grpSpPr>
            <p:grpSp>
              <p:nvGrpSpPr>
                <p:cNvPr id="157" name="Group 15491">
                  <a:extLst>
                    <a:ext uri="{FF2B5EF4-FFF2-40B4-BE49-F238E27FC236}">
                      <a16:creationId xmlns:a16="http://schemas.microsoft.com/office/drawing/2014/main" id="{288BD179-4FE3-96C2-2415-48CAD6551DC5}"/>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59" name="Rectangle 15492">
                    <a:extLst>
                      <a:ext uri="{FF2B5EF4-FFF2-40B4-BE49-F238E27FC236}">
                        <a16:creationId xmlns:a16="http://schemas.microsoft.com/office/drawing/2014/main" id="{08976D02-A33C-305D-B7A3-C4A5DFDB973C}"/>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60" name="Rectangle 15493">
                    <a:extLst>
                      <a:ext uri="{FF2B5EF4-FFF2-40B4-BE49-F238E27FC236}">
                        <a16:creationId xmlns:a16="http://schemas.microsoft.com/office/drawing/2014/main" id="{20D573A4-9490-980F-AD29-BEB1FAC71B5C}"/>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61" name="Line 15494">
                    <a:extLst>
                      <a:ext uri="{FF2B5EF4-FFF2-40B4-BE49-F238E27FC236}">
                        <a16:creationId xmlns:a16="http://schemas.microsoft.com/office/drawing/2014/main" id="{B9F7985F-43F8-94C9-EC16-DF281B97C912}"/>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62" name="Line 15495">
                    <a:extLst>
                      <a:ext uri="{FF2B5EF4-FFF2-40B4-BE49-F238E27FC236}">
                        <a16:creationId xmlns:a16="http://schemas.microsoft.com/office/drawing/2014/main" id="{8B19BCD6-EA31-964A-282C-61960DFD2FB5}"/>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63" name="Line 15496">
                    <a:extLst>
                      <a:ext uri="{FF2B5EF4-FFF2-40B4-BE49-F238E27FC236}">
                        <a16:creationId xmlns:a16="http://schemas.microsoft.com/office/drawing/2014/main" id="{06E29178-E8FD-C109-316C-4A571F076584}"/>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64" name="Line 15497">
                    <a:extLst>
                      <a:ext uri="{FF2B5EF4-FFF2-40B4-BE49-F238E27FC236}">
                        <a16:creationId xmlns:a16="http://schemas.microsoft.com/office/drawing/2014/main" id="{34C6A639-B123-83EB-248F-FDCD8E5595F0}"/>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65" name="Line 15498">
                    <a:extLst>
                      <a:ext uri="{FF2B5EF4-FFF2-40B4-BE49-F238E27FC236}">
                        <a16:creationId xmlns:a16="http://schemas.microsoft.com/office/drawing/2014/main" id="{1DF088AA-FE50-FE3B-16DF-E379C2AFA5CD}"/>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66" name="Line 15499">
                    <a:extLst>
                      <a:ext uri="{FF2B5EF4-FFF2-40B4-BE49-F238E27FC236}">
                        <a16:creationId xmlns:a16="http://schemas.microsoft.com/office/drawing/2014/main" id="{939B9475-8352-1ACA-9097-B63E136255CE}"/>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67" name="Line 15500">
                    <a:extLst>
                      <a:ext uri="{FF2B5EF4-FFF2-40B4-BE49-F238E27FC236}">
                        <a16:creationId xmlns:a16="http://schemas.microsoft.com/office/drawing/2014/main" id="{8DA67FF8-AAD7-B029-4EF7-82244A554CBD}"/>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158" name="Line 15500">
                  <a:extLst>
                    <a:ext uri="{FF2B5EF4-FFF2-40B4-BE49-F238E27FC236}">
                      <a16:creationId xmlns:a16="http://schemas.microsoft.com/office/drawing/2014/main" id="{89ADAFEB-80EA-C8F7-AFC4-2B77CB646770}"/>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27" name="Oval 15547">
                <a:extLst>
                  <a:ext uri="{FF2B5EF4-FFF2-40B4-BE49-F238E27FC236}">
                    <a16:creationId xmlns:a16="http://schemas.microsoft.com/office/drawing/2014/main" id="{88DBB848-F23D-2BDB-CD02-7F027C0B4A24}"/>
                  </a:ext>
                </a:extLst>
              </p:cNvPr>
              <p:cNvSpPr>
                <a:spLocks/>
              </p:cNvSpPr>
              <p:nvPr/>
            </p:nvSpPr>
            <p:spPr bwMode="auto">
              <a:xfrm>
                <a:off x="9622003" y="2160626"/>
                <a:ext cx="133734" cy="133734"/>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28" name="Line 15548">
                <a:extLst>
                  <a:ext uri="{FF2B5EF4-FFF2-40B4-BE49-F238E27FC236}">
                    <a16:creationId xmlns:a16="http://schemas.microsoft.com/office/drawing/2014/main" id="{B70F100D-53BD-9705-AF60-F5B2BB5D1ED6}"/>
                  </a:ext>
                </a:extLst>
              </p:cNvPr>
              <p:cNvCxnSpPr>
                <a:cxnSpLocks/>
              </p:cNvCxnSpPr>
              <p:nvPr/>
            </p:nvCxnSpPr>
            <p:spPr bwMode="auto">
              <a:xfrm>
                <a:off x="9657507" y="2173644"/>
                <a:ext cx="60358" cy="120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129" name="组合 128">
                <a:extLst>
                  <a:ext uri="{FF2B5EF4-FFF2-40B4-BE49-F238E27FC236}">
                    <a16:creationId xmlns:a16="http://schemas.microsoft.com/office/drawing/2014/main" id="{4CF1F445-AEE5-E25B-D9B8-546473172EE9}"/>
                  </a:ext>
                </a:extLst>
              </p:cNvPr>
              <p:cNvGrpSpPr/>
              <p:nvPr/>
            </p:nvGrpSpPr>
            <p:grpSpPr>
              <a:xfrm rot="16200000">
                <a:off x="9784521" y="2139131"/>
                <a:ext cx="181074" cy="177523"/>
                <a:chOff x="1879235" y="2086768"/>
                <a:chExt cx="181074" cy="177523"/>
              </a:xfrm>
            </p:grpSpPr>
            <p:grpSp>
              <p:nvGrpSpPr>
                <p:cNvPr id="146" name="Group 15491">
                  <a:extLst>
                    <a:ext uri="{FF2B5EF4-FFF2-40B4-BE49-F238E27FC236}">
                      <a16:creationId xmlns:a16="http://schemas.microsoft.com/office/drawing/2014/main" id="{E7DA0A89-AB7E-F762-C49C-3F527CAEE8CF}"/>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48" name="Rectangle 15492">
                    <a:extLst>
                      <a:ext uri="{FF2B5EF4-FFF2-40B4-BE49-F238E27FC236}">
                        <a16:creationId xmlns:a16="http://schemas.microsoft.com/office/drawing/2014/main" id="{BEDF4746-42CE-12F9-5C4D-63E1F153828D}"/>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49" name="Rectangle 15493">
                    <a:extLst>
                      <a:ext uri="{FF2B5EF4-FFF2-40B4-BE49-F238E27FC236}">
                        <a16:creationId xmlns:a16="http://schemas.microsoft.com/office/drawing/2014/main" id="{6D63E148-B732-D02F-AF85-C2C7CA0AA657}"/>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50" name="Line 15494">
                    <a:extLst>
                      <a:ext uri="{FF2B5EF4-FFF2-40B4-BE49-F238E27FC236}">
                        <a16:creationId xmlns:a16="http://schemas.microsoft.com/office/drawing/2014/main" id="{8D8057E3-4A7F-37AC-CFC7-1C50027F9951}"/>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51" name="Line 15495">
                    <a:extLst>
                      <a:ext uri="{FF2B5EF4-FFF2-40B4-BE49-F238E27FC236}">
                        <a16:creationId xmlns:a16="http://schemas.microsoft.com/office/drawing/2014/main" id="{1371B165-45E9-6EDF-1EA1-6303D345561E}"/>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52" name="Line 15496">
                    <a:extLst>
                      <a:ext uri="{FF2B5EF4-FFF2-40B4-BE49-F238E27FC236}">
                        <a16:creationId xmlns:a16="http://schemas.microsoft.com/office/drawing/2014/main" id="{6591FA56-C55B-5B6F-C73A-CBF6CD70F1AA}"/>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53" name="Line 15497">
                    <a:extLst>
                      <a:ext uri="{FF2B5EF4-FFF2-40B4-BE49-F238E27FC236}">
                        <a16:creationId xmlns:a16="http://schemas.microsoft.com/office/drawing/2014/main" id="{127DC8F1-9FC4-5FBD-A259-B4BC010FC12C}"/>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54" name="Line 15498">
                    <a:extLst>
                      <a:ext uri="{FF2B5EF4-FFF2-40B4-BE49-F238E27FC236}">
                        <a16:creationId xmlns:a16="http://schemas.microsoft.com/office/drawing/2014/main" id="{3FD30464-3113-5F41-BC5F-6D172ED53451}"/>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55" name="Line 15499">
                    <a:extLst>
                      <a:ext uri="{FF2B5EF4-FFF2-40B4-BE49-F238E27FC236}">
                        <a16:creationId xmlns:a16="http://schemas.microsoft.com/office/drawing/2014/main" id="{0D292257-2336-EFF7-CFC6-1A745BA1B51F}"/>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56" name="Line 15500">
                    <a:extLst>
                      <a:ext uri="{FF2B5EF4-FFF2-40B4-BE49-F238E27FC236}">
                        <a16:creationId xmlns:a16="http://schemas.microsoft.com/office/drawing/2014/main" id="{0F8FA16F-6768-8B38-7102-8338E3D26389}"/>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147" name="Line 15500">
                  <a:extLst>
                    <a:ext uri="{FF2B5EF4-FFF2-40B4-BE49-F238E27FC236}">
                      <a16:creationId xmlns:a16="http://schemas.microsoft.com/office/drawing/2014/main" id="{33D010BF-885C-9309-AA6B-C4B6B806F259}"/>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30" name="AutoShape 15440">
                <a:extLst>
                  <a:ext uri="{FF2B5EF4-FFF2-40B4-BE49-F238E27FC236}">
                    <a16:creationId xmlns:a16="http://schemas.microsoft.com/office/drawing/2014/main" id="{7E61ABA8-7A0E-1A32-D274-9D965A84C341}"/>
                  </a:ext>
                </a:extLst>
              </p:cNvPr>
              <p:cNvSpPr>
                <a:spLocks/>
              </p:cNvSpPr>
              <p:nvPr/>
            </p:nvSpPr>
            <p:spPr bwMode="auto">
              <a:xfrm>
                <a:off x="11724954" y="685728"/>
                <a:ext cx="194630" cy="557607"/>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1" name="Rectangle 15436">
                <a:extLst>
                  <a:ext uri="{FF2B5EF4-FFF2-40B4-BE49-F238E27FC236}">
                    <a16:creationId xmlns:a16="http://schemas.microsoft.com/office/drawing/2014/main" id="{AEFAF793-868D-8509-72CC-5C79823C5D38}"/>
                  </a:ext>
                </a:extLst>
              </p:cNvPr>
              <p:cNvSpPr>
                <a:spLocks/>
              </p:cNvSpPr>
              <p:nvPr/>
            </p:nvSpPr>
            <p:spPr bwMode="auto">
              <a:xfrm>
                <a:off x="9551615" y="2120662"/>
                <a:ext cx="274144" cy="220225"/>
              </a:xfrm>
              <a:prstGeom prst="rect">
                <a:avLst/>
              </a:prstGeom>
              <a:gradFill flip="none" rotWithShape="1">
                <a:gsLst>
                  <a:gs pos="20000">
                    <a:srgbClr val="8C8D8F"/>
                  </a:gs>
                  <a:gs pos="12000">
                    <a:srgbClr val="818587"/>
                  </a:gs>
                  <a:gs pos="0">
                    <a:schemeClr val="tx1">
                      <a:lumMod val="65000"/>
                      <a:lumOff val="35000"/>
                    </a:schemeClr>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32" name="Rectangle 15436">
                <a:extLst>
                  <a:ext uri="{FF2B5EF4-FFF2-40B4-BE49-F238E27FC236}">
                    <a16:creationId xmlns:a16="http://schemas.microsoft.com/office/drawing/2014/main" id="{37EB4635-A3EA-11C8-7512-02813C01AC31}"/>
                  </a:ext>
                </a:extLst>
              </p:cNvPr>
              <p:cNvSpPr>
                <a:spLocks/>
              </p:cNvSpPr>
              <p:nvPr/>
            </p:nvSpPr>
            <p:spPr bwMode="auto">
              <a:xfrm>
                <a:off x="9532418" y="3418392"/>
                <a:ext cx="298059" cy="9674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33" name="组合 132">
                <a:extLst>
                  <a:ext uri="{FF2B5EF4-FFF2-40B4-BE49-F238E27FC236}">
                    <a16:creationId xmlns:a16="http://schemas.microsoft.com/office/drawing/2014/main" id="{D0B193BD-3CC9-993F-A17E-2D7D0E9D9DD3}"/>
                  </a:ext>
                </a:extLst>
              </p:cNvPr>
              <p:cNvGrpSpPr/>
              <p:nvPr/>
            </p:nvGrpSpPr>
            <p:grpSpPr>
              <a:xfrm>
                <a:off x="9622003" y="2169604"/>
                <a:ext cx="133734" cy="133734"/>
                <a:chOff x="9253470" y="1351580"/>
                <a:chExt cx="133734" cy="133734"/>
              </a:xfrm>
            </p:grpSpPr>
            <p:sp>
              <p:nvSpPr>
                <p:cNvPr id="144" name="Oval 15540">
                  <a:extLst>
                    <a:ext uri="{FF2B5EF4-FFF2-40B4-BE49-F238E27FC236}">
                      <a16:creationId xmlns:a16="http://schemas.microsoft.com/office/drawing/2014/main" id="{792E4A04-53F2-DC80-A393-7C8A64FFBD50}"/>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45" name="Line 15541">
                  <a:extLst>
                    <a:ext uri="{FF2B5EF4-FFF2-40B4-BE49-F238E27FC236}">
                      <a16:creationId xmlns:a16="http://schemas.microsoft.com/office/drawing/2014/main" id="{1E3788B6-6238-8D40-183F-3572951434B8}"/>
                    </a:ext>
                  </a:extLst>
                </p:cNvPr>
                <p:cNvCxnSpPr>
                  <a:cxnSpLocks/>
                  <a:stCxn id="144" idx="1"/>
                  <a:endCxn id="144"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34" name="组合 133">
                <a:extLst>
                  <a:ext uri="{FF2B5EF4-FFF2-40B4-BE49-F238E27FC236}">
                    <a16:creationId xmlns:a16="http://schemas.microsoft.com/office/drawing/2014/main" id="{19EC1BF7-E251-9E59-FCFF-DECA21BF4E69}"/>
                  </a:ext>
                </a:extLst>
              </p:cNvPr>
              <p:cNvGrpSpPr/>
              <p:nvPr/>
            </p:nvGrpSpPr>
            <p:grpSpPr>
              <a:xfrm>
                <a:off x="9623651" y="1377910"/>
                <a:ext cx="133734" cy="133734"/>
                <a:chOff x="9253470" y="1351580"/>
                <a:chExt cx="133734" cy="133734"/>
              </a:xfrm>
            </p:grpSpPr>
            <p:sp>
              <p:nvSpPr>
                <p:cNvPr id="142" name="Oval 15540">
                  <a:extLst>
                    <a:ext uri="{FF2B5EF4-FFF2-40B4-BE49-F238E27FC236}">
                      <a16:creationId xmlns:a16="http://schemas.microsoft.com/office/drawing/2014/main" id="{39D302B9-FE81-D53A-4D40-7BFD36BA1182}"/>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43" name="Line 15541">
                  <a:extLst>
                    <a:ext uri="{FF2B5EF4-FFF2-40B4-BE49-F238E27FC236}">
                      <a16:creationId xmlns:a16="http://schemas.microsoft.com/office/drawing/2014/main" id="{895F3855-07F6-D092-72C3-F3F37B203F98}"/>
                    </a:ext>
                  </a:extLst>
                </p:cNvPr>
                <p:cNvCxnSpPr>
                  <a:cxnSpLocks/>
                  <a:stCxn id="142" idx="1"/>
                  <a:endCxn id="142"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35" name="组合 134">
                <a:extLst>
                  <a:ext uri="{FF2B5EF4-FFF2-40B4-BE49-F238E27FC236}">
                    <a16:creationId xmlns:a16="http://schemas.microsoft.com/office/drawing/2014/main" id="{63123C77-B3E9-9041-C30D-DCCE7FE59121}"/>
                  </a:ext>
                </a:extLst>
              </p:cNvPr>
              <p:cNvGrpSpPr/>
              <p:nvPr/>
            </p:nvGrpSpPr>
            <p:grpSpPr>
              <a:xfrm>
                <a:off x="11236482" y="1150222"/>
                <a:ext cx="133734" cy="133734"/>
                <a:chOff x="9253470" y="1351580"/>
                <a:chExt cx="133734" cy="133734"/>
              </a:xfrm>
            </p:grpSpPr>
            <p:sp>
              <p:nvSpPr>
                <p:cNvPr id="140" name="Oval 15540">
                  <a:extLst>
                    <a:ext uri="{FF2B5EF4-FFF2-40B4-BE49-F238E27FC236}">
                      <a16:creationId xmlns:a16="http://schemas.microsoft.com/office/drawing/2014/main" id="{82FFEB32-86EC-6D63-1546-C2E90F814740}"/>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41" name="Line 15541">
                  <a:extLst>
                    <a:ext uri="{FF2B5EF4-FFF2-40B4-BE49-F238E27FC236}">
                      <a16:creationId xmlns:a16="http://schemas.microsoft.com/office/drawing/2014/main" id="{696AE011-0C58-34D0-3533-3465A1094E51}"/>
                    </a:ext>
                  </a:extLst>
                </p:cNvPr>
                <p:cNvCxnSpPr>
                  <a:cxnSpLocks/>
                  <a:stCxn id="140" idx="1"/>
                  <a:endCxn id="140"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36" name="组合 135">
                <a:extLst>
                  <a:ext uri="{FF2B5EF4-FFF2-40B4-BE49-F238E27FC236}">
                    <a16:creationId xmlns:a16="http://schemas.microsoft.com/office/drawing/2014/main" id="{6FA40282-409F-B3C4-D9B3-A8C98282BC83}"/>
                  </a:ext>
                </a:extLst>
              </p:cNvPr>
              <p:cNvGrpSpPr/>
              <p:nvPr/>
            </p:nvGrpSpPr>
            <p:grpSpPr>
              <a:xfrm>
                <a:off x="9666907" y="934993"/>
                <a:ext cx="94044" cy="94044"/>
                <a:chOff x="6860651" y="1146968"/>
                <a:chExt cx="94044" cy="94044"/>
              </a:xfrm>
            </p:grpSpPr>
            <p:sp>
              <p:nvSpPr>
                <p:cNvPr id="138" name="Oval 15540">
                  <a:extLst>
                    <a:ext uri="{FF2B5EF4-FFF2-40B4-BE49-F238E27FC236}">
                      <a16:creationId xmlns:a16="http://schemas.microsoft.com/office/drawing/2014/main" id="{B859915E-FB86-0D2E-7429-FD4F2B92D2F0}"/>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39" name="Line 15541">
                  <a:extLst>
                    <a:ext uri="{FF2B5EF4-FFF2-40B4-BE49-F238E27FC236}">
                      <a16:creationId xmlns:a16="http://schemas.microsoft.com/office/drawing/2014/main" id="{BCDAA96F-7997-D6E8-3892-6C61A5663D2A}"/>
                    </a:ext>
                  </a:extLst>
                </p:cNvPr>
                <p:cNvCxnSpPr>
                  <a:cxnSpLocks/>
                  <a:stCxn id="138" idx="1"/>
                  <a:endCxn id="138"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37" name="Rectangle 15436">
                <a:extLst>
                  <a:ext uri="{FF2B5EF4-FFF2-40B4-BE49-F238E27FC236}">
                    <a16:creationId xmlns:a16="http://schemas.microsoft.com/office/drawing/2014/main" id="{69B70DAB-D8F0-153A-1296-2C5D1C7E4DEE}"/>
                  </a:ext>
                </a:extLst>
              </p:cNvPr>
              <p:cNvSpPr>
                <a:spLocks/>
              </p:cNvSpPr>
              <p:nvPr/>
            </p:nvSpPr>
            <p:spPr bwMode="auto">
              <a:xfrm>
                <a:off x="9522798" y="3508001"/>
                <a:ext cx="322704" cy="113879"/>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18" name="组合 17">
              <a:extLst>
                <a:ext uri="{FF2B5EF4-FFF2-40B4-BE49-F238E27FC236}">
                  <a16:creationId xmlns:a16="http://schemas.microsoft.com/office/drawing/2014/main" id="{88E91B8E-28DA-6481-57E3-062B11388788}"/>
                </a:ext>
              </a:extLst>
            </p:cNvPr>
            <p:cNvGrpSpPr/>
            <p:nvPr/>
          </p:nvGrpSpPr>
          <p:grpSpPr>
            <a:xfrm flipH="1">
              <a:off x="5209761" y="2479528"/>
              <a:ext cx="854539" cy="529972"/>
              <a:chOff x="4444432" y="1721801"/>
              <a:chExt cx="1125009" cy="781720"/>
            </a:xfrm>
          </p:grpSpPr>
          <p:grpSp>
            <p:nvGrpSpPr>
              <p:cNvPr id="29" name="组合 28">
                <a:extLst>
                  <a:ext uri="{FF2B5EF4-FFF2-40B4-BE49-F238E27FC236}">
                    <a16:creationId xmlns:a16="http://schemas.microsoft.com/office/drawing/2014/main" id="{1558A61A-4374-8488-A54D-AABE443E8CC1}"/>
                  </a:ext>
                </a:extLst>
              </p:cNvPr>
              <p:cNvGrpSpPr/>
              <p:nvPr/>
            </p:nvGrpSpPr>
            <p:grpSpPr>
              <a:xfrm rot="16200000">
                <a:off x="5224653" y="2337467"/>
                <a:ext cx="123188" cy="120772"/>
                <a:chOff x="8654057" y="1161031"/>
                <a:chExt cx="181074" cy="177523"/>
              </a:xfrm>
            </p:grpSpPr>
            <p:sp>
              <p:nvSpPr>
                <p:cNvPr id="95" name="Rectangle 15492">
                  <a:extLst>
                    <a:ext uri="{FF2B5EF4-FFF2-40B4-BE49-F238E27FC236}">
                      <a16:creationId xmlns:a16="http://schemas.microsoft.com/office/drawing/2014/main" id="{B9D321C9-96D8-4001-5E02-03919E9BBA7F}"/>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96" name="Rectangle 15493">
                  <a:extLst>
                    <a:ext uri="{FF2B5EF4-FFF2-40B4-BE49-F238E27FC236}">
                      <a16:creationId xmlns:a16="http://schemas.microsoft.com/office/drawing/2014/main" id="{9F05F64A-DC98-CD0E-97A3-54E99281B9A5}"/>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97" name="Line 15494">
                  <a:extLst>
                    <a:ext uri="{FF2B5EF4-FFF2-40B4-BE49-F238E27FC236}">
                      <a16:creationId xmlns:a16="http://schemas.microsoft.com/office/drawing/2014/main" id="{84F0D7A2-43A5-D96C-DD36-70858484FE76}"/>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98" name="Line 15495">
                  <a:extLst>
                    <a:ext uri="{FF2B5EF4-FFF2-40B4-BE49-F238E27FC236}">
                      <a16:creationId xmlns:a16="http://schemas.microsoft.com/office/drawing/2014/main" id="{51E080E1-3EC2-45DF-8A62-9C497D1D1A15}"/>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99" name="Line 15496">
                  <a:extLst>
                    <a:ext uri="{FF2B5EF4-FFF2-40B4-BE49-F238E27FC236}">
                      <a16:creationId xmlns:a16="http://schemas.microsoft.com/office/drawing/2014/main" id="{D08E7B87-405F-911F-85AB-BA36F63D6D7A}"/>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1" name="Line 15497">
                  <a:extLst>
                    <a:ext uri="{FF2B5EF4-FFF2-40B4-BE49-F238E27FC236}">
                      <a16:creationId xmlns:a16="http://schemas.microsoft.com/office/drawing/2014/main" id="{1F1E401B-8945-854A-E0B9-75DD2F59C96A}"/>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2" name="Line 15498">
                  <a:extLst>
                    <a:ext uri="{FF2B5EF4-FFF2-40B4-BE49-F238E27FC236}">
                      <a16:creationId xmlns:a16="http://schemas.microsoft.com/office/drawing/2014/main" id="{147E5A9D-FBFE-24B6-2730-30BA7A282574}"/>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3" name="Line 15499">
                  <a:extLst>
                    <a:ext uri="{FF2B5EF4-FFF2-40B4-BE49-F238E27FC236}">
                      <a16:creationId xmlns:a16="http://schemas.microsoft.com/office/drawing/2014/main" id="{2163C3B6-EE44-EBF0-EB66-54EACEE844BE}"/>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4" name="Line 15500">
                  <a:extLst>
                    <a:ext uri="{FF2B5EF4-FFF2-40B4-BE49-F238E27FC236}">
                      <a16:creationId xmlns:a16="http://schemas.microsoft.com/office/drawing/2014/main" id="{9B4A888B-EF1F-A4C6-C43D-1A665864834F}"/>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5" name="Line 15500">
                  <a:extLst>
                    <a:ext uri="{FF2B5EF4-FFF2-40B4-BE49-F238E27FC236}">
                      <a16:creationId xmlns:a16="http://schemas.microsoft.com/office/drawing/2014/main" id="{C62DCDF8-D2F8-5407-E2C8-E3A93129C717}"/>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31" name="组合 30">
                <a:extLst>
                  <a:ext uri="{FF2B5EF4-FFF2-40B4-BE49-F238E27FC236}">
                    <a16:creationId xmlns:a16="http://schemas.microsoft.com/office/drawing/2014/main" id="{8BE8B832-26DA-EE07-2EF4-E85447FDA362}"/>
                  </a:ext>
                </a:extLst>
              </p:cNvPr>
              <p:cNvGrpSpPr/>
              <p:nvPr/>
            </p:nvGrpSpPr>
            <p:grpSpPr>
              <a:xfrm rot="16200000">
                <a:off x="5447461" y="1723009"/>
                <a:ext cx="123188" cy="120772"/>
                <a:chOff x="8654057" y="1161031"/>
                <a:chExt cx="181074" cy="177523"/>
              </a:xfrm>
            </p:grpSpPr>
            <p:sp>
              <p:nvSpPr>
                <p:cNvPr id="85" name="Rectangle 15492">
                  <a:extLst>
                    <a:ext uri="{FF2B5EF4-FFF2-40B4-BE49-F238E27FC236}">
                      <a16:creationId xmlns:a16="http://schemas.microsoft.com/office/drawing/2014/main" id="{141540E8-5ED7-9B63-5AB9-20A9A4B7131D}"/>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6" name="Rectangle 15493">
                  <a:extLst>
                    <a:ext uri="{FF2B5EF4-FFF2-40B4-BE49-F238E27FC236}">
                      <a16:creationId xmlns:a16="http://schemas.microsoft.com/office/drawing/2014/main" id="{9AA2BD45-CBE0-0538-E013-AD3CD286E6E4}"/>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87" name="Line 15494">
                  <a:extLst>
                    <a:ext uri="{FF2B5EF4-FFF2-40B4-BE49-F238E27FC236}">
                      <a16:creationId xmlns:a16="http://schemas.microsoft.com/office/drawing/2014/main" id="{97BCBB60-04B2-C021-E98A-30FA47713A0E}"/>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88" name="Line 15495">
                  <a:extLst>
                    <a:ext uri="{FF2B5EF4-FFF2-40B4-BE49-F238E27FC236}">
                      <a16:creationId xmlns:a16="http://schemas.microsoft.com/office/drawing/2014/main" id="{5A284E3A-01F7-E4E4-FD6E-C77DC048FAEE}"/>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89" name="Line 15496">
                  <a:extLst>
                    <a:ext uri="{FF2B5EF4-FFF2-40B4-BE49-F238E27FC236}">
                      <a16:creationId xmlns:a16="http://schemas.microsoft.com/office/drawing/2014/main" id="{8B4F608D-A5DD-2E52-5A00-2F753A1F4455}"/>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90" name="Line 15497">
                  <a:extLst>
                    <a:ext uri="{FF2B5EF4-FFF2-40B4-BE49-F238E27FC236}">
                      <a16:creationId xmlns:a16="http://schemas.microsoft.com/office/drawing/2014/main" id="{115843B7-F0D5-A49D-DACC-3F8EDB0B12F1}"/>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91" name="Line 15498">
                  <a:extLst>
                    <a:ext uri="{FF2B5EF4-FFF2-40B4-BE49-F238E27FC236}">
                      <a16:creationId xmlns:a16="http://schemas.microsoft.com/office/drawing/2014/main" id="{0B0C0C8B-BC9B-C268-3CE2-5FB37C5A70F5}"/>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92" name="Line 15499">
                  <a:extLst>
                    <a:ext uri="{FF2B5EF4-FFF2-40B4-BE49-F238E27FC236}">
                      <a16:creationId xmlns:a16="http://schemas.microsoft.com/office/drawing/2014/main" id="{004992E7-4E5F-4371-3616-32A4488407F7}"/>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93" name="Line 15500">
                  <a:extLst>
                    <a:ext uri="{FF2B5EF4-FFF2-40B4-BE49-F238E27FC236}">
                      <a16:creationId xmlns:a16="http://schemas.microsoft.com/office/drawing/2014/main" id="{A3BF04C1-7CD9-4B57-2DD3-D9C5DD6787BB}"/>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94" name="Line 15500">
                  <a:extLst>
                    <a:ext uri="{FF2B5EF4-FFF2-40B4-BE49-F238E27FC236}">
                      <a16:creationId xmlns:a16="http://schemas.microsoft.com/office/drawing/2014/main" id="{E4A86565-3155-0EDA-EC70-2809576EC56D}"/>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32" name="组合 31">
                <a:extLst>
                  <a:ext uri="{FF2B5EF4-FFF2-40B4-BE49-F238E27FC236}">
                    <a16:creationId xmlns:a16="http://schemas.microsoft.com/office/drawing/2014/main" id="{7B3F33E5-6743-F98D-1FDF-811963FE3CCE}"/>
                  </a:ext>
                </a:extLst>
              </p:cNvPr>
              <p:cNvGrpSpPr/>
              <p:nvPr/>
            </p:nvGrpSpPr>
            <p:grpSpPr>
              <a:xfrm>
                <a:off x="4452394" y="2000630"/>
                <a:ext cx="181074" cy="177523"/>
                <a:chOff x="8654057" y="1161031"/>
                <a:chExt cx="181074" cy="177523"/>
              </a:xfrm>
            </p:grpSpPr>
            <p:sp>
              <p:nvSpPr>
                <p:cNvPr id="75" name="Rectangle 15492">
                  <a:extLst>
                    <a:ext uri="{FF2B5EF4-FFF2-40B4-BE49-F238E27FC236}">
                      <a16:creationId xmlns:a16="http://schemas.microsoft.com/office/drawing/2014/main" id="{791A16AA-87BE-658E-F1F0-33360695FD32}"/>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76" name="Rectangle 15493">
                  <a:extLst>
                    <a:ext uri="{FF2B5EF4-FFF2-40B4-BE49-F238E27FC236}">
                      <a16:creationId xmlns:a16="http://schemas.microsoft.com/office/drawing/2014/main" id="{1958BC75-CF10-7581-76B7-FFB0E14C92C4}"/>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77" name="Line 15494">
                  <a:extLst>
                    <a:ext uri="{FF2B5EF4-FFF2-40B4-BE49-F238E27FC236}">
                      <a16:creationId xmlns:a16="http://schemas.microsoft.com/office/drawing/2014/main" id="{195F6D82-7649-9346-385A-EDADAD6637BD}"/>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78" name="Line 15495">
                  <a:extLst>
                    <a:ext uri="{FF2B5EF4-FFF2-40B4-BE49-F238E27FC236}">
                      <a16:creationId xmlns:a16="http://schemas.microsoft.com/office/drawing/2014/main" id="{6CE01D9B-6843-1125-C068-A0B85A8E8ED6}"/>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79" name="Line 15496">
                  <a:extLst>
                    <a:ext uri="{FF2B5EF4-FFF2-40B4-BE49-F238E27FC236}">
                      <a16:creationId xmlns:a16="http://schemas.microsoft.com/office/drawing/2014/main" id="{154BAA15-895E-6DD5-B21A-AAC43BB0A5A3}"/>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80" name="Line 15497">
                  <a:extLst>
                    <a:ext uri="{FF2B5EF4-FFF2-40B4-BE49-F238E27FC236}">
                      <a16:creationId xmlns:a16="http://schemas.microsoft.com/office/drawing/2014/main" id="{8DA0C9E0-D111-11D9-6E3F-43F6DD30044C}"/>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81" name="Line 15498">
                  <a:extLst>
                    <a:ext uri="{FF2B5EF4-FFF2-40B4-BE49-F238E27FC236}">
                      <a16:creationId xmlns:a16="http://schemas.microsoft.com/office/drawing/2014/main" id="{F9657FF4-4189-701A-A017-E2A64D3D9395}"/>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82" name="Line 15499">
                  <a:extLst>
                    <a:ext uri="{FF2B5EF4-FFF2-40B4-BE49-F238E27FC236}">
                      <a16:creationId xmlns:a16="http://schemas.microsoft.com/office/drawing/2014/main" id="{62724724-BEBC-6C4C-F987-80930E32C97D}"/>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83" name="Line 15500">
                  <a:extLst>
                    <a:ext uri="{FF2B5EF4-FFF2-40B4-BE49-F238E27FC236}">
                      <a16:creationId xmlns:a16="http://schemas.microsoft.com/office/drawing/2014/main" id="{46B1A9A6-C112-5D91-F283-12C67A805C13}"/>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84" name="Line 15500">
                  <a:extLst>
                    <a:ext uri="{FF2B5EF4-FFF2-40B4-BE49-F238E27FC236}">
                      <a16:creationId xmlns:a16="http://schemas.microsoft.com/office/drawing/2014/main" id="{983354BE-8616-9FD2-3989-CE9D83581125}"/>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33" name="组合 32">
                <a:extLst>
                  <a:ext uri="{FF2B5EF4-FFF2-40B4-BE49-F238E27FC236}">
                    <a16:creationId xmlns:a16="http://schemas.microsoft.com/office/drawing/2014/main" id="{AAE18896-4642-2FD6-35B5-ACBB2162A04B}"/>
                  </a:ext>
                </a:extLst>
              </p:cNvPr>
              <p:cNvGrpSpPr/>
              <p:nvPr/>
            </p:nvGrpSpPr>
            <p:grpSpPr>
              <a:xfrm>
                <a:off x="5350523" y="1822131"/>
                <a:ext cx="75960" cy="118349"/>
                <a:chOff x="3835073" y="1867466"/>
                <a:chExt cx="75960" cy="118349"/>
              </a:xfrm>
            </p:grpSpPr>
            <p:grpSp>
              <p:nvGrpSpPr>
                <p:cNvPr id="67" name="组合 66">
                  <a:extLst>
                    <a:ext uri="{FF2B5EF4-FFF2-40B4-BE49-F238E27FC236}">
                      <a16:creationId xmlns:a16="http://schemas.microsoft.com/office/drawing/2014/main" id="{9EC0C77E-8D83-AAF9-B31D-7EACCC58C2DC}"/>
                    </a:ext>
                  </a:extLst>
                </p:cNvPr>
                <p:cNvGrpSpPr/>
                <p:nvPr/>
              </p:nvGrpSpPr>
              <p:grpSpPr>
                <a:xfrm>
                  <a:off x="3837657" y="1867466"/>
                  <a:ext cx="73376" cy="118349"/>
                  <a:chOff x="4508871" y="2002273"/>
                  <a:chExt cx="73376" cy="118349"/>
                </a:xfrm>
              </p:grpSpPr>
              <p:sp>
                <p:nvSpPr>
                  <p:cNvPr id="69" name="Rectangle 15492">
                    <a:extLst>
                      <a:ext uri="{FF2B5EF4-FFF2-40B4-BE49-F238E27FC236}">
                        <a16:creationId xmlns:a16="http://schemas.microsoft.com/office/drawing/2014/main" id="{0D7A3EB6-0FD2-6F4C-99D1-2DBEB046A321}"/>
                      </a:ext>
                    </a:extLst>
                  </p:cNvPr>
                  <p:cNvSpPr>
                    <a:spLocks/>
                  </p:cNvSpPr>
                  <p:nvPr/>
                </p:nvSpPr>
                <p:spPr bwMode="auto">
                  <a:xfrm>
                    <a:off x="4510055"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70" name="Line 15499">
                    <a:extLst>
                      <a:ext uri="{FF2B5EF4-FFF2-40B4-BE49-F238E27FC236}">
                        <a16:creationId xmlns:a16="http://schemas.microsoft.com/office/drawing/2014/main" id="{B5937D4B-FAEF-F1D8-D106-2B50BE99C3B7}"/>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74" name="Line 15500">
                    <a:extLst>
                      <a:ext uri="{FF2B5EF4-FFF2-40B4-BE49-F238E27FC236}">
                        <a16:creationId xmlns:a16="http://schemas.microsoft.com/office/drawing/2014/main" id="{9A3D2A1E-E5FC-FD7A-054E-999B52AD31CB}"/>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68" name="Line 15500">
                  <a:extLst>
                    <a:ext uri="{FF2B5EF4-FFF2-40B4-BE49-F238E27FC236}">
                      <a16:creationId xmlns:a16="http://schemas.microsoft.com/office/drawing/2014/main" id="{96078058-0E69-3D24-A03E-B9F78DE92E80}"/>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34" name="组合 33">
                <a:extLst>
                  <a:ext uri="{FF2B5EF4-FFF2-40B4-BE49-F238E27FC236}">
                    <a16:creationId xmlns:a16="http://schemas.microsoft.com/office/drawing/2014/main" id="{AF171838-37F1-2E4C-9268-8DBAEC4A1A47}"/>
                  </a:ext>
                </a:extLst>
              </p:cNvPr>
              <p:cNvGrpSpPr/>
              <p:nvPr/>
            </p:nvGrpSpPr>
            <p:grpSpPr>
              <a:xfrm>
                <a:off x="4499009" y="1811320"/>
                <a:ext cx="78272" cy="118349"/>
                <a:chOff x="3835073" y="1867466"/>
                <a:chExt cx="78272" cy="118349"/>
              </a:xfrm>
            </p:grpSpPr>
            <p:grpSp>
              <p:nvGrpSpPr>
                <p:cNvPr id="62" name="组合 61">
                  <a:extLst>
                    <a:ext uri="{FF2B5EF4-FFF2-40B4-BE49-F238E27FC236}">
                      <a16:creationId xmlns:a16="http://schemas.microsoft.com/office/drawing/2014/main" id="{F383BA46-6944-A73D-A3A9-66C422D42714}"/>
                    </a:ext>
                  </a:extLst>
                </p:cNvPr>
                <p:cNvGrpSpPr/>
                <p:nvPr/>
              </p:nvGrpSpPr>
              <p:grpSpPr>
                <a:xfrm>
                  <a:off x="3837657" y="1867466"/>
                  <a:ext cx="75688" cy="118349"/>
                  <a:chOff x="4508871" y="2002273"/>
                  <a:chExt cx="75688" cy="118349"/>
                </a:xfrm>
              </p:grpSpPr>
              <p:sp>
                <p:nvSpPr>
                  <p:cNvPr id="64" name="Rectangle 15492">
                    <a:extLst>
                      <a:ext uri="{FF2B5EF4-FFF2-40B4-BE49-F238E27FC236}">
                        <a16:creationId xmlns:a16="http://schemas.microsoft.com/office/drawing/2014/main" id="{EBA68CCA-BE3D-6699-CE9A-F1FB6B13297A}"/>
                      </a:ext>
                    </a:extLst>
                  </p:cNvPr>
                  <p:cNvSpPr>
                    <a:spLocks/>
                  </p:cNvSpPr>
                  <p:nvPr/>
                </p:nvSpPr>
                <p:spPr bwMode="auto">
                  <a:xfrm>
                    <a:off x="4515917"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5" name="Line 15499">
                    <a:extLst>
                      <a:ext uri="{FF2B5EF4-FFF2-40B4-BE49-F238E27FC236}">
                        <a16:creationId xmlns:a16="http://schemas.microsoft.com/office/drawing/2014/main" id="{16D83C22-76C2-BCD4-9DDB-7DF0F148BE21}"/>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6" name="Line 15500">
                    <a:extLst>
                      <a:ext uri="{FF2B5EF4-FFF2-40B4-BE49-F238E27FC236}">
                        <a16:creationId xmlns:a16="http://schemas.microsoft.com/office/drawing/2014/main" id="{15108689-52DB-4E01-D0BA-4665BD54D5BF}"/>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63" name="Line 15500">
                  <a:extLst>
                    <a:ext uri="{FF2B5EF4-FFF2-40B4-BE49-F238E27FC236}">
                      <a16:creationId xmlns:a16="http://schemas.microsoft.com/office/drawing/2014/main" id="{8BFC34D9-7E2B-3C6B-435B-B9E6F89E8A51}"/>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35" name="组合 34">
                <a:extLst>
                  <a:ext uri="{FF2B5EF4-FFF2-40B4-BE49-F238E27FC236}">
                    <a16:creationId xmlns:a16="http://schemas.microsoft.com/office/drawing/2014/main" id="{FA43DCF6-8326-E53A-DEE8-EB021E562B5C}"/>
                  </a:ext>
                </a:extLst>
              </p:cNvPr>
              <p:cNvGrpSpPr/>
              <p:nvPr/>
            </p:nvGrpSpPr>
            <p:grpSpPr>
              <a:xfrm>
                <a:off x="5299850" y="2000630"/>
                <a:ext cx="181074" cy="177523"/>
                <a:chOff x="8654057" y="1161031"/>
                <a:chExt cx="181074" cy="177523"/>
              </a:xfrm>
            </p:grpSpPr>
            <p:sp>
              <p:nvSpPr>
                <p:cNvPr id="42" name="Rectangle 15492">
                  <a:extLst>
                    <a:ext uri="{FF2B5EF4-FFF2-40B4-BE49-F238E27FC236}">
                      <a16:creationId xmlns:a16="http://schemas.microsoft.com/office/drawing/2014/main" id="{6032AB3F-3EBD-EFD9-AA35-224D84BCEEAA}"/>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 name="Rectangle 15493">
                  <a:extLst>
                    <a:ext uri="{FF2B5EF4-FFF2-40B4-BE49-F238E27FC236}">
                      <a16:creationId xmlns:a16="http://schemas.microsoft.com/office/drawing/2014/main" id="{02A62D82-3B68-9E6A-E0FA-39C3114572DF}"/>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8" name="Line 15494">
                  <a:extLst>
                    <a:ext uri="{FF2B5EF4-FFF2-40B4-BE49-F238E27FC236}">
                      <a16:creationId xmlns:a16="http://schemas.microsoft.com/office/drawing/2014/main" id="{B2F4A51C-D0D2-0CDC-2DC2-47FCEA47A072}"/>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9" name="Line 15495">
                  <a:extLst>
                    <a:ext uri="{FF2B5EF4-FFF2-40B4-BE49-F238E27FC236}">
                      <a16:creationId xmlns:a16="http://schemas.microsoft.com/office/drawing/2014/main" id="{531AA7FF-1FD2-B774-F800-2DF17600229D}"/>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6" name="Line 15496">
                  <a:extLst>
                    <a:ext uri="{FF2B5EF4-FFF2-40B4-BE49-F238E27FC236}">
                      <a16:creationId xmlns:a16="http://schemas.microsoft.com/office/drawing/2014/main" id="{9ECC33D2-136A-3DB5-FE31-3C6960460C15}"/>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7" name="Line 15497">
                  <a:extLst>
                    <a:ext uri="{FF2B5EF4-FFF2-40B4-BE49-F238E27FC236}">
                      <a16:creationId xmlns:a16="http://schemas.microsoft.com/office/drawing/2014/main" id="{D60DE1CB-A483-FB55-90D3-09785D71F85C}"/>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8" name="Line 15498">
                  <a:extLst>
                    <a:ext uri="{FF2B5EF4-FFF2-40B4-BE49-F238E27FC236}">
                      <a16:creationId xmlns:a16="http://schemas.microsoft.com/office/drawing/2014/main" id="{DDBD7DC9-DC20-5262-B3FD-F3FFDD8BB218}"/>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9" name="Line 15499">
                  <a:extLst>
                    <a:ext uri="{FF2B5EF4-FFF2-40B4-BE49-F238E27FC236}">
                      <a16:creationId xmlns:a16="http://schemas.microsoft.com/office/drawing/2014/main" id="{98649361-BEA3-48AE-AF5F-4C8F8C756CFF}"/>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 name="Line 15500">
                  <a:extLst>
                    <a:ext uri="{FF2B5EF4-FFF2-40B4-BE49-F238E27FC236}">
                      <a16:creationId xmlns:a16="http://schemas.microsoft.com/office/drawing/2014/main" id="{02C93491-80BC-BBCC-9D17-7AA7A9139416}"/>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 name="Line 15500">
                  <a:extLst>
                    <a:ext uri="{FF2B5EF4-FFF2-40B4-BE49-F238E27FC236}">
                      <a16:creationId xmlns:a16="http://schemas.microsoft.com/office/drawing/2014/main" id="{52E9CE73-F448-E7E3-8E0C-B726710BE186}"/>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36" name="Rectangle 15418">
                <a:extLst>
                  <a:ext uri="{FF2B5EF4-FFF2-40B4-BE49-F238E27FC236}">
                    <a16:creationId xmlns:a16="http://schemas.microsoft.com/office/drawing/2014/main" id="{8ECAC49E-945D-2559-8BC5-A97E5640F86B}"/>
                  </a:ext>
                </a:extLst>
              </p:cNvPr>
              <p:cNvSpPr>
                <a:spLocks/>
              </p:cNvSpPr>
              <p:nvPr/>
            </p:nvSpPr>
            <p:spPr bwMode="auto">
              <a:xfrm>
                <a:off x="4746222" y="1822945"/>
                <a:ext cx="461561" cy="553873"/>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37" name="Rectangle 15434">
                <a:extLst>
                  <a:ext uri="{FF2B5EF4-FFF2-40B4-BE49-F238E27FC236}">
                    <a16:creationId xmlns:a16="http://schemas.microsoft.com/office/drawing/2014/main" id="{B59B86ED-3445-A348-5C37-2AD501C3C28B}"/>
                  </a:ext>
                </a:extLst>
              </p:cNvPr>
              <p:cNvSpPr>
                <a:spLocks/>
              </p:cNvSpPr>
              <p:nvPr/>
            </p:nvSpPr>
            <p:spPr bwMode="auto">
              <a:xfrm>
                <a:off x="4444432" y="1723532"/>
                <a:ext cx="1040287" cy="120716"/>
              </a:xfrm>
              <a:prstGeom prst="rect">
                <a:avLst/>
              </a:prstGeom>
              <a:gradFill flip="none" rotWithShape="1">
                <a:gsLst>
                  <a:gs pos="62000">
                    <a:srgbClr val="454545"/>
                  </a:gs>
                  <a:gs pos="50000">
                    <a:srgbClr val="767676"/>
                  </a:gs>
                  <a:gs pos="11000">
                    <a:srgbClr val="414141"/>
                  </a:gs>
                  <a:gs pos="7000">
                    <a:srgbClr val="3C3C3C"/>
                  </a:gs>
                  <a:gs pos="0">
                    <a:srgbClr val="626262"/>
                  </a:gs>
                  <a:gs pos="85000">
                    <a:srgbClr val="494949"/>
                  </a:gs>
                  <a:gs pos="31000">
                    <a:schemeClr val="bg1">
                      <a:lumMod val="65000"/>
                    </a:schemeClr>
                  </a:gs>
                  <a:gs pos="16000">
                    <a:srgbClr val="7E7E7E"/>
                  </a:gs>
                  <a:gs pos="90000">
                    <a:srgbClr val="3A3A3A"/>
                  </a:gs>
                  <a:gs pos="100000">
                    <a:srgbClr val="5B5B5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38" name="Rectangle 15537">
                <a:extLst>
                  <a:ext uri="{FF2B5EF4-FFF2-40B4-BE49-F238E27FC236}">
                    <a16:creationId xmlns:a16="http://schemas.microsoft.com/office/drawing/2014/main" id="{A62A46F0-8F4E-2D54-686B-DF88C6C529B4}"/>
                  </a:ext>
                </a:extLst>
              </p:cNvPr>
              <p:cNvSpPr>
                <a:spLocks/>
              </p:cNvSpPr>
              <p:nvPr/>
            </p:nvSpPr>
            <p:spPr bwMode="auto">
              <a:xfrm>
                <a:off x="4444432" y="1911707"/>
                <a:ext cx="1040287" cy="120716"/>
              </a:xfrm>
              <a:prstGeom prst="rect">
                <a:avLst/>
              </a:prstGeom>
              <a:gradFill flip="none" rotWithShape="1">
                <a:gsLst>
                  <a:gs pos="7000">
                    <a:schemeClr val="bg1">
                      <a:lumMod val="50000"/>
                    </a:schemeClr>
                  </a:gs>
                  <a:gs pos="88000">
                    <a:srgbClr val="939090"/>
                  </a:gs>
                  <a:gs pos="85000">
                    <a:srgbClr val="A4A1A2"/>
                  </a:gs>
                  <a:gs pos="56000">
                    <a:srgbClr val="C9C7C7"/>
                  </a:gs>
                  <a:gs pos="30000">
                    <a:srgbClr val="DCDCDC"/>
                  </a:gs>
                  <a:gs pos="1000">
                    <a:srgbClr val="CBCBCB"/>
                  </a:gs>
                  <a:gs pos="15000">
                    <a:srgbClr val="C8C8C8"/>
                  </a:gs>
                  <a:gs pos="9000">
                    <a:schemeClr val="bg1">
                      <a:lumMod val="50000"/>
                    </a:schemeClr>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9" name="Rectangle 15566">
                <a:extLst>
                  <a:ext uri="{FF2B5EF4-FFF2-40B4-BE49-F238E27FC236}">
                    <a16:creationId xmlns:a16="http://schemas.microsoft.com/office/drawing/2014/main" id="{5D339F20-5C99-CDBD-5E85-E7038778F7A7}"/>
                  </a:ext>
                </a:extLst>
              </p:cNvPr>
              <p:cNvSpPr>
                <a:spLocks/>
              </p:cNvSpPr>
              <p:nvPr/>
            </p:nvSpPr>
            <p:spPr bwMode="auto">
              <a:xfrm>
                <a:off x="4714268" y="2318897"/>
                <a:ext cx="523102" cy="184624"/>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 name="梯形 39">
                <a:extLst>
                  <a:ext uri="{FF2B5EF4-FFF2-40B4-BE49-F238E27FC236}">
                    <a16:creationId xmlns:a16="http://schemas.microsoft.com/office/drawing/2014/main" id="{42300C3D-79DD-D716-97F6-FE10684D461F}"/>
                  </a:ext>
                </a:extLst>
              </p:cNvPr>
              <p:cNvSpPr/>
              <p:nvPr/>
            </p:nvSpPr>
            <p:spPr>
              <a:xfrm>
                <a:off x="4714926" y="2235844"/>
                <a:ext cx="523102" cy="83729"/>
              </a:xfrm>
              <a:prstGeom prst="trapezoid">
                <a:avLst>
                  <a:gd name="adj" fmla="val 36376"/>
                </a:avLst>
              </a:prstGeom>
              <a:gradFill>
                <a:gsLst>
                  <a:gs pos="6000">
                    <a:schemeClr val="tx1">
                      <a:lumMod val="50000"/>
                      <a:lumOff val="50000"/>
                    </a:schemeClr>
                  </a:gs>
                  <a:gs pos="80000">
                    <a:schemeClr val="tx1">
                      <a:lumMod val="50000"/>
                      <a:lumOff val="50000"/>
                    </a:schemeClr>
                  </a:gs>
                  <a:gs pos="65000">
                    <a:schemeClr val="bg1">
                      <a:lumMod val="65000"/>
                    </a:schemeClr>
                  </a:gs>
                  <a:gs pos="35000">
                    <a:schemeClr val="tx1">
                      <a:lumMod val="50000"/>
                      <a:lumOff val="50000"/>
                    </a:schemeClr>
                  </a:gs>
                  <a:gs pos="51000">
                    <a:schemeClr val="bg1">
                      <a:lumMod val="65000"/>
                    </a:schemeClr>
                  </a:gs>
                  <a:gs pos="1000">
                    <a:schemeClr val="bg1">
                      <a:lumMod val="50000"/>
                    </a:schemeClr>
                  </a:gs>
                  <a:gs pos="22000">
                    <a:schemeClr val="bg1">
                      <a:lumMod val="75000"/>
                    </a:schemeClr>
                  </a:gs>
                  <a:gs pos="10000">
                    <a:schemeClr val="bg1">
                      <a:lumMod val="65000"/>
                    </a:schemeClr>
                  </a:gs>
                  <a:gs pos="89000">
                    <a:schemeClr val="tx1">
                      <a:lumMod val="65000"/>
                      <a:lumOff val="35000"/>
                    </a:schemeClr>
                  </a:gs>
                  <a:gs pos="100000">
                    <a:schemeClr val="bg1">
                      <a:lumMod val="50000"/>
                    </a:schemeClr>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9" name="组合 18">
              <a:extLst>
                <a:ext uri="{FF2B5EF4-FFF2-40B4-BE49-F238E27FC236}">
                  <a16:creationId xmlns:a16="http://schemas.microsoft.com/office/drawing/2014/main" id="{70AB7751-33A8-0D83-0EDD-70930207338D}"/>
                </a:ext>
              </a:extLst>
            </p:cNvPr>
            <p:cNvGrpSpPr/>
            <p:nvPr/>
          </p:nvGrpSpPr>
          <p:grpSpPr>
            <a:xfrm flipH="1">
              <a:off x="3337916" y="2170084"/>
              <a:ext cx="101582" cy="90666"/>
              <a:chOff x="9253470" y="1351580"/>
              <a:chExt cx="133734" cy="133734"/>
            </a:xfrm>
          </p:grpSpPr>
          <p:sp>
            <p:nvSpPr>
              <p:cNvPr id="27" name="Oval 15540">
                <a:extLst>
                  <a:ext uri="{FF2B5EF4-FFF2-40B4-BE49-F238E27FC236}">
                    <a16:creationId xmlns:a16="http://schemas.microsoft.com/office/drawing/2014/main" id="{F87E8597-81A5-99D7-5E4B-EB70B0C77F1D}"/>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28" name="Line 15541">
                <a:extLst>
                  <a:ext uri="{FF2B5EF4-FFF2-40B4-BE49-F238E27FC236}">
                    <a16:creationId xmlns:a16="http://schemas.microsoft.com/office/drawing/2014/main" id="{2DCF2CE3-30A4-1FA0-0D19-5BF38414949C}"/>
                  </a:ext>
                </a:extLst>
              </p:cNvPr>
              <p:cNvCxnSpPr>
                <a:cxnSpLocks/>
                <a:stCxn id="27" idx="1"/>
                <a:endCxn id="27" idx="5"/>
              </p:cNvCxnSpPr>
              <p:nvPr/>
            </p:nvCxnSpPr>
            <p:spPr bwMode="auto">
              <a:xfrm>
                <a:off x="9273055" y="1371165"/>
                <a:ext cx="94564" cy="94564"/>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grpSp>
        <p:grpSp>
          <p:nvGrpSpPr>
            <p:cNvPr id="20" name="组合 19">
              <a:extLst>
                <a:ext uri="{FF2B5EF4-FFF2-40B4-BE49-F238E27FC236}">
                  <a16:creationId xmlns:a16="http://schemas.microsoft.com/office/drawing/2014/main" id="{887AE1AA-D7EC-CC63-C3BA-33CE03E6024F}"/>
                </a:ext>
              </a:extLst>
            </p:cNvPr>
            <p:cNvGrpSpPr/>
            <p:nvPr/>
          </p:nvGrpSpPr>
          <p:grpSpPr>
            <a:xfrm>
              <a:off x="4288160" y="3765743"/>
              <a:ext cx="2567102" cy="1198624"/>
              <a:chOff x="-692129" y="3936435"/>
              <a:chExt cx="2567102" cy="1198624"/>
            </a:xfrm>
          </p:grpSpPr>
          <p:sp>
            <p:nvSpPr>
              <p:cNvPr id="21" name="圆柱体 20">
                <a:extLst>
                  <a:ext uri="{FF2B5EF4-FFF2-40B4-BE49-F238E27FC236}">
                    <a16:creationId xmlns:a16="http://schemas.microsoft.com/office/drawing/2014/main" id="{249923A7-9380-C14F-05CB-721ECF75D899}"/>
                  </a:ext>
                </a:extLst>
              </p:cNvPr>
              <p:cNvSpPr/>
              <p:nvPr/>
            </p:nvSpPr>
            <p:spPr>
              <a:xfrm flipH="1">
                <a:off x="1637124" y="4947423"/>
                <a:ext cx="205615"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圆柱体 21">
                <a:extLst>
                  <a:ext uri="{FF2B5EF4-FFF2-40B4-BE49-F238E27FC236}">
                    <a16:creationId xmlns:a16="http://schemas.microsoft.com/office/drawing/2014/main" id="{0C2B4DA9-C074-9E17-4221-A17FEAB53607}"/>
                  </a:ext>
                </a:extLst>
              </p:cNvPr>
              <p:cNvSpPr/>
              <p:nvPr/>
            </p:nvSpPr>
            <p:spPr>
              <a:xfrm flipH="1">
                <a:off x="-686980" y="4429311"/>
                <a:ext cx="184811"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任意形状 23">
                <a:extLst>
                  <a:ext uri="{FF2B5EF4-FFF2-40B4-BE49-F238E27FC236}">
                    <a16:creationId xmlns:a16="http://schemas.microsoft.com/office/drawing/2014/main" id="{0B097E9D-B0AB-D4CF-2AE0-91D540B377AA}"/>
                  </a:ext>
                </a:extLst>
              </p:cNvPr>
              <p:cNvSpPr/>
              <p:nvPr/>
            </p:nvSpPr>
            <p:spPr>
              <a:xfrm flipH="1">
                <a:off x="850022" y="3977287"/>
                <a:ext cx="276510" cy="272659"/>
              </a:xfrm>
              <a:custGeom>
                <a:avLst/>
                <a:gdLst>
                  <a:gd name="connsiteX0" fmla="*/ 257643 w 325977"/>
                  <a:gd name="connsiteY0" fmla="*/ 166 h 431288"/>
                  <a:gd name="connsiteX1" fmla="*/ 121009 w 325977"/>
                  <a:gd name="connsiteY1" fmla="*/ 105270 h 431288"/>
                  <a:gd name="connsiteX2" fmla="*/ 42181 w 325977"/>
                  <a:gd name="connsiteY2" fmla="*/ 205118 h 431288"/>
                  <a:gd name="connsiteX3" fmla="*/ 140 w 325977"/>
                  <a:gd name="connsiteY3" fmla="*/ 331242 h 431288"/>
                  <a:gd name="connsiteX4" fmla="*/ 31671 w 325977"/>
                  <a:gd name="connsiteY4" fmla="*/ 399559 h 431288"/>
                  <a:gd name="connsiteX5" fmla="*/ 110498 w 325977"/>
                  <a:gd name="connsiteY5" fmla="*/ 420580 h 431288"/>
                  <a:gd name="connsiteX6" fmla="*/ 257643 w 325977"/>
                  <a:gd name="connsiteY6" fmla="*/ 231394 h 431288"/>
                  <a:gd name="connsiteX7" fmla="*/ 325961 w 325977"/>
                  <a:gd name="connsiteY7" fmla="*/ 84249 h 431288"/>
                  <a:gd name="connsiteX8" fmla="*/ 257643 w 325977"/>
                  <a:gd name="connsiteY8" fmla="*/ 166 h 431288"/>
                  <a:gd name="connsiteX0" fmla="*/ 324534 w 343004"/>
                  <a:gd name="connsiteY0" fmla="*/ 109 h 468857"/>
                  <a:gd name="connsiteX1" fmla="*/ 121009 w 343004"/>
                  <a:gd name="connsiteY1" fmla="*/ 142839 h 468857"/>
                  <a:gd name="connsiteX2" fmla="*/ 42181 w 343004"/>
                  <a:gd name="connsiteY2" fmla="*/ 242687 h 468857"/>
                  <a:gd name="connsiteX3" fmla="*/ 140 w 343004"/>
                  <a:gd name="connsiteY3" fmla="*/ 368811 h 468857"/>
                  <a:gd name="connsiteX4" fmla="*/ 31671 w 343004"/>
                  <a:gd name="connsiteY4" fmla="*/ 437128 h 468857"/>
                  <a:gd name="connsiteX5" fmla="*/ 110498 w 343004"/>
                  <a:gd name="connsiteY5" fmla="*/ 458149 h 468857"/>
                  <a:gd name="connsiteX6" fmla="*/ 257643 w 343004"/>
                  <a:gd name="connsiteY6" fmla="*/ 268963 h 468857"/>
                  <a:gd name="connsiteX7" fmla="*/ 325961 w 343004"/>
                  <a:gd name="connsiteY7" fmla="*/ 121818 h 468857"/>
                  <a:gd name="connsiteX8" fmla="*/ 324534 w 343004"/>
                  <a:gd name="connsiteY8" fmla="*/ 109 h 468857"/>
                  <a:gd name="connsiteX0" fmla="*/ 332895 w 349091"/>
                  <a:gd name="connsiteY0" fmla="*/ 332 h 402189"/>
                  <a:gd name="connsiteX1" fmla="*/ 121009 w 349091"/>
                  <a:gd name="connsiteY1" fmla="*/ 76171 h 402189"/>
                  <a:gd name="connsiteX2" fmla="*/ 42181 w 349091"/>
                  <a:gd name="connsiteY2" fmla="*/ 176019 h 402189"/>
                  <a:gd name="connsiteX3" fmla="*/ 140 w 349091"/>
                  <a:gd name="connsiteY3" fmla="*/ 302143 h 402189"/>
                  <a:gd name="connsiteX4" fmla="*/ 31671 w 349091"/>
                  <a:gd name="connsiteY4" fmla="*/ 370460 h 402189"/>
                  <a:gd name="connsiteX5" fmla="*/ 110498 w 349091"/>
                  <a:gd name="connsiteY5" fmla="*/ 391481 h 402189"/>
                  <a:gd name="connsiteX6" fmla="*/ 257643 w 349091"/>
                  <a:gd name="connsiteY6" fmla="*/ 202295 h 402189"/>
                  <a:gd name="connsiteX7" fmla="*/ 325961 w 349091"/>
                  <a:gd name="connsiteY7" fmla="*/ 55150 h 402189"/>
                  <a:gd name="connsiteX8" fmla="*/ 332895 w 349091"/>
                  <a:gd name="connsiteY8" fmla="*/ 332 h 402189"/>
                  <a:gd name="connsiteX0" fmla="*/ 332895 w 364028"/>
                  <a:gd name="connsiteY0" fmla="*/ 321 h 402178"/>
                  <a:gd name="connsiteX1" fmla="*/ 121009 w 364028"/>
                  <a:gd name="connsiteY1" fmla="*/ 76160 h 402178"/>
                  <a:gd name="connsiteX2" fmla="*/ 42181 w 364028"/>
                  <a:gd name="connsiteY2" fmla="*/ 176008 h 402178"/>
                  <a:gd name="connsiteX3" fmla="*/ 140 w 364028"/>
                  <a:gd name="connsiteY3" fmla="*/ 302132 h 402178"/>
                  <a:gd name="connsiteX4" fmla="*/ 31671 w 364028"/>
                  <a:gd name="connsiteY4" fmla="*/ 370449 h 402178"/>
                  <a:gd name="connsiteX5" fmla="*/ 110498 w 364028"/>
                  <a:gd name="connsiteY5" fmla="*/ 391470 h 402178"/>
                  <a:gd name="connsiteX6" fmla="*/ 257643 w 364028"/>
                  <a:gd name="connsiteY6" fmla="*/ 202284 h 402178"/>
                  <a:gd name="connsiteX7" fmla="*/ 355226 w 364028"/>
                  <a:gd name="connsiteY7" fmla="*/ 105307 h 402178"/>
                  <a:gd name="connsiteX8" fmla="*/ 332895 w 364028"/>
                  <a:gd name="connsiteY8" fmla="*/ 321 h 402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028" h="402178">
                    <a:moveTo>
                      <a:pt x="332895" y="321"/>
                    </a:moveTo>
                    <a:cubicBezTo>
                      <a:pt x="293859" y="-4537"/>
                      <a:pt x="169461" y="46879"/>
                      <a:pt x="121009" y="76160"/>
                    </a:cubicBezTo>
                    <a:cubicBezTo>
                      <a:pt x="72557" y="105441"/>
                      <a:pt x="62326" y="138346"/>
                      <a:pt x="42181" y="176008"/>
                    </a:cubicBezTo>
                    <a:cubicBezTo>
                      <a:pt x="22036" y="213670"/>
                      <a:pt x="1892" y="269725"/>
                      <a:pt x="140" y="302132"/>
                    </a:cubicBezTo>
                    <a:cubicBezTo>
                      <a:pt x="-1612" y="334539"/>
                      <a:pt x="13278" y="355559"/>
                      <a:pt x="31671" y="370449"/>
                    </a:cubicBezTo>
                    <a:cubicBezTo>
                      <a:pt x="50064" y="385339"/>
                      <a:pt x="72836" y="419497"/>
                      <a:pt x="110498" y="391470"/>
                    </a:cubicBezTo>
                    <a:cubicBezTo>
                      <a:pt x="148160" y="363443"/>
                      <a:pt x="221732" y="258339"/>
                      <a:pt x="257643" y="202284"/>
                    </a:cubicBezTo>
                    <a:cubicBezTo>
                      <a:pt x="293554" y="146229"/>
                      <a:pt x="342684" y="138967"/>
                      <a:pt x="355226" y="105307"/>
                    </a:cubicBezTo>
                    <a:cubicBezTo>
                      <a:pt x="367768" y="71647"/>
                      <a:pt x="371931" y="5179"/>
                      <a:pt x="332895" y="321"/>
                    </a:cubicBezTo>
                    <a:close/>
                  </a:path>
                </a:pathLst>
              </a:cu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a:extLst>
                  <a:ext uri="{FF2B5EF4-FFF2-40B4-BE49-F238E27FC236}">
                    <a16:creationId xmlns:a16="http://schemas.microsoft.com/office/drawing/2014/main" id="{930019E0-C7F1-97CF-5A51-FDDC455BC004}"/>
                  </a:ext>
                </a:extLst>
              </p:cNvPr>
              <p:cNvSpPr/>
              <p:nvPr/>
            </p:nvSpPr>
            <p:spPr>
              <a:xfrm flipH="1">
                <a:off x="-692129" y="4038526"/>
                <a:ext cx="2567102" cy="1054280"/>
              </a:xfrm>
              <a:custGeom>
                <a:avLst/>
                <a:gdLst>
                  <a:gd name="connsiteX0" fmla="*/ 979259 w 2567102"/>
                  <a:gd name="connsiteY0" fmla="*/ 0 h 1054280"/>
                  <a:gd name="connsiteX1" fmla="*/ 967371 w 2567102"/>
                  <a:gd name="connsiteY1" fmla="*/ 20547 h 1054280"/>
                  <a:gd name="connsiteX2" fmla="*/ 953622 w 2567102"/>
                  <a:gd name="connsiteY2" fmla="*/ 39414 h 1054280"/>
                  <a:gd name="connsiteX3" fmla="*/ 859635 w 2567102"/>
                  <a:gd name="connsiteY3" fmla="*/ 128160 h 1054280"/>
                  <a:gd name="connsiteX4" fmla="*/ 758934 w 2567102"/>
                  <a:gd name="connsiteY4" fmla="*/ 216905 h 1054280"/>
                  <a:gd name="connsiteX5" fmla="*/ 678374 w 2567102"/>
                  <a:gd name="connsiteY5" fmla="*/ 270152 h 1054280"/>
                  <a:gd name="connsiteX6" fmla="*/ 544108 w 2567102"/>
                  <a:gd name="connsiteY6" fmla="*/ 347065 h 1054280"/>
                  <a:gd name="connsiteX7" fmla="*/ 456835 w 2567102"/>
                  <a:gd name="connsiteY7" fmla="*/ 388479 h 1054280"/>
                  <a:gd name="connsiteX8" fmla="*/ 289002 w 2567102"/>
                  <a:gd name="connsiteY8" fmla="*/ 483140 h 1054280"/>
                  <a:gd name="connsiteX9" fmla="*/ 141308 w 2567102"/>
                  <a:gd name="connsiteY9" fmla="*/ 571886 h 1054280"/>
                  <a:gd name="connsiteX10" fmla="*/ 40609 w 2567102"/>
                  <a:gd name="connsiteY10" fmla="*/ 702046 h 1054280"/>
                  <a:gd name="connsiteX11" fmla="*/ 329 w 2567102"/>
                  <a:gd name="connsiteY11" fmla="*/ 861787 h 1054280"/>
                  <a:gd name="connsiteX12" fmla="*/ 20469 w 2567102"/>
                  <a:gd name="connsiteY12" fmla="*/ 986030 h 1054280"/>
                  <a:gd name="connsiteX13" fmla="*/ 127882 w 2567102"/>
                  <a:gd name="connsiteY13" fmla="*/ 1045194 h 1054280"/>
                  <a:gd name="connsiteX14" fmla="*/ 329282 w 2567102"/>
                  <a:gd name="connsiteY14" fmla="*/ 1051109 h 1054280"/>
                  <a:gd name="connsiteX15" fmla="*/ 476975 w 2567102"/>
                  <a:gd name="connsiteY15" fmla="*/ 1015612 h 1054280"/>
                  <a:gd name="connsiteX16" fmla="*/ 570962 w 2567102"/>
                  <a:gd name="connsiteY16" fmla="*/ 932783 h 1054280"/>
                  <a:gd name="connsiteX17" fmla="*/ 779075 w 2567102"/>
                  <a:gd name="connsiteY17" fmla="*/ 784874 h 1054280"/>
                  <a:gd name="connsiteX18" fmla="*/ 1121456 w 2567102"/>
                  <a:gd name="connsiteY18" fmla="*/ 625133 h 1054280"/>
                  <a:gd name="connsiteX19" fmla="*/ 1584675 w 2567102"/>
                  <a:gd name="connsiteY19" fmla="*/ 500889 h 1054280"/>
                  <a:gd name="connsiteX20" fmla="*/ 2188874 w 2567102"/>
                  <a:gd name="connsiteY20" fmla="*/ 506806 h 1054280"/>
                  <a:gd name="connsiteX21" fmla="*/ 2390274 w 2567102"/>
                  <a:gd name="connsiteY21" fmla="*/ 560053 h 1054280"/>
                  <a:gd name="connsiteX22" fmla="*/ 2544681 w 2567102"/>
                  <a:gd name="connsiteY22" fmla="*/ 542304 h 1054280"/>
                  <a:gd name="connsiteX23" fmla="*/ 2564821 w 2567102"/>
                  <a:gd name="connsiteY23" fmla="*/ 435810 h 1054280"/>
                  <a:gd name="connsiteX24" fmla="*/ 2531254 w 2567102"/>
                  <a:gd name="connsiteY24" fmla="*/ 311567 h 1054280"/>
                  <a:gd name="connsiteX25" fmla="*/ 2472512 w 2567102"/>
                  <a:gd name="connsiteY25" fmla="*/ 237242 h 1054280"/>
                  <a:gd name="connsiteX26" fmla="*/ 2458069 w 2567102"/>
                  <a:gd name="connsiteY26" fmla="*/ 221899 h 1054280"/>
                  <a:gd name="connsiteX27" fmla="*/ 2416661 w 2567102"/>
                  <a:gd name="connsiteY27" fmla="*/ 179668 h 1054280"/>
                  <a:gd name="connsiteX28" fmla="*/ 2417260 w 2567102"/>
                  <a:gd name="connsiteY28" fmla="*/ 179395 h 1054280"/>
                  <a:gd name="connsiteX29" fmla="*/ 2410312 w 2567102"/>
                  <a:gd name="connsiteY29" fmla="*/ 168079 h 1054280"/>
                  <a:gd name="connsiteX30" fmla="*/ 2409710 w 2567102"/>
                  <a:gd name="connsiteY30" fmla="*/ 150271 h 1054280"/>
                  <a:gd name="connsiteX31" fmla="*/ 2412388 w 2567102"/>
                  <a:gd name="connsiteY31" fmla="*/ 139477 h 1054280"/>
                  <a:gd name="connsiteX32" fmla="*/ 2401657 w 2567102"/>
                  <a:gd name="connsiteY32" fmla="*/ 138311 h 1054280"/>
                  <a:gd name="connsiteX33" fmla="*/ 2173201 w 2567102"/>
                  <a:gd name="connsiteY33" fmla="*/ 138311 h 1054280"/>
                  <a:gd name="connsiteX34" fmla="*/ 2173201 w 2567102"/>
                  <a:gd name="connsiteY34" fmla="*/ 136744 h 1054280"/>
                  <a:gd name="connsiteX35" fmla="*/ 2144637 w 2567102"/>
                  <a:gd name="connsiteY35" fmla="*/ 141951 h 1054280"/>
                  <a:gd name="connsiteX36" fmla="*/ 2106788 w 2567102"/>
                  <a:gd name="connsiteY36" fmla="*/ 163658 h 1054280"/>
                  <a:gd name="connsiteX37" fmla="*/ 1503072 w 2567102"/>
                  <a:gd name="connsiteY37" fmla="*/ 20073 h 1054280"/>
                  <a:gd name="connsiteX38" fmla="*/ 1437269 w 2567102"/>
                  <a:gd name="connsiteY38" fmla="*/ 4205 h 1054280"/>
                  <a:gd name="connsiteX39" fmla="*/ 1437269 w 2567102"/>
                  <a:gd name="connsiteY39" fmla="*/ 5114 h 1054280"/>
                  <a:gd name="connsiteX40" fmla="*/ 979259 w 2567102"/>
                  <a:gd name="connsiteY40" fmla="*/ 5114 h 105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67102" h="1054280">
                    <a:moveTo>
                      <a:pt x="979259" y="0"/>
                    </a:moveTo>
                    <a:lnTo>
                      <a:pt x="967371" y="20547"/>
                    </a:lnTo>
                    <a:cubicBezTo>
                      <a:pt x="964498" y="26795"/>
                      <a:pt x="960672" y="33214"/>
                      <a:pt x="953622" y="39414"/>
                    </a:cubicBezTo>
                    <a:cubicBezTo>
                      <a:pt x="925421" y="64219"/>
                      <a:pt x="892083" y="98578"/>
                      <a:pt x="859635" y="128160"/>
                    </a:cubicBezTo>
                    <a:cubicBezTo>
                      <a:pt x="827188" y="157741"/>
                      <a:pt x="789145" y="193239"/>
                      <a:pt x="758934" y="216905"/>
                    </a:cubicBezTo>
                    <a:cubicBezTo>
                      <a:pt x="728724" y="240571"/>
                      <a:pt x="714179" y="248459"/>
                      <a:pt x="678374" y="270152"/>
                    </a:cubicBezTo>
                    <a:cubicBezTo>
                      <a:pt x="642571" y="291845"/>
                      <a:pt x="581031" y="327343"/>
                      <a:pt x="544108" y="347065"/>
                    </a:cubicBezTo>
                    <a:cubicBezTo>
                      <a:pt x="507185" y="366786"/>
                      <a:pt x="499353" y="365799"/>
                      <a:pt x="456835" y="388479"/>
                    </a:cubicBezTo>
                    <a:cubicBezTo>
                      <a:pt x="414317" y="411158"/>
                      <a:pt x="341590" y="452573"/>
                      <a:pt x="289002" y="483140"/>
                    </a:cubicBezTo>
                    <a:cubicBezTo>
                      <a:pt x="236414" y="513708"/>
                      <a:pt x="182707" y="535401"/>
                      <a:pt x="141308" y="571886"/>
                    </a:cubicBezTo>
                    <a:cubicBezTo>
                      <a:pt x="99909" y="608370"/>
                      <a:pt x="64106" y="653728"/>
                      <a:pt x="40609" y="702046"/>
                    </a:cubicBezTo>
                    <a:cubicBezTo>
                      <a:pt x="17112" y="750362"/>
                      <a:pt x="3685" y="814456"/>
                      <a:pt x="329" y="861787"/>
                    </a:cubicBezTo>
                    <a:cubicBezTo>
                      <a:pt x="-3029" y="909117"/>
                      <a:pt x="20469" y="986030"/>
                      <a:pt x="20469" y="986030"/>
                    </a:cubicBezTo>
                    <a:cubicBezTo>
                      <a:pt x="41727" y="1016597"/>
                      <a:pt x="76413" y="1034347"/>
                      <a:pt x="127882" y="1045194"/>
                    </a:cubicBezTo>
                    <a:cubicBezTo>
                      <a:pt x="179351" y="1056040"/>
                      <a:pt x="271100" y="1056039"/>
                      <a:pt x="329282" y="1051109"/>
                    </a:cubicBezTo>
                    <a:cubicBezTo>
                      <a:pt x="387464" y="1046179"/>
                      <a:pt x="476975" y="1015612"/>
                      <a:pt x="476975" y="1015612"/>
                    </a:cubicBezTo>
                    <a:cubicBezTo>
                      <a:pt x="517255" y="995891"/>
                      <a:pt x="520611" y="971239"/>
                      <a:pt x="570962" y="932783"/>
                    </a:cubicBezTo>
                    <a:cubicBezTo>
                      <a:pt x="621311" y="894327"/>
                      <a:pt x="687326" y="836149"/>
                      <a:pt x="779075" y="784874"/>
                    </a:cubicBezTo>
                    <a:cubicBezTo>
                      <a:pt x="870824" y="733599"/>
                      <a:pt x="987188" y="672463"/>
                      <a:pt x="1121456" y="625133"/>
                    </a:cubicBezTo>
                    <a:cubicBezTo>
                      <a:pt x="1255722" y="577802"/>
                      <a:pt x="1406771" y="520610"/>
                      <a:pt x="1584675" y="500889"/>
                    </a:cubicBezTo>
                    <a:cubicBezTo>
                      <a:pt x="1762577" y="481168"/>
                      <a:pt x="2054608" y="496946"/>
                      <a:pt x="2188874" y="506806"/>
                    </a:cubicBezTo>
                    <a:cubicBezTo>
                      <a:pt x="2323140" y="516667"/>
                      <a:pt x="2390274" y="560053"/>
                      <a:pt x="2390274" y="560053"/>
                    </a:cubicBezTo>
                    <a:cubicBezTo>
                      <a:pt x="2449576" y="565970"/>
                      <a:pt x="2544681" y="542304"/>
                      <a:pt x="2544681" y="542304"/>
                    </a:cubicBezTo>
                    <a:cubicBezTo>
                      <a:pt x="2573772" y="521597"/>
                      <a:pt x="2567059" y="474266"/>
                      <a:pt x="2564821" y="435810"/>
                    </a:cubicBezTo>
                    <a:cubicBezTo>
                      <a:pt x="2562584" y="397353"/>
                      <a:pt x="2531254" y="311567"/>
                      <a:pt x="2531254" y="311567"/>
                    </a:cubicBezTo>
                    <a:cubicBezTo>
                      <a:pt x="2520065" y="291353"/>
                      <a:pt x="2494891" y="261771"/>
                      <a:pt x="2472512" y="237242"/>
                    </a:cubicBezTo>
                    <a:lnTo>
                      <a:pt x="2458069" y="221899"/>
                    </a:lnTo>
                    <a:lnTo>
                      <a:pt x="2416661" y="179668"/>
                    </a:lnTo>
                    <a:lnTo>
                      <a:pt x="2417260" y="179395"/>
                    </a:lnTo>
                    <a:lnTo>
                      <a:pt x="2410312" y="168079"/>
                    </a:lnTo>
                    <a:cubicBezTo>
                      <a:pt x="2409014" y="163116"/>
                      <a:pt x="2408828" y="157160"/>
                      <a:pt x="2409710" y="150271"/>
                    </a:cubicBezTo>
                    <a:lnTo>
                      <a:pt x="2412388" y="139477"/>
                    </a:lnTo>
                    <a:lnTo>
                      <a:pt x="2401657" y="138311"/>
                    </a:lnTo>
                    <a:lnTo>
                      <a:pt x="2173201" y="138311"/>
                    </a:lnTo>
                    <a:lnTo>
                      <a:pt x="2173201" y="136744"/>
                    </a:lnTo>
                    <a:lnTo>
                      <a:pt x="2144637" y="141951"/>
                    </a:lnTo>
                    <a:cubicBezTo>
                      <a:pt x="2117475" y="150296"/>
                      <a:pt x="2224972" y="186685"/>
                      <a:pt x="2106788" y="163658"/>
                    </a:cubicBezTo>
                    <a:cubicBezTo>
                      <a:pt x="2003378" y="143509"/>
                      <a:pt x="1683117" y="63849"/>
                      <a:pt x="1503072" y="20073"/>
                    </a:cubicBezTo>
                    <a:lnTo>
                      <a:pt x="1437269" y="4205"/>
                    </a:lnTo>
                    <a:lnTo>
                      <a:pt x="1437269" y="5114"/>
                    </a:lnTo>
                    <a:lnTo>
                      <a:pt x="979259" y="5114"/>
                    </a:lnTo>
                    <a:close/>
                  </a:path>
                </a:pathLst>
              </a:custGeom>
              <a:gradFill flip="none" rotWithShape="1">
                <a:gsLst>
                  <a:gs pos="61000">
                    <a:schemeClr val="bg2">
                      <a:lumMod val="90000"/>
                    </a:schemeClr>
                  </a:gs>
                  <a:gs pos="41000">
                    <a:srgbClr val="B2B4B4"/>
                  </a:gs>
                  <a:gs pos="22000">
                    <a:schemeClr val="bg2">
                      <a:lumMod val="50000"/>
                    </a:schemeClr>
                  </a:gs>
                  <a:gs pos="0">
                    <a:srgbClr val="585953"/>
                  </a:gs>
                  <a:gs pos="90000">
                    <a:schemeClr val="bg2">
                      <a:lumMod val="75000"/>
                    </a:schemeClr>
                  </a:gs>
                  <a:gs pos="11000">
                    <a:srgbClr val="60605E"/>
                  </a:gs>
                  <a:gs pos="98000">
                    <a:schemeClr val="bg2">
                      <a:lumMod val="50000"/>
                    </a:schemeClr>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26" name="矩形 25">
                <a:extLst>
                  <a:ext uri="{FF2B5EF4-FFF2-40B4-BE49-F238E27FC236}">
                    <a16:creationId xmlns:a16="http://schemas.microsoft.com/office/drawing/2014/main" id="{0F60F08C-BD03-6757-BCA3-4B29500D8491}"/>
                  </a:ext>
                </a:extLst>
              </p:cNvPr>
              <p:cNvSpPr/>
              <p:nvPr/>
            </p:nvSpPr>
            <p:spPr>
              <a:xfrm>
                <a:off x="437704" y="3936435"/>
                <a:ext cx="458010" cy="106758"/>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8" name="灯片编号占位符 2">
            <a:extLst>
              <a:ext uri="{FF2B5EF4-FFF2-40B4-BE49-F238E27FC236}">
                <a16:creationId xmlns:a16="http://schemas.microsoft.com/office/drawing/2014/main" id="{5B1286E3-2B50-117E-6ABD-A66A079DB733}"/>
              </a:ext>
            </a:extLst>
          </p:cNvPr>
          <p:cNvSpPr>
            <a:spLocks noGrp="1"/>
          </p:cNvSpPr>
          <p:nvPr>
            <p:ph type="sldNum" sz="quarter" idx="12"/>
          </p:nvPr>
        </p:nvSpPr>
        <p:spPr>
          <a:xfrm>
            <a:off x="9218930" y="6492877"/>
            <a:ext cx="2743200" cy="365125"/>
          </a:xfrm>
        </p:spPr>
        <p:txBody>
          <a:bodyPr/>
          <a:lstStyle/>
          <a:p>
            <a:fld id="{888F8D02-9041-4C59-BC62-13DE0E5C6713}" type="slidenum">
              <a:rPr lang="zh-CN" altLang="en-US" sz="1600" b="1" smtClean="0"/>
              <a:t>5</a:t>
            </a:fld>
            <a:endParaRPr lang="zh-CN" altLang="en-US" sz="1600" b="1" dirty="0"/>
          </a:p>
        </p:txBody>
      </p:sp>
      <p:grpSp>
        <p:nvGrpSpPr>
          <p:cNvPr id="267" name="组合 266">
            <a:extLst>
              <a:ext uri="{FF2B5EF4-FFF2-40B4-BE49-F238E27FC236}">
                <a16:creationId xmlns:a16="http://schemas.microsoft.com/office/drawing/2014/main" id="{3F3F8D27-8ACF-0CF7-435E-8856B894192B}"/>
              </a:ext>
            </a:extLst>
          </p:cNvPr>
          <p:cNvGrpSpPr/>
          <p:nvPr/>
        </p:nvGrpSpPr>
        <p:grpSpPr>
          <a:xfrm>
            <a:off x="7369627" y="974230"/>
            <a:ext cx="3960000" cy="2963545"/>
            <a:chOff x="1193800" y="3757930"/>
            <a:chExt cx="3960000" cy="2963545"/>
          </a:xfrm>
        </p:grpSpPr>
        <p:sp>
          <p:nvSpPr>
            <p:cNvPr id="23" name="矩形 22"/>
            <p:cNvSpPr/>
            <p:nvPr/>
          </p:nvSpPr>
          <p:spPr>
            <a:xfrm>
              <a:off x="2009775" y="6076315"/>
              <a:ext cx="2211705" cy="645160"/>
            </a:xfrm>
            <a:prstGeom prst="rect">
              <a:avLst/>
            </a:prstGeom>
          </p:spPr>
          <p:txBody>
            <a:bodyPr wrap="square">
              <a:spAutoFit/>
            </a:bodyPr>
            <a:lstStyle/>
            <a:p>
              <a:pPr indent="0" algn="l">
                <a:lnSpc>
                  <a:spcPct val="150000"/>
                </a:lnSpc>
                <a:buFont typeface="Arial" panose="020B0604020202090204" pitchFamily="34" charset="0"/>
                <a:buNone/>
              </a:pPr>
              <a:r>
                <a:rPr lang="zh-CN" altLang="en-US" sz="2400" dirty="0">
                  <a:latin typeface="微软雅黑" panose="020B0503020204020204" pitchFamily="34" charset="-122"/>
                  <a:ea typeface="微软雅黑" panose="020B0503020204020204" pitchFamily="34" charset="-122"/>
                </a:rPr>
                <a:t>棱镜式光谱仪</a:t>
              </a:r>
            </a:p>
          </p:txBody>
        </p:sp>
        <p:pic>
          <p:nvPicPr>
            <p:cNvPr id="100" name="图片 99"/>
            <p:cNvPicPr/>
            <p:nvPr/>
          </p:nvPicPr>
          <p:blipFill>
            <a:blip r:embed="rId4"/>
            <a:stretch>
              <a:fillRect/>
            </a:stretch>
          </p:blipFill>
          <p:spPr>
            <a:xfrm>
              <a:off x="1193800" y="3757930"/>
              <a:ext cx="3960000" cy="2340000"/>
            </a:xfrm>
            <a:prstGeom prst="rect">
              <a:avLst/>
            </a:prstGeom>
            <a:noFill/>
            <a:ln w="12700" cmpd="sng">
              <a:solidFill>
                <a:schemeClr val="tx1"/>
              </a:solidFill>
              <a:prstDash val="solid"/>
            </a:ln>
          </p:spPr>
        </p:pic>
        <p:sp>
          <p:nvSpPr>
            <p:cNvPr id="30" name="矩形 29">
              <a:extLst>
                <a:ext uri="{FF2B5EF4-FFF2-40B4-BE49-F238E27FC236}">
                  <a16:creationId xmlns:a16="http://schemas.microsoft.com/office/drawing/2014/main" id="{A766A649-2B07-9594-14DE-BA2DC890B16A}"/>
                </a:ext>
              </a:extLst>
            </p:cNvPr>
            <p:cNvSpPr/>
            <p:nvPr/>
          </p:nvSpPr>
          <p:spPr>
            <a:xfrm>
              <a:off x="4734233" y="4600375"/>
              <a:ext cx="390071" cy="13684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260"/>
                </a:lnSpc>
              </a:pPr>
              <a:r>
                <a:rPr kumimoji="1" lang="zh-CN" altLang="en-US" sz="800" b="1" dirty="0">
                  <a:solidFill>
                    <a:schemeClr val="tx1"/>
                  </a:solidFill>
                </a:rPr>
                <a:t>红色</a:t>
              </a:r>
              <a:endParaRPr kumimoji="1" lang="en-US" altLang="zh-CN" sz="800" b="1" dirty="0">
                <a:solidFill>
                  <a:schemeClr val="tx1"/>
                </a:solidFill>
              </a:endParaRPr>
            </a:p>
            <a:p>
              <a:pPr algn="ctr">
                <a:lnSpc>
                  <a:spcPts val="1260"/>
                </a:lnSpc>
              </a:pPr>
              <a:r>
                <a:rPr kumimoji="1" lang="zh-CN" altLang="en-US" sz="800" b="1" dirty="0">
                  <a:solidFill>
                    <a:schemeClr val="tx1"/>
                  </a:solidFill>
                </a:rPr>
                <a:t>橙色</a:t>
              </a:r>
              <a:endParaRPr kumimoji="1" lang="en-US" altLang="zh-CN" sz="800" b="1" dirty="0">
                <a:solidFill>
                  <a:schemeClr val="tx1"/>
                </a:solidFill>
              </a:endParaRPr>
            </a:p>
            <a:p>
              <a:pPr algn="ctr">
                <a:lnSpc>
                  <a:spcPts val="1260"/>
                </a:lnSpc>
              </a:pPr>
              <a:r>
                <a:rPr kumimoji="1" lang="zh-CN" altLang="en-US" sz="800" b="1" dirty="0">
                  <a:solidFill>
                    <a:schemeClr val="tx1"/>
                  </a:solidFill>
                </a:rPr>
                <a:t>黄色绿色蓝色</a:t>
              </a:r>
              <a:r>
                <a:rPr lang="zh-CN" altLang="en-US" sz="800" b="1" i="0" u="none" strike="noStrike" dirty="0">
                  <a:solidFill>
                    <a:srgbClr val="2A2B2E"/>
                  </a:solidFill>
                  <a:effectLst/>
                  <a:latin typeface="PingFang SC"/>
                </a:rPr>
                <a:t>靛</a:t>
              </a:r>
              <a:r>
                <a:rPr kumimoji="1" lang="zh-CN" altLang="en-US" sz="800" b="1" dirty="0">
                  <a:solidFill>
                    <a:schemeClr val="tx1"/>
                  </a:solidFill>
                </a:rPr>
                <a:t>色</a:t>
              </a:r>
              <a:endParaRPr kumimoji="1" lang="en-US" altLang="zh-CN" sz="800" b="1" dirty="0">
                <a:solidFill>
                  <a:schemeClr val="tx1"/>
                </a:solidFill>
              </a:endParaRPr>
            </a:p>
            <a:p>
              <a:pPr algn="ctr">
                <a:lnSpc>
                  <a:spcPts val="1260"/>
                </a:lnSpc>
              </a:pPr>
              <a:r>
                <a:rPr kumimoji="1" lang="zh-CN" altLang="en-US" sz="800" b="1" dirty="0">
                  <a:solidFill>
                    <a:schemeClr val="tx1"/>
                  </a:solidFill>
                </a:rPr>
                <a:t>紫色</a:t>
              </a:r>
              <a:endParaRPr kumimoji="1" lang="en-US" altLang="zh-CN" sz="800" b="1" dirty="0">
                <a:solidFill>
                  <a:schemeClr val="tx1"/>
                </a:solidFill>
              </a:endParaRPr>
            </a:p>
            <a:p>
              <a:pPr algn="ctr"/>
              <a:endParaRPr kumimoji="1" lang="zh-CN" altLang="en-US" sz="800" b="1" dirty="0">
                <a:solidFill>
                  <a:schemeClr val="tx1"/>
                </a:solidFill>
              </a:endParaRPr>
            </a:p>
          </p:txBody>
        </p:sp>
        <p:sp>
          <p:nvSpPr>
            <p:cNvPr id="265" name="矩形 264">
              <a:extLst>
                <a:ext uri="{FF2B5EF4-FFF2-40B4-BE49-F238E27FC236}">
                  <a16:creationId xmlns:a16="http://schemas.microsoft.com/office/drawing/2014/main" id="{EBEA4111-99D2-7635-177F-117BF87326B0}"/>
                </a:ext>
              </a:extLst>
            </p:cNvPr>
            <p:cNvSpPr/>
            <p:nvPr/>
          </p:nvSpPr>
          <p:spPr>
            <a:xfrm rot="19825240">
              <a:off x="1365142" y="5387277"/>
              <a:ext cx="654987" cy="1309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800" b="1" dirty="0">
                  <a:solidFill>
                    <a:schemeClr val="tx1"/>
                  </a:solidFill>
                </a:rPr>
                <a:t>白 光</a:t>
              </a:r>
            </a:p>
          </p:txBody>
        </p:sp>
        <p:sp>
          <p:nvSpPr>
            <p:cNvPr id="266" name="矩形 265">
              <a:extLst>
                <a:ext uri="{FF2B5EF4-FFF2-40B4-BE49-F238E27FC236}">
                  <a16:creationId xmlns:a16="http://schemas.microsoft.com/office/drawing/2014/main" id="{ECE98BEC-71F4-5B5A-6F5B-D524892079B8}"/>
                </a:ext>
              </a:extLst>
            </p:cNvPr>
            <p:cNvSpPr/>
            <p:nvPr/>
          </p:nvSpPr>
          <p:spPr>
            <a:xfrm>
              <a:off x="2693078" y="5837855"/>
              <a:ext cx="654987" cy="130983"/>
            </a:xfrm>
            <a:prstGeom prst="rect">
              <a:avLst/>
            </a:prstGeom>
            <a:solidFill>
              <a:srgbClr val="89C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800" b="1" dirty="0">
                  <a:solidFill>
                    <a:schemeClr val="tx1"/>
                  </a:solidFill>
                </a:rPr>
                <a:t>棱  镜</a:t>
              </a:r>
            </a:p>
          </p:txBody>
        </p:sp>
      </p:grpSp>
      <p:sp>
        <p:nvSpPr>
          <p:cNvPr id="13" name="矩形 12">
            <a:extLst>
              <a:ext uri="{FF2B5EF4-FFF2-40B4-BE49-F238E27FC236}">
                <a16:creationId xmlns:a16="http://schemas.microsoft.com/office/drawing/2014/main" id="{DFE46EFB-0C98-EDF8-88FD-027ED030ECB9}"/>
              </a:ext>
            </a:extLst>
          </p:cNvPr>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68" name="圆角矩形 267">
            <a:extLst>
              <a:ext uri="{FF2B5EF4-FFF2-40B4-BE49-F238E27FC236}">
                <a16:creationId xmlns:a16="http://schemas.microsoft.com/office/drawing/2014/main" id="{70633E4F-C256-E6F1-7E8F-8A81DB6DD84F}"/>
              </a:ext>
            </a:extLst>
          </p:cNvPr>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269" name="文本框 268">
            <a:extLst>
              <a:ext uri="{FF2B5EF4-FFF2-40B4-BE49-F238E27FC236}">
                <a16:creationId xmlns:a16="http://schemas.microsoft.com/office/drawing/2014/main" id="{27609576-413E-426E-FAED-0A3A5A2FAA06}"/>
              </a:ext>
            </a:extLst>
          </p:cNvPr>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实验背景</a:t>
            </a:r>
          </a:p>
        </p:txBody>
      </p:sp>
      <p:sp>
        <p:nvSpPr>
          <p:cNvPr id="270" name="矩形 269">
            <a:extLst>
              <a:ext uri="{FF2B5EF4-FFF2-40B4-BE49-F238E27FC236}">
                <a16:creationId xmlns:a16="http://schemas.microsoft.com/office/drawing/2014/main" id="{80B3D8AB-5574-C21C-6269-ECE52CD80AE5}"/>
              </a:ext>
            </a:extLst>
          </p:cNvPr>
          <p:cNvSpPr/>
          <p:nvPr/>
        </p:nvSpPr>
        <p:spPr>
          <a:xfrm>
            <a:off x="2381775" y="325001"/>
            <a:ext cx="3641891"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EXPERIMENT BACKGROUNDS</a:t>
            </a:r>
          </a:p>
        </p:txBody>
      </p:sp>
      <p:grpSp>
        <p:nvGrpSpPr>
          <p:cNvPr id="271" name="组 42">
            <a:extLst>
              <a:ext uri="{FF2B5EF4-FFF2-40B4-BE49-F238E27FC236}">
                <a16:creationId xmlns:a16="http://schemas.microsoft.com/office/drawing/2014/main" id="{EFBA7CBA-974D-007B-463F-8FABB005EE44}"/>
              </a:ext>
            </a:extLst>
          </p:cNvPr>
          <p:cNvGrpSpPr/>
          <p:nvPr/>
        </p:nvGrpSpPr>
        <p:grpSpPr>
          <a:xfrm>
            <a:off x="11454107" y="252857"/>
            <a:ext cx="737892" cy="484288"/>
            <a:chOff x="11454105" y="252856"/>
            <a:chExt cx="737892" cy="484288"/>
          </a:xfrm>
        </p:grpSpPr>
        <p:grpSp>
          <p:nvGrpSpPr>
            <p:cNvPr id="272" name="组 49">
              <a:extLst>
                <a:ext uri="{FF2B5EF4-FFF2-40B4-BE49-F238E27FC236}">
                  <a16:creationId xmlns:a16="http://schemas.microsoft.com/office/drawing/2014/main" id="{B2801C55-CC0C-F5DD-964D-299A9EB6B37F}"/>
                </a:ext>
              </a:extLst>
            </p:cNvPr>
            <p:cNvGrpSpPr/>
            <p:nvPr/>
          </p:nvGrpSpPr>
          <p:grpSpPr>
            <a:xfrm>
              <a:off x="12039604" y="252856"/>
              <a:ext cx="152393" cy="484287"/>
              <a:chOff x="12039604" y="252856"/>
              <a:chExt cx="152393" cy="484287"/>
            </a:xfrm>
          </p:grpSpPr>
          <p:sp>
            <p:nvSpPr>
              <p:cNvPr id="276" name="圆角矩形 275">
                <a:extLst>
                  <a:ext uri="{FF2B5EF4-FFF2-40B4-BE49-F238E27FC236}">
                    <a16:creationId xmlns:a16="http://schemas.microsoft.com/office/drawing/2014/main" id="{BFFFAEC9-060C-B60F-C0AD-3D11A2EC976C}"/>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圆角矩形 276">
                <a:extLst>
                  <a:ext uri="{FF2B5EF4-FFF2-40B4-BE49-F238E27FC236}">
                    <a16:creationId xmlns:a16="http://schemas.microsoft.com/office/drawing/2014/main" id="{7918CBCB-84D7-6CDA-C099-A1A766AC05BC}"/>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圆角矩形 277">
                <a:extLst>
                  <a:ext uri="{FF2B5EF4-FFF2-40B4-BE49-F238E27FC236}">
                    <a16:creationId xmlns:a16="http://schemas.microsoft.com/office/drawing/2014/main" id="{87B841B2-A5D9-1490-64E7-76BADBFA8C67}"/>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9" name="圆角矩形 278">
                <a:extLst>
                  <a:ext uri="{FF2B5EF4-FFF2-40B4-BE49-F238E27FC236}">
                    <a16:creationId xmlns:a16="http://schemas.microsoft.com/office/drawing/2014/main" id="{ACCE50E4-3875-2FAE-07AA-CFBE6F3F788F}"/>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0" name="圆角矩形 279">
                <a:extLst>
                  <a:ext uri="{FF2B5EF4-FFF2-40B4-BE49-F238E27FC236}">
                    <a16:creationId xmlns:a16="http://schemas.microsoft.com/office/drawing/2014/main" id="{57835A16-AA42-7639-6772-CAC9E39A7D69}"/>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3" name="组合 99">
              <a:extLst>
                <a:ext uri="{FF2B5EF4-FFF2-40B4-BE49-F238E27FC236}">
                  <a16:creationId xmlns:a16="http://schemas.microsoft.com/office/drawing/2014/main" id="{C529950F-7D98-94EF-A6A2-F24D88ED3EB7}"/>
                </a:ext>
              </a:extLst>
            </p:cNvPr>
            <p:cNvGrpSpPr/>
            <p:nvPr/>
          </p:nvGrpSpPr>
          <p:grpSpPr>
            <a:xfrm>
              <a:off x="11454105" y="252857"/>
              <a:ext cx="491115" cy="484287"/>
              <a:chOff x="1528923" y="220268"/>
              <a:chExt cx="1284096" cy="1266241"/>
            </a:xfrm>
          </p:grpSpPr>
          <p:sp>
            <p:nvSpPr>
              <p:cNvPr id="274" name="圆角矩形 273">
                <a:extLst>
                  <a:ext uri="{FF2B5EF4-FFF2-40B4-BE49-F238E27FC236}">
                    <a16:creationId xmlns:a16="http://schemas.microsoft.com/office/drawing/2014/main" id="{278499DA-7CCD-B05B-9F3B-44E2B9FE7147}"/>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Freeform 96">
                <a:extLst>
                  <a:ext uri="{FF2B5EF4-FFF2-40B4-BE49-F238E27FC236}">
                    <a16:creationId xmlns:a16="http://schemas.microsoft.com/office/drawing/2014/main" id="{765B6643-9FEA-5B7D-4673-8D8AFC2377EE}"/>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67"/>
                                        </p:tgtEl>
                                        <p:attrNameLst>
                                          <p:attrName>style.visibility</p:attrName>
                                        </p:attrNameLst>
                                      </p:cBhvr>
                                      <p:to>
                                        <p:strVal val="visible"/>
                                      </p:to>
                                    </p:set>
                                    <p:anim calcmode="lin" valueType="num">
                                      <p:cBhvr additive="base">
                                        <p:cTn id="28" dur="500" fill="hold"/>
                                        <p:tgtEl>
                                          <p:spTgt spid="267"/>
                                        </p:tgtEl>
                                        <p:attrNameLst>
                                          <p:attrName>ppt_x</p:attrName>
                                        </p:attrNameLst>
                                      </p:cBhvr>
                                      <p:tavLst>
                                        <p:tav tm="0">
                                          <p:val>
                                            <p:strVal val="#ppt_x"/>
                                          </p:val>
                                        </p:tav>
                                        <p:tav tm="100000">
                                          <p:val>
                                            <p:strVal val="#ppt_x"/>
                                          </p:val>
                                        </p:tav>
                                      </p:tavLst>
                                    </p:anim>
                                    <p:anim calcmode="lin" valueType="num">
                                      <p:cBhvr additive="base">
                                        <p:cTn id="29" dur="500" fill="hold"/>
                                        <p:tgtEl>
                                          <p:spTgt spid="2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3" grpId="0"/>
      <p:bldP spid="3" grpId="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 3"/>
          <p:cNvGrpSpPr/>
          <p:nvPr/>
        </p:nvGrpSpPr>
        <p:grpSpPr>
          <a:xfrm>
            <a:off x="1" y="2847436"/>
            <a:ext cx="12192001" cy="1291039"/>
            <a:chOff x="0" y="2847433"/>
            <a:chExt cx="12192000" cy="1291039"/>
          </a:xfrm>
        </p:grpSpPr>
        <p:sp>
          <p:nvSpPr>
            <p:cNvPr id="51" name="矩形 50"/>
            <p:cNvSpPr/>
            <p:nvPr/>
          </p:nvSpPr>
          <p:spPr>
            <a:xfrm flipH="1">
              <a:off x="0" y="2872348"/>
              <a:ext cx="12192000" cy="125206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2</a:t>
              </a:r>
              <a:endParaRPr lang="zh-CN" altLang="en-US" sz="6000" dirty="0"/>
            </a:p>
          </p:txBody>
        </p:sp>
        <p:sp>
          <p:nvSpPr>
            <p:cNvPr id="42" name="文本框 41"/>
            <p:cNvSpPr txBox="1"/>
            <p:nvPr/>
          </p:nvSpPr>
          <p:spPr>
            <a:xfrm>
              <a:off x="9015674" y="3077396"/>
              <a:ext cx="2877707"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实验目的</a:t>
              </a:r>
            </a:p>
          </p:txBody>
        </p:sp>
        <p:sp>
          <p:nvSpPr>
            <p:cNvPr id="53" name="矩形 52"/>
            <p:cNvSpPr/>
            <p:nvPr/>
          </p:nvSpPr>
          <p:spPr>
            <a:xfrm>
              <a:off x="5138945" y="3264361"/>
              <a:ext cx="3775488"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ea typeface="微软雅黑" panose="020B0503020204020204" pitchFamily="34" charset="-122"/>
                </a:rPr>
                <a:t>EXPERIMENT OBJECTIVE</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24736" y="1769746"/>
            <a:ext cx="7676515" cy="3046988"/>
          </a:xfrm>
          <a:prstGeom prst="rect">
            <a:avLst/>
          </a:prstGeom>
        </p:spPr>
        <p:txBody>
          <a:bodyPr wrap="square">
            <a:spAutoFit/>
          </a:bodyPr>
          <a:lstStyle/>
          <a:p>
            <a:pPr marL="457200" indent="-457200">
              <a:buFont typeface="Wingdings" panose="05000000000000000000" pitchFamily="2" charset="2"/>
              <a:buChar char="Ø"/>
            </a:pPr>
            <a:r>
              <a:rPr lang="zh-CN" altLang="en-US" sz="3200" dirty="0">
                <a:solidFill>
                  <a:schemeClr val="tx1"/>
                </a:solidFill>
                <a:latin typeface="宋体" panose="02010600030101010101" pitchFamily="2" charset="-122"/>
                <a:ea typeface="宋体" panose="02010600030101010101" pitchFamily="2" charset="-122"/>
                <a:sym typeface="+mn-ea"/>
              </a:rPr>
              <a:t>了解分光计结构、光路和各部分作用</a:t>
            </a:r>
            <a:endParaRPr lang="en-US" altLang="zh-CN" sz="3200" dirty="0">
              <a:solidFill>
                <a:srgbClr val="FF6600"/>
              </a:solidFill>
              <a:latin typeface="宋体" panose="02010600030101010101" pitchFamily="2" charset="-122"/>
              <a:ea typeface="宋体" panose="02010600030101010101" pitchFamily="2" charset="-122"/>
              <a:sym typeface="+mn-ea"/>
            </a:endParaRPr>
          </a:p>
          <a:p>
            <a:pPr marL="457200" indent="-457200">
              <a:buFont typeface="Wingdings" panose="05000000000000000000" pitchFamily="2" charset="2"/>
              <a:buChar char="Ø"/>
            </a:pPr>
            <a:endParaRPr lang="zh-CN" altLang="en-US" sz="3200" dirty="0">
              <a:latin typeface="宋体" panose="02010600030101010101" pitchFamily="2" charset="-122"/>
              <a:ea typeface="宋体" panose="02010600030101010101" pitchFamily="2" charset="-122"/>
            </a:endParaRPr>
          </a:p>
          <a:p>
            <a:pPr marL="457200" indent="-457200">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sym typeface="+mn-ea"/>
              </a:rPr>
              <a:t>掌握</a:t>
            </a:r>
            <a:r>
              <a:rPr lang="zh-CN" altLang="en-US" sz="3200" dirty="0">
                <a:solidFill>
                  <a:schemeClr val="tx1"/>
                </a:solidFill>
                <a:latin typeface="宋体" panose="02010600030101010101" pitchFamily="2" charset="-122"/>
                <a:ea typeface="宋体" panose="02010600030101010101" pitchFamily="2" charset="-122"/>
                <a:sym typeface="+mn-ea"/>
              </a:rPr>
              <a:t>分光计调整和使用</a:t>
            </a:r>
            <a:endParaRPr lang="en-US" altLang="zh-CN" sz="3200" dirty="0">
              <a:solidFill>
                <a:schemeClr val="tx1"/>
              </a:solidFill>
              <a:latin typeface="宋体" panose="02010600030101010101" pitchFamily="2" charset="-122"/>
              <a:ea typeface="宋体" panose="02010600030101010101" pitchFamily="2" charset="-122"/>
              <a:sym typeface="+mn-ea"/>
            </a:endParaRPr>
          </a:p>
          <a:p>
            <a:endParaRPr lang="zh-CN" altLang="en-US" sz="3200" dirty="0">
              <a:latin typeface="宋体" panose="02010600030101010101" pitchFamily="2" charset="-122"/>
              <a:ea typeface="宋体" panose="02010600030101010101" pitchFamily="2" charset="-122"/>
            </a:endParaRPr>
          </a:p>
          <a:p>
            <a:pPr marL="457200" indent="-457200">
              <a:buFont typeface="Wingdings" panose="05000000000000000000" pitchFamily="2" charset="2"/>
              <a:buChar char="Ø"/>
            </a:pPr>
            <a:r>
              <a:rPr lang="zh-CN" altLang="en-US" sz="3200" dirty="0">
                <a:latin typeface="宋体" panose="02010600030101010101" pitchFamily="2" charset="-122"/>
                <a:ea typeface="宋体" panose="02010600030101010101" pitchFamily="2" charset="-122"/>
                <a:sym typeface="+mn-ea"/>
              </a:rPr>
              <a:t>利用棱脊分束法测量</a:t>
            </a:r>
            <a:r>
              <a:rPr lang="zh-CN" altLang="en-US" sz="3200" dirty="0">
                <a:solidFill>
                  <a:schemeClr val="tx1"/>
                </a:solidFill>
                <a:latin typeface="宋体" panose="02010600030101010101" pitchFamily="2" charset="-122"/>
                <a:ea typeface="宋体" panose="02010600030101010101" pitchFamily="2" charset="-122"/>
                <a:sym typeface="+mn-ea"/>
              </a:rPr>
              <a:t>三棱镜</a:t>
            </a:r>
            <a:r>
              <a:rPr lang="zh-CN" altLang="en-US" sz="3200" dirty="0">
                <a:latin typeface="宋体" panose="02010600030101010101" pitchFamily="2" charset="-122"/>
                <a:ea typeface="宋体" panose="02010600030101010101" pitchFamily="2" charset="-122"/>
                <a:sym typeface="+mn-ea"/>
              </a:rPr>
              <a:t>顶角</a:t>
            </a:r>
            <a:endParaRPr lang="en-US" altLang="zh-CN" sz="3200" dirty="0">
              <a:latin typeface="宋体" panose="02010600030101010101" pitchFamily="2" charset="-122"/>
              <a:ea typeface="宋体" panose="02010600030101010101" pitchFamily="2" charset="-122"/>
              <a:sym typeface="+mn-ea"/>
            </a:endParaRPr>
          </a:p>
          <a:p>
            <a:pPr marL="457200" indent="-457200">
              <a:buFont typeface="Wingdings" panose="05000000000000000000" pitchFamily="2" charset="2"/>
              <a:buChar char="Ø"/>
            </a:pPr>
            <a:endParaRPr lang="en-US" altLang="zh-CN" sz="3200" dirty="0">
              <a:solidFill>
                <a:schemeClr val="tx1"/>
              </a:solidFill>
              <a:latin typeface="宋体" panose="02010600030101010101" pitchFamily="2" charset="-122"/>
              <a:ea typeface="宋体" panose="02010600030101010101" pitchFamily="2" charset="-122"/>
              <a:sym typeface="+mn-ea"/>
            </a:endParaRPr>
          </a:p>
        </p:txBody>
      </p:sp>
      <p:sp>
        <p:nvSpPr>
          <p:cNvPr id="394" name="矩形 393"/>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6" name="文本框 395"/>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实验目的</a:t>
            </a:r>
          </a:p>
        </p:txBody>
      </p:sp>
      <p:sp>
        <p:nvSpPr>
          <p:cNvPr id="397" name="矩形 396"/>
          <p:cNvSpPr/>
          <p:nvPr/>
        </p:nvSpPr>
        <p:spPr>
          <a:xfrm>
            <a:off x="2614214" y="325001"/>
            <a:ext cx="317701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OBJECTIVE</a:t>
            </a:r>
          </a:p>
        </p:txBody>
      </p:sp>
      <p:grpSp>
        <p:nvGrpSpPr>
          <p:cNvPr id="399" name="组 398"/>
          <p:cNvGrpSpPr/>
          <p:nvPr/>
        </p:nvGrpSpPr>
        <p:grpSpPr>
          <a:xfrm>
            <a:off x="11454107"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灯片编号占位符 2"/>
          <p:cNvSpPr>
            <a:spLocks noGrp="1"/>
          </p:cNvSpPr>
          <p:nvPr>
            <p:ph type="sldNum" sz="quarter" idx="12"/>
          </p:nvPr>
        </p:nvSpPr>
        <p:spPr/>
        <p:txBody>
          <a:bodyPr/>
          <a:lstStyle/>
          <a:p>
            <a:fld id="{888F8D02-9041-4C59-BC62-13DE0E5C6713}" type="slidenum">
              <a:rPr lang="zh-CN" altLang="en-US" sz="1600" b="1" smtClean="0"/>
              <a:t>7</a:t>
            </a:fld>
            <a:endParaRPr lang="zh-CN" altLang="en-US" sz="1600" b="1" dirty="0"/>
          </a:p>
        </p:txBody>
      </p:sp>
      <p:cxnSp>
        <p:nvCxnSpPr>
          <p:cNvPr id="21" name="直接连接符 20"/>
          <p:cNvCxnSpPr/>
          <p:nvPr/>
        </p:nvCxnSpPr>
        <p:spPr>
          <a:xfrm flipV="1">
            <a:off x="2969897" y="2402846"/>
            <a:ext cx="2624455" cy="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2934970" y="3342646"/>
            <a:ext cx="2624455" cy="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2938145" y="4317372"/>
            <a:ext cx="2624455" cy="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936626" y="1158875"/>
            <a:ext cx="3921125" cy="584776"/>
          </a:xfrm>
          <a:prstGeom prst="rect">
            <a:avLst/>
          </a:prstGeom>
          <a:noFill/>
        </p:spPr>
        <p:txBody>
          <a:bodyPr wrap="square" rtlCol="0">
            <a:spAutoFit/>
          </a:bodyPr>
          <a:lstStyle/>
          <a:p>
            <a:r>
              <a:rPr kumimoji="1" lang="zh-CN" altLang="en-US" sz="3200" dirty="0"/>
              <a:t>教学目标：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88F8D02-9041-4C59-BC62-13DE0E5C6713}" type="slidenum">
              <a:rPr lang="zh-CN" altLang="en-US" sz="1600" b="1" smtClean="0"/>
              <a:t>8</a:t>
            </a:fld>
            <a:endParaRPr lang="zh-CN" altLang="en-US" sz="1600" b="1" dirty="0"/>
          </a:p>
        </p:txBody>
      </p:sp>
      <p:grpSp>
        <p:nvGrpSpPr>
          <p:cNvPr id="7" name="组 3">
            <a:extLst>
              <a:ext uri="{FF2B5EF4-FFF2-40B4-BE49-F238E27FC236}">
                <a16:creationId xmlns:a16="http://schemas.microsoft.com/office/drawing/2014/main" id="{7887F9DB-F926-ABB9-33F9-C523AC2E6B86}"/>
              </a:ext>
            </a:extLst>
          </p:cNvPr>
          <p:cNvGrpSpPr/>
          <p:nvPr/>
        </p:nvGrpSpPr>
        <p:grpSpPr>
          <a:xfrm>
            <a:off x="-53340" y="2847434"/>
            <a:ext cx="12192001" cy="1291039"/>
            <a:chOff x="0" y="2847433"/>
            <a:chExt cx="12192000" cy="1291039"/>
          </a:xfrm>
        </p:grpSpPr>
        <p:sp>
          <p:nvSpPr>
            <p:cNvPr id="8" name="矩形 7">
              <a:extLst>
                <a:ext uri="{FF2B5EF4-FFF2-40B4-BE49-F238E27FC236}">
                  <a16:creationId xmlns:a16="http://schemas.microsoft.com/office/drawing/2014/main" id="{0D46E06C-7CED-FC49-B3F4-30320915F702}"/>
                </a:ext>
              </a:extLst>
            </p:cNvPr>
            <p:cNvSpPr/>
            <p:nvPr/>
          </p:nvSpPr>
          <p:spPr>
            <a:xfrm flipH="1">
              <a:off x="0" y="2872348"/>
              <a:ext cx="12192000" cy="125206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圆角矩形 8">
              <a:extLst>
                <a:ext uri="{FF2B5EF4-FFF2-40B4-BE49-F238E27FC236}">
                  <a16:creationId xmlns:a16="http://schemas.microsoft.com/office/drawing/2014/main" id="{0FB76437-ED92-A1C9-7500-846AEFD8527A}"/>
                </a:ext>
              </a:extLst>
            </p:cNvPr>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3</a:t>
              </a:r>
              <a:endParaRPr lang="zh-CN" altLang="en-US" sz="6000" dirty="0"/>
            </a:p>
          </p:txBody>
        </p:sp>
        <p:sp>
          <p:nvSpPr>
            <p:cNvPr id="10" name="文本框 9">
              <a:extLst>
                <a:ext uri="{FF2B5EF4-FFF2-40B4-BE49-F238E27FC236}">
                  <a16:creationId xmlns:a16="http://schemas.microsoft.com/office/drawing/2014/main" id="{2ACE9694-D20A-D4B4-A84C-E606317CFD4D}"/>
                </a:ext>
              </a:extLst>
            </p:cNvPr>
            <p:cNvSpPr txBox="1"/>
            <p:nvPr/>
          </p:nvSpPr>
          <p:spPr>
            <a:xfrm>
              <a:off x="9015674" y="3077396"/>
              <a:ext cx="2954651"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实验原理</a:t>
              </a:r>
            </a:p>
          </p:txBody>
        </p:sp>
        <p:sp>
          <p:nvSpPr>
            <p:cNvPr id="11" name="矩形 10">
              <a:extLst>
                <a:ext uri="{FF2B5EF4-FFF2-40B4-BE49-F238E27FC236}">
                  <a16:creationId xmlns:a16="http://schemas.microsoft.com/office/drawing/2014/main" id="{AC9D1AAD-F7C8-F296-A915-EE40BCC09C39}"/>
                </a:ext>
              </a:extLst>
            </p:cNvPr>
            <p:cNvSpPr/>
            <p:nvPr/>
          </p:nvSpPr>
          <p:spPr>
            <a:xfrm>
              <a:off x="5173029" y="3264361"/>
              <a:ext cx="3821620"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PRINCIPLE</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8540412" y="6398325"/>
            <a:ext cx="2743200" cy="365125"/>
          </a:xfrm>
        </p:spPr>
        <p:txBody>
          <a:bodyPr/>
          <a:lstStyle/>
          <a:p>
            <a:fld id="{888F8D02-9041-4C59-BC62-13DE0E5C6713}" type="slidenum">
              <a:rPr lang="zh-CN" altLang="en-US" sz="1600" b="1" smtClean="0"/>
              <a:t>9</a:t>
            </a:fld>
            <a:endParaRPr lang="zh-CN" altLang="en-US" sz="1600" b="1" dirty="0"/>
          </a:p>
        </p:txBody>
      </p:sp>
      <p:sp>
        <p:nvSpPr>
          <p:cNvPr id="2" name="文本框 40">
            <a:extLst>
              <a:ext uri="{FF2B5EF4-FFF2-40B4-BE49-F238E27FC236}">
                <a16:creationId xmlns:a16="http://schemas.microsoft.com/office/drawing/2014/main" id="{795D2AAA-7245-F7E8-CC9D-E1C4EECF6C4A}"/>
              </a:ext>
            </a:extLst>
          </p:cNvPr>
          <p:cNvSpPr txBox="1">
            <a:spLocks noChangeArrowheads="1"/>
          </p:cNvSpPr>
          <p:nvPr/>
        </p:nvSpPr>
        <p:spPr bwMode="auto">
          <a:xfrm>
            <a:off x="1188466" y="1330178"/>
            <a:ext cx="4360862" cy="400110"/>
          </a:xfrm>
          <a:prstGeom prst="rect">
            <a:avLst/>
          </a:prstGeom>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3"/>
          </a:lnRef>
          <a:fillRef idx="1">
            <a:schemeClr val="lt1"/>
          </a:fillRef>
          <a:effectRef idx="0">
            <a:schemeClr val="accent3"/>
          </a:effectRef>
          <a:fontRef idx="minor">
            <a:schemeClr val="dk1"/>
          </a:fontRef>
        </p:style>
        <p:txBody>
          <a:bodyPr>
            <a:spAutoFit/>
          </a:bodyPr>
          <a:lstStyle>
            <a:defPPr>
              <a:defRPr lang="zh-CN"/>
            </a:defPPr>
            <a:lvl1pPr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9pPr>
          </a:lstStyle>
          <a:p>
            <a:pPr eaLnBrk="1" hangingPunct="1">
              <a:lnSpc>
                <a:spcPct val="100000"/>
              </a:lnSpc>
              <a:spcBef>
                <a:spcPct val="0"/>
              </a:spcBef>
              <a:buFontTx/>
              <a:buNone/>
            </a:pPr>
            <a:r>
              <a:rPr lang="zh-CN" altLang="en-US" sz="2000" dirty="0">
                <a:solidFill>
                  <a:srgbClr val="C00000"/>
                </a:solidFill>
                <a:latin typeface="黑体" panose="02010609060101010101" pitchFamily="49" charset="-122"/>
                <a:ea typeface="黑体" panose="02010609060101010101" pitchFamily="49" charset="-122"/>
              </a:rPr>
              <a:t>反射法</a:t>
            </a:r>
            <a:r>
              <a:rPr lang="zh-CN" altLang="en-US" sz="2000" dirty="0">
                <a:latin typeface="黑体" panose="02010609060101010101" pitchFamily="49" charset="-122"/>
                <a:ea typeface="黑体" panose="02010609060101010101" pitchFamily="49" charset="-122"/>
              </a:rPr>
              <a:t>测量三棱镜顶角</a:t>
            </a:r>
            <a:r>
              <a:rPr lang="zh-CN" altLang="en-US" sz="2000" dirty="0">
                <a:latin typeface="黑体" panose="02010609060101010101" pitchFamily="49" charset="-122"/>
                <a:ea typeface="黑体" panose="02010609060101010101" pitchFamily="49" charset="-122"/>
                <a:cs typeface="Times New Roman" panose="02020603050405020304" pitchFamily="18" charset="0"/>
              </a:rPr>
              <a:t>（</a:t>
            </a:r>
            <a:r>
              <a:rPr lang="zh-CN" altLang="en-US" sz="2000" dirty="0">
                <a:solidFill>
                  <a:srgbClr val="C00000"/>
                </a:solidFill>
                <a:latin typeface="黑体" panose="02010609060101010101" pitchFamily="49" charset="-122"/>
                <a:ea typeface="黑体" panose="02010609060101010101" pitchFamily="49" charset="-122"/>
              </a:rPr>
              <a:t>棱脊分束法</a:t>
            </a:r>
            <a:r>
              <a:rPr lang="zh-CN" altLang="en-US" sz="2000" dirty="0">
                <a:latin typeface="黑体" panose="02010609060101010101" pitchFamily="49" charset="-122"/>
                <a:ea typeface="黑体" panose="02010609060101010101" pitchFamily="49" charset="-122"/>
                <a:cs typeface="Times New Roman" panose="02020603050405020304" pitchFamily="18" charset="0"/>
              </a:rPr>
              <a:t>）</a:t>
            </a:r>
          </a:p>
        </p:txBody>
      </p:sp>
      <p:sp>
        <p:nvSpPr>
          <p:cNvPr id="3" name="文本框 40">
            <a:extLst>
              <a:ext uri="{FF2B5EF4-FFF2-40B4-BE49-F238E27FC236}">
                <a16:creationId xmlns:a16="http://schemas.microsoft.com/office/drawing/2014/main" id="{BC24731B-B9D0-BC67-48DB-B16AD4F40312}"/>
              </a:ext>
            </a:extLst>
          </p:cNvPr>
          <p:cNvSpPr txBox="1">
            <a:spLocks noChangeArrowheads="1"/>
          </p:cNvSpPr>
          <p:nvPr/>
        </p:nvSpPr>
        <p:spPr bwMode="auto">
          <a:xfrm>
            <a:off x="8540412" y="1456825"/>
            <a:ext cx="1250852" cy="400110"/>
          </a:xfrm>
          <a:prstGeom prst="rect">
            <a:avLst/>
          </a:prstGeom>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3"/>
          </a:lnRef>
          <a:fillRef idx="1">
            <a:schemeClr val="lt1"/>
          </a:fillRef>
          <a:effectRef idx="0">
            <a:schemeClr val="accent3"/>
          </a:effectRef>
          <a:fontRef idx="minor">
            <a:schemeClr val="dk1"/>
          </a:fontRef>
        </p:style>
        <p:txBody>
          <a:bodyPr wrap="square">
            <a:spAutoFit/>
          </a:bodyPr>
          <a:lstStyle>
            <a:defPPr>
              <a:defRPr lang="zh-CN"/>
            </a:defPPr>
            <a:lvl1pPr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9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900" kern="1200">
                <a:solidFill>
                  <a:schemeClr val="tx1"/>
                </a:solidFill>
                <a:latin typeface="Arial" panose="020B0604020202020204" pitchFamily="34" charset="0"/>
                <a:ea typeface="宋体" panose="02010600030101010101" pitchFamily="2" charset="-122"/>
                <a:cs typeface="+mn-cs"/>
              </a:defRPr>
            </a:lvl9pPr>
          </a:lstStyle>
          <a:p>
            <a:pPr algn="ctr" eaLnBrk="1" hangingPunct="1">
              <a:lnSpc>
                <a:spcPct val="100000"/>
              </a:lnSpc>
              <a:spcBef>
                <a:spcPct val="0"/>
              </a:spcBef>
              <a:buFontTx/>
              <a:buNone/>
            </a:pPr>
            <a:r>
              <a:rPr lang="zh-CN" altLang="en-US" sz="2000" dirty="0">
                <a:solidFill>
                  <a:schemeClr val="tx1">
                    <a:lumMod val="95000"/>
                    <a:lumOff val="5000"/>
                  </a:schemeClr>
                </a:solidFill>
                <a:latin typeface="黑体" panose="02010609060101010101" pitchFamily="49" charset="-122"/>
                <a:ea typeface="黑体" panose="02010609060101010101" pitchFamily="49" charset="-122"/>
              </a:rPr>
              <a:t>自准直法</a:t>
            </a:r>
            <a:endParaRPr lang="zh-CN" altLang="en-US" sz="2000" dirty="0">
              <a:solidFill>
                <a:schemeClr val="tx1">
                  <a:lumMod val="95000"/>
                  <a:lumOff val="5000"/>
                </a:schemeClr>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3FBDE019-8C32-5120-9CF5-6B3EF60F9AB5}"/>
              </a:ext>
            </a:extLst>
          </p:cNvPr>
          <p:cNvPicPr>
            <a:picLocks noChangeAspect="1"/>
          </p:cNvPicPr>
          <p:nvPr/>
        </p:nvPicPr>
        <p:blipFill>
          <a:blip r:embed="rId3"/>
          <a:stretch>
            <a:fillRect/>
          </a:stretch>
        </p:blipFill>
        <p:spPr>
          <a:xfrm>
            <a:off x="6483859" y="2367093"/>
            <a:ext cx="4981310" cy="2123814"/>
          </a:xfrm>
          <a:prstGeom prst="rect">
            <a:avLst/>
          </a:prstGeom>
        </p:spPr>
      </p:pic>
      <p:pic>
        <p:nvPicPr>
          <p:cNvPr id="6" name="图片 5">
            <a:extLst>
              <a:ext uri="{FF2B5EF4-FFF2-40B4-BE49-F238E27FC236}">
                <a16:creationId xmlns:a16="http://schemas.microsoft.com/office/drawing/2014/main" id="{53B9EB30-A2BA-A609-732C-9F30A29B289E}"/>
              </a:ext>
            </a:extLst>
          </p:cNvPr>
          <p:cNvPicPr>
            <a:picLocks noChangeAspect="1"/>
          </p:cNvPicPr>
          <p:nvPr/>
        </p:nvPicPr>
        <p:blipFill>
          <a:blip r:embed="rId4"/>
          <a:stretch>
            <a:fillRect/>
          </a:stretch>
        </p:blipFill>
        <p:spPr>
          <a:xfrm>
            <a:off x="927422" y="1856935"/>
            <a:ext cx="4555335" cy="2880101"/>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0F253D1-F6A0-4415-A938-F6FDF8959AEB}"/>
                  </a:ext>
                </a:extLst>
              </p:cNvPr>
              <p:cNvSpPr/>
              <p:nvPr/>
            </p:nvSpPr>
            <p:spPr>
              <a:xfrm>
                <a:off x="2864207" y="5232228"/>
                <a:ext cx="1009379" cy="5911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mtClean="0">
                          <a:latin typeface="Cambria Math" panose="02040503050406030204" pitchFamily="18" charset="0"/>
                        </a:rPr>
                        <m:t>∠</m:t>
                      </m:r>
                      <m:r>
                        <m:rPr>
                          <m:sty m:val="p"/>
                        </m:rPr>
                        <a:rPr lang="zh-CN" altLang="en-US" i="0">
                          <a:latin typeface="Cambria Math" panose="02040503050406030204" pitchFamily="18" charset="0"/>
                        </a:rPr>
                        <m:t>A</m:t>
                      </m:r>
                      <m:r>
                        <a:rPr lang="zh-CN" altLang="en-US" i="0">
                          <a:latin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m:rPr>
                              <m:sty m:val="p"/>
                            </m:rPr>
                            <a:rPr lang="el-GR" altLang="zh-CN" i="1" smtClean="0">
                              <a:latin typeface="Cambria Math" panose="02040503050406030204" pitchFamily="18" charset="0"/>
                              <a:ea typeface="Cambria Math" panose="02040503050406030204" pitchFamily="18" charset="0"/>
                            </a:rPr>
                            <m:t>α</m:t>
                          </m:r>
                        </m:num>
                        <m:den>
                          <m:r>
                            <a:rPr lang="en-US" altLang="zh-CN" b="0" i="1" smtClean="0">
                              <a:latin typeface="Cambria Math" panose="02040503050406030204" pitchFamily="18" charset="0"/>
                              <a:ea typeface="Cambria Math" panose="02040503050406030204" pitchFamily="18" charset="0"/>
                            </a:rPr>
                            <m:t>2</m:t>
                          </m:r>
                        </m:den>
                      </m:f>
                    </m:oMath>
                  </m:oMathPara>
                </a14:m>
                <a:endParaRPr lang="zh-CN" altLang="en-US" dirty="0"/>
              </a:p>
            </p:txBody>
          </p:sp>
        </mc:Choice>
        <mc:Fallback xmlns="">
          <p:sp>
            <p:nvSpPr>
              <p:cNvPr id="7" name="矩形 6">
                <a:extLst>
                  <a:ext uri="{FF2B5EF4-FFF2-40B4-BE49-F238E27FC236}">
                    <a16:creationId xmlns:a16="http://schemas.microsoft.com/office/drawing/2014/main" id="{50F253D1-F6A0-4415-A938-F6FDF8959AEB}"/>
                  </a:ext>
                </a:extLst>
              </p:cNvPr>
              <p:cNvSpPr>
                <a:spLocks noRot="1" noChangeAspect="1" noMove="1" noResize="1" noEditPoints="1" noAdjustHandles="1" noChangeArrowheads="1" noChangeShapeType="1" noTextEdit="1"/>
              </p:cNvSpPr>
              <p:nvPr/>
            </p:nvSpPr>
            <p:spPr>
              <a:xfrm>
                <a:off x="2864207" y="5232228"/>
                <a:ext cx="1009379" cy="591187"/>
              </a:xfrm>
              <a:prstGeom prst="rect">
                <a:avLst/>
              </a:prstGeom>
              <a:blipFill>
                <a:blip r:embed="rId5"/>
                <a:stretch>
                  <a:fillRect b="-4167"/>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3A2DFC94-6ACD-1F7C-C30C-6BBBBA511BFB}"/>
              </a:ext>
            </a:extLst>
          </p:cNvPr>
          <p:cNvGrpSpPr/>
          <p:nvPr/>
        </p:nvGrpSpPr>
        <p:grpSpPr>
          <a:xfrm>
            <a:off x="-5664" y="234087"/>
            <a:ext cx="12197666" cy="491115"/>
            <a:chOff x="-5664" y="377519"/>
            <a:chExt cx="12197666" cy="491115"/>
          </a:xfrm>
        </p:grpSpPr>
        <p:sp>
          <p:nvSpPr>
            <p:cNvPr id="9" name="矩形 8">
              <a:extLst>
                <a:ext uri="{FF2B5EF4-FFF2-40B4-BE49-F238E27FC236}">
                  <a16:creationId xmlns:a16="http://schemas.microsoft.com/office/drawing/2014/main" id="{B97F53D0-15CC-99D5-3947-EEA8547ED51A}"/>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10" name="圆角矩形 9">
              <a:extLst>
                <a:ext uri="{FF2B5EF4-FFF2-40B4-BE49-F238E27FC236}">
                  <a16:creationId xmlns:a16="http://schemas.microsoft.com/office/drawing/2014/main" id="{8C6FABC3-5A76-7D23-C73E-18B523E29FFE}"/>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11" name="文本框 10">
              <a:extLst>
                <a:ext uri="{FF2B5EF4-FFF2-40B4-BE49-F238E27FC236}">
                  <a16:creationId xmlns:a16="http://schemas.microsoft.com/office/drawing/2014/main" id="{1EF6D028-8307-BBA3-0D3B-4BC35CA8EC7D}"/>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12" name="矩形 11">
              <a:extLst>
                <a:ext uri="{FF2B5EF4-FFF2-40B4-BE49-F238E27FC236}">
                  <a16:creationId xmlns:a16="http://schemas.microsoft.com/office/drawing/2014/main" id="{3B9DC946-3376-1BB6-5148-F29E76063144}"/>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13" name="组 398">
              <a:extLst>
                <a:ext uri="{FF2B5EF4-FFF2-40B4-BE49-F238E27FC236}">
                  <a16:creationId xmlns:a16="http://schemas.microsoft.com/office/drawing/2014/main" id="{662929C8-20EC-A82F-CDA5-FA70847C53E5}"/>
                </a:ext>
              </a:extLst>
            </p:cNvPr>
            <p:cNvGrpSpPr/>
            <p:nvPr/>
          </p:nvGrpSpPr>
          <p:grpSpPr>
            <a:xfrm>
              <a:off x="11454106" y="380935"/>
              <a:ext cx="737892" cy="484288"/>
              <a:chOff x="11454105" y="252856"/>
              <a:chExt cx="737892" cy="484288"/>
            </a:xfrm>
          </p:grpSpPr>
          <p:grpSp>
            <p:nvGrpSpPr>
              <p:cNvPr id="14" name="组 400">
                <a:extLst>
                  <a:ext uri="{FF2B5EF4-FFF2-40B4-BE49-F238E27FC236}">
                    <a16:creationId xmlns:a16="http://schemas.microsoft.com/office/drawing/2014/main" id="{56A5D551-0510-FCFE-733E-9BC5A1822E08}"/>
                  </a:ext>
                </a:extLst>
              </p:cNvPr>
              <p:cNvGrpSpPr/>
              <p:nvPr/>
            </p:nvGrpSpPr>
            <p:grpSpPr>
              <a:xfrm>
                <a:off x="12039604" y="252856"/>
                <a:ext cx="152393" cy="484287"/>
                <a:chOff x="12039604" y="252856"/>
                <a:chExt cx="152393" cy="484287"/>
              </a:xfrm>
            </p:grpSpPr>
            <p:sp>
              <p:nvSpPr>
                <p:cNvPr id="18" name="圆角矩形 17">
                  <a:extLst>
                    <a:ext uri="{FF2B5EF4-FFF2-40B4-BE49-F238E27FC236}">
                      <a16:creationId xmlns:a16="http://schemas.microsoft.com/office/drawing/2014/main" id="{AD13E44D-2D5B-48BB-5BF9-220BAACF9D93}"/>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9" name="圆角矩形 18">
                  <a:extLst>
                    <a:ext uri="{FF2B5EF4-FFF2-40B4-BE49-F238E27FC236}">
                      <a16:creationId xmlns:a16="http://schemas.microsoft.com/office/drawing/2014/main" id="{E89649A4-27E3-E392-7AFD-F4F0DD4149A5}"/>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0" name="圆角矩形 19">
                  <a:extLst>
                    <a:ext uri="{FF2B5EF4-FFF2-40B4-BE49-F238E27FC236}">
                      <a16:creationId xmlns:a16="http://schemas.microsoft.com/office/drawing/2014/main" id="{2FD20A98-07C8-88A4-139F-FF2E2421281A}"/>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1" name="圆角矩形 20">
                  <a:extLst>
                    <a:ext uri="{FF2B5EF4-FFF2-40B4-BE49-F238E27FC236}">
                      <a16:creationId xmlns:a16="http://schemas.microsoft.com/office/drawing/2014/main" id="{4DF3A495-773A-4D11-9A60-FE8AC350F87E}"/>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2" name="圆角矩形 21">
                  <a:extLst>
                    <a:ext uri="{FF2B5EF4-FFF2-40B4-BE49-F238E27FC236}">
                      <a16:creationId xmlns:a16="http://schemas.microsoft.com/office/drawing/2014/main" id="{19D1BAA8-15D0-F9C1-570B-E731CC1AD96C}"/>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15" name="组合 99">
                <a:extLst>
                  <a:ext uri="{FF2B5EF4-FFF2-40B4-BE49-F238E27FC236}">
                    <a16:creationId xmlns:a16="http://schemas.microsoft.com/office/drawing/2014/main" id="{AC7011B9-054E-7C4D-8EC4-76A40FE9C5D3}"/>
                  </a:ext>
                </a:extLst>
              </p:cNvPr>
              <p:cNvGrpSpPr/>
              <p:nvPr/>
            </p:nvGrpSpPr>
            <p:grpSpPr>
              <a:xfrm>
                <a:off x="11454105" y="252857"/>
                <a:ext cx="491115" cy="484287"/>
                <a:chOff x="1528923" y="220268"/>
                <a:chExt cx="1284096" cy="1266241"/>
              </a:xfrm>
            </p:grpSpPr>
            <p:sp>
              <p:nvSpPr>
                <p:cNvPr id="16" name="圆角矩形 15">
                  <a:extLst>
                    <a:ext uri="{FF2B5EF4-FFF2-40B4-BE49-F238E27FC236}">
                      <a16:creationId xmlns:a16="http://schemas.microsoft.com/office/drawing/2014/main" id="{E3D05253-E8E0-1DB5-19EB-24AFA33AAF8C}"/>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7" name="Freeform 96">
                  <a:extLst>
                    <a:ext uri="{FF2B5EF4-FFF2-40B4-BE49-F238E27FC236}">
                      <a16:creationId xmlns:a16="http://schemas.microsoft.com/office/drawing/2014/main" id="{FEA89E14-314C-25A5-F9F2-6ABF5D432242}"/>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sp>
        <p:nvSpPr>
          <p:cNvPr id="23" name="矩形 22">
            <a:extLst>
              <a:ext uri="{FF2B5EF4-FFF2-40B4-BE49-F238E27FC236}">
                <a16:creationId xmlns:a16="http://schemas.microsoft.com/office/drawing/2014/main" id="{BE9B36AB-2236-2BE6-A11A-700EB115A250}"/>
              </a:ext>
            </a:extLst>
          </p:cNvPr>
          <p:cNvSpPr/>
          <p:nvPr/>
        </p:nvSpPr>
        <p:spPr>
          <a:xfrm>
            <a:off x="180429" y="819855"/>
            <a:ext cx="2161169"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3.0 </a:t>
            </a:r>
            <a:r>
              <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光路图</a:t>
            </a:r>
          </a:p>
        </p:txBody>
      </p:sp>
      <p:sp>
        <p:nvSpPr>
          <p:cNvPr id="24" name="圆角矩形 23">
            <a:extLst>
              <a:ext uri="{FF2B5EF4-FFF2-40B4-BE49-F238E27FC236}">
                <a16:creationId xmlns:a16="http://schemas.microsoft.com/office/drawing/2014/main" id="{2254E7C7-BAF4-732F-AAFF-DF1BDD0D371C}"/>
              </a:ext>
            </a:extLst>
          </p:cNvPr>
          <p:cNvSpPr/>
          <p:nvPr/>
        </p:nvSpPr>
        <p:spPr>
          <a:xfrm>
            <a:off x="6096000" y="2105247"/>
            <a:ext cx="3919870" cy="2631789"/>
          </a:xfrm>
          <a:prstGeom prst="roundRect">
            <a:avLst/>
          </a:prstGeom>
          <a:noFill/>
          <a:ln>
            <a:solidFill>
              <a:schemeClr val="tx1"/>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978945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8C8D420F-11AC-1E08-3CE8-57728E57A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7040" y="1665206"/>
            <a:ext cx="7772400" cy="4907227"/>
          </a:xfrm>
          <a:prstGeom prst="rect">
            <a:avLst/>
          </a:prstGeom>
        </p:spPr>
      </p:pic>
      <p:sp>
        <p:nvSpPr>
          <p:cNvPr id="5" name="灯片编号占位符 4"/>
          <p:cNvSpPr>
            <a:spLocks noGrp="1"/>
          </p:cNvSpPr>
          <p:nvPr>
            <p:ph type="sldNum" sz="quarter" idx="12"/>
          </p:nvPr>
        </p:nvSpPr>
        <p:spPr>
          <a:xfrm>
            <a:off x="8540412" y="6645975"/>
            <a:ext cx="2743200" cy="365125"/>
          </a:xfrm>
        </p:spPr>
        <p:txBody>
          <a:bodyPr/>
          <a:lstStyle/>
          <a:p>
            <a:fld id="{888F8D02-9041-4C59-BC62-13DE0E5C6713}" type="slidenum">
              <a:rPr lang="zh-CN" altLang="en-US" sz="1600" b="1" smtClean="0"/>
              <a:t>10</a:t>
            </a:fld>
            <a:endParaRPr lang="zh-CN" altLang="en-US" sz="1600" b="1" dirty="0"/>
          </a:p>
        </p:txBody>
      </p:sp>
      <p:sp>
        <p:nvSpPr>
          <p:cNvPr id="31" name="圆角矩形 30"/>
          <p:cNvSpPr/>
          <p:nvPr/>
        </p:nvSpPr>
        <p:spPr>
          <a:xfrm>
            <a:off x="5116673" y="2007622"/>
            <a:ext cx="1392767" cy="360362"/>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00FF"/>
              </a:solidFill>
            </a:endParaRPr>
          </a:p>
        </p:txBody>
      </p:sp>
      <p:grpSp>
        <p:nvGrpSpPr>
          <p:cNvPr id="22" name="组合 21">
            <a:extLst>
              <a:ext uri="{FF2B5EF4-FFF2-40B4-BE49-F238E27FC236}">
                <a16:creationId xmlns:a16="http://schemas.microsoft.com/office/drawing/2014/main" id="{B91B575E-AF57-B89E-F835-F0C5BCB86BDC}"/>
              </a:ext>
            </a:extLst>
          </p:cNvPr>
          <p:cNvGrpSpPr/>
          <p:nvPr/>
        </p:nvGrpSpPr>
        <p:grpSpPr>
          <a:xfrm rot="21333558">
            <a:off x="818588" y="1470421"/>
            <a:ext cx="4328583" cy="928979"/>
            <a:chOff x="1002177" y="1472160"/>
            <a:chExt cx="4328583" cy="928979"/>
          </a:xfrm>
        </p:grpSpPr>
        <p:sp>
          <p:nvSpPr>
            <p:cNvPr id="30" name="圆角矩形 29"/>
            <p:cNvSpPr/>
            <p:nvPr/>
          </p:nvSpPr>
          <p:spPr>
            <a:xfrm rot="340078">
              <a:off x="2911408" y="1530971"/>
              <a:ext cx="1474157" cy="360363"/>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00FF"/>
                </a:solidFill>
              </a:endParaRPr>
            </a:p>
          </p:txBody>
        </p:sp>
        <p:grpSp>
          <p:nvGrpSpPr>
            <p:cNvPr id="32" name="组合 31"/>
            <p:cNvGrpSpPr>
              <a:grpSpLocks/>
            </p:cNvGrpSpPr>
            <p:nvPr/>
          </p:nvGrpSpPr>
          <p:grpSpPr bwMode="auto">
            <a:xfrm>
              <a:off x="1002177" y="1472160"/>
              <a:ext cx="4328583" cy="928979"/>
              <a:chOff x="211138" y="1616294"/>
              <a:chExt cx="3246437" cy="928472"/>
            </a:xfrm>
          </p:grpSpPr>
          <p:sp>
            <p:nvSpPr>
              <p:cNvPr id="33" name="Line 8"/>
              <p:cNvSpPr>
                <a:spLocks noChangeShapeType="1"/>
              </p:cNvSpPr>
              <p:nvPr/>
            </p:nvSpPr>
            <p:spPr bwMode="auto">
              <a:xfrm>
                <a:off x="211138" y="2179641"/>
                <a:ext cx="3246437" cy="365125"/>
              </a:xfrm>
              <a:prstGeom prst="line">
                <a:avLst/>
              </a:prstGeom>
              <a:noFill/>
              <a:ln w="28575">
                <a:solidFill>
                  <a:srgbClr val="FF0000"/>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FF"/>
                  </a:solidFill>
                </a:endParaRPr>
              </a:p>
            </p:txBody>
          </p:sp>
          <p:sp>
            <p:nvSpPr>
              <p:cNvPr id="34" name="Text Box 13"/>
              <p:cNvSpPr txBox="1">
                <a:spLocks noChangeArrowheads="1"/>
              </p:cNvSpPr>
              <p:nvPr/>
            </p:nvSpPr>
            <p:spPr bwMode="auto">
              <a:xfrm rot="266442">
                <a:off x="1644528" y="1616294"/>
                <a:ext cx="1481138"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eaLnBrk="1" hangingPunct="1">
                  <a:spcBef>
                    <a:spcPct val="50000"/>
                  </a:spcBef>
                </a:pPr>
                <a:r>
                  <a:rPr lang="zh-CN" altLang="en-US" sz="2400" dirty="0">
                    <a:solidFill>
                      <a:srgbClr val="0000FF"/>
                    </a:solidFill>
                    <a:latin typeface="Times New Roman" pitchFamily="18" charset="0"/>
                    <a:ea typeface="华文楷体" pitchFamily="2" charset="-122"/>
                    <a:cs typeface="Times New Roman" pitchFamily="18" charset="0"/>
                  </a:rPr>
                  <a:t>平行光管</a:t>
                </a:r>
              </a:p>
            </p:txBody>
          </p:sp>
        </p:grpSp>
      </p:grpSp>
      <p:grpSp>
        <p:nvGrpSpPr>
          <p:cNvPr id="35" name="组合 34"/>
          <p:cNvGrpSpPr>
            <a:grpSpLocks/>
          </p:cNvGrpSpPr>
          <p:nvPr/>
        </p:nvGrpSpPr>
        <p:grpSpPr bwMode="auto">
          <a:xfrm>
            <a:off x="4933385" y="1944937"/>
            <a:ext cx="2334214" cy="1301699"/>
            <a:chOff x="2996693" y="2124034"/>
            <a:chExt cx="1754643" cy="1301615"/>
          </a:xfrm>
        </p:grpSpPr>
        <p:sp>
          <p:nvSpPr>
            <p:cNvPr id="36" name="Text Box 13"/>
            <p:cNvSpPr txBox="1">
              <a:spLocks noChangeArrowheads="1"/>
            </p:cNvSpPr>
            <p:nvPr/>
          </p:nvSpPr>
          <p:spPr bwMode="auto">
            <a:xfrm>
              <a:off x="3271786" y="2124034"/>
              <a:ext cx="1479550" cy="4619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eaLnBrk="1" hangingPunct="1">
                <a:spcBef>
                  <a:spcPct val="50000"/>
                </a:spcBef>
              </a:pPr>
              <a:r>
                <a:rPr lang="zh-CN" altLang="en-US" sz="2400" dirty="0">
                  <a:solidFill>
                    <a:srgbClr val="0000FF"/>
                  </a:solidFill>
                  <a:latin typeface="Times New Roman" pitchFamily="18" charset="0"/>
                  <a:ea typeface="华文楷体" pitchFamily="2" charset="-122"/>
                  <a:cs typeface="Times New Roman" pitchFamily="18" charset="0"/>
                </a:rPr>
                <a:t>载物台</a:t>
              </a:r>
            </a:p>
          </p:txBody>
        </p:sp>
        <p:sp>
          <p:nvSpPr>
            <p:cNvPr id="37" name="Oval 9"/>
            <p:cNvSpPr>
              <a:spLocks noChangeArrowheads="1"/>
            </p:cNvSpPr>
            <p:nvPr/>
          </p:nvSpPr>
          <p:spPr bwMode="auto">
            <a:xfrm rot="169408">
              <a:off x="2996693" y="2632255"/>
              <a:ext cx="1045990" cy="793394"/>
            </a:xfrm>
            <a:prstGeom prst="ellipse">
              <a:avLst/>
            </a:prstGeom>
            <a:solidFill>
              <a:srgbClr val="FF0000">
                <a:alpha val="23921"/>
              </a:srgbClr>
            </a:solidFill>
            <a:ln w="28575">
              <a:solidFill>
                <a:srgbClr val="FF0000"/>
              </a:solidFill>
              <a:round/>
              <a:headEnd/>
              <a:tailEnd/>
            </a:ln>
          </p:spPr>
          <p:txBody>
            <a:bodyPr wrap="none" anchor="ct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eaLnBrk="1" hangingPunct="1"/>
              <a:endParaRPr lang="zh-CN" altLang="en-US">
                <a:solidFill>
                  <a:srgbClr val="0000FF"/>
                </a:solidFill>
                <a:latin typeface="Times New Roman" pitchFamily="18" charset="0"/>
                <a:ea typeface="华文楷体" pitchFamily="2" charset="-122"/>
                <a:cs typeface="Times New Roman" pitchFamily="18" charset="0"/>
              </a:endParaRPr>
            </a:p>
          </p:txBody>
        </p:sp>
      </p:grpSp>
      <p:sp>
        <p:nvSpPr>
          <p:cNvPr id="38" name="圆角矩形 37"/>
          <p:cNvSpPr/>
          <p:nvPr/>
        </p:nvSpPr>
        <p:spPr>
          <a:xfrm>
            <a:off x="4343624" y="5767656"/>
            <a:ext cx="2159000" cy="360363"/>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00FF"/>
              </a:solidFill>
            </a:endParaRPr>
          </a:p>
        </p:txBody>
      </p:sp>
      <p:grpSp>
        <p:nvGrpSpPr>
          <p:cNvPr id="39" name="组合 38"/>
          <p:cNvGrpSpPr>
            <a:grpSpLocks/>
          </p:cNvGrpSpPr>
          <p:nvPr/>
        </p:nvGrpSpPr>
        <p:grpSpPr bwMode="auto">
          <a:xfrm>
            <a:off x="4603874" y="983576"/>
            <a:ext cx="2603500" cy="5247824"/>
            <a:chOff x="3096787" y="1808793"/>
            <a:chExt cx="1952625" cy="4577026"/>
          </a:xfrm>
        </p:grpSpPr>
        <p:sp>
          <p:nvSpPr>
            <p:cNvPr id="40" name="Line 11"/>
            <p:cNvSpPr>
              <a:spLocks noChangeShapeType="1"/>
            </p:cNvSpPr>
            <p:nvPr/>
          </p:nvSpPr>
          <p:spPr bwMode="auto">
            <a:xfrm flipH="1">
              <a:off x="3867150" y="1808793"/>
              <a:ext cx="31791" cy="4140000"/>
            </a:xfrm>
            <a:prstGeom prst="line">
              <a:avLst/>
            </a:prstGeom>
            <a:noFill/>
            <a:ln w="28575">
              <a:solidFill>
                <a:srgbClr val="FF0000"/>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FF"/>
                </a:solidFill>
              </a:endParaRPr>
            </a:p>
          </p:txBody>
        </p:sp>
        <p:sp>
          <p:nvSpPr>
            <p:cNvPr id="41" name="Text Box 17"/>
            <p:cNvSpPr txBox="1">
              <a:spLocks noChangeArrowheads="1"/>
            </p:cNvSpPr>
            <p:nvPr/>
          </p:nvSpPr>
          <p:spPr bwMode="auto">
            <a:xfrm>
              <a:off x="3096787" y="5923857"/>
              <a:ext cx="1952625" cy="4619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eaLnBrk="1" hangingPunct="1">
                <a:spcBef>
                  <a:spcPct val="50000"/>
                </a:spcBef>
              </a:pPr>
              <a:r>
                <a:rPr lang="zh-CN" altLang="en-US" sz="2400" dirty="0">
                  <a:solidFill>
                    <a:srgbClr val="0000FF"/>
                  </a:solidFill>
                  <a:latin typeface="Times New Roman" pitchFamily="18" charset="0"/>
                  <a:ea typeface="华文楷体" pitchFamily="2" charset="-122"/>
                  <a:cs typeface="Times New Roman" pitchFamily="18" charset="0"/>
                </a:rPr>
                <a:t>分光计主轴</a:t>
              </a:r>
            </a:p>
          </p:txBody>
        </p:sp>
      </p:grpSp>
      <p:sp>
        <p:nvSpPr>
          <p:cNvPr id="42" name="圆角矩形 41"/>
          <p:cNvSpPr/>
          <p:nvPr/>
        </p:nvSpPr>
        <p:spPr>
          <a:xfrm>
            <a:off x="7814160" y="1563741"/>
            <a:ext cx="1348732" cy="388937"/>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00FF"/>
              </a:solidFill>
            </a:endParaRPr>
          </a:p>
        </p:txBody>
      </p:sp>
      <p:grpSp>
        <p:nvGrpSpPr>
          <p:cNvPr id="43" name="组合 42"/>
          <p:cNvGrpSpPr>
            <a:grpSpLocks/>
          </p:cNvGrpSpPr>
          <p:nvPr/>
        </p:nvGrpSpPr>
        <p:grpSpPr bwMode="auto">
          <a:xfrm rot="19699964">
            <a:off x="6911771" y="1140116"/>
            <a:ext cx="3561939" cy="2227892"/>
            <a:chOff x="4580079" y="2696541"/>
            <a:chExt cx="2854325" cy="2339975"/>
          </a:xfrm>
        </p:grpSpPr>
        <p:sp>
          <p:nvSpPr>
            <p:cNvPr id="44" name="Line 8"/>
            <p:cNvSpPr>
              <a:spLocks noChangeShapeType="1"/>
            </p:cNvSpPr>
            <p:nvPr/>
          </p:nvSpPr>
          <p:spPr bwMode="auto">
            <a:xfrm>
              <a:off x="4580079" y="2696541"/>
              <a:ext cx="2854325" cy="2339975"/>
            </a:xfrm>
            <a:prstGeom prst="line">
              <a:avLst/>
            </a:prstGeom>
            <a:noFill/>
            <a:ln w="28575">
              <a:solidFill>
                <a:srgbClr val="FF0000"/>
              </a:solidFill>
              <a:prstDash val="lgDash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0000FF"/>
                </a:solidFill>
              </a:endParaRPr>
            </a:p>
          </p:txBody>
        </p:sp>
        <p:sp>
          <p:nvSpPr>
            <p:cNvPr id="45" name="Text Box 13"/>
            <p:cNvSpPr txBox="1">
              <a:spLocks noChangeArrowheads="1"/>
            </p:cNvSpPr>
            <p:nvPr/>
          </p:nvSpPr>
          <p:spPr bwMode="auto">
            <a:xfrm rot="1900036">
              <a:off x="5545931" y="3239551"/>
              <a:ext cx="1479550" cy="4619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eaLnBrk="1" hangingPunct="1">
                <a:spcBef>
                  <a:spcPct val="50000"/>
                </a:spcBef>
              </a:pPr>
              <a:r>
                <a:rPr lang="zh-CN" altLang="en-US" sz="2400" dirty="0">
                  <a:solidFill>
                    <a:srgbClr val="0000FF"/>
                  </a:solidFill>
                  <a:latin typeface="Times New Roman" pitchFamily="18" charset="0"/>
                  <a:ea typeface="华文楷体" pitchFamily="2" charset="-122"/>
                  <a:cs typeface="Times New Roman" pitchFamily="18" charset="0"/>
                </a:rPr>
                <a:t>望远镜</a:t>
              </a:r>
            </a:p>
          </p:txBody>
        </p:sp>
      </p:grpSp>
      <p:grpSp>
        <p:nvGrpSpPr>
          <p:cNvPr id="46" name="组合 45"/>
          <p:cNvGrpSpPr>
            <a:grpSpLocks/>
          </p:cNvGrpSpPr>
          <p:nvPr/>
        </p:nvGrpSpPr>
        <p:grpSpPr bwMode="auto">
          <a:xfrm>
            <a:off x="2403796" y="3314370"/>
            <a:ext cx="5334586" cy="980874"/>
            <a:chOff x="1158123" y="3333344"/>
            <a:chExt cx="3981176" cy="1818653"/>
          </a:xfrm>
        </p:grpSpPr>
        <p:sp>
          <p:nvSpPr>
            <p:cNvPr id="47" name="圆角矩形 46"/>
            <p:cNvSpPr/>
            <p:nvPr/>
          </p:nvSpPr>
          <p:spPr>
            <a:xfrm>
              <a:off x="1158123" y="3954241"/>
              <a:ext cx="1218405" cy="894010"/>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00FF"/>
                </a:solidFill>
              </a:endParaRPr>
            </a:p>
          </p:txBody>
        </p:sp>
        <p:sp>
          <p:nvSpPr>
            <p:cNvPr id="48" name="Text Box 10"/>
            <p:cNvSpPr txBox="1">
              <a:spLocks noChangeArrowheads="1"/>
            </p:cNvSpPr>
            <p:nvPr/>
          </p:nvSpPr>
          <p:spPr bwMode="auto">
            <a:xfrm>
              <a:off x="1198371" y="3939456"/>
              <a:ext cx="1137908" cy="4617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eaLnBrk="1" hangingPunct="1">
                <a:spcBef>
                  <a:spcPct val="50000"/>
                </a:spcBef>
              </a:pPr>
              <a:r>
                <a:rPr lang="zh-CN" altLang="en-US" sz="2400" dirty="0">
                  <a:solidFill>
                    <a:srgbClr val="0000FF"/>
                  </a:solidFill>
                  <a:latin typeface="楷体" pitchFamily="49" charset="-122"/>
                  <a:ea typeface="楷体" pitchFamily="49" charset="-122"/>
                </a:rPr>
                <a:t>角刻度盘</a:t>
              </a:r>
            </a:p>
          </p:txBody>
        </p:sp>
        <p:sp>
          <p:nvSpPr>
            <p:cNvPr id="49" name="弧形 48"/>
            <p:cNvSpPr/>
            <p:nvPr/>
          </p:nvSpPr>
          <p:spPr>
            <a:xfrm rot="150428">
              <a:off x="2585041" y="3453482"/>
              <a:ext cx="1979691" cy="1263094"/>
            </a:xfrm>
            <a:prstGeom prst="arc">
              <a:avLst>
                <a:gd name="adj1" fmla="val 5153779"/>
                <a:gd name="adj2" fmla="val 11635469"/>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0000FF"/>
                </a:solidFill>
              </a:endParaRPr>
            </a:p>
          </p:txBody>
        </p:sp>
        <p:sp>
          <p:nvSpPr>
            <p:cNvPr id="50" name="弧形 49"/>
            <p:cNvSpPr/>
            <p:nvPr/>
          </p:nvSpPr>
          <p:spPr>
            <a:xfrm rot="150428">
              <a:off x="2403743" y="3333344"/>
              <a:ext cx="2735556" cy="1818653"/>
            </a:xfrm>
            <a:prstGeom prst="arc">
              <a:avLst>
                <a:gd name="adj1" fmla="val 12001762"/>
                <a:gd name="adj2" fmla="val 14424847"/>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0000FF"/>
                </a:solidFill>
              </a:endParaRPr>
            </a:p>
          </p:txBody>
        </p:sp>
      </p:grpSp>
      <p:grpSp>
        <p:nvGrpSpPr>
          <p:cNvPr id="51" name="组合 50"/>
          <p:cNvGrpSpPr>
            <a:grpSpLocks/>
          </p:cNvGrpSpPr>
          <p:nvPr/>
        </p:nvGrpSpPr>
        <p:grpSpPr bwMode="auto">
          <a:xfrm>
            <a:off x="2873659" y="4898739"/>
            <a:ext cx="2001708" cy="461962"/>
            <a:chOff x="1464090" y="5077785"/>
            <a:chExt cx="1501072" cy="461992"/>
          </a:xfrm>
        </p:grpSpPr>
        <p:sp>
          <p:nvSpPr>
            <p:cNvPr id="52" name="圆角矩形 51"/>
            <p:cNvSpPr/>
            <p:nvPr/>
          </p:nvSpPr>
          <p:spPr bwMode="auto">
            <a:xfrm>
              <a:off x="1464090" y="5142876"/>
              <a:ext cx="719038" cy="360386"/>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00FF"/>
                </a:solidFill>
              </a:endParaRPr>
            </a:p>
          </p:txBody>
        </p:sp>
        <p:sp>
          <p:nvSpPr>
            <p:cNvPr id="53" name="Text Box 13"/>
            <p:cNvSpPr txBox="1">
              <a:spLocks noChangeArrowheads="1"/>
            </p:cNvSpPr>
            <p:nvPr/>
          </p:nvSpPr>
          <p:spPr bwMode="auto">
            <a:xfrm>
              <a:off x="1485818" y="5077785"/>
              <a:ext cx="1479344" cy="4619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eaLnBrk="1" hangingPunct="1">
                <a:spcBef>
                  <a:spcPct val="50000"/>
                </a:spcBef>
              </a:pPr>
              <a:r>
                <a:rPr lang="zh-CN" altLang="en-US" sz="2400" dirty="0">
                  <a:solidFill>
                    <a:srgbClr val="0000FF"/>
                  </a:solidFill>
                  <a:latin typeface="Times New Roman" pitchFamily="18" charset="0"/>
                  <a:ea typeface="华文楷体" pitchFamily="2" charset="-122"/>
                  <a:cs typeface="Times New Roman" pitchFamily="18" charset="0"/>
                </a:rPr>
                <a:t>底座</a:t>
              </a:r>
            </a:p>
          </p:txBody>
        </p:sp>
      </p:grpSp>
      <p:sp>
        <p:nvSpPr>
          <p:cNvPr id="54" name="Text Box 5"/>
          <p:cNvSpPr txBox="1">
            <a:spLocks noChangeArrowheads="1"/>
          </p:cNvSpPr>
          <p:nvPr/>
        </p:nvSpPr>
        <p:spPr bwMode="auto">
          <a:xfrm>
            <a:off x="7493759" y="5994488"/>
            <a:ext cx="2093306" cy="539750"/>
          </a:xfrm>
          <a:prstGeom prst="rect">
            <a:avLst/>
          </a:prstGeom>
          <a:solidFill>
            <a:schemeClr val="bg1"/>
          </a:solidFill>
          <a:ln w="9525">
            <a:no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2"/>
                </a:solidFill>
                <a:latin typeface="Arial" pitchFamily="34" charset="0"/>
                <a:ea typeface="黑体" pitchFamily="49" charset="-122"/>
              </a:defRPr>
            </a:lvl1pPr>
            <a:lvl2pPr marL="742950" indent="-285750">
              <a:defRPr sz="3200" b="1">
                <a:solidFill>
                  <a:schemeClr val="tx2"/>
                </a:solidFill>
                <a:latin typeface="Arial" pitchFamily="34" charset="0"/>
                <a:ea typeface="黑体" pitchFamily="49" charset="-122"/>
              </a:defRPr>
            </a:lvl2pPr>
            <a:lvl3pPr marL="1143000" indent="-228600">
              <a:defRPr sz="3200" b="1">
                <a:solidFill>
                  <a:schemeClr val="tx2"/>
                </a:solidFill>
                <a:latin typeface="Arial" pitchFamily="34" charset="0"/>
                <a:ea typeface="黑体" pitchFamily="49" charset="-122"/>
              </a:defRPr>
            </a:lvl3pPr>
            <a:lvl4pPr marL="1600200" indent="-228600">
              <a:defRPr sz="3200" b="1">
                <a:solidFill>
                  <a:schemeClr val="tx2"/>
                </a:solidFill>
                <a:latin typeface="Arial" pitchFamily="34" charset="0"/>
                <a:ea typeface="黑体" pitchFamily="49" charset="-122"/>
              </a:defRPr>
            </a:lvl4pPr>
            <a:lvl5pPr marL="2057400" indent="-228600">
              <a:defRPr sz="3200" b="1">
                <a:solidFill>
                  <a:schemeClr val="tx2"/>
                </a:solidFill>
                <a:latin typeface="Arial" pitchFamily="34" charset="0"/>
                <a:ea typeface="黑体" pitchFamily="49" charset="-122"/>
              </a:defRPr>
            </a:lvl5pPr>
            <a:lvl6pPr marL="2514600" indent="-228600" eaLnBrk="0" fontAlgn="base" hangingPunct="0">
              <a:spcBef>
                <a:spcPct val="0"/>
              </a:spcBef>
              <a:spcAft>
                <a:spcPct val="0"/>
              </a:spcAft>
              <a:defRPr sz="3200" b="1">
                <a:solidFill>
                  <a:schemeClr val="tx2"/>
                </a:solidFill>
                <a:latin typeface="Arial" pitchFamily="34" charset="0"/>
                <a:ea typeface="黑体" pitchFamily="49" charset="-122"/>
              </a:defRPr>
            </a:lvl6pPr>
            <a:lvl7pPr marL="2971800" indent="-228600" eaLnBrk="0" fontAlgn="base" hangingPunct="0">
              <a:spcBef>
                <a:spcPct val="0"/>
              </a:spcBef>
              <a:spcAft>
                <a:spcPct val="0"/>
              </a:spcAft>
              <a:defRPr sz="3200" b="1">
                <a:solidFill>
                  <a:schemeClr val="tx2"/>
                </a:solidFill>
                <a:latin typeface="Arial" pitchFamily="34" charset="0"/>
                <a:ea typeface="黑体" pitchFamily="49" charset="-122"/>
              </a:defRPr>
            </a:lvl7pPr>
            <a:lvl8pPr marL="3429000" indent="-228600" eaLnBrk="0" fontAlgn="base" hangingPunct="0">
              <a:spcBef>
                <a:spcPct val="0"/>
              </a:spcBef>
              <a:spcAft>
                <a:spcPct val="0"/>
              </a:spcAft>
              <a:defRPr sz="3200" b="1">
                <a:solidFill>
                  <a:schemeClr val="tx2"/>
                </a:solidFill>
                <a:latin typeface="Arial" pitchFamily="34" charset="0"/>
                <a:ea typeface="黑体" pitchFamily="49" charset="-122"/>
              </a:defRPr>
            </a:lvl8pPr>
            <a:lvl9pPr marL="3886200" indent="-228600" eaLnBrk="0" fontAlgn="base" hangingPunct="0">
              <a:spcBef>
                <a:spcPct val="0"/>
              </a:spcBef>
              <a:spcAft>
                <a:spcPct val="0"/>
              </a:spcAft>
              <a:defRPr sz="3200" b="1">
                <a:solidFill>
                  <a:schemeClr val="tx2"/>
                </a:solidFill>
                <a:latin typeface="Arial" pitchFamily="34" charset="0"/>
                <a:ea typeface="黑体" pitchFamily="49" charset="-122"/>
              </a:defRPr>
            </a:lvl9pPr>
          </a:lstStyle>
          <a:p>
            <a:pPr algn="ctr" eaLnBrk="1" hangingPunct="1">
              <a:spcBef>
                <a:spcPct val="50000"/>
              </a:spcBef>
            </a:pPr>
            <a:r>
              <a:rPr lang="zh-CN" altLang="en-US" sz="2800" dirty="0">
                <a:solidFill>
                  <a:schemeClr val="tx1"/>
                </a:solidFill>
                <a:latin typeface="华文楷体" pitchFamily="2" charset="-122"/>
                <a:ea typeface="华文楷体" pitchFamily="2" charset="-122"/>
              </a:rPr>
              <a:t>分光计</a:t>
            </a:r>
          </a:p>
        </p:txBody>
      </p:sp>
      <p:grpSp>
        <p:nvGrpSpPr>
          <p:cNvPr id="2" name="组合 1">
            <a:extLst>
              <a:ext uri="{FF2B5EF4-FFF2-40B4-BE49-F238E27FC236}">
                <a16:creationId xmlns:a16="http://schemas.microsoft.com/office/drawing/2014/main" id="{2C090278-48BB-B3ED-1744-42C52FB79D01}"/>
              </a:ext>
            </a:extLst>
          </p:cNvPr>
          <p:cNvGrpSpPr/>
          <p:nvPr/>
        </p:nvGrpSpPr>
        <p:grpSpPr>
          <a:xfrm>
            <a:off x="-5664" y="234087"/>
            <a:ext cx="12197666" cy="491115"/>
            <a:chOff x="-5664" y="377519"/>
            <a:chExt cx="12197666" cy="491115"/>
          </a:xfrm>
        </p:grpSpPr>
        <p:sp>
          <p:nvSpPr>
            <p:cNvPr id="3" name="矩形 2">
              <a:extLst>
                <a:ext uri="{FF2B5EF4-FFF2-40B4-BE49-F238E27FC236}">
                  <a16:creationId xmlns:a16="http://schemas.microsoft.com/office/drawing/2014/main" id="{91BA7A46-C077-E042-236C-C52814753006}"/>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 name="圆角矩形 3">
              <a:extLst>
                <a:ext uri="{FF2B5EF4-FFF2-40B4-BE49-F238E27FC236}">
                  <a16:creationId xmlns:a16="http://schemas.microsoft.com/office/drawing/2014/main" id="{E774130A-330C-B4E3-1325-BAB69B9F1B34}"/>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6" name="文本框 5">
              <a:extLst>
                <a:ext uri="{FF2B5EF4-FFF2-40B4-BE49-F238E27FC236}">
                  <a16:creationId xmlns:a16="http://schemas.microsoft.com/office/drawing/2014/main" id="{16CFA9EC-82F5-96C6-E04E-9E913B62F0AF}"/>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7" name="矩形 6">
              <a:extLst>
                <a:ext uri="{FF2B5EF4-FFF2-40B4-BE49-F238E27FC236}">
                  <a16:creationId xmlns:a16="http://schemas.microsoft.com/office/drawing/2014/main" id="{A95AF1BF-22C7-F745-4374-DEE72387850B}"/>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8" name="组 398">
              <a:extLst>
                <a:ext uri="{FF2B5EF4-FFF2-40B4-BE49-F238E27FC236}">
                  <a16:creationId xmlns:a16="http://schemas.microsoft.com/office/drawing/2014/main" id="{05F21D42-1669-D750-794F-C6A30EC97460}"/>
                </a:ext>
              </a:extLst>
            </p:cNvPr>
            <p:cNvGrpSpPr/>
            <p:nvPr/>
          </p:nvGrpSpPr>
          <p:grpSpPr>
            <a:xfrm>
              <a:off x="11454106" y="380935"/>
              <a:ext cx="737892" cy="484288"/>
              <a:chOff x="11454105" y="252856"/>
              <a:chExt cx="737892" cy="484288"/>
            </a:xfrm>
          </p:grpSpPr>
          <p:grpSp>
            <p:nvGrpSpPr>
              <p:cNvPr id="9" name="组 400">
                <a:extLst>
                  <a:ext uri="{FF2B5EF4-FFF2-40B4-BE49-F238E27FC236}">
                    <a16:creationId xmlns:a16="http://schemas.microsoft.com/office/drawing/2014/main" id="{CBB31C9B-3D84-BE4A-1747-39E68D326901}"/>
                  </a:ext>
                </a:extLst>
              </p:cNvPr>
              <p:cNvGrpSpPr/>
              <p:nvPr/>
            </p:nvGrpSpPr>
            <p:grpSpPr>
              <a:xfrm>
                <a:off x="12039604" y="252856"/>
                <a:ext cx="152393" cy="484287"/>
                <a:chOff x="12039604" y="252856"/>
                <a:chExt cx="152393" cy="484287"/>
              </a:xfrm>
            </p:grpSpPr>
            <p:sp>
              <p:nvSpPr>
                <p:cNvPr id="13" name="圆角矩形 12">
                  <a:extLst>
                    <a:ext uri="{FF2B5EF4-FFF2-40B4-BE49-F238E27FC236}">
                      <a16:creationId xmlns:a16="http://schemas.microsoft.com/office/drawing/2014/main" id="{04A397D9-4905-1E58-CD15-4A402117CDDD}"/>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4" name="圆角矩形 13">
                  <a:extLst>
                    <a:ext uri="{FF2B5EF4-FFF2-40B4-BE49-F238E27FC236}">
                      <a16:creationId xmlns:a16="http://schemas.microsoft.com/office/drawing/2014/main" id="{891BF881-CDA7-9A43-495E-DA50A034F602}"/>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5" name="圆角矩形 14">
                  <a:extLst>
                    <a:ext uri="{FF2B5EF4-FFF2-40B4-BE49-F238E27FC236}">
                      <a16:creationId xmlns:a16="http://schemas.microsoft.com/office/drawing/2014/main" id="{C2BC7D7A-086D-B906-CC47-6C0A38EC6C41}"/>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6" name="圆角矩形 15">
                  <a:extLst>
                    <a:ext uri="{FF2B5EF4-FFF2-40B4-BE49-F238E27FC236}">
                      <a16:creationId xmlns:a16="http://schemas.microsoft.com/office/drawing/2014/main" id="{0C9D34DD-0E79-78F2-2C3E-695BF3060BD4}"/>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7" name="圆角矩形 16">
                  <a:extLst>
                    <a:ext uri="{FF2B5EF4-FFF2-40B4-BE49-F238E27FC236}">
                      <a16:creationId xmlns:a16="http://schemas.microsoft.com/office/drawing/2014/main" id="{6E4F855D-421E-D686-192C-5BF3D6F00BE3}"/>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10" name="组合 99">
                <a:extLst>
                  <a:ext uri="{FF2B5EF4-FFF2-40B4-BE49-F238E27FC236}">
                    <a16:creationId xmlns:a16="http://schemas.microsoft.com/office/drawing/2014/main" id="{1844FCF1-C62F-5E5A-BAD2-A3A23E53C972}"/>
                  </a:ext>
                </a:extLst>
              </p:cNvPr>
              <p:cNvGrpSpPr/>
              <p:nvPr/>
            </p:nvGrpSpPr>
            <p:grpSpPr>
              <a:xfrm>
                <a:off x="11454105" y="252857"/>
                <a:ext cx="491115" cy="484287"/>
                <a:chOff x="1528923" y="220268"/>
                <a:chExt cx="1284096" cy="1266241"/>
              </a:xfrm>
            </p:grpSpPr>
            <p:sp>
              <p:nvSpPr>
                <p:cNvPr id="11" name="圆角矩形 10">
                  <a:extLst>
                    <a:ext uri="{FF2B5EF4-FFF2-40B4-BE49-F238E27FC236}">
                      <a16:creationId xmlns:a16="http://schemas.microsoft.com/office/drawing/2014/main" id="{505C87C9-B286-86FE-7414-FAA3E74C88A8}"/>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2" name="Freeform 96">
                  <a:extLst>
                    <a:ext uri="{FF2B5EF4-FFF2-40B4-BE49-F238E27FC236}">
                      <a16:creationId xmlns:a16="http://schemas.microsoft.com/office/drawing/2014/main" id="{E8D4EEF9-8414-8A81-C7C4-B1C3E947510B}"/>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sp>
        <p:nvSpPr>
          <p:cNvPr id="18" name="矩形 17">
            <a:extLst>
              <a:ext uri="{FF2B5EF4-FFF2-40B4-BE49-F238E27FC236}">
                <a16:creationId xmlns:a16="http://schemas.microsoft.com/office/drawing/2014/main" id="{A454B44A-82B9-0D5F-1AE5-FEEC64CC9F3D}"/>
              </a:ext>
            </a:extLst>
          </p:cNvPr>
          <p:cNvSpPr/>
          <p:nvPr/>
        </p:nvSpPr>
        <p:spPr>
          <a:xfrm>
            <a:off x="180429" y="819855"/>
            <a:ext cx="2954020" cy="5835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3.1 </a:t>
            </a:r>
            <a:r>
              <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分光计结构</a:t>
            </a:r>
          </a:p>
        </p:txBody>
      </p:sp>
    </p:spTree>
    <p:extLst>
      <p:ext uri="{BB962C8B-B14F-4D97-AF65-F5344CB8AC3E}">
        <p14:creationId xmlns:p14="http://schemas.microsoft.com/office/powerpoint/2010/main" val="348202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down)">
                                      <p:cBhvr>
                                        <p:cTn id="10" dur="500"/>
                                        <p:tgtEl>
                                          <p:spTgt spid="4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down)">
                                      <p:cBhvr>
                                        <p:cTn id="15" dur="500"/>
                                        <p:tgtEl>
                                          <p:spTgt spid="3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down)">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p:tgtEl>
                                          <p:spTgt spid="22"/>
                                        </p:tgtEl>
                                        <p:attrNameLst>
                                          <p:attrName>ppt_y</p:attrName>
                                        </p:attrNameLst>
                                      </p:cBhvr>
                                      <p:tavLst>
                                        <p:tav tm="0">
                                          <p:val>
                                            <p:strVal val="#ppt_y+#ppt_h*1.125000"/>
                                          </p:val>
                                        </p:tav>
                                        <p:tav tm="100000">
                                          <p:val>
                                            <p:strVal val="#ppt_y"/>
                                          </p:val>
                                        </p:tav>
                                      </p:tavLst>
                                    </p:anim>
                                    <p:animEffect transition="in" filter="wipe(up)">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wipe(down)">
                                      <p:cBhvr>
                                        <p:cTn id="29" dur="500"/>
                                        <p:tgtEl>
                                          <p:spTgt spid="4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wipe(down)">
                                      <p:cBhvr>
                                        <p:cTn id="38" dur="500"/>
                                        <p:tgtEl>
                                          <p:spTgt spid="3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wipe(down)">
                                      <p:cBhvr>
                                        <p:cTn id="4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8" grpId="0" animBg="1"/>
      <p:bldP spid="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80429" y="819855"/>
            <a:ext cx="2954020" cy="5835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3.1 </a:t>
            </a:r>
            <a:r>
              <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分光计结构</a:t>
            </a:r>
          </a:p>
        </p:txBody>
      </p:sp>
      <p:sp>
        <p:nvSpPr>
          <p:cNvPr id="2" name="圆柱体 1">
            <a:extLst>
              <a:ext uri="{FF2B5EF4-FFF2-40B4-BE49-F238E27FC236}">
                <a16:creationId xmlns:a16="http://schemas.microsoft.com/office/drawing/2014/main" id="{45E02189-F4BD-1C71-BADA-AEB88B5A8B98}"/>
              </a:ext>
            </a:extLst>
          </p:cNvPr>
          <p:cNvSpPr/>
          <p:nvPr/>
        </p:nvSpPr>
        <p:spPr>
          <a:xfrm flipH="1">
            <a:off x="5034210" y="3262487"/>
            <a:ext cx="361533" cy="1293260"/>
          </a:xfrm>
          <a:prstGeom prst="can">
            <a:avLst>
              <a:gd name="adj" fmla="val 0"/>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Rectangle 15434">
            <a:extLst>
              <a:ext uri="{FF2B5EF4-FFF2-40B4-BE49-F238E27FC236}">
                <a16:creationId xmlns:a16="http://schemas.microsoft.com/office/drawing/2014/main" id="{7B06C4DE-2CA9-9EED-159E-3F4C4E2994B4}"/>
              </a:ext>
            </a:extLst>
          </p:cNvPr>
          <p:cNvSpPr>
            <a:spLocks/>
          </p:cNvSpPr>
          <p:nvPr/>
        </p:nvSpPr>
        <p:spPr bwMode="auto">
          <a:xfrm flipH="1">
            <a:off x="4950424" y="4220660"/>
            <a:ext cx="531951" cy="190713"/>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1" name="圆柱体 10">
            <a:extLst>
              <a:ext uri="{FF2B5EF4-FFF2-40B4-BE49-F238E27FC236}">
                <a16:creationId xmlns:a16="http://schemas.microsoft.com/office/drawing/2014/main" id="{9D08BBAD-2E74-E193-E0BD-18459998F9FD}"/>
              </a:ext>
            </a:extLst>
          </p:cNvPr>
          <p:cNvSpPr/>
          <p:nvPr/>
        </p:nvSpPr>
        <p:spPr>
          <a:xfrm>
            <a:off x="4978866" y="3548463"/>
            <a:ext cx="490009" cy="557879"/>
          </a:xfrm>
          <a:prstGeom prst="can">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2" name="组合 11">
            <a:extLst>
              <a:ext uri="{FF2B5EF4-FFF2-40B4-BE49-F238E27FC236}">
                <a16:creationId xmlns:a16="http://schemas.microsoft.com/office/drawing/2014/main" id="{26EAF554-A032-CA4F-4034-CD1F5ABC38DC}"/>
              </a:ext>
            </a:extLst>
          </p:cNvPr>
          <p:cNvGrpSpPr/>
          <p:nvPr/>
        </p:nvGrpSpPr>
        <p:grpSpPr>
          <a:xfrm>
            <a:off x="3830142" y="1723500"/>
            <a:ext cx="5752593" cy="2845985"/>
            <a:chOff x="85187" y="3424002"/>
            <a:chExt cx="3872705" cy="1825171"/>
          </a:xfrm>
        </p:grpSpPr>
        <p:sp>
          <p:nvSpPr>
            <p:cNvPr id="13" name="矩形 12">
              <a:extLst>
                <a:ext uri="{FF2B5EF4-FFF2-40B4-BE49-F238E27FC236}">
                  <a16:creationId xmlns:a16="http://schemas.microsoft.com/office/drawing/2014/main" id="{D07C43DC-96B2-0E9A-8C93-B174828926B3}"/>
                </a:ext>
              </a:extLst>
            </p:cNvPr>
            <p:cNvSpPr/>
            <p:nvPr/>
          </p:nvSpPr>
          <p:spPr>
            <a:xfrm>
              <a:off x="799122" y="4979692"/>
              <a:ext cx="1375795" cy="158200"/>
            </a:xfrm>
            <a:prstGeom prst="rect">
              <a:avLst/>
            </a:prstGeom>
            <a:gradFill flip="none" rotWithShape="1">
              <a:gsLst>
                <a:gs pos="73000">
                  <a:srgbClr val="A6A6A6"/>
                </a:gs>
                <a:gs pos="100000">
                  <a:schemeClr val="bg1">
                    <a:lumMod val="65000"/>
                  </a:schemeClr>
                </a:gs>
                <a:gs pos="93000">
                  <a:schemeClr val="bg1">
                    <a:lumMod val="75000"/>
                  </a:schemeClr>
                </a:gs>
                <a:gs pos="81000">
                  <a:srgbClr val="9F9F9F"/>
                </a:gs>
                <a:gs pos="65000">
                  <a:schemeClr val="bg1">
                    <a:lumMod val="75000"/>
                  </a:schemeClr>
                </a:gs>
                <a:gs pos="0">
                  <a:srgbClr val="C5C5C5"/>
                </a:gs>
                <a:gs pos="75000">
                  <a:srgbClr val="DBDBDB"/>
                </a:gs>
                <a:gs pos="70000">
                  <a:schemeClr val="bg1">
                    <a:lumMod val="50000"/>
                  </a:schemeClr>
                </a:gs>
                <a:gs pos="97000">
                  <a:schemeClr val="tx1">
                    <a:lumMod val="50000"/>
                    <a:lumOff val="50000"/>
                  </a:schemeClr>
                </a:gs>
                <a:gs pos="92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4" name="组合 13">
              <a:extLst>
                <a:ext uri="{FF2B5EF4-FFF2-40B4-BE49-F238E27FC236}">
                  <a16:creationId xmlns:a16="http://schemas.microsoft.com/office/drawing/2014/main" id="{C5C980C0-A664-D254-B8F8-83452890519B}"/>
                </a:ext>
              </a:extLst>
            </p:cNvPr>
            <p:cNvGrpSpPr/>
            <p:nvPr/>
          </p:nvGrpSpPr>
          <p:grpSpPr>
            <a:xfrm flipH="1">
              <a:off x="971009" y="5012988"/>
              <a:ext cx="101582" cy="90666"/>
              <a:chOff x="9253470" y="1332848"/>
              <a:chExt cx="133734" cy="133734"/>
            </a:xfrm>
          </p:grpSpPr>
          <p:sp>
            <p:nvSpPr>
              <p:cNvPr id="19497" name="Oval 15540">
                <a:extLst>
                  <a:ext uri="{FF2B5EF4-FFF2-40B4-BE49-F238E27FC236}">
                    <a16:creationId xmlns:a16="http://schemas.microsoft.com/office/drawing/2014/main" id="{AC1EEBB1-F401-C574-A2F3-4791758FE4B9}"/>
                  </a:ext>
                </a:extLst>
              </p:cNvPr>
              <p:cNvSpPr>
                <a:spLocks/>
              </p:cNvSpPr>
              <p:nvPr/>
            </p:nvSpPr>
            <p:spPr bwMode="auto">
              <a:xfrm>
                <a:off x="9253470" y="1332848"/>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498" name="Line 15541">
                <a:extLst>
                  <a:ext uri="{FF2B5EF4-FFF2-40B4-BE49-F238E27FC236}">
                    <a16:creationId xmlns:a16="http://schemas.microsoft.com/office/drawing/2014/main" id="{DDE804BB-A2B9-C256-80F3-A9BDFE217E40}"/>
                  </a:ext>
                </a:extLst>
              </p:cNvPr>
              <p:cNvCxnSpPr>
                <a:cxnSpLocks/>
                <a:stCxn id="19497" idx="1"/>
                <a:endCxn id="19497" idx="5"/>
              </p:cNvCxnSpPr>
              <p:nvPr/>
            </p:nvCxnSpPr>
            <p:spPr bwMode="auto">
              <a:xfrm>
                <a:off x="9273056" y="1352433"/>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5" name="Oval 15540">
              <a:extLst>
                <a:ext uri="{FF2B5EF4-FFF2-40B4-BE49-F238E27FC236}">
                  <a16:creationId xmlns:a16="http://schemas.microsoft.com/office/drawing/2014/main" id="{DE7DF2AA-2317-EF5B-645C-73A3543AF92E}"/>
                </a:ext>
              </a:extLst>
            </p:cNvPr>
            <p:cNvSpPr>
              <a:spLocks/>
            </p:cNvSpPr>
            <p:nvPr/>
          </p:nvSpPr>
          <p:spPr bwMode="auto">
            <a:xfrm flipH="1">
              <a:off x="3187905" y="3629517"/>
              <a:ext cx="263564" cy="235240"/>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16" name="组合 15">
              <a:extLst>
                <a:ext uri="{FF2B5EF4-FFF2-40B4-BE49-F238E27FC236}">
                  <a16:creationId xmlns:a16="http://schemas.microsoft.com/office/drawing/2014/main" id="{8514FB7F-2EEE-1E14-C919-42A400CC8D4E}"/>
                </a:ext>
              </a:extLst>
            </p:cNvPr>
            <p:cNvGrpSpPr/>
            <p:nvPr/>
          </p:nvGrpSpPr>
          <p:grpSpPr>
            <a:xfrm flipH="1">
              <a:off x="3270211" y="3707289"/>
              <a:ext cx="101582" cy="90666"/>
              <a:chOff x="9253470" y="1351580"/>
              <a:chExt cx="133734" cy="133734"/>
            </a:xfrm>
          </p:grpSpPr>
          <p:sp>
            <p:nvSpPr>
              <p:cNvPr id="19495" name="Oval 15540">
                <a:extLst>
                  <a:ext uri="{FF2B5EF4-FFF2-40B4-BE49-F238E27FC236}">
                    <a16:creationId xmlns:a16="http://schemas.microsoft.com/office/drawing/2014/main" id="{CE978FCD-5789-8BEE-99A1-656E1D46C46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496" name="Line 15541">
                <a:extLst>
                  <a:ext uri="{FF2B5EF4-FFF2-40B4-BE49-F238E27FC236}">
                    <a16:creationId xmlns:a16="http://schemas.microsoft.com/office/drawing/2014/main" id="{F3254938-E77B-4976-053C-31AEE2CEF31C}"/>
                  </a:ext>
                </a:extLst>
              </p:cNvPr>
              <p:cNvCxnSpPr>
                <a:cxnSpLocks/>
                <a:stCxn id="19495" idx="1"/>
                <a:endCxn id="19495"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7" name="Rectangle 15460">
              <a:extLst>
                <a:ext uri="{FF2B5EF4-FFF2-40B4-BE49-F238E27FC236}">
                  <a16:creationId xmlns:a16="http://schemas.microsoft.com/office/drawing/2014/main" id="{F8352203-2C7C-07DD-0558-C456B116FA70}"/>
                </a:ext>
              </a:extLst>
            </p:cNvPr>
            <p:cNvSpPr>
              <a:spLocks/>
            </p:cNvSpPr>
            <p:nvPr/>
          </p:nvSpPr>
          <p:spPr bwMode="auto">
            <a:xfrm flipH="1" flipV="1">
              <a:off x="3034083" y="3732720"/>
              <a:ext cx="90081" cy="86111"/>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8" name="直角三角形 17">
              <a:extLst>
                <a:ext uri="{FF2B5EF4-FFF2-40B4-BE49-F238E27FC236}">
                  <a16:creationId xmlns:a16="http://schemas.microsoft.com/office/drawing/2014/main" id="{74694134-DB34-E15D-C36A-40D8265C888C}"/>
                </a:ext>
              </a:extLst>
            </p:cNvPr>
            <p:cNvSpPr/>
            <p:nvPr/>
          </p:nvSpPr>
          <p:spPr>
            <a:xfrm>
              <a:off x="2174917" y="3779803"/>
              <a:ext cx="825339" cy="98645"/>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Rectangle 15501">
              <a:extLst>
                <a:ext uri="{FF2B5EF4-FFF2-40B4-BE49-F238E27FC236}">
                  <a16:creationId xmlns:a16="http://schemas.microsoft.com/office/drawing/2014/main" id="{EBC1FFBA-79AA-14DB-A2A5-1B0EE6E375FB}"/>
                </a:ext>
              </a:extLst>
            </p:cNvPr>
            <p:cNvSpPr>
              <a:spLocks/>
            </p:cNvSpPr>
            <p:nvPr/>
          </p:nvSpPr>
          <p:spPr bwMode="auto">
            <a:xfrm flipH="1">
              <a:off x="2122704" y="3877698"/>
              <a:ext cx="976869" cy="56863"/>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20" name="组合 19">
              <a:extLst>
                <a:ext uri="{FF2B5EF4-FFF2-40B4-BE49-F238E27FC236}">
                  <a16:creationId xmlns:a16="http://schemas.microsoft.com/office/drawing/2014/main" id="{2B8936C7-8252-5A84-A712-5F7CD530DA17}"/>
                </a:ext>
              </a:extLst>
            </p:cNvPr>
            <p:cNvGrpSpPr/>
            <p:nvPr/>
          </p:nvGrpSpPr>
          <p:grpSpPr>
            <a:xfrm flipH="1">
              <a:off x="3504424" y="3576863"/>
              <a:ext cx="137540" cy="458143"/>
              <a:chOff x="2405519" y="1378395"/>
              <a:chExt cx="181074" cy="675772"/>
            </a:xfrm>
          </p:grpSpPr>
          <p:sp>
            <p:nvSpPr>
              <p:cNvPr id="19486" name="Oval 15416">
                <a:extLst>
                  <a:ext uri="{FF2B5EF4-FFF2-40B4-BE49-F238E27FC236}">
                    <a16:creationId xmlns:a16="http://schemas.microsoft.com/office/drawing/2014/main" id="{B1E7AB60-C9C5-5C1D-C420-020744882806}"/>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9487" name="Rectangle 15439">
                <a:extLst>
                  <a:ext uri="{FF2B5EF4-FFF2-40B4-BE49-F238E27FC236}">
                    <a16:creationId xmlns:a16="http://schemas.microsoft.com/office/drawing/2014/main" id="{FC8C303C-C54E-D337-EA3C-9B5B78CA0A1B}"/>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488" name="Rectangle 15484">
                <a:extLst>
                  <a:ext uri="{FF2B5EF4-FFF2-40B4-BE49-F238E27FC236}">
                    <a16:creationId xmlns:a16="http://schemas.microsoft.com/office/drawing/2014/main" id="{9AE11C86-A967-D565-2B6C-C600C193D447}"/>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489" name="Line 15485">
                <a:extLst>
                  <a:ext uri="{FF2B5EF4-FFF2-40B4-BE49-F238E27FC236}">
                    <a16:creationId xmlns:a16="http://schemas.microsoft.com/office/drawing/2014/main" id="{6BA52B0C-DACB-ADC7-FE82-AE582DC5AF27}"/>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90" name="Line 15486">
                <a:extLst>
                  <a:ext uri="{FF2B5EF4-FFF2-40B4-BE49-F238E27FC236}">
                    <a16:creationId xmlns:a16="http://schemas.microsoft.com/office/drawing/2014/main" id="{78E223EA-AFD6-7181-89FC-E64448645AB0}"/>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91" name="Line 15487">
                <a:extLst>
                  <a:ext uri="{FF2B5EF4-FFF2-40B4-BE49-F238E27FC236}">
                    <a16:creationId xmlns:a16="http://schemas.microsoft.com/office/drawing/2014/main" id="{4BC2DC80-EEF9-CC73-E4AC-70F0782BD4FB}"/>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92" name="Line 15488">
                <a:extLst>
                  <a:ext uri="{FF2B5EF4-FFF2-40B4-BE49-F238E27FC236}">
                    <a16:creationId xmlns:a16="http://schemas.microsoft.com/office/drawing/2014/main" id="{56A3FA51-A613-F816-5D76-0DC0C8F9F1D8}"/>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93" name="Line 15489">
                <a:extLst>
                  <a:ext uri="{FF2B5EF4-FFF2-40B4-BE49-F238E27FC236}">
                    <a16:creationId xmlns:a16="http://schemas.microsoft.com/office/drawing/2014/main" id="{EAC8B3C8-2CCC-49D1-1313-000D7335A408}"/>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94" name="Line 15490">
                <a:extLst>
                  <a:ext uri="{FF2B5EF4-FFF2-40B4-BE49-F238E27FC236}">
                    <a16:creationId xmlns:a16="http://schemas.microsoft.com/office/drawing/2014/main" id="{38CA31E1-107E-3FB4-026F-4EF769DD977F}"/>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21" name="Rectangle 15436">
              <a:extLst>
                <a:ext uri="{FF2B5EF4-FFF2-40B4-BE49-F238E27FC236}">
                  <a16:creationId xmlns:a16="http://schemas.microsoft.com/office/drawing/2014/main" id="{67F715A2-05D1-AA1F-C825-ADE7B9353A14}"/>
                </a:ext>
              </a:extLst>
            </p:cNvPr>
            <p:cNvSpPr>
              <a:spLocks/>
            </p:cNvSpPr>
            <p:nvPr/>
          </p:nvSpPr>
          <p:spPr bwMode="auto">
            <a:xfrm flipH="1">
              <a:off x="2034502" y="3814263"/>
              <a:ext cx="140838" cy="1330932"/>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2" name="Rectangle 15437">
              <a:extLst>
                <a:ext uri="{FF2B5EF4-FFF2-40B4-BE49-F238E27FC236}">
                  <a16:creationId xmlns:a16="http://schemas.microsoft.com/office/drawing/2014/main" id="{FC70ACD9-581F-8CE9-680F-21FAFD2C6AA5}"/>
                </a:ext>
              </a:extLst>
            </p:cNvPr>
            <p:cNvSpPr>
              <a:spLocks/>
            </p:cNvSpPr>
            <p:nvPr/>
          </p:nvSpPr>
          <p:spPr bwMode="auto">
            <a:xfrm flipH="1">
              <a:off x="3234179" y="3482630"/>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6" name="Rectangle 15456">
              <a:extLst>
                <a:ext uri="{FF2B5EF4-FFF2-40B4-BE49-F238E27FC236}">
                  <a16:creationId xmlns:a16="http://schemas.microsoft.com/office/drawing/2014/main" id="{5226F638-B60D-C814-5DD3-1FB7E7D40D5B}"/>
                </a:ext>
              </a:extLst>
            </p:cNvPr>
            <p:cNvSpPr>
              <a:spLocks/>
            </p:cNvSpPr>
            <p:nvPr/>
          </p:nvSpPr>
          <p:spPr bwMode="auto">
            <a:xfrm flipH="1">
              <a:off x="3479998" y="3466584"/>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27" name="AutoShape 15457">
              <a:extLst>
                <a:ext uri="{FF2B5EF4-FFF2-40B4-BE49-F238E27FC236}">
                  <a16:creationId xmlns:a16="http://schemas.microsoft.com/office/drawing/2014/main" id="{9B037BF3-2F5D-5D45-F6FE-9E114D297658}"/>
                </a:ext>
              </a:extLst>
            </p:cNvPr>
            <p:cNvSpPr>
              <a:spLocks/>
            </p:cNvSpPr>
            <p:nvPr/>
          </p:nvSpPr>
          <p:spPr bwMode="auto">
            <a:xfrm rot="5400000" flipH="1">
              <a:off x="3637650" y="3565792"/>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28" name="Rectangle 15460">
              <a:extLst>
                <a:ext uri="{FF2B5EF4-FFF2-40B4-BE49-F238E27FC236}">
                  <a16:creationId xmlns:a16="http://schemas.microsoft.com/office/drawing/2014/main" id="{5C95304C-5AA5-2CA9-D2B7-9544D992FA3F}"/>
                </a:ext>
              </a:extLst>
            </p:cNvPr>
            <p:cNvSpPr>
              <a:spLocks/>
            </p:cNvSpPr>
            <p:nvPr/>
          </p:nvSpPr>
          <p:spPr bwMode="auto">
            <a:xfrm flipH="1" flipV="1">
              <a:off x="3005978" y="3854664"/>
              <a:ext cx="155298" cy="102043"/>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6" name="AutoShape 15462">
              <a:extLst>
                <a:ext uri="{FF2B5EF4-FFF2-40B4-BE49-F238E27FC236}">
                  <a16:creationId xmlns:a16="http://schemas.microsoft.com/office/drawing/2014/main" id="{3AB51CE8-7619-D614-A787-A27F661CFADA}"/>
                </a:ext>
              </a:extLst>
            </p:cNvPr>
            <p:cNvSpPr>
              <a:spLocks/>
            </p:cNvSpPr>
            <p:nvPr/>
          </p:nvSpPr>
          <p:spPr bwMode="auto">
            <a:xfrm flipH="1">
              <a:off x="3038341" y="3820246"/>
              <a:ext cx="82090" cy="30995"/>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7" name="Rectangle 15464">
              <a:extLst>
                <a:ext uri="{FF2B5EF4-FFF2-40B4-BE49-F238E27FC236}">
                  <a16:creationId xmlns:a16="http://schemas.microsoft.com/office/drawing/2014/main" id="{26A09CAB-E07E-340B-1B5D-EE7B5A06CF2A}"/>
                </a:ext>
              </a:extLst>
            </p:cNvPr>
            <p:cNvSpPr>
              <a:spLocks/>
            </p:cNvSpPr>
            <p:nvPr/>
          </p:nvSpPr>
          <p:spPr bwMode="auto">
            <a:xfrm flipH="1">
              <a:off x="1874189" y="3444117"/>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8" name="Rectangle 15515">
              <a:extLst>
                <a:ext uri="{FF2B5EF4-FFF2-40B4-BE49-F238E27FC236}">
                  <a16:creationId xmlns:a16="http://schemas.microsoft.com/office/drawing/2014/main" id="{12E194A1-18D4-5A6A-5DB4-D736E369F5FC}"/>
                </a:ext>
              </a:extLst>
            </p:cNvPr>
            <p:cNvSpPr>
              <a:spLocks/>
            </p:cNvSpPr>
            <p:nvPr/>
          </p:nvSpPr>
          <p:spPr bwMode="auto">
            <a:xfrm flipH="1">
              <a:off x="1703386" y="3439918"/>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59" name="Rectangle 15464">
              <a:extLst>
                <a:ext uri="{FF2B5EF4-FFF2-40B4-BE49-F238E27FC236}">
                  <a16:creationId xmlns:a16="http://schemas.microsoft.com/office/drawing/2014/main" id="{68C7E3C2-89D7-7DBE-575C-07F37F6E8954}"/>
                </a:ext>
              </a:extLst>
            </p:cNvPr>
            <p:cNvSpPr>
              <a:spLocks/>
            </p:cNvSpPr>
            <p:nvPr/>
          </p:nvSpPr>
          <p:spPr bwMode="auto">
            <a:xfrm flipH="1">
              <a:off x="1921234" y="3424002"/>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1" name="Rectangle 15465">
              <a:extLst>
                <a:ext uri="{FF2B5EF4-FFF2-40B4-BE49-F238E27FC236}">
                  <a16:creationId xmlns:a16="http://schemas.microsoft.com/office/drawing/2014/main" id="{8CB97A80-3EC3-F86C-842C-D0E59F89F013}"/>
                </a:ext>
              </a:extLst>
            </p:cNvPr>
            <p:cNvSpPr>
              <a:spLocks/>
            </p:cNvSpPr>
            <p:nvPr/>
          </p:nvSpPr>
          <p:spPr bwMode="auto">
            <a:xfrm flipH="1">
              <a:off x="2087397" y="3586526"/>
              <a:ext cx="87563" cy="222539"/>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62" name="组合 61">
              <a:extLst>
                <a:ext uri="{FF2B5EF4-FFF2-40B4-BE49-F238E27FC236}">
                  <a16:creationId xmlns:a16="http://schemas.microsoft.com/office/drawing/2014/main" id="{BD1B850C-596C-88D5-C38F-80104E279DDF}"/>
                </a:ext>
              </a:extLst>
            </p:cNvPr>
            <p:cNvGrpSpPr/>
            <p:nvPr/>
          </p:nvGrpSpPr>
          <p:grpSpPr>
            <a:xfrm flipH="1">
              <a:off x="3787989" y="3448129"/>
              <a:ext cx="169903" cy="279219"/>
              <a:chOff x="6615473" y="904221"/>
              <a:chExt cx="223679" cy="411854"/>
            </a:xfrm>
          </p:grpSpPr>
          <p:sp>
            <p:nvSpPr>
              <p:cNvPr id="19474" name="AutoShape 15440">
                <a:extLst>
                  <a:ext uri="{FF2B5EF4-FFF2-40B4-BE49-F238E27FC236}">
                    <a16:creationId xmlns:a16="http://schemas.microsoft.com/office/drawing/2014/main" id="{AE336319-7F80-71CA-7901-6E73116C3D8C}"/>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475" name="Line 15472">
                <a:extLst>
                  <a:ext uri="{FF2B5EF4-FFF2-40B4-BE49-F238E27FC236}">
                    <a16:creationId xmlns:a16="http://schemas.microsoft.com/office/drawing/2014/main" id="{94C8F732-EE99-F2D1-923E-AC23E6D1BC73}"/>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76" name="Line 15473">
                <a:extLst>
                  <a:ext uri="{FF2B5EF4-FFF2-40B4-BE49-F238E27FC236}">
                    <a16:creationId xmlns:a16="http://schemas.microsoft.com/office/drawing/2014/main" id="{6BC44DA6-EF2E-2512-8C2B-79D653EF0A04}"/>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77" name="Line 15474">
                <a:extLst>
                  <a:ext uri="{FF2B5EF4-FFF2-40B4-BE49-F238E27FC236}">
                    <a16:creationId xmlns:a16="http://schemas.microsoft.com/office/drawing/2014/main" id="{2D25323F-9999-63BB-B84C-1A303783A2F3}"/>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78" name="Line 15475">
                <a:extLst>
                  <a:ext uri="{FF2B5EF4-FFF2-40B4-BE49-F238E27FC236}">
                    <a16:creationId xmlns:a16="http://schemas.microsoft.com/office/drawing/2014/main" id="{AC05D527-C9A3-1BBC-3FFC-BAC2CED3B49A}"/>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79" name="Line 15476">
                <a:extLst>
                  <a:ext uri="{FF2B5EF4-FFF2-40B4-BE49-F238E27FC236}">
                    <a16:creationId xmlns:a16="http://schemas.microsoft.com/office/drawing/2014/main" id="{9CD33122-0DB4-F15C-523D-FF9C0F245C35}"/>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80" name="Line 15477">
                <a:extLst>
                  <a:ext uri="{FF2B5EF4-FFF2-40B4-BE49-F238E27FC236}">
                    <a16:creationId xmlns:a16="http://schemas.microsoft.com/office/drawing/2014/main" id="{968C3B7F-C878-8F4B-E7B3-8414E4A9F3D2}"/>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81" name="Line 15478">
                <a:extLst>
                  <a:ext uri="{FF2B5EF4-FFF2-40B4-BE49-F238E27FC236}">
                    <a16:creationId xmlns:a16="http://schemas.microsoft.com/office/drawing/2014/main" id="{422D7EF7-317D-E5E8-2A95-C31FACF30B85}"/>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82" name="Line 15479">
                <a:extLst>
                  <a:ext uri="{FF2B5EF4-FFF2-40B4-BE49-F238E27FC236}">
                    <a16:creationId xmlns:a16="http://schemas.microsoft.com/office/drawing/2014/main" id="{D4FECBC8-A7D2-6056-9BCF-840D59264309}"/>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83" name="Line 15480">
                <a:extLst>
                  <a:ext uri="{FF2B5EF4-FFF2-40B4-BE49-F238E27FC236}">
                    <a16:creationId xmlns:a16="http://schemas.microsoft.com/office/drawing/2014/main" id="{E6DABF56-E2AE-C09C-D59E-4B6721505ABE}"/>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84" name="Line 15481">
                <a:extLst>
                  <a:ext uri="{FF2B5EF4-FFF2-40B4-BE49-F238E27FC236}">
                    <a16:creationId xmlns:a16="http://schemas.microsoft.com/office/drawing/2014/main" id="{D976F998-A003-5CF5-1DAB-0A062C02AA0D}"/>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485" name="Line 15482">
                <a:extLst>
                  <a:ext uri="{FF2B5EF4-FFF2-40B4-BE49-F238E27FC236}">
                    <a16:creationId xmlns:a16="http://schemas.microsoft.com/office/drawing/2014/main" id="{0C99BE58-9EB1-7010-F08A-E57C5DC497E3}"/>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63" name="Group 15491">
              <a:extLst>
                <a:ext uri="{FF2B5EF4-FFF2-40B4-BE49-F238E27FC236}">
                  <a16:creationId xmlns:a16="http://schemas.microsoft.com/office/drawing/2014/main" id="{14523291-B9DF-A8EE-A186-72476CBB4648}"/>
                </a:ext>
              </a:extLst>
            </p:cNvPr>
            <p:cNvGrpSpPr>
              <a:grpSpLocks/>
            </p:cNvGrpSpPr>
            <p:nvPr/>
          </p:nvGrpSpPr>
          <p:grpSpPr bwMode="auto">
            <a:xfrm flipH="1">
              <a:off x="3016766" y="4043939"/>
              <a:ext cx="137540" cy="12035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9465" name="Rectangle 15492">
                <a:extLst>
                  <a:ext uri="{FF2B5EF4-FFF2-40B4-BE49-F238E27FC236}">
                    <a16:creationId xmlns:a16="http://schemas.microsoft.com/office/drawing/2014/main" id="{4453590E-D607-10D9-7974-DE9BCBBD5D8E}"/>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466" name="Rectangle 15493">
                <a:extLst>
                  <a:ext uri="{FF2B5EF4-FFF2-40B4-BE49-F238E27FC236}">
                    <a16:creationId xmlns:a16="http://schemas.microsoft.com/office/drawing/2014/main" id="{B1A0E58A-4754-2641-0E4B-AB6DED006ACF}"/>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467" name="Line 15494">
                <a:extLst>
                  <a:ext uri="{FF2B5EF4-FFF2-40B4-BE49-F238E27FC236}">
                    <a16:creationId xmlns:a16="http://schemas.microsoft.com/office/drawing/2014/main" id="{679241AD-089E-6003-A3CC-0E8AC5899AF1}"/>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9468" name="Line 15495">
                <a:extLst>
                  <a:ext uri="{FF2B5EF4-FFF2-40B4-BE49-F238E27FC236}">
                    <a16:creationId xmlns:a16="http://schemas.microsoft.com/office/drawing/2014/main" id="{540FEB15-4C50-47B7-80E9-4D11621FB08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9469" name="Line 15496">
                <a:extLst>
                  <a:ext uri="{FF2B5EF4-FFF2-40B4-BE49-F238E27FC236}">
                    <a16:creationId xmlns:a16="http://schemas.microsoft.com/office/drawing/2014/main" id="{3C881435-BEFB-68F7-B56D-D47BD5D3DF53}"/>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9470" name="Line 15497">
                <a:extLst>
                  <a:ext uri="{FF2B5EF4-FFF2-40B4-BE49-F238E27FC236}">
                    <a16:creationId xmlns:a16="http://schemas.microsoft.com/office/drawing/2014/main" id="{2AB99FB5-FEBC-3797-844A-34E15B30072E}"/>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9471" name="Line 15498">
                <a:extLst>
                  <a:ext uri="{FF2B5EF4-FFF2-40B4-BE49-F238E27FC236}">
                    <a16:creationId xmlns:a16="http://schemas.microsoft.com/office/drawing/2014/main" id="{E2BB8197-D48E-B35D-DFBA-965F10488632}"/>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9472" name="Line 15499">
                <a:extLst>
                  <a:ext uri="{FF2B5EF4-FFF2-40B4-BE49-F238E27FC236}">
                    <a16:creationId xmlns:a16="http://schemas.microsoft.com/office/drawing/2014/main" id="{C0B11C19-1661-7C0F-BB19-B4E239A78082}"/>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9473" name="Line 15500">
                <a:extLst>
                  <a:ext uri="{FF2B5EF4-FFF2-40B4-BE49-F238E27FC236}">
                    <a16:creationId xmlns:a16="http://schemas.microsoft.com/office/drawing/2014/main" id="{B180CDB8-E631-2A91-E4A6-557D86CC5D5F}"/>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19823" name="Rectangle 15501">
              <a:extLst>
                <a:ext uri="{FF2B5EF4-FFF2-40B4-BE49-F238E27FC236}">
                  <a16:creationId xmlns:a16="http://schemas.microsoft.com/office/drawing/2014/main" id="{89201063-5359-0DE9-E212-B174B8F3679D}"/>
                </a:ext>
              </a:extLst>
            </p:cNvPr>
            <p:cNvSpPr>
              <a:spLocks/>
            </p:cNvSpPr>
            <p:nvPr/>
          </p:nvSpPr>
          <p:spPr bwMode="auto">
            <a:xfrm flipH="1">
              <a:off x="1949143" y="3962255"/>
              <a:ext cx="1236149" cy="82938"/>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824" name="直角三角形 19823">
              <a:extLst>
                <a:ext uri="{FF2B5EF4-FFF2-40B4-BE49-F238E27FC236}">
                  <a16:creationId xmlns:a16="http://schemas.microsoft.com/office/drawing/2014/main" id="{92C2E773-2EA7-A535-3177-0D87525C5A3C}"/>
                </a:ext>
              </a:extLst>
            </p:cNvPr>
            <p:cNvSpPr/>
            <p:nvPr/>
          </p:nvSpPr>
          <p:spPr>
            <a:xfrm rot="10800000" flipH="1">
              <a:off x="2175485" y="4046686"/>
              <a:ext cx="830638" cy="308103"/>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825" name="Rectangle 15465">
              <a:extLst>
                <a:ext uri="{FF2B5EF4-FFF2-40B4-BE49-F238E27FC236}">
                  <a16:creationId xmlns:a16="http://schemas.microsoft.com/office/drawing/2014/main" id="{910600BC-552E-5533-8F4E-2A61F96952ED}"/>
                </a:ext>
              </a:extLst>
            </p:cNvPr>
            <p:cNvSpPr>
              <a:spLocks/>
            </p:cNvSpPr>
            <p:nvPr/>
          </p:nvSpPr>
          <p:spPr bwMode="auto">
            <a:xfrm flipH="1">
              <a:off x="3003931" y="3427071"/>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826" name="Line 15500">
              <a:extLst>
                <a:ext uri="{FF2B5EF4-FFF2-40B4-BE49-F238E27FC236}">
                  <a16:creationId xmlns:a16="http://schemas.microsoft.com/office/drawing/2014/main" id="{A91C8025-3726-3E03-265A-EAD69052EB07}"/>
                </a:ext>
              </a:extLst>
            </p:cNvPr>
            <p:cNvCxnSpPr>
              <a:cxnSpLocks/>
            </p:cNvCxnSpPr>
            <p:nvPr/>
          </p:nvCxnSpPr>
          <p:spPr bwMode="auto">
            <a:xfrm flipH="1">
              <a:off x="3060081" y="4059907"/>
              <a:ext cx="55735" cy="80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19827" name="Rectangle 15437">
              <a:extLst>
                <a:ext uri="{FF2B5EF4-FFF2-40B4-BE49-F238E27FC236}">
                  <a16:creationId xmlns:a16="http://schemas.microsoft.com/office/drawing/2014/main" id="{3C716EF7-9A14-02DE-B73E-8B5939DFBC70}"/>
                </a:ext>
              </a:extLst>
            </p:cNvPr>
            <p:cNvSpPr>
              <a:spLocks/>
            </p:cNvSpPr>
            <p:nvPr/>
          </p:nvSpPr>
          <p:spPr bwMode="auto">
            <a:xfrm flipH="1">
              <a:off x="2323473" y="3439917"/>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9828" name="组合 19827">
              <a:extLst>
                <a:ext uri="{FF2B5EF4-FFF2-40B4-BE49-F238E27FC236}">
                  <a16:creationId xmlns:a16="http://schemas.microsoft.com/office/drawing/2014/main" id="{D18852F1-ECA2-0E5E-0C87-E524EC3EBA8C}"/>
                </a:ext>
              </a:extLst>
            </p:cNvPr>
            <p:cNvGrpSpPr/>
            <p:nvPr/>
          </p:nvGrpSpPr>
          <p:grpSpPr>
            <a:xfrm flipH="1">
              <a:off x="2033681" y="3505672"/>
              <a:ext cx="185343" cy="165425"/>
              <a:chOff x="3472900" y="2697194"/>
              <a:chExt cx="346984" cy="346984"/>
            </a:xfrm>
          </p:grpSpPr>
          <p:sp>
            <p:nvSpPr>
              <p:cNvPr id="19461" name="Oval 15540">
                <a:extLst>
                  <a:ext uri="{FF2B5EF4-FFF2-40B4-BE49-F238E27FC236}">
                    <a16:creationId xmlns:a16="http://schemas.microsoft.com/office/drawing/2014/main" id="{AC69C638-0CC4-436D-5FD4-5A157E98F3FE}"/>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9463" name="Oval 15540">
                <a:extLst>
                  <a:ext uri="{FF2B5EF4-FFF2-40B4-BE49-F238E27FC236}">
                    <a16:creationId xmlns:a16="http://schemas.microsoft.com/office/drawing/2014/main" id="{CADDCFCE-2C5D-EC69-3B64-22B52D4DE27B}"/>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464" name="Line 15541">
                <a:extLst>
                  <a:ext uri="{FF2B5EF4-FFF2-40B4-BE49-F238E27FC236}">
                    <a16:creationId xmlns:a16="http://schemas.microsoft.com/office/drawing/2014/main" id="{CCBE781E-ED3C-7277-DA58-56395B4367BD}"/>
                  </a:ext>
                </a:extLst>
              </p:cNvPr>
              <p:cNvCxnSpPr>
                <a:cxnSpLocks/>
                <a:stCxn id="19463" idx="1"/>
                <a:endCxn id="19463"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9829" name="组合 19828">
              <a:extLst>
                <a:ext uri="{FF2B5EF4-FFF2-40B4-BE49-F238E27FC236}">
                  <a16:creationId xmlns:a16="http://schemas.microsoft.com/office/drawing/2014/main" id="{F9EF143A-2094-B0A9-C2E8-25B7DD502B13}"/>
                </a:ext>
              </a:extLst>
            </p:cNvPr>
            <p:cNvGrpSpPr/>
            <p:nvPr/>
          </p:nvGrpSpPr>
          <p:grpSpPr>
            <a:xfrm flipH="1">
              <a:off x="2059814" y="3858794"/>
              <a:ext cx="101582" cy="90666"/>
              <a:chOff x="9253470" y="1351580"/>
              <a:chExt cx="133734" cy="133734"/>
            </a:xfrm>
          </p:grpSpPr>
          <p:sp>
            <p:nvSpPr>
              <p:cNvPr id="19459" name="Oval 15540">
                <a:extLst>
                  <a:ext uri="{FF2B5EF4-FFF2-40B4-BE49-F238E27FC236}">
                    <a16:creationId xmlns:a16="http://schemas.microsoft.com/office/drawing/2014/main" id="{DEBE4E03-B242-07F1-C46C-38292628330E}"/>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460" name="Line 15541">
                <a:extLst>
                  <a:ext uri="{FF2B5EF4-FFF2-40B4-BE49-F238E27FC236}">
                    <a16:creationId xmlns:a16="http://schemas.microsoft.com/office/drawing/2014/main" id="{48A402C5-60DA-F81E-8655-7C0839501018}"/>
                  </a:ext>
                </a:extLst>
              </p:cNvPr>
              <p:cNvCxnSpPr>
                <a:cxnSpLocks/>
                <a:stCxn id="19459" idx="1"/>
                <a:endCxn id="19459"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9830" name="组合 19829">
              <a:extLst>
                <a:ext uri="{FF2B5EF4-FFF2-40B4-BE49-F238E27FC236}">
                  <a16:creationId xmlns:a16="http://schemas.microsoft.com/office/drawing/2014/main" id="{7B26771A-F8FA-D1D4-D1C5-5814D3D98FA0}"/>
                </a:ext>
              </a:extLst>
            </p:cNvPr>
            <p:cNvGrpSpPr/>
            <p:nvPr/>
          </p:nvGrpSpPr>
          <p:grpSpPr>
            <a:xfrm flipH="1">
              <a:off x="3212904" y="3548582"/>
              <a:ext cx="101582" cy="90666"/>
              <a:chOff x="9253470" y="1351580"/>
              <a:chExt cx="133734" cy="133734"/>
            </a:xfrm>
          </p:grpSpPr>
          <p:sp>
            <p:nvSpPr>
              <p:cNvPr id="19457" name="Oval 15540">
                <a:extLst>
                  <a:ext uri="{FF2B5EF4-FFF2-40B4-BE49-F238E27FC236}">
                    <a16:creationId xmlns:a16="http://schemas.microsoft.com/office/drawing/2014/main" id="{2BD35B73-98B3-82E9-36F5-D5FF69940AED}"/>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458" name="Line 15541">
                <a:extLst>
                  <a:ext uri="{FF2B5EF4-FFF2-40B4-BE49-F238E27FC236}">
                    <a16:creationId xmlns:a16="http://schemas.microsoft.com/office/drawing/2014/main" id="{04EA456E-325F-40F4-C399-3E90BD6B720C}"/>
                  </a:ext>
                </a:extLst>
              </p:cNvPr>
              <p:cNvCxnSpPr>
                <a:cxnSpLocks/>
                <a:stCxn id="19457" idx="1"/>
                <a:endCxn id="19457"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9831" name="组合 19830">
              <a:extLst>
                <a:ext uri="{FF2B5EF4-FFF2-40B4-BE49-F238E27FC236}">
                  <a16:creationId xmlns:a16="http://schemas.microsoft.com/office/drawing/2014/main" id="{C6134970-D344-4F96-06C9-729D315A9976}"/>
                </a:ext>
              </a:extLst>
            </p:cNvPr>
            <p:cNvGrpSpPr/>
            <p:nvPr/>
          </p:nvGrpSpPr>
          <p:grpSpPr>
            <a:xfrm>
              <a:off x="85187" y="4748155"/>
              <a:ext cx="2117961" cy="501018"/>
              <a:chOff x="-257042" y="3530275"/>
              <a:chExt cx="2117961" cy="501018"/>
            </a:xfrm>
          </p:grpSpPr>
          <p:sp>
            <p:nvSpPr>
              <p:cNvPr id="19835" name="任意形状 19834">
                <a:extLst>
                  <a:ext uri="{FF2B5EF4-FFF2-40B4-BE49-F238E27FC236}">
                    <a16:creationId xmlns:a16="http://schemas.microsoft.com/office/drawing/2014/main" id="{FE50A0EE-ECEB-2333-FCF9-520167F5E8C8}"/>
                  </a:ext>
                </a:extLst>
              </p:cNvPr>
              <p:cNvSpPr/>
              <p:nvPr/>
            </p:nvSpPr>
            <p:spPr>
              <a:xfrm flipH="1">
                <a:off x="-92756" y="3533178"/>
                <a:ext cx="1825216" cy="498115"/>
              </a:xfrm>
              <a:custGeom>
                <a:avLst/>
                <a:gdLst>
                  <a:gd name="connsiteX0" fmla="*/ 1716843 w 1716843"/>
                  <a:gd name="connsiteY0" fmla="*/ 0 h 498115"/>
                  <a:gd name="connsiteX1" fmla="*/ 0 w 1716843"/>
                  <a:gd name="connsiteY1" fmla="*/ 0 h 498115"/>
                  <a:gd name="connsiteX2" fmla="*/ 0 w 1716843"/>
                  <a:gd name="connsiteY2" fmla="*/ 224696 h 498115"/>
                  <a:gd name="connsiteX3" fmla="*/ 1232577 w 1716843"/>
                  <a:gd name="connsiteY3" fmla="*/ 224696 h 498115"/>
                  <a:gd name="connsiteX4" fmla="*/ 1232577 w 1716843"/>
                  <a:gd name="connsiteY4" fmla="*/ 233545 h 498115"/>
                  <a:gd name="connsiteX5" fmla="*/ 1236228 w 1716843"/>
                  <a:gd name="connsiteY5" fmla="*/ 233552 h 498115"/>
                  <a:gd name="connsiteX6" fmla="*/ 1293146 w 1716843"/>
                  <a:gd name="connsiteY6" fmla="*/ 438829 h 498115"/>
                  <a:gd name="connsiteX7" fmla="*/ 1311120 w 1716843"/>
                  <a:gd name="connsiteY7" fmla="*/ 498115 h 498115"/>
                  <a:gd name="connsiteX8" fmla="*/ 1681308 w 1716843"/>
                  <a:gd name="connsiteY8" fmla="*/ 498115 h 498115"/>
                  <a:gd name="connsiteX9" fmla="*/ 1682149 w 1716843"/>
                  <a:gd name="connsiteY9" fmla="*/ 486545 h 498115"/>
                  <a:gd name="connsiteX10" fmla="*/ 1714676 w 1716843"/>
                  <a:gd name="connsiteY10" fmla="*/ 32163 h 49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6843" h="498115">
                    <a:moveTo>
                      <a:pt x="1716843" y="0"/>
                    </a:moveTo>
                    <a:lnTo>
                      <a:pt x="0" y="0"/>
                    </a:lnTo>
                    <a:lnTo>
                      <a:pt x="0" y="224696"/>
                    </a:lnTo>
                    <a:lnTo>
                      <a:pt x="1232577" y="224696"/>
                    </a:lnTo>
                    <a:lnTo>
                      <a:pt x="1232577" y="233545"/>
                    </a:lnTo>
                    <a:lnTo>
                      <a:pt x="1236228" y="233552"/>
                    </a:lnTo>
                    <a:lnTo>
                      <a:pt x="1293146" y="438829"/>
                    </a:lnTo>
                    <a:lnTo>
                      <a:pt x="1311120" y="498115"/>
                    </a:lnTo>
                    <a:lnTo>
                      <a:pt x="1681308" y="498115"/>
                    </a:lnTo>
                    <a:lnTo>
                      <a:pt x="1682149" y="486545"/>
                    </a:lnTo>
                    <a:cubicBezTo>
                      <a:pt x="1687390" y="414327"/>
                      <a:pt x="1706632" y="148860"/>
                      <a:pt x="1714676" y="32163"/>
                    </a:cubicBezTo>
                    <a:close/>
                  </a:path>
                </a:pathLst>
              </a:custGeom>
              <a:gradFill>
                <a:gsLst>
                  <a:gs pos="70000">
                    <a:schemeClr val="tx1">
                      <a:lumMod val="50000"/>
                      <a:lumOff val="50000"/>
                    </a:schemeClr>
                  </a:gs>
                  <a:gs pos="64000">
                    <a:schemeClr val="bg1">
                      <a:lumMod val="75000"/>
                    </a:schemeClr>
                  </a:gs>
                  <a:gs pos="55000">
                    <a:srgbClr val="AEAEAE"/>
                  </a:gs>
                  <a:gs pos="5000">
                    <a:schemeClr val="bg1">
                      <a:lumMod val="50000"/>
                    </a:schemeClr>
                  </a:gs>
                  <a:gs pos="52000">
                    <a:schemeClr val="bg1">
                      <a:lumMod val="85000"/>
                    </a:schemeClr>
                  </a:gs>
                  <a:gs pos="44000">
                    <a:srgbClr val="B5B5B5"/>
                  </a:gs>
                  <a:gs pos="91000">
                    <a:srgbClr val="A9A9A9"/>
                  </a:gs>
                  <a:gs pos="99000">
                    <a:schemeClr val="bg1">
                      <a:lumMod val="85000"/>
                    </a:schemeClr>
                  </a:gs>
                  <a:gs pos="0">
                    <a:srgbClr val="BABABA"/>
                  </a:gs>
                  <a:gs pos="48000">
                    <a:schemeClr val="tx1">
                      <a:lumMod val="50000"/>
                      <a:lumOff val="50000"/>
                    </a:schemeClr>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19836" name="任意形状 19835">
                <a:extLst>
                  <a:ext uri="{FF2B5EF4-FFF2-40B4-BE49-F238E27FC236}">
                    <a16:creationId xmlns:a16="http://schemas.microsoft.com/office/drawing/2014/main" id="{5780E4AD-CE73-2AF6-C91F-7603A394ECB3}"/>
                  </a:ext>
                </a:extLst>
              </p:cNvPr>
              <p:cNvSpPr/>
              <p:nvPr/>
            </p:nvSpPr>
            <p:spPr>
              <a:xfrm flipH="1">
                <a:off x="-257042" y="3532938"/>
                <a:ext cx="199585" cy="497299"/>
              </a:xfrm>
              <a:custGeom>
                <a:avLst/>
                <a:gdLst>
                  <a:gd name="connsiteX0" fmla="*/ 199585 w 199585"/>
                  <a:gd name="connsiteY0" fmla="*/ 0 h 497299"/>
                  <a:gd name="connsiteX1" fmla="*/ 54781 w 199585"/>
                  <a:gd name="connsiteY1" fmla="*/ 41 h 497299"/>
                  <a:gd name="connsiteX2" fmla="*/ 45009 w 199585"/>
                  <a:gd name="connsiteY2" fmla="*/ 2501 h 497299"/>
                  <a:gd name="connsiteX3" fmla="*/ 35191 w 199585"/>
                  <a:gd name="connsiteY3" fmla="*/ 4127 h 497299"/>
                  <a:gd name="connsiteX4" fmla="*/ 34610 w 199585"/>
                  <a:gd name="connsiteY4" fmla="*/ 12902 h 497299"/>
                  <a:gd name="connsiteX5" fmla="*/ 539 w 199585"/>
                  <a:gd name="connsiteY5" fmla="*/ 489887 h 497299"/>
                  <a:gd name="connsiteX6" fmla="*/ 0 w 199585"/>
                  <a:gd name="connsiteY6" fmla="*/ 497299 h 497299"/>
                  <a:gd name="connsiteX7" fmla="*/ 57582 w 199585"/>
                  <a:gd name="connsiteY7" fmla="*/ 486625 h 497299"/>
                  <a:gd name="connsiteX8" fmla="*/ 129543 w 199585"/>
                  <a:gd name="connsiteY8" fmla="*/ 467039 h 497299"/>
                  <a:gd name="connsiteX9" fmla="*/ 130079 w 199585"/>
                  <a:gd name="connsiteY9" fmla="*/ 466795 h 497299"/>
                  <a:gd name="connsiteX10" fmla="*/ 131268 w 199585"/>
                  <a:gd name="connsiteY10" fmla="*/ 463366 h 497299"/>
                  <a:gd name="connsiteX11" fmla="*/ 153218 w 199585"/>
                  <a:gd name="connsiteY11" fmla="*/ 382337 h 497299"/>
                  <a:gd name="connsiteX12" fmla="*/ 174923 w 199585"/>
                  <a:gd name="connsiteY12" fmla="*/ 216594 h 497299"/>
                  <a:gd name="connsiteX13" fmla="*/ 186982 w 199585"/>
                  <a:gd name="connsiteY13" fmla="*/ 117578 h 497299"/>
                  <a:gd name="connsiteX14" fmla="*/ 199040 w 199585"/>
                  <a:gd name="connsiteY14" fmla="*/ 5648 h 49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585" h="497299">
                    <a:moveTo>
                      <a:pt x="199585" y="0"/>
                    </a:moveTo>
                    <a:lnTo>
                      <a:pt x="54781" y="41"/>
                    </a:lnTo>
                    <a:lnTo>
                      <a:pt x="45009" y="2501"/>
                    </a:lnTo>
                    <a:lnTo>
                      <a:pt x="35191" y="4127"/>
                    </a:lnTo>
                    <a:lnTo>
                      <a:pt x="34610" y="12902"/>
                    </a:lnTo>
                    <a:cubicBezTo>
                      <a:pt x="27842" y="113292"/>
                      <a:pt x="6155" y="412511"/>
                      <a:pt x="539" y="489887"/>
                    </a:cubicBezTo>
                    <a:lnTo>
                      <a:pt x="0" y="497299"/>
                    </a:lnTo>
                    <a:lnTo>
                      <a:pt x="57582" y="486625"/>
                    </a:lnTo>
                    <a:cubicBezTo>
                      <a:pt x="85476" y="480421"/>
                      <a:pt x="109606" y="473872"/>
                      <a:pt x="129543" y="467039"/>
                    </a:cubicBezTo>
                    <a:lnTo>
                      <a:pt x="130079" y="466795"/>
                    </a:lnTo>
                    <a:lnTo>
                      <a:pt x="131268" y="463366"/>
                    </a:lnTo>
                    <a:cubicBezTo>
                      <a:pt x="139579" y="437323"/>
                      <a:pt x="147613" y="408027"/>
                      <a:pt x="153218" y="382337"/>
                    </a:cubicBezTo>
                    <a:cubicBezTo>
                      <a:pt x="164429" y="330958"/>
                      <a:pt x="174923" y="216594"/>
                      <a:pt x="174923" y="216594"/>
                    </a:cubicBezTo>
                    <a:cubicBezTo>
                      <a:pt x="180550" y="172468"/>
                      <a:pt x="186982" y="117578"/>
                      <a:pt x="186982" y="117578"/>
                    </a:cubicBezTo>
                    <a:cubicBezTo>
                      <a:pt x="191001" y="82421"/>
                      <a:pt x="199040" y="5648"/>
                      <a:pt x="199040" y="5648"/>
                    </a:cubicBezTo>
                    <a:close/>
                  </a:path>
                </a:pathLst>
              </a:custGeom>
              <a:gradFill flip="none" rotWithShape="1">
                <a:gsLst>
                  <a:gs pos="81000">
                    <a:srgbClr val="8B898A"/>
                  </a:gs>
                  <a:gs pos="25000">
                    <a:srgbClr val="7F7D7E"/>
                  </a:gs>
                  <a:gs pos="18000">
                    <a:srgbClr val="7A7A7A"/>
                  </a:gs>
                  <a:gs pos="0">
                    <a:srgbClr val="7F7F7F"/>
                  </a:gs>
                  <a:gs pos="39000">
                    <a:srgbClr val="636161"/>
                  </a:gs>
                  <a:gs pos="67000">
                    <a:srgbClr val="807F7F"/>
                  </a:gs>
                  <a:gs pos="47000">
                    <a:srgbClr val="5C5859"/>
                  </a:gs>
                  <a:gs pos="98000">
                    <a:srgbClr val="918E8E"/>
                  </a:gs>
                </a:gsLst>
                <a:lin ang="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19837" name="组合 19836">
                <a:extLst>
                  <a:ext uri="{FF2B5EF4-FFF2-40B4-BE49-F238E27FC236}">
                    <a16:creationId xmlns:a16="http://schemas.microsoft.com/office/drawing/2014/main" id="{FD6A4169-41FF-E8A9-BBB7-F3BD498BAD71}"/>
                  </a:ext>
                </a:extLst>
              </p:cNvPr>
              <p:cNvGrpSpPr/>
              <p:nvPr/>
            </p:nvGrpSpPr>
            <p:grpSpPr>
              <a:xfrm flipH="1">
                <a:off x="625099" y="3630083"/>
                <a:ext cx="101583" cy="90666"/>
                <a:chOff x="9334964" y="1374536"/>
                <a:chExt cx="133735" cy="133734"/>
              </a:xfrm>
            </p:grpSpPr>
            <p:sp>
              <p:nvSpPr>
                <p:cNvPr id="19839" name="Oval 15540">
                  <a:extLst>
                    <a:ext uri="{FF2B5EF4-FFF2-40B4-BE49-F238E27FC236}">
                      <a16:creationId xmlns:a16="http://schemas.microsoft.com/office/drawing/2014/main" id="{16CE2E4F-494C-7277-EF28-A83F263DF9F2}"/>
                    </a:ext>
                  </a:extLst>
                </p:cNvPr>
                <p:cNvSpPr>
                  <a:spLocks/>
                </p:cNvSpPr>
                <p:nvPr/>
              </p:nvSpPr>
              <p:spPr bwMode="auto">
                <a:xfrm>
                  <a:off x="9334964" y="1374536"/>
                  <a:ext cx="133735"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ot"/>
                  <a:round/>
                  <a:headEnd/>
                  <a:tailEnd/>
                </a:ln>
              </p:spPr>
              <p:txBody>
                <a:bodyPr rot="0" vert="horz" wrap="square" lIns="91440" tIns="45720" rIns="91440" bIns="45720" anchor="t" anchorCtr="0" upright="1">
                  <a:noAutofit/>
                </a:bodyPr>
                <a:lstStyle/>
                <a:p>
                  <a:endParaRPr lang="zh-CN" altLang="en-US"/>
                </a:p>
              </p:txBody>
            </p:sp>
            <p:cxnSp>
              <p:nvCxnSpPr>
                <p:cNvPr id="19456" name="Line 15541">
                  <a:extLst>
                    <a:ext uri="{FF2B5EF4-FFF2-40B4-BE49-F238E27FC236}">
                      <a16:creationId xmlns:a16="http://schemas.microsoft.com/office/drawing/2014/main" id="{710E5245-AACA-D903-A9B3-A0AD8460A36F}"/>
                    </a:ext>
                  </a:extLst>
                </p:cNvPr>
                <p:cNvCxnSpPr>
                  <a:cxnSpLocks/>
                </p:cNvCxnSpPr>
                <p:nvPr/>
              </p:nvCxnSpPr>
              <p:spPr bwMode="auto">
                <a:xfrm>
                  <a:off x="9358727" y="1388382"/>
                  <a:ext cx="94565" cy="94562"/>
                </a:xfrm>
                <a:prstGeom prst="line">
                  <a:avLst/>
                </a:prstGeom>
                <a:noFill/>
                <a:ln w="6350">
                  <a:solidFill>
                    <a:srgbClr val="000000"/>
                  </a:solidFill>
                  <a:prstDash val="sysDot"/>
                  <a:round/>
                  <a:headEnd/>
                  <a:tailEnd/>
                </a:ln>
                <a:extLst>
                  <a:ext uri="{909E8E84-426E-40DD-AFC4-6F175D3DCCD1}">
                    <a14:hiddenFill xmlns:a14="http://schemas.microsoft.com/office/drawing/2010/main">
                      <a:noFill/>
                    </a14:hiddenFill>
                  </a:ext>
                </a:extLst>
              </p:spPr>
            </p:cxnSp>
          </p:grpSp>
          <p:sp>
            <p:nvSpPr>
              <p:cNvPr id="19838" name="Rectangle 15436">
                <a:extLst>
                  <a:ext uri="{FF2B5EF4-FFF2-40B4-BE49-F238E27FC236}">
                    <a16:creationId xmlns:a16="http://schemas.microsoft.com/office/drawing/2014/main" id="{BA22E96A-4C5A-B699-94A2-6B8FBEA2A1D7}"/>
                  </a:ext>
                </a:extLst>
              </p:cNvPr>
              <p:cNvSpPr>
                <a:spLocks/>
              </p:cNvSpPr>
              <p:nvPr/>
            </p:nvSpPr>
            <p:spPr bwMode="auto">
              <a:xfrm flipH="1">
                <a:off x="1662366" y="3530275"/>
                <a:ext cx="198553" cy="228361"/>
              </a:xfrm>
              <a:prstGeom prst="rect">
                <a:avLst/>
              </a:prstGeom>
              <a:gradFill>
                <a:gsLst>
                  <a:gs pos="35000">
                    <a:schemeClr val="bg2">
                      <a:lumMod val="75000"/>
                    </a:schemeClr>
                  </a:gs>
                  <a:gs pos="12000">
                    <a:srgbClr val="818587"/>
                  </a:gs>
                  <a:gs pos="7000">
                    <a:schemeClr val="tx1">
                      <a:lumMod val="50000"/>
                      <a:lumOff val="50000"/>
                    </a:schemeClr>
                  </a:gs>
                  <a:gs pos="0">
                    <a:schemeClr val="bg2">
                      <a:lumMod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19832" name="组合 19831">
              <a:extLst>
                <a:ext uri="{FF2B5EF4-FFF2-40B4-BE49-F238E27FC236}">
                  <a16:creationId xmlns:a16="http://schemas.microsoft.com/office/drawing/2014/main" id="{5EE79251-AE57-63EA-726B-68E80F43D05B}"/>
                </a:ext>
              </a:extLst>
            </p:cNvPr>
            <p:cNvGrpSpPr/>
            <p:nvPr/>
          </p:nvGrpSpPr>
          <p:grpSpPr>
            <a:xfrm flipH="1">
              <a:off x="2057808" y="5017843"/>
              <a:ext cx="101582" cy="90666"/>
              <a:chOff x="9253470" y="1351580"/>
              <a:chExt cx="133734" cy="133734"/>
            </a:xfrm>
          </p:grpSpPr>
          <p:sp>
            <p:nvSpPr>
              <p:cNvPr id="19833" name="Oval 15540">
                <a:extLst>
                  <a:ext uri="{FF2B5EF4-FFF2-40B4-BE49-F238E27FC236}">
                    <a16:creationId xmlns:a16="http://schemas.microsoft.com/office/drawing/2014/main" id="{CFFFBCF4-2BD4-0203-6045-E9BBE6464D2B}"/>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834" name="Line 15541">
                <a:extLst>
                  <a:ext uri="{FF2B5EF4-FFF2-40B4-BE49-F238E27FC236}">
                    <a16:creationId xmlns:a16="http://schemas.microsoft.com/office/drawing/2014/main" id="{5094E55D-3CEB-2A9B-4129-2EA324A2B59E}"/>
                  </a:ext>
                </a:extLst>
              </p:cNvPr>
              <p:cNvCxnSpPr>
                <a:cxnSpLocks/>
                <a:stCxn id="19833" idx="1"/>
                <a:endCxn id="19833" idx="5"/>
              </p:cNvCxnSpPr>
              <p:nvPr/>
            </p:nvCxnSpPr>
            <p:spPr bwMode="auto">
              <a:xfrm>
                <a:off x="9273056" y="1371165"/>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sp>
        <p:nvSpPr>
          <p:cNvPr id="19499" name="任意形状 19498">
            <a:extLst>
              <a:ext uri="{FF2B5EF4-FFF2-40B4-BE49-F238E27FC236}">
                <a16:creationId xmlns:a16="http://schemas.microsoft.com/office/drawing/2014/main" id="{FA35076F-3BB2-2D98-6EA6-F5A4C85FEC03}"/>
              </a:ext>
            </a:extLst>
          </p:cNvPr>
          <p:cNvSpPr/>
          <p:nvPr/>
        </p:nvSpPr>
        <p:spPr>
          <a:xfrm flipH="1">
            <a:off x="3892136" y="3575272"/>
            <a:ext cx="2664000" cy="324875"/>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19500" name="组合 19499">
            <a:extLst>
              <a:ext uri="{FF2B5EF4-FFF2-40B4-BE49-F238E27FC236}">
                <a16:creationId xmlns:a16="http://schemas.microsoft.com/office/drawing/2014/main" id="{91D8E1E2-9934-2F1B-685D-8FC835E93C0C}"/>
              </a:ext>
            </a:extLst>
          </p:cNvPr>
          <p:cNvGrpSpPr/>
          <p:nvPr/>
        </p:nvGrpSpPr>
        <p:grpSpPr>
          <a:xfrm>
            <a:off x="3826248" y="3342368"/>
            <a:ext cx="2804196" cy="644200"/>
            <a:chOff x="-250567" y="3268205"/>
            <a:chExt cx="1887814" cy="390200"/>
          </a:xfrm>
        </p:grpSpPr>
        <p:sp>
          <p:nvSpPr>
            <p:cNvPr id="19501" name="Oval 15552">
              <a:extLst>
                <a:ext uri="{FF2B5EF4-FFF2-40B4-BE49-F238E27FC236}">
                  <a16:creationId xmlns:a16="http://schemas.microsoft.com/office/drawing/2014/main" id="{0167DFD8-8274-806A-CF5A-F6453449F30F}"/>
                </a:ext>
              </a:extLst>
            </p:cNvPr>
            <p:cNvSpPr>
              <a:spLocks/>
            </p:cNvSpPr>
            <p:nvPr/>
          </p:nvSpPr>
          <p:spPr bwMode="auto">
            <a:xfrm flipH="1">
              <a:off x="-250567" y="3268205"/>
              <a:ext cx="1887814" cy="250334"/>
            </a:xfrm>
            <a:prstGeom prst="ellipse">
              <a:avLst/>
            </a:prstGeom>
            <a:gradFill flip="none" rotWithShape="1">
              <a:gsLst>
                <a:gs pos="0">
                  <a:schemeClr val="accent1">
                    <a:lumMod val="0"/>
                    <a:lumOff val="100000"/>
                  </a:schemeClr>
                </a:gs>
                <a:gs pos="35000">
                  <a:schemeClr val="accent1">
                    <a:lumMod val="0"/>
                    <a:lumOff val="100000"/>
                  </a:schemeClr>
                </a:gs>
                <a:gs pos="100000">
                  <a:schemeClr val="bg1">
                    <a:lumMod val="85000"/>
                  </a:schemeClr>
                </a:gs>
              </a:gsLst>
              <a:path path="circle">
                <a:fillToRect l="50000" t="-80000" r="50000" b="18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9503" name="Oval 15553">
              <a:extLst>
                <a:ext uri="{FF2B5EF4-FFF2-40B4-BE49-F238E27FC236}">
                  <a16:creationId xmlns:a16="http://schemas.microsoft.com/office/drawing/2014/main" id="{9C974092-1076-948B-A484-56FEB62E646C}"/>
                </a:ext>
              </a:extLst>
            </p:cNvPr>
            <p:cNvSpPr>
              <a:spLocks/>
            </p:cNvSpPr>
            <p:nvPr/>
          </p:nvSpPr>
          <p:spPr bwMode="auto">
            <a:xfrm flipH="1">
              <a:off x="-155283" y="3319688"/>
              <a:ext cx="1699032" cy="192565"/>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9504" name="任意形状 19503">
              <a:extLst>
                <a:ext uri="{FF2B5EF4-FFF2-40B4-BE49-F238E27FC236}">
                  <a16:creationId xmlns:a16="http://schemas.microsoft.com/office/drawing/2014/main" id="{955FBCE3-7E12-7076-D7D0-669CC1F6CC28}"/>
                </a:ext>
              </a:extLst>
            </p:cNvPr>
            <p:cNvSpPr/>
            <p:nvPr/>
          </p:nvSpPr>
          <p:spPr>
            <a:xfrm flipH="1">
              <a:off x="-250567" y="3398641"/>
              <a:ext cx="1887793" cy="259764"/>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grpSp>
        <p:nvGrpSpPr>
          <p:cNvPr id="19505" name="组合 19504">
            <a:extLst>
              <a:ext uri="{FF2B5EF4-FFF2-40B4-BE49-F238E27FC236}">
                <a16:creationId xmlns:a16="http://schemas.microsoft.com/office/drawing/2014/main" id="{68A3ADB0-3647-8E67-83B9-B53D705321FD}"/>
              </a:ext>
            </a:extLst>
          </p:cNvPr>
          <p:cNvGrpSpPr/>
          <p:nvPr/>
        </p:nvGrpSpPr>
        <p:grpSpPr>
          <a:xfrm>
            <a:off x="3893443" y="3128940"/>
            <a:ext cx="2664000" cy="613898"/>
            <a:chOff x="2758920" y="2045770"/>
            <a:chExt cx="1699032" cy="354716"/>
          </a:xfrm>
        </p:grpSpPr>
        <p:sp>
          <p:nvSpPr>
            <p:cNvPr id="19506" name="Oval 15553">
              <a:extLst>
                <a:ext uri="{FF2B5EF4-FFF2-40B4-BE49-F238E27FC236}">
                  <a16:creationId xmlns:a16="http://schemas.microsoft.com/office/drawing/2014/main" id="{78F7CD93-0ED3-2B2F-670A-7E6421739FDE}"/>
                </a:ext>
              </a:extLst>
            </p:cNvPr>
            <p:cNvSpPr>
              <a:spLocks/>
            </p:cNvSpPr>
            <p:nvPr/>
          </p:nvSpPr>
          <p:spPr bwMode="auto">
            <a:xfrm flipH="1">
              <a:off x="2758920" y="2207922"/>
              <a:ext cx="1699032" cy="192564"/>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9507" name="任意形状 19506">
              <a:extLst>
                <a:ext uri="{FF2B5EF4-FFF2-40B4-BE49-F238E27FC236}">
                  <a16:creationId xmlns:a16="http://schemas.microsoft.com/office/drawing/2014/main" id="{9C39E27D-A0B6-2EFD-A1AF-9BF7FC7B1BB0}"/>
                </a:ext>
              </a:extLst>
            </p:cNvPr>
            <p:cNvSpPr/>
            <p:nvPr/>
          </p:nvSpPr>
          <p:spPr>
            <a:xfrm flipH="1">
              <a:off x="3465740" y="2351706"/>
              <a:ext cx="281929" cy="45790"/>
            </a:xfrm>
            <a:custGeom>
              <a:avLst/>
              <a:gdLst>
                <a:gd name="connsiteX0" fmla="*/ 2027 w 371162"/>
                <a:gd name="connsiteY0" fmla="*/ 60721 h 67541"/>
                <a:gd name="connsiteX1" fmla="*/ 90927 w 371162"/>
                <a:gd name="connsiteY1" fmla="*/ 67071 h 67541"/>
                <a:gd name="connsiteX2" fmla="*/ 154427 w 371162"/>
                <a:gd name="connsiteY2" fmla="*/ 67071 h 67541"/>
                <a:gd name="connsiteX3" fmla="*/ 224277 w 371162"/>
                <a:gd name="connsiteY3" fmla="*/ 67071 h 67541"/>
                <a:gd name="connsiteX4" fmla="*/ 287777 w 371162"/>
                <a:gd name="connsiteY4" fmla="*/ 67071 h 67541"/>
                <a:gd name="connsiteX5" fmla="*/ 370327 w 371162"/>
                <a:gd name="connsiteY5" fmla="*/ 63896 h 67541"/>
                <a:gd name="connsiteX6" fmla="*/ 329052 w 371162"/>
                <a:gd name="connsiteY6" fmla="*/ 22621 h 67541"/>
                <a:gd name="connsiteX7" fmla="*/ 306827 w 371162"/>
                <a:gd name="connsiteY7" fmla="*/ 9921 h 67541"/>
                <a:gd name="connsiteX8" fmla="*/ 262377 w 371162"/>
                <a:gd name="connsiteY8" fmla="*/ 3571 h 67541"/>
                <a:gd name="connsiteX9" fmla="*/ 208402 w 371162"/>
                <a:gd name="connsiteY9" fmla="*/ 396 h 67541"/>
                <a:gd name="connsiteX10" fmla="*/ 160777 w 371162"/>
                <a:gd name="connsiteY10" fmla="*/ 396 h 67541"/>
                <a:gd name="connsiteX11" fmla="*/ 84577 w 371162"/>
                <a:gd name="connsiteY11" fmla="*/ 3571 h 67541"/>
                <a:gd name="connsiteX12" fmla="*/ 49652 w 371162"/>
                <a:gd name="connsiteY12" fmla="*/ 9921 h 67541"/>
                <a:gd name="connsiteX13" fmla="*/ 30602 w 371162"/>
                <a:gd name="connsiteY13" fmla="*/ 19446 h 67541"/>
                <a:gd name="connsiteX14" fmla="*/ 2027 w 371162"/>
                <a:gd name="connsiteY14" fmla="*/ 60721 h 6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1162" h="67541">
                  <a:moveTo>
                    <a:pt x="2027" y="60721"/>
                  </a:moveTo>
                  <a:cubicBezTo>
                    <a:pt x="12081" y="68658"/>
                    <a:pt x="65527" y="66013"/>
                    <a:pt x="90927" y="67071"/>
                  </a:cubicBezTo>
                  <a:cubicBezTo>
                    <a:pt x="116327" y="68129"/>
                    <a:pt x="154427" y="67071"/>
                    <a:pt x="154427" y="67071"/>
                  </a:cubicBezTo>
                  <a:lnTo>
                    <a:pt x="224277" y="67071"/>
                  </a:lnTo>
                  <a:lnTo>
                    <a:pt x="287777" y="67071"/>
                  </a:lnTo>
                  <a:cubicBezTo>
                    <a:pt x="312119" y="66542"/>
                    <a:pt x="370327" y="63896"/>
                    <a:pt x="370327" y="63896"/>
                  </a:cubicBezTo>
                  <a:cubicBezTo>
                    <a:pt x="377206" y="56488"/>
                    <a:pt x="339635" y="31617"/>
                    <a:pt x="329052" y="22621"/>
                  </a:cubicBezTo>
                  <a:cubicBezTo>
                    <a:pt x="318469" y="13625"/>
                    <a:pt x="317940" y="13096"/>
                    <a:pt x="306827" y="9921"/>
                  </a:cubicBezTo>
                  <a:cubicBezTo>
                    <a:pt x="295714" y="6746"/>
                    <a:pt x="278781" y="5158"/>
                    <a:pt x="262377" y="3571"/>
                  </a:cubicBezTo>
                  <a:cubicBezTo>
                    <a:pt x="245973" y="1984"/>
                    <a:pt x="225335" y="925"/>
                    <a:pt x="208402" y="396"/>
                  </a:cubicBezTo>
                  <a:cubicBezTo>
                    <a:pt x="191469" y="-133"/>
                    <a:pt x="181414" y="-133"/>
                    <a:pt x="160777" y="396"/>
                  </a:cubicBezTo>
                  <a:cubicBezTo>
                    <a:pt x="140140" y="925"/>
                    <a:pt x="103098" y="1984"/>
                    <a:pt x="84577" y="3571"/>
                  </a:cubicBezTo>
                  <a:cubicBezTo>
                    <a:pt x="66056" y="5158"/>
                    <a:pt x="58648" y="7275"/>
                    <a:pt x="49652" y="9921"/>
                  </a:cubicBezTo>
                  <a:cubicBezTo>
                    <a:pt x="40656" y="12567"/>
                    <a:pt x="30602" y="19446"/>
                    <a:pt x="30602" y="19446"/>
                  </a:cubicBezTo>
                  <a:cubicBezTo>
                    <a:pt x="22135" y="26854"/>
                    <a:pt x="-8027" y="52784"/>
                    <a:pt x="2027" y="60721"/>
                  </a:cubicBezTo>
                  <a:close/>
                </a:path>
              </a:pathLst>
            </a:custGeom>
            <a:gradFill>
              <a:gsLst>
                <a:gs pos="8000">
                  <a:schemeClr val="bg1">
                    <a:lumMod val="65000"/>
                  </a:schemeClr>
                </a:gs>
                <a:gs pos="0">
                  <a:schemeClr val="tx1">
                    <a:lumMod val="50000"/>
                    <a:lumOff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508" name="圆柱体 19507">
              <a:extLst>
                <a:ext uri="{FF2B5EF4-FFF2-40B4-BE49-F238E27FC236}">
                  <a16:creationId xmlns:a16="http://schemas.microsoft.com/office/drawing/2014/main" id="{807493CB-83F2-F755-CF70-672CA1624C80}"/>
                </a:ext>
              </a:extLst>
            </p:cNvPr>
            <p:cNvSpPr/>
            <p:nvPr/>
          </p:nvSpPr>
          <p:spPr>
            <a:xfrm flipH="1">
              <a:off x="3446717" y="2045770"/>
              <a:ext cx="329837" cy="250333"/>
            </a:xfrm>
            <a:prstGeom prst="can">
              <a:avLst>
                <a:gd name="adj" fmla="val 27645"/>
              </a:avLst>
            </a:prstGeom>
            <a:gradFill flip="none" rotWithShape="1">
              <a:gsLst>
                <a:gs pos="0">
                  <a:srgbClr val="D8D4D5"/>
                </a:gs>
                <a:gs pos="74000">
                  <a:srgbClr val="5D5D5C"/>
                </a:gs>
                <a:gs pos="83000">
                  <a:srgbClr val="4D504A"/>
                </a:gs>
                <a:gs pos="100000">
                  <a:srgbClr val="62655D"/>
                </a:gs>
              </a:gsLst>
              <a:lin ang="27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16" name="组合 415">
            <a:extLst>
              <a:ext uri="{FF2B5EF4-FFF2-40B4-BE49-F238E27FC236}">
                <a16:creationId xmlns:a16="http://schemas.microsoft.com/office/drawing/2014/main" id="{05B016EC-CF38-E3B6-B196-09D3F7178EFC}"/>
              </a:ext>
            </a:extLst>
          </p:cNvPr>
          <p:cNvGrpSpPr/>
          <p:nvPr/>
        </p:nvGrpSpPr>
        <p:grpSpPr>
          <a:xfrm flipH="1">
            <a:off x="4574867" y="2461273"/>
            <a:ext cx="1269349" cy="787231"/>
            <a:chOff x="4444432" y="1721801"/>
            <a:chExt cx="1125009" cy="781720"/>
          </a:xfrm>
        </p:grpSpPr>
        <p:grpSp>
          <p:nvGrpSpPr>
            <p:cNvPr id="417" name="组合 416">
              <a:extLst>
                <a:ext uri="{FF2B5EF4-FFF2-40B4-BE49-F238E27FC236}">
                  <a16:creationId xmlns:a16="http://schemas.microsoft.com/office/drawing/2014/main" id="{1FE92F75-3A07-6B5D-84A7-B8C513D30715}"/>
                </a:ext>
              </a:extLst>
            </p:cNvPr>
            <p:cNvGrpSpPr/>
            <p:nvPr/>
          </p:nvGrpSpPr>
          <p:grpSpPr>
            <a:xfrm rot="16200000">
              <a:off x="5224653" y="2337467"/>
              <a:ext cx="123188" cy="120772"/>
              <a:chOff x="8654057" y="1161031"/>
              <a:chExt cx="181074" cy="177523"/>
            </a:xfrm>
          </p:grpSpPr>
          <p:sp>
            <p:nvSpPr>
              <p:cNvPr id="19860" name="Rectangle 15492">
                <a:extLst>
                  <a:ext uri="{FF2B5EF4-FFF2-40B4-BE49-F238E27FC236}">
                    <a16:creationId xmlns:a16="http://schemas.microsoft.com/office/drawing/2014/main" id="{8E126A8D-68D5-0563-A98A-FE417311037B}"/>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861" name="Rectangle 15493">
                <a:extLst>
                  <a:ext uri="{FF2B5EF4-FFF2-40B4-BE49-F238E27FC236}">
                    <a16:creationId xmlns:a16="http://schemas.microsoft.com/office/drawing/2014/main" id="{62AAA546-4038-D337-D4D2-D67DFBFB213B}"/>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862" name="Line 15494">
                <a:extLst>
                  <a:ext uri="{FF2B5EF4-FFF2-40B4-BE49-F238E27FC236}">
                    <a16:creationId xmlns:a16="http://schemas.microsoft.com/office/drawing/2014/main" id="{97F5C198-98B3-CDB9-3EF2-D5248D9535B6}"/>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63" name="Line 15495">
                <a:extLst>
                  <a:ext uri="{FF2B5EF4-FFF2-40B4-BE49-F238E27FC236}">
                    <a16:creationId xmlns:a16="http://schemas.microsoft.com/office/drawing/2014/main" id="{608DC104-F80E-764D-7B45-17A249F67501}"/>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64" name="Line 15496">
                <a:extLst>
                  <a:ext uri="{FF2B5EF4-FFF2-40B4-BE49-F238E27FC236}">
                    <a16:creationId xmlns:a16="http://schemas.microsoft.com/office/drawing/2014/main" id="{5ACB7C85-36FC-321A-6788-05F4241A41B7}"/>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65" name="Line 15497">
                <a:extLst>
                  <a:ext uri="{FF2B5EF4-FFF2-40B4-BE49-F238E27FC236}">
                    <a16:creationId xmlns:a16="http://schemas.microsoft.com/office/drawing/2014/main" id="{CC9B7401-AF9D-C12E-9687-14783A6E8F6D}"/>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66" name="Line 15498">
                <a:extLst>
                  <a:ext uri="{FF2B5EF4-FFF2-40B4-BE49-F238E27FC236}">
                    <a16:creationId xmlns:a16="http://schemas.microsoft.com/office/drawing/2014/main" id="{4A6C8F72-6D53-512C-ECB1-19933111CC1E}"/>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67" name="Line 15499">
                <a:extLst>
                  <a:ext uri="{FF2B5EF4-FFF2-40B4-BE49-F238E27FC236}">
                    <a16:creationId xmlns:a16="http://schemas.microsoft.com/office/drawing/2014/main" id="{51F93312-6690-195D-3ED5-ECD9355B263C}"/>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68" name="Line 15500">
                <a:extLst>
                  <a:ext uri="{FF2B5EF4-FFF2-40B4-BE49-F238E27FC236}">
                    <a16:creationId xmlns:a16="http://schemas.microsoft.com/office/drawing/2014/main" id="{C59EC243-D455-C624-5322-A7BAC4202F28}"/>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69" name="Line 15500">
                <a:extLst>
                  <a:ext uri="{FF2B5EF4-FFF2-40B4-BE49-F238E27FC236}">
                    <a16:creationId xmlns:a16="http://schemas.microsoft.com/office/drawing/2014/main" id="{5E42AE29-8AA9-97A8-5BA5-9B7503CA3DD5}"/>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418" name="组合 417">
              <a:extLst>
                <a:ext uri="{FF2B5EF4-FFF2-40B4-BE49-F238E27FC236}">
                  <a16:creationId xmlns:a16="http://schemas.microsoft.com/office/drawing/2014/main" id="{9446AAEE-9AAE-588B-F4B4-80E179E4080B}"/>
                </a:ext>
              </a:extLst>
            </p:cNvPr>
            <p:cNvGrpSpPr/>
            <p:nvPr/>
          </p:nvGrpSpPr>
          <p:grpSpPr>
            <a:xfrm rot="16200000">
              <a:off x="5447461" y="1723009"/>
              <a:ext cx="123188" cy="120772"/>
              <a:chOff x="8654057" y="1161031"/>
              <a:chExt cx="181074" cy="177523"/>
            </a:xfrm>
          </p:grpSpPr>
          <p:sp>
            <p:nvSpPr>
              <p:cNvPr id="19850" name="Rectangle 15492">
                <a:extLst>
                  <a:ext uri="{FF2B5EF4-FFF2-40B4-BE49-F238E27FC236}">
                    <a16:creationId xmlns:a16="http://schemas.microsoft.com/office/drawing/2014/main" id="{4D10FB23-86BB-4406-C8AB-DE07ACDDF379}"/>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851" name="Rectangle 15493">
                <a:extLst>
                  <a:ext uri="{FF2B5EF4-FFF2-40B4-BE49-F238E27FC236}">
                    <a16:creationId xmlns:a16="http://schemas.microsoft.com/office/drawing/2014/main" id="{1B234CD9-8399-E2AB-F1D4-1CC17F4E9E50}"/>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852" name="Line 15494">
                <a:extLst>
                  <a:ext uri="{FF2B5EF4-FFF2-40B4-BE49-F238E27FC236}">
                    <a16:creationId xmlns:a16="http://schemas.microsoft.com/office/drawing/2014/main" id="{BC3FBFE2-DE9D-E764-C777-D6F2309644FB}"/>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53" name="Line 15495">
                <a:extLst>
                  <a:ext uri="{FF2B5EF4-FFF2-40B4-BE49-F238E27FC236}">
                    <a16:creationId xmlns:a16="http://schemas.microsoft.com/office/drawing/2014/main" id="{00116BBF-8687-7A13-98A4-5B91C3B49A01}"/>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54" name="Line 15496">
                <a:extLst>
                  <a:ext uri="{FF2B5EF4-FFF2-40B4-BE49-F238E27FC236}">
                    <a16:creationId xmlns:a16="http://schemas.microsoft.com/office/drawing/2014/main" id="{D371FCF6-B142-C42A-AE41-A0FD6994A4C0}"/>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55" name="Line 15497">
                <a:extLst>
                  <a:ext uri="{FF2B5EF4-FFF2-40B4-BE49-F238E27FC236}">
                    <a16:creationId xmlns:a16="http://schemas.microsoft.com/office/drawing/2014/main" id="{BCF04ED3-4F5B-3DCE-CD4F-7524A4A10C0D}"/>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56" name="Line 15498">
                <a:extLst>
                  <a:ext uri="{FF2B5EF4-FFF2-40B4-BE49-F238E27FC236}">
                    <a16:creationId xmlns:a16="http://schemas.microsoft.com/office/drawing/2014/main" id="{473ECC09-CC0B-98C8-0D4E-F766107D00ED}"/>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57" name="Line 15499">
                <a:extLst>
                  <a:ext uri="{FF2B5EF4-FFF2-40B4-BE49-F238E27FC236}">
                    <a16:creationId xmlns:a16="http://schemas.microsoft.com/office/drawing/2014/main" id="{67A8EF09-A364-1462-8B97-C98D4809383D}"/>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58" name="Line 15500">
                <a:extLst>
                  <a:ext uri="{FF2B5EF4-FFF2-40B4-BE49-F238E27FC236}">
                    <a16:creationId xmlns:a16="http://schemas.microsoft.com/office/drawing/2014/main" id="{8C08C562-66AD-377B-5A5E-DCB0D27B65CD}"/>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59" name="Line 15500">
                <a:extLst>
                  <a:ext uri="{FF2B5EF4-FFF2-40B4-BE49-F238E27FC236}">
                    <a16:creationId xmlns:a16="http://schemas.microsoft.com/office/drawing/2014/main" id="{537C82FD-2046-4D42-37DB-A62D6E4836EC}"/>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419" name="组合 418">
              <a:extLst>
                <a:ext uri="{FF2B5EF4-FFF2-40B4-BE49-F238E27FC236}">
                  <a16:creationId xmlns:a16="http://schemas.microsoft.com/office/drawing/2014/main" id="{4BC7E016-D979-940B-D3C2-6168C94AD1C6}"/>
                </a:ext>
              </a:extLst>
            </p:cNvPr>
            <p:cNvGrpSpPr/>
            <p:nvPr/>
          </p:nvGrpSpPr>
          <p:grpSpPr>
            <a:xfrm>
              <a:off x="4452394" y="2000630"/>
              <a:ext cx="181074" cy="177523"/>
              <a:chOff x="8654057" y="1161031"/>
              <a:chExt cx="181074" cy="177523"/>
            </a:xfrm>
          </p:grpSpPr>
          <p:sp>
            <p:nvSpPr>
              <p:cNvPr id="19840" name="Rectangle 15492">
                <a:extLst>
                  <a:ext uri="{FF2B5EF4-FFF2-40B4-BE49-F238E27FC236}">
                    <a16:creationId xmlns:a16="http://schemas.microsoft.com/office/drawing/2014/main" id="{BF9A9061-B9FF-44A1-562A-FF3D2AC453E2}"/>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841" name="Rectangle 15493">
                <a:extLst>
                  <a:ext uri="{FF2B5EF4-FFF2-40B4-BE49-F238E27FC236}">
                    <a16:creationId xmlns:a16="http://schemas.microsoft.com/office/drawing/2014/main" id="{76985621-72FA-CA34-ED58-0ECF29B8E32D}"/>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842" name="Line 15494">
                <a:extLst>
                  <a:ext uri="{FF2B5EF4-FFF2-40B4-BE49-F238E27FC236}">
                    <a16:creationId xmlns:a16="http://schemas.microsoft.com/office/drawing/2014/main" id="{82B37D5C-1853-26C0-F340-B54E9714F08E}"/>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43" name="Line 15495">
                <a:extLst>
                  <a:ext uri="{FF2B5EF4-FFF2-40B4-BE49-F238E27FC236}">
                    <a16:creationId xmlns:a16="http://schemas.microsoft.com/office/drawing/2014/main" id="{89D45426-F89D-EFA7-7FAB-F6E65D7C96AF}"/>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44" name="Line 15496">
                <a:extLst>
                  <a:ext uri="{FF2B5EF4-FFF2-40B4-BE49-F238E27FC236}">
                    <a16:creationId xmlns:a16="http://schemas.microsoft.com/office/drawing/2014/main" id="{31D998DB-56F3-1236-A028-E0EFD8453C48}"/>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45" name="Line 15497">
                <a:extLst>
                  <a:ext uri="{FF2B5EF4-FFF2-40B4-BE49-F238E27FC236}">
                    <a16:creationId xmlns:a16="http://schemas.microsoft.com/office/drawing/2014/main" id="{70256958-D2B0-6C34-6788-6B8F315784F4}"/>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46" name="Line 15498">
                <a:extLst>
                  <a:ext uri="{FF2B5EF4-FFF2-40B4-BE49-F238E27FC236}">
                    <a16:creationId xmlns:a16="http://schemas.microsoft.com/office/drawing/2014/main" id="{55E4B890-EA9B-8525-9006-8F933550838F}"/>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47" name="Line 15499">
                <a:extLst>
                  <a:ext uri="{FF2B5EF4-FFF2-40B4-BE49-F238E27FC236}">
                    <a16:creationId xmlns:a16="http://schemas.microsoft.com/office/drawing/2014/main" id="{031A2886-E5D1-8F5E-87F1-D3C0892D514C}"/>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48" name="Line 15500">
                <a:extLst>
                  <a:ext uri="{FF2B5EF4-FFF2-40B4-BE49-F238E27FC236}">
                    <a16:creationId xmlns:a16="http://schemas.microsoft.com/office/drawing/2014/main" id="{D66382B8-9C0A-AA1D-C48F-8CB37AE26057}"/>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9849" name="Line 15500">
                <a:extLst>
                  <a:ext uri="{FF2B5EF4-FFF2-40B4-BE49-F238E27FC236}">
                    <a16:creationId xmlns:a16="http://schemas.microsoft.com/office/drawing/2014/main" id="{CA9178FA-DE9A-1A3D-382C-82059E0D4BC7}"/>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420" name="组合 419">
              <a:extLst>
                <a:ext uri="{FF2B5EF4-FFF2-40B4-BE49-F238E27FC236}">
                  <a16:creationId xmlns:a16="http://schemas.microsoft.com/office/drawing/2014/main" id="{156A577B-51ED-3F01-182B-674CA9E4DF8A}"/>
                </a:ext>
              </a:extLst>
            </p:cNvPr>
            <p:cNvGrpSpPr/>
            <p:nvPr/>
          </p:nvGrpSpPr>
          <p:grpSpPr>
            <a:xfrm>
              <a:off x="5350523" y="1822131"/>
              <a:ext cx="75960" cy="118349"/>
              <a:chOff x="3835073" y="1867466"/>
              <a:chExt cx="75960" cy="118349"/>
            </a:xfrm>
          </p:grpSpPr>
          <p:grpSp>
            <p:nvGrpSpPr>
              <p:cNvPr id="443" name="组合 442">
                <a:extLst>
                  <a:ext uri="{FF2B5EF4-FFF2-40B4-BE49-F238E27FC236}">
                    <a16:creationId xmlns:a16="http://schemas.microsoft.com/office/drawing/2014/main" id="{EEC97094-0E35-4144-C42C-2B7615C5E6DD}"/>
                  </a:ext>
                </a:extLst>
              </p:cNvPr>
              <p:cNvGrpSpPr/>
              <p:nvPr/>
            </p:nvGrpSpPr>
            <p:grpSpPr>
              <a:xfrm>
                <a:off x="3837657" y="1867466"/>
                <a:ext cx="73376" cy="118349"/>
                <a:chOff x="4508871" y="2002273"/>
                <a:chExt cx="73376" cy="118349"/>
              </a:xfrm>
            </p:grpSpPr>
            <p:sp>
              <p:nvSpPr>
                <p:cNvPr id="445" name="Rectangle 15492">
                  <a:extLst>
                    <a:ext uri="{FF2B5EF4-FFF2-40B4-BE49-F238E27FC236}">
                      <a16:creationId xmlns:a16="http://schemas.microsoft.com/office/drawing/2014/main" id="{41DE8D1B-0C61-C8FB-FF10-39B961B3A949}"/>
                    </a:ext>
                  </a:extLst>
                </p:cNvPr>
                <p:cNvSpPr>
                  <a:spLocks/>
                </p:cNvSpPr>
                <p:nvPr/>
              </p:nvSpPr>
              <p:spPr bwMode="auto">
                <a:xfrm>
                  <a:off x="4510055"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46" name="Line 15499">
                  <a:extLst>
                    <a:ext uri="{FF2B5EF4-FFF2-40B4-BE49-F238E27FC236}">
                      <a16:creationId xmlns:a16="http://schemas.microsoft.com/office/drawing/2014/main" id="{B26FEDB5-728C-CEA2-A76B-A7DE8C98615C}"/>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47" name="Line 15500">
                  <a:extLst>
                    <a:ext uri="{FF2B5EF4-FFF2-40B4-BE49-F238E27FC236}">
                      <a16:creationId xmlns:a16="http://schemas.microsoft.com/office/drawing/2014/main" id="{B08AC7CF-86AA-816B-3279-C546A3CE1A28}"/>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444" name="Line 15500">
                <a:extLst>
                  <a:ext uri="{FF2B5EF4-FFF2-40B4-BE49-F238E27FC236}">
                    <a16:creationId xmlns:a16="http://schemas.microsoft.com/office/drawing/2014/main" id="{BCC0B54B-79CC-5337-FA6A-12818DD90BD7}"/>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421" name="组合 420">
              <a:extLst>
                <a:ext uri="{FF2B5EF4-FFF2-40B4-BE49-F238E27FC236}">
                  <a16:creationId xmlns:a16="http://schemas.microsoft.com/office/drawing/2014/main" id="{3DD4C8EB-21EA-3A07-5CB1-CDFD7DD4536B}"/>
                </a:ext>
              </a:extLst>
            </p:cNvPr>
            <p:cNvGrpSpPr/>
            <p:nvPr/>
          </p:nvGrpSpPr>
          <p:grpSpPr>
            <a:xfrm>
              <a:off x="4499009" y="1811320"/>
              <a:ext cx="78272" cy="118349"/>
              <a:chOff x="3835073" y="1867466"/>
              <a:chExt cx="78272" cy="118349"/>
            </a:xfrm>
          </p:grpSpPr>
          <p:grpSp>
            <p:nvGrpSpPr>
              <p:cNvPr id="438" name="组合 437">
                <a:extLst>
                  <a:ext uri="{FF2B5EF4-FFF2-40B4-BE49-F238E27FC236}">
                    <a16:creationId xmlns:a16="http://schemas.microsoft.com/office/drawing/2014/main" id="{024E6876-2D6C-4CBD-60BC-2D4E999DD604}"/>
                  </a:ext>
                </a:extLst>
              </p:cNvPr>
              <p:cNvGrpSpPr/>
              <p:nvPr/>
            </p:nvGrpSpPr>
            <p:grpSpPr>
              <a:xfrm>
                <a:off x="3837657" y="1867466"/>
                <a:ext cx="75688" cy="118349"/>
                <a:chOff x="4508871" y="2002273"/>
                <a:chExt cx="75688" cy="118349"/>
              </a:xfrm>
            </p:grpSpPr>
            <p:sp>
              <p:nvSpPr>
                <p:cNvPr id="440" name="Rectangle 15492">
                  <a:extLst>
                    <a:ext uri="{FF2B5EF4-FFF2-40B4-BE49-F238E27FC236}">
                      <a16:creationId xmlns:a16="http://schemas.microsoft.com/office/drawing/2014/main" id="{73BCCAAB-935A-2F03-4FA4-7D10EA42A0A3}"/>
                    </a:ext>
                  </a:extLst>
                </p:cNvPr>
                <p:cNvSpPr>
                  <a:spLocks/>
                </p:cNvSpPr>
                <p:nvPr/>
              </p:nvSpPr>
              <p:spPr bwMode="auto">
                <a:xfrm>
                  <a:off x="4515917"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41" name="Line 15499">
                  <a:extLst>
                    <a:ext uri="{FF2B5EF4-FFF2-40B4-BE49-F238E27FC236}">
                      <a16:creationId xmlns:a16="http://schemas.microsoft.com/office/drawing/2014/main" id="{A684128E-C95A-7F2E-A2C2-9443C6BE7550}"/>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42" name="Line 15500">
                  <a:extLst>
                    <a:ext uri="{FF2B5EF4-FFF2-40B4-BE49-F238E27FC236}">
                      <a16:creationId xmlns:a16="http://schemas.microsoft.com/office/drawing/2014/main" id="{CFDA028A-0538-AEE0-C15F-8E55ADAB1416}"/>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439" name="Line 15500">
                <a:extLst>
                  <a:ext uri="{FF2B5EF4-FFF2-40B4-BE49-F238E27FC236}">
                    <a16:creationId xmlns:a16="http://schemas.microsoft.com/office/drawing/2014/main" id="{C9AA4D78-91FC-E873-F32F-CF053E31196D}"/>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422" name="组合 421">
              <a:extLst>
                <a:ext uri="{FF2B5EF4-FFF2-40B4-BE49-F238E27FC236}">
                  <a16:creationId xmlns:a16="http://schemas.microsoft.com/office/drawing/2014/main" id="{66C5F2EB-5AED-D624-4F04-25850F459928}"/>
                </a:ext>
              </a:extLst>
            </p:cNvPr>
            <p:cNvGrpSpPr/>
            <p:nvPr/>
          </p:nvGrpSpPr>
          <p:grpSpPr>
            <a:xfrm>
              <a:off x="5299850" y="2000630"/>
              <a:ext cx="181074" cy="177523"/>
              <a:chOff x="8654057" y="1161031"/>
              <a:chExt cx="181074" cy="177523"/>
            </a:xfrm>
          </p:grpSpPr>
          <p:sp>
            <p:nvSpPr>
              <p:cNvPr id="428" name="Rectangle 15492">
                <a:extLst>
                  <a:ext uri="{FF2B5EF4-FFF2-40B4-BE49-F238E27FC236}">
                    <a16:creationId xmlns:a16="http://schemas.microsoft.com/office/drawing/2014/main" id="{856C23C5-CE03-5E69-33E6-08E948AAF23C}"/>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9" name="Rectangle 15493">
                <a:extLst>
                  <a:ext uri="{FF2B5EF4-FFF2-40B4-BE49-F238E27FC236}">
                    <a16:creationId xmlns:a16="http://schemas.microsoft.com/office/drawing/2014/main" id="{5BC3DB84-A200-9127-4A32-5C93B6F0BF37}"/>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30" name="Line 15494">
                <a:extLst>
                  <a:ext uri="{FF2B5EF4-FFF2-40B4-BE49-F238E27FC236}">
                    <a16:creationId xmlns:a16="http://schemas.microsoft.com/office/drawing/2014/main" id="{43405223-A54D-FD05-6E8C-ED3599BD29C8}"/>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1" name="Line 15495">
                <a:extLst>
                  <a:ext uri="{FF2B5EF4-FFF2-40B4-BE49-F238E27FC236}">
                    <a16:creationId xmlns:a16="http://schemas.microsoft.com/office/drawing/2014/main" id="{AA6DA318-C0B1-DF71-52F2-28C58F5D65ED}"/>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2" name="Line 15496">
                <a:extLst>
                  <a:ext uri="{FF2B5EF4-FFF2-40B4-BE49-F238E27FC236}">
                    <a16:creationId xmlns:a16="http://schemas.microsoft.com/office/drawing/2014/main" id="{D45C9371-4484-E125-DCFF-917AF4469841}"/>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3" name="Line 15497">
                <a:extLst>
                  <a:ext uri="{FF2B5EF4-FFF2-40B4-BE49-F238E27FC236}">
                    <a16:creationId xmlns:a16="http://schemas.microsoft.com/office/drawing/2014/main" id="{FE74E410-39AB-56E1-C22F-EAD2B38E96F5}"/>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4" name="Line 15498">
                <a:extLst>
                  <a:ext uri="{FF2B5EF4-FFF2-40B4-BE49-F238E27FC236}">
                    <a16:creationId xmlns:a16="http://schemas.microsoft.com/office/drawing/2014/main" id="{C9D83FFD-0A66-E2FE-50A5-61CC589DCD26}"/>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5" name="Line 15499">
                <a:extLst>
                  <a:ext uri="{FF2B5EF4-FFF2-40B4-BE49-F238E27FC236}">
                    <a16:creationId xmlns:a16="http://schemas.microsoft.com/office/drawing/2014/main" id="{3C0E635A-653F-DFF6-8C06-543E7ADB46B1}"/>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6" name="Line 15500">
                <a:extLst>
                  <a:ext uri="{FF2B5EF4-FFF2-40B4-BE49-F238E27FC236}">
                    <a16:creationId xmlns:a16="http://schemas.microsoft.com/office/drawing/2014/main" id="{3B9E5455-1483-CABD-7F1C-E6B468581F69}"/>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7" name="Line 15500">
                <a:extLst>
                  <a:ext uri="{FF2B5EF4-FFF2-40B4-BE49-F238E27FC236}">
                    <a16:creationId xmlns:a16="http://schemas.microsoft.com/office/drawing/2014/main" id="{6C2AE551-9F53-ED75-5C0A-906C1A70ACE8}"/>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423" name="Rectangle 15418">
              <a:extLst>
                <a:ext uri="{FF2B5EF4-FFF2-40B4-BE49-F238E27FC236}">
                  <a16:creationId xmlns:a16="http://schemas.microsoft.com/office/drawing/2014/main" id="{417F5C9B-F7A7-3A8E-0CBF-23B65A12A308}"/>
                </a:ext>
              </a:extLst>
            </p:cNvPr>
            <p:cNvSpPr>
              <a:spLocks/>
            </p:cNvSpPr>
            <p:nvPr/>
          </p:nvSpPr>
          <p:spPr bwMode="auto">
            <a:xfrm>
              <a:off x="4746222" y="1822945"/>
              <a:ext cx="461561" cy="553873"/>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4" name="Rectangle 15434">
              <a:extLst>
                <a:ext uri="{FF2B5EF4-FFF2-40B4-BE49-F238E27FC236}">
                  <a16:creationId xmlns:a16="http://schemas.microsoft.com/office/drawing/2014/main" id="{64B2CC4F-26C7-AE94-F8C5-A321E273FC7C}"/>
                </a:ext>
              </a:extLst>
            </p:cNvPr>
            <p:cNvSpPr>
              <a:spLocks/>
            </p:cNvSpPr>
            <p:nvPr/>
          </p:nvSpPr>
          <p:spPr bwMode="auto">
            <a:xfrm>
              <a:off x="4444432" y="1723532"/>
              <a:ext cx="1040287" cy="120716"/>
            </a:xfrm>
            <a:prstGeom prst="rect">
              <a:avLst/>
            </a:prstGeom>
            <a:gradFill flip="none" rotWithShape="1">
              <a:gsLst>
                <a:gs pos="62000">
                  <a:srgbClr val="454545"/>
                </a:gs>
                <a:gs pos="50000">
                  <a:srgbClr val="767676"/>
                </a:gs>
                <a:gs pos="11000">
                  <a:srgbClr val="414141"/>
                </a:gs>
                <a:gs pos="7000">
                  <a:srgbClr val="3C3C3C"/>
                </a:gs>
                <a:gs pos="0">
                  <a:srgbClr val="626262"/>
                </a:gs>
                <a:gs pos="85000">
                  <a:srgbClr val="494949"/>
                </a:gs>
                <a:gs pos="31000">
                  <a:schemeClr val="bg1">
                    <a:lumMod val="65000"/>
                  </a:schemeClr>
                </a:gs>
                <a:gs pos="16000">
                  <a:srgbClr val="7E7E7E"/>
                </a:gs>
                <a:gs pos="90000">
                  <a:srgbClr val="3A3A3A"/>
                </a:gs>
                <a:gs pos="100000">
                  <a:srgbClr val="5B5B5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5" name="Rectangle 15537">
              <a:extLst>
                <a:ext uri="{FF2B5EF4-FFF2-40B4-BE49-F238E27FC236}">
                  <a16:creationId xmlns:a16="http://schemas.microsoft.com/office/drawing/2014/main" id="{03D94756-1B10-B014-5B44-93E657BB0E5B}"/>
                </a:ext>
              </a:extLst>
            </p:cNvPr>
            <p:cNvSpPr>
              <a:spLocks/>
            </p:cNvSpPr>
            <p:nvPr/>
          </p:nvSpPr>
          <p:spPr bwMode="auto">
            <a:xfrm>
              <a:off x="4444432" y="1911707"/>
              <a:ext cx="1040287" cy="120716"/>
            </a:xfrm>
            <a:prstGeom prst="rect">
              <a:avLst/>
            </a:prstGeom>
            <a:gradFill flip="none" rotWithShape="1">
              <a:gsLst>
                <a:gs pos="7000">
                  <a:schemeClr val="bg1">
                    <a:lumMod val="50000"/>
                  </a:schemeClr>
                </a:gs>
                <a:gs pos="88000">
                  <a:srgbClr val="939090"/>
                </a:gs>
                <a:gs pos="85000">
                  <a:srgbClr val="A4A1A2"/>
                </a:gs>
                <a:gs pos="56000">
                  <a:srgbClr val="C9C7C7"/>
                </a:gs>
                <a:gs pos="30000">
                  <a:srgbClr val="DCDCDC"/>
                </a:gs>
                <a:gs pos="1000">
                  <a:srgbClr val="CBCBCB"/>
                </a:gs>
                <a:gs pos="15000">
                  <a:srgbClr val="C8C8C8"/>
                </a:gs>
                <a:gs pos="9000">
                  <a:schemeClr val="bg1">
                    <a:lumMod val="50000"/>
                  </a:schemeClr>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6" name="Rectangle 15566">
              <a:extLst>
                <a:ext uri="{FF2B5EF4-FFF2-40B4-BE49-F238E27FC236}">
                  <a16:creationId xmlns:a16="http://schemas.microsoft.com/office/drawing/2014/main" id="{95A0CCBC-C308-EEEB-0C21-0EEFFAD4512E}"/>
                </a:ext>
              </a:extLst>
            </p:cNvPr>
            <p:cNvSpPr>
              <a:spLocks/>
            </p:cNvSpPr>
            <p:nvPr/>
          </p:nvSpPr>
          <p:spPr bwMode="auto">
            <a:xfrm>
              <a:off x="4714268" y="2318897"/>
              <a:ext cx="523102" cy="184624"/>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7" name="梯形 426">
              <a:extLst>
                <a:ext uri="{FF2B5EF4-FFF2-40B4-BE49-F238E27FC236}">
                  <a16:creationId xmlns:a16="http://schemas.microsoft.com/office/drawing/2014/main" id="{5D7BEAE1-F1DB-E7C0-A067-17ACF718E28D}"/>
                </a:ext>
              </a:extLst>
            </p:cNvPr>
            <p:cNvSpPr/>
            <p:nvPr/>
          </p:nvSpPr>
          <p:spPr>
            <a:xfrm>
              <a:off x="4714926" y="2235844"/>
              <a:ext cx="523102" cy="83729"/>
            </a:xfrm>
            <a:prstGeom prst="trapezoid">
              <a:avLst>
                <a:gd name="adj" fmla="val 36376"/>
              </a:avLst>
            </a:prstGeom>
            <a:gradFill>
              <a:gsLst>
                <a:gs pos="6000">
                  <a:schemeClr val="tx1">
                    <a:lumMod val="50000"/>
                    <a:lumOff val="50000"/>
                  </a:schemeClr>
                </a:gs>
                <a:gs pos="80000">
                  <a:schemeClr val="tx1">
                    <a:lumMod val="50000"/>
                    <a:lumOff val="50000"/>
                  </a:schemeClr>
                </a:gs>
                <a:gs pos="65000">
                  <a:schemeClr val="bg1">
                    <a:lumMod val="65000"/>
                  </a:schemeClr>
                </a:gs>
                <a:gs pos="35000">
                  <a:schemeClr val="tx1">
                    <a:lumMod val="50000"/>
                    <a:lumOff val="50000"/>
                  </a:schemeClr>
                </a:gs>
                <a:gs pos="51000">
                  <a:schemeClr val="bg1">
                    <a:lumMod val="65000"/>
                  </a:schemeClr>
                </a:gs>
                <a:gs pos="1000">
                  <a:schemeClr val="bg1">
                    <a:lumMod val="50000"/>
                  </a:schemeClr>
                </a:gs>
                <a:gs pos="22000">
                  <a:schemeClr val="bg1">
                    <a:lumMod val="75000"/>
                  </a:schemeClr>
                </a:gs>
                <a:gs pos="10000">
                  <a:schemeClr val="bg1">
                    <a:lumMod val="65000"/>
                  </a:schemeClr>
                </a:gs>
                <a:gs pos="89000">
                  <a:schemeClr val="tx1">
                    <a:lumMod val="65000"/>
                    <a:lumOff val="35000"/>
                  </a:schemeClr>
                </a:gs>
                <a:gs pos="100000">
                  <a:schemeClr val="bg1">
                    <a:lumMod val="50000"/>
                  </a:schemeClr>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9951" name="组合 19950">
            <a:extLst>
              <a:ext uri="{FF2B5EF4-FFF2-40B4-BE49-F238E27FC236}">
                <a16:creationId xmlns:a16="http://schemas.microsoft.com/office/drawing/2014/main" id="{C7A0E244-B4B4-4EA5-F046-2BA447E0BA6C}"/>
              </a:ext>
            </a:extLst>
          </p:cNvPr>
          <p:cNvGrpSpPr/>
          <p:nvPr/>
        </p:nvGrpSpPr>
        <p:grpSpPr>
          <a:xfrm>
            <a:off x="1086251" y="1552771"/>
            <a:ext cx="4433631" cy="3281293"/>
            <a:chOff x="1704813" y="1588925"/>
            <a:chExt cx="4433631" cy="3086840"/>
          </a:xfrm>
        </p:grpSpPr>
        <p:grpSp>
          <p:nvGrpSpPr>
            <p:cNvPr id="19509" name="组合 19508">
              <a:extLst>
                <a:ext uri="{FF2B5EF4-FFF2-40B4-BE49-F238E27FC236}">
                  <a16:creationId xmlns:a16="http://schemas.microsoft.com/office/drawing/2014/main" id="{7DE815BB-24CB-BB36-78C8-5586422102C0}"/>
                </a:ext>
              </a:extLst>
            </p:cNvPr>
            <p:cNvGrpSpPr/>
            <p:nvPr/>
          </p:nvGrpSpPr>
          <p:grpSpPr>
            <a:xfrm flipH="1">
              <a:off x="1704813" y="1588925"/>
              <a:ext cx="4433631" cy="3086840"/>
              <a:chOff x="7990108" y="574916"/>
              <a:chExt cx="3929476" cy="3065236"/>
            </a:xfrm>
          </p:grpSpPr>
          <p:sp>
            <p:nvSpPr>
              <p:cNvPr id="19510" name="Rectangle 15501">
                <a:extLst>
                  <a:ext uri="{FF2B5EF4-FFF2-40B4-BE49-F238E27FC236}">
                    <a16:creationId xmlns:a16="http://schemas.microsoft.com/office/drawing/2014/main" id="{50C5870A-6556-0479-019A-00D454C993EB}"/>
                  </a:ext>
                </a:extLst>
              </p:cNvPr>
              <p:cNvSpPr>
                <a:spLocks/>
              </p:cNvSpPr>
              <p:nvPr/>
            </p:nvSpPr>
            <p:spPr bwMode="auto">
              <a:xfrm flipH="1">
                <a:off x="9709329" y="1408520"/>
                <a:ext cx="1300895" cy="83874"/>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11" name="Rectangle 15501">
                <a:extLst>
                  <a:ext uri="{FF2B5EF4-FFF2-40B4-BE49-F238E27FC236}">
                    <a16:creationId xmlns:a16="http://schemas.microsoft.com/office/drawing/2014/main" id="{F3870342-274E-8747-031D-D7CD0B24BA75}"/>
                  </a:ext>
                </a:extLst>
              </p:cNvPr>
              <p:cNvSpPr>
                <a:spLocks/>
              </p:cNvSpPr>
              <p:nvPr/>
            </p:nvSpPr>
            <p:spPr bwMode="auto">
              <a:xfrm>
                <a:off x="7990108" y="2168732"/>
                <a:ext cx="1838276" cy="122335"/>
              </a:xfrm>
              <a:prstGeom prst="rect">
                <a:avLst/>
              </a:prstGeom>
              <a:gradFill>
                <a:gsLst>
                  <a:gs pos="2000">
                    <a:srgbClr val="A6A6A6"/>
                  </a:gs>
                  <a:gs pos="31000">
                    <a:schemeClr val="bg1">
                      <a:lumMod val="65000"/>
                    </a:schemeClr>
                  </a:gs>
                  <a:gs pos="23000">
                    <a:schemeClr val="bg1">
                      <a:lumMod val="75000"/>
                    </a:schemeClr>
                  </a:gs>
                  <a:gs pos="10000">
                    <a:srgbClr val="9F9F9F"/>
                  </a:gs>
                  <a:gs pos="10000">
                    <a:schemeClr val="bg1">
                      <a:lumMod val="75000"/>
                    </a:schemeClr>
                  </a:gs>
                  <a:gs pos="0">
                    <a:srgbClr val="C5C5C5"/>
                  </a:gs>
                  <a:gs pos="4000">
                    <a:srgbClr val="DBDBDB"/>
                  </a:gs>
                  <a:gs pos="3000">
                    <a:srgbClr val="A7A7A7"/>
                  </a:gs>
                  <a:gs pos="27000">
                    <a:schemeClr val="tx1">
                      <a:lumMod val="50000"/>
                      <a:lumOff val="50000"/>
                    </a:schemeClr>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9512" name="组合 19511">
                <a:extLst>
                  <a:ext uri="{FF2B5EF4-FFF2-40B4-BE49-F238E27FC236}">
                    <a16:creationId xmlns:a16="http://schemas.microsoft.com/office/drawing/2014/main" id="{FFDD3470-EEE3-244A-5DFA-E75A0A2B6E38}"/>
                  </a:ext>
                </a:extLst>
              </p:cNvPr>
              <p:cNvGrpSpPr/>
              <p:nvPr/>
            </p:nvGrpSpPr>
            <p:grpSpPr>
              <a:xfrm>
                <a:off x="10892453" y="1636790"/>
                <a:ext cx="181074" cy="177523"/>
                <a:chOff x="1879235" y="2086768"/>
                <a:chExt cx="181074" cy="177523"/>
              </a:xfrm>
            </p:grpSpPr>
            <p:grpSp>
              <p:nvGrpSpPr>
                <p:cNvPr id="391" name="Group 15491">
                  <a:extLst>
                    <a:ext uri="{FF2B5EF4-FFF2-40B4-BE49-F238E27FC236}">
                      <a16:creationId xmlns:a16="http://schemas.microsoft.com/office/drawing/2014/main" id="{7CD3768A-722A-2B5A-BADC-9CEE87A34CE8}"/>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393" name="Rectangle 15492">
                    <a:extLst>
                      <a:ext uri="{FF2B5EF4-FFF2-40B4-BE49-F238E27FC236}">
                        <a16:creationId xmlns:a16="http://schemas.microsoft.com/office/drawing/2014/main" id="{5460A8F3-16A8-F12F-DDC0-BF94B136F2E7}"/>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98" name="Rectangle 15493">
                    <a:extLst>
                      <a:ext uri="{FF2B5EF4-FFF2-40B4-BE49-F238E27FC236}">
                        <a16:creationId xmlns:a16="http://schemas.microsoft.com/office/drawing/2014/main" id="{D1D92C51-C58C-9202-5C5E-DE7B906608E7}"/>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00" name="Line 15494">
                    <a:extLst>
                      <a:ext uri="{FF2B5EF4-FFF2-40B4-BE49-F238E27FC236}">
                        <a16:creationId xmlns:a16="http://schemas.microsoft.com/office/drawing/2014/main" id="{5DAFA67A-FBA4-1221-4C89-77B87973E05A}"/>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410" name="Line 15495">
                    <a:extLst>
                      <a:ext uri="{FF2B5EF4-FFF2-40B4-BE49-F238E27FC236}">
                        <a16:creationId xmlns:a16="http://schemas.microsoft.com/office/drawing/2014/main" id="{D6D6892C-1120-6470-D366-8209CFCF7517}"/>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411" name="Line 15496">
                    <a:extLst>
                      <a:ext uri="{FF2B5EF4-FFF2-40B4-BE49-F238E27FC236}">
                        <a16:creationId xmlns:a16="http://schemas.microsoft.com/office/drawing/2014/main" id="{937DA26F-A05C-C08C-BC2A-2339F27F53A7}"/>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412" name="Line 15497">
                    <a:extLst>
                      <a:ext uri="{FF2B5EF4-FFF2-40B4-BE49-F238E27FC236}">
                        <a16:creationId xmlns:a16="http://schemas.microsoft.com/office/drawing/2014/main" id="{BCFF947C-116A-6096-446D-7D96D8ECA59D}"/>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413" name="Line 15498">
                    <a:extLst>
                      <a:ext uri="{FF2B5EF4-FFF2-40B4-BE49-F238E27FC236}">
                        <a16:creationId xmlns:a16="http://schemas.microsoft.com/office/drawing/2014/main" id="{5C682BA2-0539-95BB-AEA2-756101D3573F}"/>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414" name="Line 15499">
                    <a:extLst>
                      <a:ext uri="{FF2B5EF4-FFF2-40B4-BE49-F238E27FC236}">
                        <a16:creationId xmlns:a16="http://schemas.microsoft.com/office/drawing/2014/main" id="{6E596C91-B605-A3E3-69E3-BB584801CB6F}"/>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415" name="Line 15500">
                    <a:extLst>
                      <a:ext uri="{FF2B5EF4-FFF2-40B4-BE49-F238E27FC236}">
                        <a16:creationId xmlns:a16="http://schemas.microsoft.com/office/drawing/2014/main" id="{B9B8A4FA-8372-0B57-0DA2-1CDC1C9A2C8F}"/>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392" name="Line 15500">
                  <a:extLst>
                    <a:ext uri="{FF2B5EF4-FFF2-40B4-BE49-F238E27FC236}">
                      <a16:creationId xmlns:a16="http://schemas.microsoft.com/office/drawing/2014/main" id="{73C72487-C374-C064-387C-1D844EAAF83A}"/>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9513" name="Rectangle 15436">
                <a:extLst>
                  <a:ext uri="{FF2B5EF4-FFF2-40B4-BE49-F238E27FC236}">
                    <a16:creationId xmlns:a16="http://schemas.microsoft.com/office/drawing/2014/main" id="{C37363CB-7AA5-42A4-3055-93C028B740CA}"/>
                  </a:ext>
                </a:extLst>
              </p:cNvPr>
              <p:cNvSpPr>
                <a:spLocks/>
              </p:cNvSpPr>
              <p:nvPr/>
            </p:nvSpPr>
            <p:spPr bwMode="auto">
              <a:xfrm>
                <a:off x="9594978" y="1304915"/>
                <a:ext cx="185415" cy="2141200"/>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14" name="Rectangle 15460">
                <a:extLst>
                  <a:ext uri="{FF2B5EF4-FFF2-40B4-BE49-F238E27FC236}">
                    <a16:creationId xmlns:a16="http://schemas.microsoft.com/office/drawing/2014/main" id="{3943CFEA-5D13-F62A-1552-BB9DEB76E755}"/>
                  </a:ext>
                </a:extLst>
              </p:cNvPr>
              <p:cNvSpPr>
                <a:spLocks/>
              </p:cNvSpPr>
              <p:nvPr/>
            </p:nvSpPr>
            <p:spPr bwMode="auto">
              <a:xfrm flipH="1" flipV="1">
                <a:off x="10923011" y="1194674"/>
                <a:ext cx="119961" cy="1270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15" name="直角三角形 19514">
                <a:extLst>
                  <a:ext uri="{FF2B5EF4-FFF2-40B4-BE49-F238E27FC236}">
                    <a16:creationId xmlns:a16="http://schemas.microsoft.com/office/drawing/2014/main" id="{ABCE1457-756E-8819-E69E-A5C8B7D32DE8}"/>
                  </a:ext>
                </a:extLst>
              </p:cNvPr>
              <p:cNvSpPr/>
              <p:nvPr/>
            </p:nvSpPr>
            <p:spPr>
              <a:xfrm>
                <a:off x="9778861" y="1264804"/>
                <a:ext cx="1099103" cy="145504"/>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516" name="Rectangle 15437">
                <a:extLst>
                  <a:ext uri="{FF2B5EF4-FFF2-40B4-BE49-F238E27FC236}">
                    <a16:creationId xmlns:a16="http://schemas.microsoft.com/office/drawing/2014/main" id="{5A3E4065-C1AE-5517-180E-EB699F7B359B}"/>
                  </a:ext>
                </a:extLst>
              </p:cNvPr>
              <p:cNvSpPr>
                <a:spLocks/>
              </p:cNvSpPr>
              <p:nvPr/>
            </p:nvSpPr>
            <p:spPr bwMode="auto">
              <a:xfrm flipH="1">
                <a:off x="11176274" y="803762"/>
                <a:ext cx="733917" cy="358169"/>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17" name="Rectangle 15456">
                <a:extLst>
                  <a:ext uri="{FF2B5EF4-FFF2-40B4-BE49-F238E27FC236}">
                    <a16:creationId xmlns:a16="http://schemas.microsoft.com/office/drawing/2014/main" id="{201608F5-4435-8928-9A24-21083011C7E6}"/>
                  </a:ext>
                </a:extLst>
              </p:cNvPr>
              <p:cNvSpPr>
                <a:spLocks/>
              </p:cNvSpPr>
              <p:nvPr/>
            </p:nvSpPr>
            <p:spPr bwMode="auto">
              <a:xfrm flipH="1">
                <a:off x="11641505" y="756579"/>
                <a:ext cx="82628" cy="44991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9518" name="Rectangle 15460">
                <a:extLst>
                  <a:ext uri="{FF2B5EF4-FFF2-40B4-BE49-F238E27FC236}">
                    <a16:creationId xmlns:a16="http://schemas.microsoft.com/office/drawing/2014/main" id="{AF8F242E-9FAB-85D0-D13F-B4854D91461D}"/>
                  </a:ext>
                </a:extLst>
              </p:cNvPr>
              <p:cNvSpPr>
                <a:spLocks/>
              </p:cNvSpPr>
              <p:nvPr/>
            </p:nvSpPr>
            <p:spPr bwMode="auto">
              <a:xfrm flipH="1" flipV="1">
                <a:off x="10885584" y="1374546"/>
                <a:ext cx="206810" cy="1505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19" name="AutoShape 15462">
                <a:extLst>
                  <a:ext uri="{FF2B5EF4-FFF2-40B4-BE49-F238E27FC236}">
                    <a16:creationId xmlns:a16="http://schemas.microsoft.com/office/drawing/2014/main" id="{66D0141F-8AAE-D175-E440-931691CDF8E6}"/>
                  </a:ext>
                </a:extLst>
              </p:cNvPr>
              <p:cNvSpPr>
                <a:spLocks/>
              </p:cNvSpPr>
              <p:nvPr/>
            </p:nvSpPr>
            <p:spPr bwMode="auto">
              <a:xfrm flipH="1">
                <a:off x="10928681" y="1323777"/>
                <a:ext cx="109319" cy="4571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84" name="Rectangle 15464">
                <a:extLst>
                  <a:ext uri="{FF2B5EF4-FFF2-40B4-BE49-F238E27FC236}">
                    <a16:creationId xmlns:a16="http://schemas.microsoft.com/office/drawing/2014/main" id="{24510B01-8A34-9CB3-8C5E-D9372B9E42E3}"/>
                  </a:ext>
                </a:extLst>
              </p:cNvPr>
              <p:cNvSpPr>
                <a:spLocks/>
              </p:cNvSpPr>
              <p:nvPr/>
            </p:nvSpPr>
            <p:spPr bwMode="auto">
              <a:xfrm flipH="1">
                <a:off x="9378382" y="768979"/>
                <a:ext cx="1979705" cy="436707"/>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85" name="Rectangle 15515">
                <a:extLst>
                  <a:ext uri="{FF2B5EF4-FFF2-40B4-BE49-F238E27FC236}">
                    <a16:creationId xmlns:a16="http://schemas.microsoft.com/office/drawing/2014/main" id="{A8789C67-BA3B-A13D-49AE-6BAC342B7886}"/>
                  </a:ext>
                </a:extLst>
              </p:cNvPr>
              <p:cNvSpPr>
                <a:spLocks/>
              </p:cNvSpPr>
              <p:nvPr/>
            </p:nvSpPr>
            <p:spPr bwMode="auto">
              <a:xfrm flipH="1">
                <a:off x="9150925" y="762785"/>
                <a:ext cx="294704" cy="443710"/>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9586" name="Rectangle 15464">
                <a:extLst>
                  <a:ext uri="{FF2B5EF4-FFF2-40B4-BE49-F238E27FC236}">
                    <a16:creationId xmlns:a16="http://schemas.microsoft.com/office/drawing/2014/main" id="{C77AF6A4-4AC6-4873-D60A-94EA355C4CFD}"/>
                  </a:ext>
                </a:extLst>
              </p:cNvPr>
              <p:cNvSpPr>
                <a:spLocks/>
              </p:cNvSpPr>
              <p:nvPr/>
            </p:nvSpPr>
            <p:spPr bwMode="auto">
              <a:xfrm flipH="1">
                <a:off x="9441034" y="739309"/>
                <a:ext cx="531545" cy="486262"/>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87" name="Rectangle 15465">
                <a:extLst>
                  <a:ext uri="{FF2B5EF4-FFF2-40B4-BE49-F238E27FC236}">
                    <a16:creationId xmlns:a16="http://schemas.microsoft.com/office/drawing/2014/main" id="{FCEA9988-63C5-B166-D0A0-130613EE0EE6}"/>
                  </a:ext>
                </a:extLst>
              </p:cNvPr>
              <p:cNvSpPr>
                <a:spLocks/>
              </p:cNvSpPr>
              <p:nvPr/>
            </p:nvSpPr>
            <p:spPr bwMode="auto">
              <a:xfrm flipH="1">
                <a:off x="9662312" y="979035"/>
                <a:ext cx="116607" cy="32825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88" name="Rectangle 15501">
                <a:extLst>
                  <a:ext uri="{FF2B5EF4-FFF2-40B4-BE49-F238E27FC236}">
                    <a16:creationId xmlns:a16="http://schemas.microsoft.com/office/drawing/2014/main" id="{5549E7B8-D7D0-7081-8AA3-71B40110C556}"/>
                  </a:ext>
                </a:extLst>
              </p:cNvPr>
              <p:cNvSpPr>
                <a:spLocks/>
              </p:cNvSpPr>
              <p:nvPr/>
            </p:nvSpPr>
            <p:spPr bwMode="auto">
              <a:xfrm flipH="1">
                <a:off x="9478199" y="1533244"/>
                <a:ext cx="1646177" cy="122335"/>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89" name="直角三角形 19588">
                <a:extLst>
                  <a:ext uri="{FF2B5EF4-FFF2-40B4-BE49-F238E27FC236}">
                    <a16:creationId xmlns:a16="http://schemas.microsoft.com/office/drawing/2014/main" id="{0F7ADE4E-3156-1322-624C-00512B785C68}"/>
                  </a:ext>
                </a:extLst>
              </p:cNvPr>
              <p:cNvSpPr/>
              <p:nvPr/>
            </p:nvSpPr>
            <p:spPr>
              <a:xfrm rot="10800000" flipH="1">
                <a:off x="9779619" y="1657782"/>
                <a:ext cx="1106159" cy="454458"/>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590" name="Rectangle 15465">
                <a:extLst>
                  <a:ext uri="{FF2B5EF4-FFF2-40B4-BE49-F238E27FC236}">
                    <a16:creationId xmlns:a16="http://schemas.microsoft.com/office/drawing/2014/main" id="{37C805D1-7577-2D39-BB19-7DE2C4F64005}"/>
                  </a:ext>
                </a:extLst>
              </p:cNvPr>
              <p:cNvSpPr>
                <a:spLocks/>
              </p:cNvSpPr>
              <p:nvPr/>
            </p:nvSpPr>
            <p:spPr bwMode="auto">
              <a:xfrm flipH="1">
                <a:off x="10882858" y="743836"/>
                <a:ext cx="207105" cy="486262"/>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91" name="Oval 15540">
                <a:extLst>
                  <a:ext uri="{FF2B5EF4-FFF2-40B4-BE49-F238E27FC236}">
                    <a16:creationId xmlns:a16="http://schemas.microsoft.com/office/drawing/2014/main" id="{97CAA8B3-FFCF-E3C6-4EBF-ADFC5D7228E7}"/>
                  </a:ext>
                </a:extLst>
              </p:cNvPr>
              <p:cNvSpPr>
                <a:spLocks/>
              </p:cNvSpPr>
              <p:nvPr/>
            </p:nvSpPr>
            <p:spPr bwMode="auto">
              <a:xfrm flipH="1">
                <a:off x="11127856" y="1042448"/>
                <a:ext cx="350987"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9592" name="Rectangle 15437">
                <a:extLst>
                  <a:ext uri="{FF2B5EF4-FFF2-40B4-BE49-F238E27FC236}">
                    <a16:creationId xmlns:a16="http://schemas.microsoft.com/office/drawing/2014/main" id="{A79ACE06-880C-23EE-34B5-72652D05451F}"/>
                  </a:ext>
                </a:extLst>
              </p:cNvPr>
              <p:cNvSpPr>
                <a:spLocks/>
              </p:cNvSpPr>
              <p:nvPr/>
            </p:nvSpPr>
            <p:spPr bwMode="auto">
              <a:xfrm flipH="1">
                <a:off x="9976693" y="762784"/>
                <a:ext cx="905487" cy="446998"/>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9593" name="Oval 15540">
                <a:extLst>
                  <a:ext uri="{FF2B5EF4-FFF2-40B4-BE49-F238E27FC236}">
                    <a16:creationId xmlns:a16="http://schemas.microsoft.com/office/drawing/2014/main" id="{0EBC1E75-4935-AA75-8047-DB260CA5B6AD}"/>
                  </a:ext>
                </a:extLst>
              </p:cNvPr>
              <p:cNvSpPr>
                <a:spLocks/>
              </p:cNvSpPr>
              <p:nvPr/>
            </p:nvSpPr>
            <p:spPr bwMode="auto">
              <a:xfrm flipH="1">
                <a:off x="9590778" y="859774"/>
                <a:ext cx="246821" cy="244006"/>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19594" name="组合 19593">
                <a:extLst>
                  <a:ext uri="{FF2B5EF4-FFF2-40B4-BE49-F238E27FC236}">
                    <a16:creationId xmlns:a16="http://schemas.microsoft.com/office/drawing/2014/main" id="{4164D8CE-0CDF-8B08-9FAA-A12B5DDCE331}"/>
                  </a:ext>
                </a:extLst>
              </p:cNvPr>
              <p:cNvGrpSpPr/>
              <p:nvPr/>
            </p:nvGrpSpPr>
            <p:grpSpPr>
              <a:xfrm rot="10800000">
                <a:off x="11741684" y="574916"/>
                <a:ext cx="144687" cy="141850"/>
                <a:chOff x="1879235" y="2086768"/>
                <a:chExt cx="181074" cy="177523"/>
              </a:xfrm>
            </p:grpSpPr>
            <p:grpSp>
              <p:nvGrpSpPr>
                <p:cNvPr id="19627" name="Group 15491">
                  <a:extLst>
                    <a:ext uri="{FF2B5EF4-FFF2-40B4-BE49-F238E27FC236}">
                      <a16:creationId xmlns:a16="http://schemas.microsoft.com/office/drawing/2014/main" id="{DFFE95F1-710F-FE51-5A25-D5D9763FA4AE}"/>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9630" name="Rectangle 15492">
                    <a:extLst>
                      <a:ext uri="{FF2B5EF4-FFF2-40B4-BE49-F238E27FC236}">
                        <a16:creationId xmlns:a16="http://schemas.microsoft.com/office/drawing/2014/main" id="{832F3F30-4EEF-6933-5626-05B5E40A7B51}"/>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632" name="Rectangle 15493">
                    <a:extLst>
                      <a:ext uri="{FF2B5EF4-FFF2-40B4-BE49-F238E27FC236}">
                        <a16:creationId xmlns:a16="http://schemas.microsoft.com/office/drawing/2014/main" id="{629688BD-7FD0-B893-26AA-6FA80BC41BFA}"/>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384" name="Line 15494">
                    <a:extLst>
                      <a:ext uri="{FF2B5EF4-FFF2-40B4-BE49-F238E27FC236}">
                        <a16:creationId xmlns:a16="http://schemas.microsoft.com/office/drawing/2014/main" id="{B1DCF677-52FF-BACF-704A-E61DD79A7F19}"/>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385" name="Line 15495">
                    <a:extLst>
                      <a:ext uri="{FF2B5EF4-FFF2-40B4-BE49-F238E27FC236}">
                        <a16:creationId xmlns:a16="http://schemas.microsoft.com/office/drawing/2014/main" id="{2B89FE50-F564-1748-5C65-FFB705FE71F7}"/>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386" name="Line 15496">
                    <a:extLst>
                      <a:ext uri="{FF2B5EF4-FFF2-40B4-BE49-F238E27FC236}">
                        <a16:creationId xmlns:a16="http://schemas.microsoft.com/office/drawing/2014/main" id="{38E6F44C-9B0E-839B-662D-EDA529064EF4}"/>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387" name="Line 15497">
                    <a:extLst>
                      <a:ext uri="{FF2B5EF4-FFF2-40B4-BE49-F238E27FC236}">
                        <a16:creationId xmlns:a16="http://schemas.microsoft.com/office/drawing/2014/main" id="{40B9F1C4-CF06-91DB-F545-CEEB5690C1C8}"/>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388" name="Line 15498">
                    <a:extLst>
                      <a:ext uri="{FF2B5EF4-FFF2-40B4-BE49-F238E27FC236}">
                        <a16:creationId xmlns:a16="http://schemas.microsoft.com/office/drawing/2014/main" id="{E64B4FDF-B197-91C6-E0FA-8401DABF3130}"/>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389" name="Line 15499">
                    <a:extLst>
                      <a:ext uri="{FF2B5EF4-FFF2-40B4-BE49-F238E27FC236}">
                        <a16:creationId xmlns:a16="http://schemas.microsoft.com/office/drawing/2014/main" id="{1FC36BAB-6918-EBAA-83E6-F33FCF825A9B}"/>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390" name="Line 15500">
                    <a:extLst>
                      <a:ext uri="{FF2B5EF4-FFF2-40B4-BE49-F238E27FC236}">
                        <a16:creationId xmlns:a16="http://schemas.microsoft.com/office/drawing/2014/main" id="{CE3F41DC-BACB-7332-4F0B-B7393C081044}"/>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19629" name="Line 15500">
                  <a:extLst>
                    <a:ext uri="{FF2B5EF4-FFF2-40B4-BE49-F238E27FC236}">
                      <a16:creationId xmlns:a16="http://schemas.microsoft.com/office/drawing/2014/main" id="{631F49C4-C1F8-CBD7-3D7E-973FC2362CAA}"/>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9595" name="Oval 15547">
                <a:extLst>
                  <a:ext uri="{FF2B5EF4-FFF2-40B4-BE49-F238E27FC236}">
                    <a16:creationId xmlns:a16="http://schemas.microsoft.com/office/drawing/2014/main" id="{7B40D712-382B-14B7-02DE-523A07F06FB9}"/>
                  </a:ext>
                </a:extLst>
              </p:cNvPr>
              <p:cNvSpPr>
                <a:spLocks/>
              </p:cNvSpPr>
              <p:nvPr/>
            </p:nvSpPr>
            <p:spPr bwMode="auto">
              <a:xfrm>
                <a:off x="9622003" y="2160626"/>
                <a:ext cx="133734" cy="133734"/>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596" name="Line 15548">
                <a:extLst>
                  <a:ext uri="{FF2B5EF4-FFF2-40B4-BE49-F238E27FC236}">
                    <a16:creationId xmlns:a16="http://schemas.microsoft.com/office/drawing/2014/main" id="{2AEE32CB-83B7-355D-30C9-FA0C8B058280}"/>
                  </a:ext>
                </a:extLst>
              </p:cNvPr>
              <p:cNvCxnSpPr>
                <a:cxnSpLocks/>
              </p:cNvCxnSpPr>
              <p:nvPr/>
            </p:nvCxnSpPr>
            <p:spPr bwMode="auto">
              <a:xfrm>
                <a:off x="9657507" y="2173644"/>
                <a:ext cx="60358" cy="120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19597" name="组合 19596">
                <a:extLst>
                  <a:ext uri="{FF2B5EF4-FFF2-40B4-BE49-F238E27FC236}">
                    <a16:creationId xmlns:a16="http://schemas.microsoft.com/office/drawing/2014/main" id="{D521A0D6-BCDB-8906-921E-42F0D655643F}"/>
                  </a:ext>
                </a:extLst>
              </p:cNvPr>
              <p:cNvGrpSpPr/>
              <p:nvPr/>
            </p:nvGrpSpPr>
            <p:grpSpPr>
              <a:xfrm rot="16200000">
                <a:off x="9784521" y="2139131"/>
                <a:ext cx="181074" cy="177523"/>
                <a:chOff x="1879235" y="2086768"/>
                <a:chExt cx="181074" cy="177523"/>
              </a:xfrm>
            </p:grpSpPr>
            <p:grpSp>
              <p:nvGrpSpPr>
                <p:cNvPr id="19614" name="Group 15491">
                  <a:extLst>
                    <a:ext uri="{FF2B5EF4-FFF2-40B4-BE49-F238E27FC236}">
                      <a16:creationId xmlns:a16="http://schemas.microsoft.com/office/drawing/2014/main" id="{88F23A2C-6EB2-3364-4FA8-84F72DB74153}"/>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9616" name="Rectangle 15492">
                    <a:extLst>
                      <a:ext uri="{FF2B5EF4-FFF2-40B4-BE49-F238E27FC236}">
                        <a16:creationId xmlns:a16="http://schemas.microsoft.com/office/drawing/2014/main" id="{B8361803-8D58-27E7-DCC5-3D568C9127D3}"/>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617" name="Rectangle 15493">
                    <a:extLst>
                      <a:ext uri="{FF2B5EF4-FFF2-40B4-BE49-F238E27FC236}">
                        <a16:creationId xmlns:a16="http://schemas.microsoft.com/office/drawing/2014/main" id="{4CCFAC51-4921-F6FE-C074-83669FABB9B6}"/>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9618" name="Line 15494">
                    <a:extLst>
                      <a:ext uri="{FF2B5EF4-FFF2-40B4-BE49-F238E27FC236}">
                        <a16:creationId xmlns:a16="http://schemas.microsoft.com/office/drawing/2014/main" id="{7D939898-4163-2A97-401D-31A205CFA9C7}"/>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9619" name="Line 15495">
                    <a:extLst>
                      <a:ext uri="{FF2B5EF4-FFF2-40B4-BE49-F238E27FC236}">
                        <a16:creationId xmlns:a16="http://schemas.microsoft.com/office/drawing/2014/main" id="{09127849-3A78-D235-3B8E-278EA7A47FD6}"/>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9620" name="Line 15496">
                    <a:extLst>
                      <a:ext uri="{FF2B5EF4-FFF2-40B4-BE49-F238E27FC236}">
                        <a16:creationId xmlns:a16="http://schemas.microsoft.com/office/drawing/2014/main" id="{B3078756-10E0-A8BB-3071-64994E064917}"/>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9621" name="Line 15497">
                    <a:extLst>
                      <a:ext uri="{FF2B5EF4-FFF2-40B4-BE49-F238E27FC236}">
                        <a16:creationId xmlns:a16="http://schemas.microsoft.com/office/drawing/2014/main" id="{E2E7FBCD-611A-A5ED-2FC9-2997507E139E}"/>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9622" name="Line 15498">
                    <a:extLst>
                      <a:ext uri="{FF2B5EF4-FFF2-40B4-BE49-F238E27FC236}">
                        <a16:creationId xmlns:a16="http://schemas.microsoft.com/office/drawing/2014/main" id="{2FABF14F-6E50-EAE4-4C79-E7AF6A0AF0F4}"/>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9623" name="Line 15499">
                    <a:extLst>
                      <a:ext uri="{FF2B5EF4-FFF2-40B4-BE49-F238E27FC236}">
                        <a16:creationId xmlns:a16="http://schemas.microsoft.com/office/drawing/2014/main" id="{B09C075E-99C8-0DE7-A5A0-4F5998CC1A6F}"/>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9624" name="Line 15500">
                    <a:extLst>
                      <a:ext uri="{FF2B5EF4-FFF2-40B4-BE49-F238E27FC236}">
                        <a16:creationId xmlns:a16="http://schemas.microsoft.com/office/drawing/2014/main" id="{CD465837-48F6-DEAB-8A16-E8E799E39BD4}"/>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19615" name="Line 15500">
                  <a:extLst>
                    <a:ext uri="{FF2B5EF4-FFF2-40B4-BE49-F238E27FC236}">
                      <a16:creationId xmlns:a16="http://schemas.microsoft.com/office/drawing/2014/main" id="{B0C78584-269A-092D-5522-0CCB6DDE4E59}"/>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9598" name="AutoShape 15440">
                <a:extLst>
                  <a:ext uri="{FF2B5EF4-FFF2-40B4-BE49-F238E27FC236}">
                    <a16:creationId xmlns:a16="http://schemas.microsoft.com/office/drawing/2014/main" id="{9C0C33ED-E71F-C23C-5635-A5C2680D379A}"/>
                  </a:ext>
                </a:extLst>
              </p:cNvPr>
              <p:cNvSpPr>
                <a:spLocks/>
              </p:cNvSpPr>
              <p:nvPr/>
            </p:nvSpPr>
            <p:spPr bwMode="auto">
              <a:xfrm>
                <a:off x="11724954" y="685728"/>
                <a:ext cx="194630" cy="557607"/>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9599" name="Rectangle 15436">
                <a:extLst>
                  <a:ext uri="{FF2B5EF4-FFF2-40B4-BE49-F238E27FC236}">
                    <a16:creationId xmlns:a16="http://schemas.microsoft.com/office/drawing/2014/main" id="{508045F5-625D-9F66-E17B-299A984056CC}"/>
                  </a:ext>
                </a:extLst>
              </p:cNvPr>
              <p:cNvSpPr>
                <a:spLocks/>
              </p:cNvSpPr>
              <p:nvPr/>
            </p:nvSpPr>
            <p:spPr bwMode="auto">
              <a:xfrm>
                <a:off x="9551615" y="2120662"/>
                <a:ext cx="274144" cy="220225"/>
              </a:xfrm>
              <a:prstGeom prst="rect">
                <a:avLst/>
              </a:prstGeom>
              <a:gradFill flip="none" rotWithShape="1">
                <a:gsLst>
                  <a:gs pos="20000">
                    <a:srgbClr val="8C8D8F"/>
                  </a:gs>
                  <a:gs pos="12000">
                    <a:srgbClr val="818587"/>
                  </a:gs>
                  <a:gs pos="0">
                    <a:schemeClr val="tx1">
                      <a:lumMod val="65000"/>
                      <a:lumOff val="35000"/>
                    </a:schemeClr>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9600" name="Rectangle 15436">
                <a:extLst>
                  <a:ext uri="{FF2B5EF4-FFF2-40B4-BE49-F238E27FC236}">
                    <a16:creationId xmlns:a16="http://schemas.microsoft.com/office/drawing/2014/main" id="{490B1669-604E-36FB-32F7-1BE2ABC95C0A}"/>
                  </a:ext>
                </a:extLst>
              </p:cNvPr>
              <p:cNvSpPr>
                <a:spLocks/>
              </p:cNvSpPr>
              <p:nvPr/>
            </p:nvSpPr>
            <p:spPr bwMode="auto">
              <a:xfrm>
                <a:off x="9532418" y="3436664"/>
                <a:ext cx="298059" cy="9674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9601" name="组合 19600">
                <a:extLst>
                  <a:ext uri="{FF2B5EF4-FFF2-40B4-BE49-F238E27FC236}">
                    <a16:creationId xmlns:a16="http://schemas.microsoft.com/office/drawing/2014/main" id="{7CECB80D-3FF4-952A-7AC7-27EF91D9DF84}"/>
                  </a:ext>
                </a:extLst>
              </p:cNvPr>
              <p:cNvGrpSpPr/>
              <p:nvPr/>
            </p:nvGrpSpPr>
            <p:grpSpPr>
              <a:xfrm>
                <a:off x="9622003" y="2169604"/>
                <a:ext cx="133734" cy="133734"/>
                <a:chOff x="9253470" y="1351580"/>
                <a:chExt cx="133734" cy="133734"/>
              </a:xfrm>
            </p:grpSpPr>
            <p:sp>
              <p:nvSpPr>
                <p:cNvPr id="19612" name="Oval 15540">
                  <a:extLst>
                    <a:ext uri="{FF2B5EF4-FFF2-40B4-BE49-F238E27FC236}">
                      <a16:creationId xmlns:a16="http://schemas.microsoft.com/office/drawing/2014/main" id="{FFBEB820-0660-95E6-900E-D6EF7A32CCDE}"/>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613" name="Line 15541">
                  <a:extLst>
                    <a:ext uri="{FF2B5EF4-FFF2-40B4-BE49-F238E27FC236}">
                      <a16:creationId xmlns:a16="http://schemas.microsoft.com/office/drawing/2014/main" id="{91F4CAAC-AEFD-BA99-9B22-5EE88E7CF3CE}"/>
                    </a:ext>
                  </a:extLst>
                </p:cNvPr>
                <p:cNvCxnSpPr>
                  <a:cxnSpLocks/>
                  <a:stCxn id="19612" idx="1"/>
                  <a:endCxn id="19612"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9602" name="组合 19601">
                <a:extLst>
                  <a:ext uri="{FF2B5EF4-FFF2-40B4-BE49-F238E27FC236}">
                    <a16:creationId xmlns:a16="http://schemas.microsoft.com/office/drawing/2014/main" id="{ED7D58DC-74C7-D8B2-2F14-68A599941E98}"/>
                  </a:ext>
                </a:extLst>
              </p:cNvPr>
              <p:cNvGrpSpPr/>
              <p:nvPr/>
            </p:nvGrpSpPr>
            <p:grpSpPr>
              <a:xfrm>
                <a:off x="9623651" y="1377910"/>
                <a:ext cx="133734" cy="133734"/>
                <a:chOff x="9253470" y="1351580"/>
                <a:chExt cx="133734" cy="133734"/>
              </a:xfrm>
            </p:grpSpPr>
            <p:sp>
              <p:nvSpPr>
                <p:cNvPr id="19610" name="Oval 15540">
                  <a:extLst>
                    <a:ext uri="{FF2B5EF4-FFF2-40B4-BE49-F238E27FC236}">
                      <a16:creationId xmlns:a16="http://schemas.microsoft.com/office/drawing/2014/main" id="{F3AB3B31-A008-8664-ECD1-0CE54B8706AF}"/>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611" name="Line 15541">
                  <a:extLst>
                    <a:ext uri="{FF2B5EF4-FFF2-40B4-BE49-F238E27FC236}">
                      <a16:creationId xmlns:a16="http://schemas.microsoft.com/office/drawing/2014/main" id="{9780A335-3EB3-EF19-5930-98E82A4FFDC6}"/>
                    </a:ext>
                  </a:extLst>
                </p:cNvPr>
                <p:cNvCxnSpPr>
                  <a:cxnSpLocks/>
                  <a:stCxn id="19610" idx="1"/>
                  <a:endCxn id="19610"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9603" name="组合 19602">
                <a:extLst>
                  <a:ext uri="{FF2B5EF4-FFF2-40B4-BE49-F238E27FC236}">
                    <a16:creationId xmlns:a16="http://schemas.microsoft.com/office/drawing/2014/main" id="{44945FBC-D833-F2E7-EDAE-B807B2B7BDBB}"/>
                  </a:ext>
                </a:extLst>
              </p:cNvPr>
              <p:cNvGrpSpPr/>
              <p:nvPr/>
            </p:nvGrpSpPr>
            <p:grpSpPr>
              <a:xfrm>
                <a:off x="11236482" y="1150222"/>
                <a:ext cx="133734" cy="133734"/>
                <a:chOff x="9253470" y="1351580"/>
                <a:chExt cx="133734" cy="133734"/>
              </a:xfrm>
            </p:grpSpPr>
            <p:sp>
              <p:nvSpPr>
                <p:cNvPr id="19608" name="Oval 15540">
                  <a:extLst>
                    <a:ext uri="{FF2B5EF4-FFF2-40B4-BE49-F238E27FC236}">
                      <a16:creationId xmlns:a16="http://schemas.microsoft.com/office/drawing/2014/main" id="{475C32A4-5950-7FAB-BE03-AFBF0C560004}"/>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609" name="Line 15541">
                  <a:extLst>
                    <a:ext uri="{FF2B5EF4-FFF2-40B4-BE49-F238E27FC236}">
                      <a16:creationId xmlns:a16="http://schemas.microsoft.com/office/drawing/2014/main" id="{D5FD50E0-1F44-27EC-BB84-119FBB2C3D30}"/>
                    </a:ext>
                  </a:extLst>
                </p:cNvPr>
                <p:cNvCxnSpPr>
                  <a:cxnSpLocks/>
                  <a:stCxn id="19608" idx="1"/>
                  <a:endCxn id="1960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9604" name="组合 19603">
                <a:extLst>
                  <a:ext uri="{FF2B5EF4-FFF2-40B4-BE49-F238E27FC236}">
                    <a16:creationId xmlns:a16="http://schemas.microsoft.com/office/drawing/2014/main" id="{157C827B-FF0C-2528-5BD8-7F5DB7C4DD4D}"/>
                  </a:ext>
                </a:extLst>
              </p:cNvPr>
              <p:cNvGrpSpPr/>
              <p:nvPr/>
            </p:nvGrpSpPr>
            <p:grpSpPr>
              <a:xfrm>
                <a:off x="9666907" y="934993"/>
                <a:ext cx="94044" cy="94044"/>
                <a:chOff x="6860651" y="1146968"/>
                <a:chExt cx="94044" cy="94044"/>
              </a:xfrm>
            </p:grpSpPr>
            <p:sp>
              <p:nvSpPr>
                <p:cNvPr id="19606" name="Oval 15540">
                  <a:extLst>
                    <a:ext uri="{FF2B5EF4-FFF2-40B4-BE49-F238E27FC236}">
                      <a16:creationId xmlns:a16="http://schemas.microsoft.com/office/drawing/2014/main" id="{306034AA-4E16-6A2A-C88A-1E0661402B5A}"/>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9607" name="Line 15541">
                  <a:extLst>
                    <a:ext uri="{FF2B5EF4-FFF2-40B4-BE49-F238E27FC236}">
                      <a16:creationId xmlns:a16="http://schemas.microsoft.com/office/drawing/2014/main" id="{B264F611-B46C-87DC-D370-D43FE7589A54}"/>
                    </a:ext>
                  </a:extLst>
                </p:cNvPr>
                <p:cNvCxnSpPr>
                  <a:cxnSpLocks/>
                  <a:stCxn id="19606" idx="1"/>
                  <a:endCxn id="19606"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9605" name="Rectangle 15436">
                <a:extLst>
                  <a:ext uri="{FF2B5EF4-FFF2-40B4-BE49-F238E27FC236}">
                    <a16:creationId xmlns:a16="http://schemas.microsoft.com/office/drawing/2014/main" id="{D54EA397-FCEF-C7BA-C462-C0BA7A9A2D23}"/>
                  </a:ext>
                </a:extLst>
              </p:cNvPr>
              <p:cNvSpPr>
                <a:spLocks/>
              </p:cNvSpPr>
              <p:nvPr/>
            </p:nvSpPr>
            <p:spPr bwMode="auto">
              <a:xfrm>
                <a:off x="9522799" y="3526273"/>
                <a:ext cx="322704" cy="113879"/>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19870" name="组合 19869">
              <a:extLst>
                <a:ext uri="{FF2B5EF4-FFF2-40B4-BE49-F238E27FC236}">
                  <a16:creationId xmlns:a16="http://schemas.microsoft.com/office/drawing/2014/main" id="{BEFB9E58-70F4-2F0F-E7E1-C6810C5AF5E8}"/>
                </a:ext>
              </a:extLst>
            </p:cNvPr>
            <p:cNvGrpSpPr/>
            <p:nvPr/>
          </p:nvGrpSpPr>
          <p:grpSpPr>
            <a:xfrm flipH="1">
              <a:off x="2398684" y="1931929"/>
              <a:ext cx="150892" cy="134677"/>
              <a:chOff x="9253470" y="1351580"/>
              <a:chExt cx="133734" cy="133734"/>
            </a:xfrm>
          </p:grpSpPr>
          <p:sp>
            <p:nvSpPr>
              <p:cNvPr id="19871" name="Oval 15540">
                <a:extLst>
                  <a:ext uri="{FF2B5EF4-FFF2-40B4-BE49-F238E27FC236}">
                    <a16:creationId xmlns:a16="http://schemas.microsoft.com/office/drawing/2014/main" id="{303CCE55-3326-0DFD-D9A0-A2848B67211B}"/>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19872" name="Line 15541">
                <a:extLst>
                  <a:ext uri="{FF2B5EF4-FFF2-40B4-BE49-F238E27FC236}">
                    <a16:creationId xmlns:a16="http://schemas.microsoft.com/office/drawing/2014/main" id="{310D7217-E3A5-8161-9BC0-17519BE4B1F8}"/>
                  </a:ext>
                </a:extLst>
              </p:cNvPr>
              <p:cNvCxnSpPr>
                <a:cxnSpLocks/>
                <a:stCxn id="19871" idx="1"/>
                <a:endCxn id="19871" idx="5"/>
              </p:cNvCxnSpPr>
              <p:nvPr/>
            </p:nvCxnSpPr>
            <p:spPr bwMode="auto">
              <a:xfrm>
                <a:off x="9273055" y="1371165"/>
                <a:ext cx="94564" cy="94564"/>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grpSp>
      </p:grpSp>
      <p:grpSp>
        <p:nvGrpSpPr>
          <p:cNvPr id="19873" name="组合 19872">
            <a:extLst>
              <a:ext uri="{FF2B5EF4-FFF2-40B4-BE49-F238E27FC236}">
                <a16:creationId xmlns:a16="http://schemas.microsoft.com/office/drawing/2014/main" id="{AFC7DAAE-A23F-2863-48CC-E44984BD3452}"/>
              </a:ext>
            </a:extLst>
          </p:cNvPr>
          <p:cNvGrpSpPr/>
          <p:nvPr/>
        </p:nvGrpSpPr>
        <p:grpSpPr>
          <a:xfrm>
            <a:off x="3191633" y="4405005"/>
            <a:ext cx="3813224" cy="2133962"/>
            <a:chOff x="-692129" y="3936435"/>
            <a:chExt cx="2567102" cy="1198624"/>
          </a:xfrm>
        </p:grpSpPr>
        <p:sp>
          <p:nvSpPr>
            <p:cNvPr id="19874" name="圆柱体 19873">
              <a:extLst>
                <a:ext uri="{FF2B5EF4-FFF2-40B4-BE49-F238E27FC236}">
                  <a16:creationId xmlns:a16="http://schemas.microsoft.com/office/drawing/2014/main" id="{8FE7A402-396C-3F5D-B941-8D7424581D81}"/>
                </a:ext>
              </a:extLst>
            </p:cNvPr>
            <p:cNvSpPr/>
            <p:nvPr/>
          </p:nvSpPr>
          <p:spPr>
            <a:xfrm flipH="1">
              <a:off x="1637124" y="4947423"/>
              <a:ext cx="205615"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875" name="圆柱体 19874">
              <a:extLst>
                <a:ext uri="{FF2B5EF4-FFF2-40B4-BE49-F238E27FC236}">
                  <a16:creationId xmlns:a16="http://schemas.microsoft.com/office/drawing/2014/main" id="{7C423CD9-EE99-D7A6-C070-34D2F2A894FC}"/>
                </a:ext>
              </a:extLst>
            </p:cNvPr>
            <p:cNvSpPr/>
            <p:nvPr/>
          </p:nvSpPr>
          <p:spPr>
            <a:xfrm flipH="1">
              <a:off x="-686980" y="4429311"/>
              <a:ext cx="184811"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876" name="任意形状 19875">
              <a:extLst>
                <a:ext uri="{FF2B5EF4-FFF2-40B4-BE49-F238E27FC236}">
                  <a16:creationId xmlns:a16="http://schemas.microsoft.com/office/drawing/2014/main" id="{79DE408B-0D35-6BB1-F7D7-B46E40DBA0BA}"/>
                </a:ext>
              </a:extLst>
            </p:cNvPr>
            <p:cNvSpPr/>
            <p:nvPr/>
          </p:nvSpPr>
          <p:spPr>
            <a:xfrm flipH="1">
              <a:off x="850022" y="3977287"/>
              <a:ext cx="276510" cy="272659"/>
            </a:xfrm>
            <a:custGeom>
              <a:avLst/>
              <a:gdLst>
                <a:gd name="connsiteX0" fmla="*/ 257643 w 325977"/>
                <a:gd name="connsiteY0" fmla="*/ 166 h 431288"/>
                <a:gd name="connsiteX1" fmla="*/ 121009 w 325977"/>
                <a:gd name="connsiteY1" fmla="*/ 105270 h 431288"/>
                <a:gd name="connsiteX2" fmla="*/ 42181 w 325977"/>
                <a:gd name="connsiteY2" fmla="*/ 205118 h 431288"/>
                <a:gd name="connsiteX3" fmla="*/ 140 w 325977"/>
                <a:gd name="connsiteY3" fmla="*/ 331242 h 431288"/>
                <a:gd name="connsiteX4" fmla="*/ 31671 w 325977"/>
                <a:gd name="connsiteY4" fmla="*/ 399559 h 431288"/>
                <a:gd name="connsiteX5" fmla="*/ 110498 w 325977"/>
                <a:gd name="connsiteY5" fmla="*/ 420580 h 431288"/>
                <a:gd name="connsiteX6" fmla="*/ 257643 w 325977"/>
                <a:gd name="connsiteY6" fmla="*/ 231394 h 431288"/>
                <a:gd name="connsiteX7" fmla="*/ 325961 w 325977"/>
                <a:gd name="connsiteY7" fmla="*/ 84249 h 431288"/>
                <a:gd name="connsiteX8" fmla="*/ 257643 w 325977"/>
                <a:gd name="connsiteY8" fmla="*/ 166 h 431288"/>
                <a:gd name="connsiteX0" fmla="*/ 324534 w 343004"/>
                <a:gd name="connsiteY0" fmla="*/ 109 h 468857"/>
                <a:gd name="connsiteX1" fmla="*/ 121009 w 343004"/>
                <a:gd name="connsiteY1" fmla="*/ 142839 h 468857"/>
                <a:gd name="connsiteX2" fmla="*/ 42181 w 343004"/>
                <a:gd name="connsiteY2" fmla="*/ 242687 h 468857"/>
                <a:gd name="connsiteX3" fmla="*/ 140 w 343004"/>
                <a:gd name="connsiteY3" fmla="*/ 368811 h 468857"/>
                <a:gd name="connsiteX4" fmla="*/ 31671 w 343004"/>
                <a:gd name="connsiteY4" fmla="*/ 437128 h 468857"/>
                <a:gd name="connsiteX5" fmla="*/ 110498 w 343004"/>
                <a:gd name="connsiteY5" fmla="*/ 458149 h 468857"/>
                <a:gd name="connsiteX6" fmla="*/ 257643 w 343004"/>
                <a:gd name="connsiteY6" fmla="*/ 268963 h 468857"/>
                <a:gd name="connsiteX7" fmla="*/ 325961 w 343004"/>
                <a:gd name="connsiteY7" fmla="*/ 121818 h 468857"/>
                <a:gd name="connsiteX8" fmla="*/ 324534 w 343004"/>
                <a:gd name="connsiteY8" fmla="*/ 109 h 468857"/>
                <a:gd name="connsiteX0" fmla="*/ 332895 w 349091"/>
                <a:gd name="connsiteY0" fmla="*/ 332 h 402189"/>
                <a:gd name="connsiteX1" fmla="*/ 121009 w 349091"/>
                <a:gd name="connsiteY1" fmla="*/ 76171 h 402189"/>
                <a:gd name="connsiteX2" fmla="*/ 42181 w 349091"/>
                <a:gd name="connsiteY2" fmla="*/ 176019 h 402189"/>
                <a:gd name="connsiteX3" fmla="*/ 140 w 349091"/>
                <a:gd name="connsiteY3" fmla="*/ 302143 h 402189"/>
                <a:gd name="connsiteX4" fmla="*/ 31671 w 349091"/>
                <a:gd name="connsiteY4" fmla="*/ 370460 h 402189"/>
                <a:gd name="connsiteX5" fmla="*/ 110498 w 349091"/>
                <a:gd name="connsiteY5" fmla="*/ 391481 h 402189"/>
                <a:gd name="connsiteX6" fmla="*/ 257643 w 349091"/>
                <a:gd name="connsiteY6" fmla="*/ 202295 h 402189"/>
                <a:gd name="connsiteX7" fmla="*/ 325961 w 349091"/>
                <a:gd name="connsiteY7" fmla="*/ 55150 h 402189"/>
                <a:gd name="connsiteX8" fmla="*/ 332895 w 349091"/>
                <a:gd name="connsiteY8" fmla="*/ 332 h 402189"/>
                <a:gd name="connsiteX0" fmla="*/ 332895 w 364028"/>
                <a:gd name="connsiteY0" fmla="*/ 321 h 402178"/>
                <a:gd name="connsiteX1" fmla="*/ 121009 w 364028"/>
                <a:gd name="connsiteY1" fmla="*/ 76160 h 402178"/>
                <a:gd name="connsiteX2" fmla="*/ 42181 w 364028"/>
                <a:gd name="connsiteY2" fmla="*/ 176008 h 402178"/>
                <a:gd name="connsiteX3" fmla="*/ 140 w 364028"/>
                <a:gd name="connsiteY3" fmla="*/ 302132 h 402178"/>
                <a:gd name="connsiteX4" fmla="*/ 31671 w 364028"/>
                <a:gd name="connsiteY4" fmla="*/ 370449 h 402178"/>
                <a:gd name="connsiteX5" fmla="*/ 110498 w 364028"/>
                <a:gd name="connsiteY5" fmla="*/ 391470 h 402178"/>
                <a:gd name="connsiteX6" fmla="*/ 257643 w 364028"/>
                <a:gd name="connsiteY6" fmla="*/ 202284 h 402178"/>
                <a:gd name="connsiteX7" fmla="*/ 355226 w 364028"/>
                <a:gd name="connsiteY7" fmla="*/ 105307 h 402178"/>
                <a:gd name="connsiteX8" fmla="*/ 332895 w 364028"/>
                <a:gd name="connsiteY8" fmla="*/ 321 h 402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028" h="402178">
                  <a:moveTo>
                    <a:pt x="332895" y="321"/>
                  </a:moveTo>
                  <a:cubicBezTo>
                    <a:pt x="293859" y="-4537"/>
                    <a:pt x="169461" y="46879"/>
                    <a:pt x="121009" y="76160"/>
                  </a:cubicBezTo>
                  <a:cubicBezTo>
                    <a:pt x="72557" y="105441"/>
                    <a:pt x="62326" y="138346"/>
                    <a:pt x="42181" y="176008"/>
                  </a:cubicBezTo>
                  <a:cubicBezTo>
                    <a:pt x="22036" y="213670"/>
                    <a:pt x="1892" y="269725"/>
                    <a:pt x="140" y="302132"/>
                  </a:cubicBezTo>
                  <a:cubicBezTo>
                    <a:pt x="-1612" y="334539"/>
                    <a:pt x="13278" y="355559"/>
                    <a:pt x="31671" y="370449"/>
                  </a:cubicBezTo>
                  <a:cubicBezTo>
                    <a:pt x="50064" y="385339"/>
                    <a:pt x="72836" y="419497"/>
                    <a:pt x="110498" y="391470"/>
                  </a:cubicBezTo>
                  <a:cubicBezTo>
                    <a:pt x="148160" y="363443"/>
                    <a:pt x="221732" y="258339"/>
                    <a:pt x="257643" y="202284"/>
                  </a:cubicBezTo>
                  <a:cubicBezTo>
                    <a:pt x="293554" y="146229"/>
                    <a:pt x="342684" y="138967"/>
                    <a:pt x="355226" y="105307"/>
                  </a:cubicBezTo>
                  <a:cubicBezTo>
                    <a:pt x="367768" y="71647"/>
                    <a:pt x="371931" y="5179"/>
                    <a:pt x="332895" y="321"/>
                  </a:cubicBezTo>
                  <a:close/>
                </a:path>
              </a:pathLst>
            </a:cu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877" name="任意形状 19876">
              <a:extLst>
                <a:ext uri="{FF2B5EF4-FFF2-40B4-BE49-F238E27FC236}">
                  <a16:creationId xmlns:a16="http://schemas.microsoft.com/office/drawing/2014/main" id="{DAEF217E-2613-DCD1-82C6-61913C2DDB5A}"/>
                </a:ext>
              </a:extLst>
            </p:cNvPr>
            <p:cNvSpPr/>
            <p:nvPr/>
          </p:nvSpPr>
          <p:spPr>
            <a:xfrm flipH="1">
              <a:off x="-692129" y="4038526"/>
              <a:ext cx="2567102" cy="1054280"/>
            </a:xfrm>
            <a:custGeom>
              <a:avLst/>
              <a:gdLst>
                <a:gd name="connsiteX0" fmla="*/ 979259 w 2567102"/>
                <a:gd name="connsiteY0" fmla="*/ 0 h 1054280"/>
                <a:gd name="connsiteX1" fmla="*/ 967371 w 2567102"/>
                <a:gd name="connsiteY1" fmla="*/ 20547 h 1054280"/>
                <a:gd name="connsiteX2" fmla="*/ 953622 w 2567102"/>
                <a:gd name="connsiteY2" fmla="*/ 39414 h 1054280"/>
                <a:gd name="connsiteX3" fmla="*/ 859635 w 2567102"/>
                <a:gd name="connsiteY3" fmla="*/ 128160 h 1054280"/>
                <a:gd name="connsiteX4" fmla="*/ 758934 w 2567102"/>
                <a:gd name="connsiteY4" fmla="*/ 216905 h 1054280"/>
                <a:gd name="connsiteX5" fmla="*/ 678374 w 2567102"/>
                <a:gd name="connsiteY5" fmla="*/ 270152 h 1054280"/>
                <a:gd name="connsiteX6" fmla="*/ 544108 w 2567102"/>
                <a:gd name="connsiteY6" fmla="*/ 347065 h 1054280"/>
                <a:gd name="connsiteX7" fmla="*/ 456835 w 2567102"/>
                <a:gd name="connsiteY7" fmla="*/ 388479 h 1054280"/>
                <a:gd name="connsiteX8" fmla="*/ 289002 w 2567102"/>
                <a:gd name="connsiteY8" fmla="*/ 483140 h 1054280"/>
                <a:gd name="connsiteX9" fmla="*/ 141308 w 2567102"/>
                <a:gd name="connsiteY9" fmla="*/ 571886 h 1054280"/>
                <a:gd name="connsiteX10" fmla="*/ 40609 w 2567102"/>
                <a:gd name="connsiteY10" fmla="*/ 702046 h 1054280"/>
                <a:gd name="connsiteX11" fmla="*/ 329 w 2567102"/>
                <a:gd name="connsiteY11" fmla="*/ 861787 h 1054280"/>
                <a:gd name="connsiteX12" fmla="*/ 20469 w 2567102"/>
                <a:gd name="connsiteY12" fmla="*/ 986030 h 1054280"/>
                <a:gd name="connsiteX13" fmla="*/ 127882 w 2567102"/>
                <a:gd name="connsiteY13" fmla="*/ 1045194 h 1054280"/>
                <a:gd name="connsiteX14" fmla="*/ 329282 w 2567102"/>
                <a:gd name="connsiteY14" fmla="*/ 1051109 h 1054280"/>
                <a:gd name="connsiteX15" fmla="*/ 476975 w 2567102"/>
                <a:gd name="connsiteY15" fmla="*/ 1015612 h 1054280"/>
                <a:gd name="connsiteX16" fmla="*/ 570962 w 2567102"/>
                <a:gd name="connsiteY16" fmla="*/ 932783 h 1054280"/>
                <a:gd name="connsiteX17" fmla="*/ 779075 w 2567102"/>
                <a:gd name="connsiteY17" fmla="*/ 784874 h 1054280"/>
                <a:gd name="connsiteX18" fmla="*/ 1121456 w 2567102"/>
                <a:gd name="connsiteY18" fmla="*/ 625133 h 1054280"/>
                <a:gd name="connsiteX19" fmla="*/ 1584675 w 2567102"/>
                <a:gd name="connsiteY19" fmla="*/ 500889 h 1054280"/>
                <a:gd name="connsiteX20" fmla="*/ 2188874 w 2567102"/>
                <a:gd name="connsiteY20" fmla="*/ 506806 h 1054280"/>
                <a:gd name="connsiteX21" fmla="*/ 2390274 w 2567102"/>
                <a:gd name="connsiteY21" fmla="*/ 560053 h 1054280"/>
                <a:gd name="connsiteX22" fmla="*/ 2544681 w 2567102"/>
                <a:gd name="connsiteY22" fmla="*/ 542304 h 1054280"/>
                <a:gd name="connsiteX23" fmla="*/ 2564821 w 2567102"/>
                <a:gd name="connsiteY23" fmla="*/ 435810 h 1054280"/>
                <a:gd name="connsiteX24" fmla="*/ 2531254 w 2567102"/>
                <a:gd name="connsiteY24" fmla="*/ 311567 h 1054280"/>
                <a:gd name="connsiteX25" fmla="*/ 2472512 w 2567102"/>
                <a:gd name="connsiteY25" fmla="*/ 237242 h 1054280"/>
                <a:gd name="connsiteX26" fmla="*/ 2458069 w 2567102"/>
                <a:gd name="connsiteY26" fmla="*/ 221899 h 1054280"/>
                <a:gd name="connsiteX27" fmla="*/ 2416661 w 2567102"/>
                <a:gd name="connsiteY27" fmla="*/ 179668 h 1054280"/>
                <a:gd name="connsiteX28" fmla="*/ 2417260 w 2567102"/>
                <a:gd name="connsiteY28" fmla="*/ 179395 h 1054280"/>
                <a:gd name="connsiteX29" fmla="*/ 2410312 w 2567102"/>
                <a:gd name="connsiteY29" fmla="*/ 168079 h 1054280"/>
                <a:gd name="connsiteX30" fmla="*/ 2409710 w 2567102"/>
                <a:gd name="connsiteY30" fmla="*/ 150271 h 1054280"/>
                <a:gd name="connsiteX31" fmla="*/ 2412388 w 2567102"/>
                <a:gd name="connsiteY31" fmla="*/ 139477 h 1054280"/>
                <a:gd name="connsiteX32" fmla="*/ 2401657 w 2567102"/>
                <a:gd name="connsiteY32" fmla="*/ 138311 h 1054280"/>
                <a:gd name="connsiteX33" fmla="*/ 2173201 w 2567102"/>
                <a:gd name="connsiteY33" fmla="*/ 138311 h 1054280"/>
                <a:gd name="connsiteX34" fmla="*/ 2173201 w 2567102"/>
                <a:gd name="connsiteY34" fmla="*/ 136744 h 1054280"/>
                <a:gd name="connsiteX35" fmla="*/ 2144637 w 2567102"/>
                <a:gd name="connsiteY35" fmla="*/ 141951 h 1054280"/>
                <a:gd name="connsiteX36" fmla="*/ 2106788 w 2567102"/>
                <a:gd name="connsiteY36" fmla="*/ 163658 h 1054280"/>
                <a:gd name="connsiteX37" fmla="*/ 1503072 w 2567102"/>
                <a:gd name="connsiteY37" fmla="*/ 20073 h 1054280"/>
                <a:gd name="connsiteX38" fmla="*/ 1437269 w 2567102"/>
                <a:gd name="connsiteY38" fmla="*/ 4205 h 1054280"/>
                <a:gd name="connsiteX39" fmla="*/ 1437269 w 2567102"/>
                <a:gd name="connsiteY39" fmla="*/ 5114 h 1054280"/>
                <a:gd name="connsiteX40" fmla="*/ 979259 w 2567102"/>
                <a:gd name="connsiteY40" fmla="*/ 5114 h 105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67102" h="1054280">
                  <a:moveTo>
                    <a:pt x="979259" y="0"/>
                  </a:moveTo>
                  <a:lnTo>
                    <a:pt x="967371" y="20547"/>
                  </a:lnTo>
                  <a:cubicBezTo>
                    <a:pt x="964498" y="26795"/>
                    <a:pt x="960672" y="33214"/>
                    <a:pt x="953622" y="39414"/>
                  </a:cubicBezTo>
                  <a:cubicBezTo>
                    <a:pt x="925421" y="64219"/>
                    <a:pt x="892083" y="98578"/>
                    <a:pt x="859635" y="128160"/>
                  </a:cubicBezTo>
                  <a:cubicBezTo>
                    <a:pt x="827188" y="157741"/>
                    <a:pt x="789145" y="193239"/>
                    <a:pt x="758934" y="216905"/>
                  </a:cubicBezTo>
                  <a:cubicBezTo>
                    <a:pt x="728724" y="240571"/>
                    <a:pt x="714179" y="248459"/>
                    <a:pt x="678374" y="270152"/>
                  </a:cubicBezTo>
                  <a:cubicBezTo>
                    <a:pt x="642571" y="291845"/>
                    <a:pt x="581031" y="327343"/>
                    <a:pt x="544108" y="347065"/>
                  </a:cubicBezTo>
                  <a:cubicBezTo>
                    <a:pt x="507185" y="366786"/>
                    <a:pt x="499353" y="365799"/>
                    <a:pt x="456835" y="388479"/>
                  </a:cubicBezTo>
                  <a:cubicBezTo>
                    <a:pt x="414317" y="411158"/>
                    <a:pt x="341590" y="452573"/>
                    <a:pt x="289002" y="483140"/>
                  </a:cubicBezTo>
                  <a:cubicBezTo>
                    <a:pt x="236414" y="513708"/>
                    <a:pt x="182707" y="535401"/>
                    <a:pt x="141308" y="571886"/>
                  </a:cubicBezTo>
                  <a:cubicBezTo>
                    <a:pt x="99909" y="608370"/>
                    <a:pt x="64106" y="653728"/>
                    <a:pt x="40609" y="702046"/>
                  </a:cubicBezTo>
                  <a:cubicBezTo>
                    <a:pt x="17112" y="750362"/>
                    <a:pt x="3685" y="814456"/>
                    <a:pt x="329" y="861787"/>
                  </a:cubicBezTo>
                  <a:cubicBezTo>
                    <a:pt x="-3029" y="909117"/>
                    <a:pt x="20469" y="986030"/>
                    <a:pt x="20469" y="986030"/>
                  </a:cubicBezTo>
                  <a:cubicBezTo>
                    <a:pt x="41727" y="1016597"/>
                    <a:pt x="76413" y="1034347"/>
                    <a:pt x="127882" y="1045194"/>
                  </a:cubicBezTo>
                  <a:cubicBezTo>
                    <a:pt x="179351" y="1056040"/>
                    <a:pt x="271100" y="1056039"/>
                    <a:pt x="329282" y="1051109"/>
                  </a:cubicBezTo>
                  <a:cubicBezTo>
                    <a:pt x="387464" y="1046179"/>
                    <a:pt x="476975" y="1015612"/>
                    <a:pt x="476975" y="1015612"/>
                  </a:cubicBezTo>
                  <a:cubicBezTo>
                    <a:pt x="517255" y="995891"/>
                    <a:pt x="520611" y="971239"/>
                    <a:pt x="570962" y="932783"/>
                  </a:cubicBezTo>
                  <a:cubicBezTo>
                    <a:pt x="621311" y="894327"/>
                    <a:pt x="687326" y="836149"/>
                    <a:pt x="779075" y="784874"/>
                  </a:cubicBezTo>
                  <a:cubicBezTo>
                    <a:pt x="870824" y="733599"/>
                    <a:pt x="987188" y="672463"/>
                    <a:pt x="1121456" y="625133"/>
                  </a:cubicBezTo>
                  <a:cubicBezTo>
                    <a:pt x="1255722" y="577802"/>
                    <a:pt x="1406771" y="520610"/>
                    <a:pt x="1584675" y="500889"/>
                  </a:cubicBezTo>
                  <a:cubicBezTo>
                    <a:pt x="1762577" y="481168"/>
                    <a:pt x="2054608" y="496946"/>
                    <a:pt x="2188874" y="506806"/>
                  </a:cubicBezTo>
                  <a:cubicBezTo>
                    <a:pt x="2323140" y="516667"/>
                    <a:pt x="2390274" y="560053"/>
                    <a:pt x="2390274" y="560053"/>
                  </a:cubicBezTo>
                  <a:cubicBezTo>
                    <a:pt x="2449576" y="565970"/>
                    <a:pt x="2544681" y="542304"/>
                    <a:pt x="2544681" y="542304"/>
                  </a:cubicBezTo>
                  <a:cubicBezTo>
                    <a:pt x="2573772" y="521597"/>
                    <a:pt x="2567059" y="474266"/>
                    <a:pt x="2564821" y="435810"/>
                  </a:cubicBezTo>
                  <a:cubicBezTo>
                    <a:pt x="2562584" y="397353"/>
                    <a:pt x="2531254" y="311567"/>
                    <a:pt x="2531254" y="311567"/>
                  </a:cubicBezTo>
                  <a:cubicBezTo>
                    <a:pt x="2520065" y="291353"/>
                    <a:pt x="2494891" y="261771"/>
                    <a:pt x="2472512" y="237242"/>
                  </a:cubicBezTo>
                  <a:lnTo>
                    <a:pt x="2458069" y="221899"/>
                  </a:lnTo>
                  <a:lnTo>
                    <a:pt x="2416661" y="179668"/>
                  </a:lnTo>
                  <a:lnTo>
                    <a:pt x="2417260" y="179395"/>
                  </a:lnTo>
                  <a:lnTo>
                    <a:pt x="2410312" y="168079"/>
                  </a:lnTo>
                  <a:cubicBezTo>
                    <a:pt x="2409014" y="163116"/>
                    <a:pt x="2408828" y="157160"/>
                    <a:pt x="2409710" y="150271"/>
                  </a:cubicBezTo>
                  <a:lnTo>
                    <a:pt x="2412388" y="139477"/>
                  </a:lnTo>
                  <a:lnTo>
                    <a:pt x="2401657" y="138311"/>
                  </a:lnTo>
                  <a:lnTo>
                    <a:pt x="2173201" y="138311"/>
                  </a:lnTo>
                  <a:lnTo>
                    <a:pt x="2173201" y="136744"/>
                  </a:lnTo>
                  <a:lnTo>
                    <a:pt x="2144637" y="141951"/>
                  </a:lnTo>
                  <a:cubicBezTo>
                    <a:pt x="2117475" y="150296"/>
                    <a:pt x="2224972" y="186685"/>
                    <a:pt x="2106788" y="163658"/>
                  </a:cubicBezTo>
                  <a:cubicBezTo>
                    <a:pt x="2003378" y="143509"/>
                    <a:pt x="1683117" y="63849"/>
                    <a:pt x="1503072" y="20073"/>
                  </a:cubicBezTo>
                  <a:lnTo>
                    <a:pt x="1437269" y="4205"/>
                  </a:lnTo>
                  <a:lnTo>
                    <a:pt x="1437269" y="5114"/>
                  </a:lnTo>
                  <a:lnTo>
                    <a:pt x="979259" y="5114"/>
                  </a:lnTo>
                  <a:close/>
                </a:path>
              </a:pathLst>
            </a:custGeom>
            <a:gradFill flip="none" rotWithShape="1">
              <a:gsLst>
                <a:gs pos="61000">
                  <a:schemeClr val="bg2">
                    <a:lumMod val="90000"/>
                  </a:schemeClr>
                </a:gs>
                <a:gs pos="41000">
                  <a:srgbClr val="B2B4B4"/>
                </a:gs>
                <a:gs pos="22000">
                  <a:schemeClr val="bg2">
                    <a:lumMod val="50000"/>
                  </a:schemeClr>
                </a:gs>
                <a:gs pos="0">
                  <a:srgbClr val="585953"/>
                </a:gs>
                <a:gs pos="90000">
                  <a:schemeClr val="bg2">
                    <a:lumMod val="75000"/>
                  </a:schemeClr>
                </a:gs>
                <a:gs pos="11000">
                  <a:srgbClr val="60605E"/>
                </a:gs>
                <a:gs pos="98000">
                  <a:schemeClr val="bg2">
                    <a:lumMod val="50000"/>
                  </a:schemeClr>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19878" name="矩形 19877">
              <a:extLst>
                <a:ext uri="{FF2B5EF4-FFF2-40B4-BE49-F238E27FC236}">
                  <a16:creationId xmlns:a16="http://schemas.microsoft.com/office/drawing/2014/main" id="{D3594E4F-79C6-C241-3741-F6AE188D7316}"/>
                </a:ext>
              </a:extLst>
            </p:cNvPr>
            <p:cNvSpPr/>
            <p:nvPr/>
          </p:nvSpPr>
          <p:spPr>
            <a:xfrm>
              <a:off x="437704" y="3936435"/>
              <a:ext cx="458010" cy="106758"/>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9895" name="文本框 19894">
            <a:extLst>
              <a:ext uri="{FF2B5EF4-FFF2-40B4-BE49-F238E27FC236}">
                <a16:creationId xmlns:a16="http://schemas.microsoft.com/office/drawing/2014/main" id="{C76F79A7-7773-A96D-4CC0-641635DBE37D}"/>
              </a:ext>
            </a:extLst>
          </p:cNvPr>
          <p:cNvSpPr txBox="1"/>
          <p:nvPr/>
        </p:nvSpPr>
        <p:spPr>
          <a:xfrm>
            <a:off x="6896663" y="4793469"/>
            <a:ext cx="184731" cy="384721"/>
          </a:xfrm>
          <a:prstGeom prst="rect">
            <a:avLst/>
          </a:prstGeom>
          <a:noFill/>
        </p:spPr>
        <p:txBody>
          <a:bodyPr wrap="none" rtlCol="0">
            <a:spAutoFit/>
          </a:bodyPr>
          <a:lstStyle/>
          <a:p>
            <a:endParaRPr kumimoji="1" lang="zh-CN" altLang="en-US" dirty="0"/>
          </a:p>
        </p:txBody>
      </p:sp>
      <p:grpSp>
        <p:nvGrpSpPr>
          <p:cNvPr id="19917" name="组合 19916">
            <a:extLst>
              <a:ext uri="{FF2B5EF4-FFF2-40B4-BE49-F238E27FC236}">
                <a16:creationId xmlns:a16="http://schemas.microsoft.com/office/drawing/2014/main" id="{AA6525E5-3C37-160A-95DA-AF81F6B6FF2D}"/>
              </a:ext>
            </a:extLst>
          </p:cNvPr>
          <p:cNvGrpSpPr/>
          <p:nvPr/>
        </p:nvGrpSpPr>
        <p:grpSpPr>
          <a:xfrm>
            <a:off x="4217616" y="1843705"/>
            <a:ext cx="2099372" cy="1416882"/>
            <a:chOff x="4819994" y="1770752"/>
            <a:chExt cx="2099372" cy="1416882"/>
          </a:xfrm>
        </p:grpSpPr>
        <p:sp>
          <p:nvSpPr>
            <p:cNvPr id="19911" name="椭圆 19910">
              <a:extLst>
                <a:ext uri="{FF2B5EF4-FFF2-40B4-BE49-F238E27FC236}">
                  <a16:creationId xmlns:a16="http://schemas.microsoft.com/office/drawing/2014/main" id="{12557396-238F-8A8F-78CF-DF0783A8E465}"/>
                </a:ext>
              </a:extLst>
            </p:cNvPr>
            <p:cNvSpPr/>
            <p:nvPr/>
          </p:nvSpPr>
          <p:spPr>
            <a:xfrm>
              <a:off x="5320712" y="2962844"/>
              <a:ext cx="289711" cy="224790"/>
            </a:xfrm>
            <a:prstGeom prst="ellipse">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19912" name="文本框 19911">
              <a:extLst>
                <a:ext uri="{FF2B5EF4-FFF2-40B4-BE49-F238E27FC236}">
                  <a16:creationId xmlns:a16="http://schemas.microsoft.com/office/drawing/2014/main" id="{F2EE9745-41B6-3D13-4396-5FEA376EB5A7}"/>
                </a:ext>
              </a:extLst>
            </p:cNvPr>
            <p:cNvSpPr txBox="1"/>
            <p:nvPr/>
          </p:nvSpPr>
          <p:spPr>
            <a:xfrm>
              <a:off x="4819994" y="1770752"/>
              <a:ext cx="2099372" cy="338554"/>
            </a:xfrm>
            <a:prstGeom prst="rect">
              <a:avLst/>
            </a:prstGeom>
            <a:noFill/>
          </p:spPr>
          <p:txBody>
            <a:bodyPr wrap="square" rtlCol="0">
              <a:spAutoFit/>
            </a:bodyPr>
            <a:lstStyle/>
            <a:p>
              <a:r>
                <a:rPr lang="zh-CN" altLang="en-US" sz="1600" b="0" i="0" u="none" strike="noStrike" dirty="0">
                  <a:solidFill>
                    <a:schemeClr val="accent5"/>
                  </a:solidFill>
                  <a:effectLst/>
                  <a:highlight>
                    <a:srgbClr val="FFFFFF"/>
                  </a:highlight>
                  <a:latin typeface="-apple-system"/>
                </a:rPr>
                <a:t>载物台升降锁住螺钉</a:t>
              </a:r>
              <a:endParaRPr lang="en-US" altLang="zh-CN" sz="1600" b="0" i="0" u="none" strike="noStrike" dirty="0">
                <a:solidFill>
                  <a:schemeClr val="accent5"/>
                </a:solidFill>
                <a:effectLst/>
                <a:highlight>
                  <a:srgbClr val="FFFFFF"/>
                </a:highlight>
                <a:latin typeface="-apple-system"/>
              </a:endParaRPr>
            </a:p>
          </p:txBody>
        </p:sp>
        <p:cxnSp>
          <p:nvCxnSpPr>
            <p:cNvPr id="19915" name="直线箭头连接符 19914">
              <a:extLst>
                <a:ext uri="{FF2B5EF4-FFF2-40B4-BE49-F238E27FC236}">
                  <a16:creationId xmlns:a16="http://schemas.microsoft.com/office/drawing/2014/main" id="{06B5EEE2-86F7-E38D-7FC2-5624E4DA301E}"/>
                </a:ext>
              </a:extLst>
            </p:cNvPr>
            <p:cNvCxnSpPr>
              <a:cxnSpLocks/>
            </p:cNvCxnSpPr>
            <p:nvPr/>
          </p:nvCxnSpPr>
          <p:spPr>
            <a:xfrm flipH="1">
              <a:off x="5465568" y="2110615"/>
              <a:ext cx="157703" cy="8287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9918" name="组合 19917">
            <a:extLst>
              <a:ext uri="{FF2B5EF4-FFF2-40B4-BE49-F238E27FC236}">
                <a16:creationId xmlns:a16="http://schemas.microsoft.com/office/drawing/2014/main" id="{FE2FA7B3-DF86-120E-A405-E3CF0B48BFEF}"/>
              </a:ext>
            </a:extLst>
          </p:cNvPr>
          <p:cNvGrpSpPr/>
          <p:nvPr/>
        </p:nvGrpSpPr>
        <p:grpSpPr>
          <a:xfrm>
            <a:off x="5073404" y="3896362"/>
            <a:ext cx="3781592" cy="970077"/>
            <a:chOff x="3312074" y="2903072"/>
            <a:chExt cx="3781592" cy="970077"/>
          </a:xfrm>
        </p:grpSpPr>
        <p:sp>
          <p:nvSpPr>
            <p:cNvPr id="19919" name="椭圆 19918">
              <a:extLst>
                <a:ext uri="{FF2B5EF4-FFF2-40B4-BE49-F238E27FC236}">
                  <a16:creationId xmlns:a16="http://schemas.microsoft.com/office/drawing/2014/main" id="{A386C44C-02C2-67B1-E5AB-32FD6F2060A2}"/>
                </a:ext>
              </a:extLst>
            </p:cNvPr>
            <p:cNvSpPr/>
            <p:nvPr/>
          </p:nvSpPr>
          <p:spPr>
            <a:xfrm>
              <a:off x="3312074" y="2903072"/>
              <a:ext cx="289711" cy="224790"/>
            </a:xfrm>
            <a:prstGeom prst="ellipse">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19920" name="文本框 19919">
              <a:extLst>
                <a:ext uri="{FF2B5EF4-FFF2-40B4-BE49-F238E27FC236}">
                  <a16:creationId xmlns:a16="http://schemas.microsoft.com/office/drawing/2014/main" id="{987017E3-5B8A-99F8-C077-3FF4B9574C73}"/>
                </a:ext>
              </a:extLst>
            </p:cNvPr>
            <p:cNvSpPr txBox="1"/>
            <p:nvPr/>
          </p:nvSpPr>
          <p:spPr>
            <a:xfrm>
              <a:off x="4123528" y="3534595"/>
              <a:ext cx="2970138" cy="338554"/>
            </a:xfrm>
            <a:prstGeom prst="rect">
              <a:avLst/>
            </a:prstGeom>
            <a:noFill/>
          </p:spPr>
          <p:txBody>
            <a:bodyPr wrap="square" rtlCol="0">
              <a:spAutoFit/>
            </a:bodyPr>
            <a:lstStyle/>
            <a:p>
              <a:r>
                <a:rPr lang="zh-CN" altLang="en-US" sz="1600" b="0" i="0" u="none" strike="noStrike" dirty="0">
                  <a:solidFill>
                    <a:schemeClr val="accent5"/>
                  </a:solidFill>
                  <a:effectLst/>
                  <a:highlight>
                    <a:srgbClr val="FFFFFF"/>
                  </a:highlight>
                  <a:latin typeface="-apple-system"/>
                </a:rPr>
                <a:t>转座与刻度盘锁住螺钉</a:t>
              </a:r>
              <a:r>
                <a:rPr lang="en-US" altLang="zh-CN" sz="1600" b="0" i="0" u="none" strike="noStrike" dirty="0">
                  <a:solidFill>
                    <a:schemeClr val="accent5"/>
                  </a:solidFill>
                  <a:effectLst/>
                  <a:highlight>
                    <a:srgbClr val="FFFFFF"/>
                  </a:highlight>
                  <a:latin typeface="-apple-system"/>
                </a:rPr>
                <a:t>(</a:t>
              </a:r>
              <a:r>
                <a:rPr lang="zh-CN" altLang="en-US" sz="1600" b="0" i="0" u="none" strike="noStrike" dirty="0">
                  <a:solidFill>
                    <a:schemeClr val="accent5"/>
                  </a:solidFill>
                  <a:effectLst/>
                  <a:highlight>
                    <a:srgbClr val="FFFFFF"/>
                  </a:highlight>
                  <a:latin typeface="-apple-system"/>
                </a:rPr>
                <a:t>在后面</a:t>
              </a:r>
              <a:r>
                <a:rPr lang="en-US" altLang="zh-CN" sz="1600" b="0" i="0" u="none" strike="noStrike" dirty="0">
                  <a:solidFill>
                    <a:schemeClr val="accent5"/>
                  </a:solidFill>
                  <a:effectLst/>
                  <a:highlight>
                    <a:srgbClr val="FFFFFF"/>
                  </a:highlight>
                  <a:latin typeface="-apple-system"/>
                </a:rPr>
                <a:t>)</a:t>
              </a:r>
              <a:endParaRPr lang="zh-CN" altLang="en-US" sz="1600" b="0" i="0" u="none" strike="noStrike" dirty="0">
                <a:solidFill>
                  <a:schemeClr val="accent5"/>
                </a:solidFill>
                <a:effectLst/>
                <a:highlight>
                  <a:srgbClr val="FFFFFF"/>
                </a:highlight>
                <a:latin typeface="-apple-system"/>
              </a:endParaRPr>
            </a:p>
          </p:txBody>
        </p:sp>
        <p:cxnSp>
          <p:nvCxnSpPr>
            <p:cNvPr id="19921" name="直线箭头连接符 19920">
              <a:extLst>
                <a:ext uri="{FF2B5EF4-FFF2-40B4-BE49-F238E27FC236}">
                  <a16:creationId xmlns:a16="http://schemas.microsoft.com/office/drawing/2014/main" id="{E4EA1823-72EE-3EFC-8D5B-3E5C9DF66F69}"/>
                </a:ext>
              </a:extLst>
            </p:cNvPr>
            <p:cNvCxnSpPr>
              <a:cxnSpLocks/>
            </p:cNvCxnSpPr>
            <p:nvPr/>
          </p:nvCxnSpPr>
          <p:spPr>
            <a:xfrm flipH="1" flipV="1">
              <a:off x="3609511" y="3072733"/>
              <a:ext cx="652180" cy="5035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9925" name="组合 19924">
            <a:extLst>
              <a:ext uri="{FF2B5EF4-FFF2-40B4-BE49-F238E27FC236}">
                <a16:creationId xmlns:a16="http://schemas.microsoft.com/office/drawing/2014/main" id="{B9E93879-EBB2-9A43-532B-B03E40A84347}"/>
              </a:ext>
            </a:extLst>
          </p:cNvPr>
          <p:cNvGrpSpPr/>
          <p:nvPr/>
        </p:nvGrpSpPr>
        <p:grpSpPr>
          <a:xfrm>
            <a:off x="-5664" y="234087"/>
            <a:ext cx="12197666" cy="491115"/>
            <a:chOff x="-5664" y="377519"/>
            <a:chExt cx="12197666" cy="491115"/>
          </a:xfrm>
        </p:grpSpPr>
        <p:sp>
          <p:nvSpPr>
            <p:cNvPr id="19926" name="矩形 19925">
              <a:extLst>
                <a:ext uri="{FF2B5EF4-FFF2-40B4-BE49-F238E27FC236}">
                  <a16:creationId xmlns:a16="http://schemas.microsoft.com/office/drawing/2014/main" id="{4B7DC391-1B44-D5E3-6DA9-93C1CE0F9892}"/>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9927" name="圆角矩形 19926">
              <a:extLst>
                <a:ext uri="{FF2B5EF4-FFF2-40B4-BE49-F238E27FC236}">
                  <a16:creationId xmlns:a16="http://schemas.microsoft.com/office/drawing/2014/main" id="{6A7C0302-AAB1-508B-2510-6F1513FB2AB5}"/>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19928" name="文本框 19927">
              <a:extLst>
                <a:ext uri="{FF2B5EF4-FFF2-40B4-BE49-F238E27FC236}">
                  <a16:creationId xmlns:a16="http://schemas.microsoft.com/office/drawing/2014/main" id="{1F92B6E7-9453-450D-DADD-5B3CEA83A9EF}"/>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19929" name="矩形 19928">
              <a:extLst>
                <a:ext uri="{FF2B5EF4-FFF2-40B4-BE49-F238E27FC236}">
                  <a16:creationId xmlns:a16="http://schemas.microsoft.com/office/drawing/2014/main" id="{92F4BFBC-DB7D-1785-BC47-FF27FD1A4CE6}"/>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19930" name="组 398">
              <a:extLst>
                <a:ext uri="{FF2B5EF4-FFF2-40B4-BE49-F238E27FC236}">
                  <a16:creationId xmlns:a16="http://schemas.microsoft.com/office/drawing/2014/main" id="{294CD2E6-C57B-6858-E2AE-D4D2699ABCC8}"/>
                </a:ext>
              </a:extLst>
            </p:cNvPr>
            <p:cNvGrpSpPr/>
            <p:nvPr/>
          </p:nvGrpSpPr>
          <p:grpSpPr>
            <a:xfrm>
              <a:off x="11454106" y="380935"/>
              <a:ext cx="737892" cy="484288"/>
              <a:chOff x="11454105" y="252856"/>
              <a:chExt cx="737892" cy="484288"/>
            </a:xfrm>
          </p:grpSpPr>
          <p:grpSp>
            <p:nvGrpSpPr>
              <p:cNvPr id="19931" name="组 400">
                <a:extLst>
                  <a:ext uri="{FF2B5EF4-FFF2-40B4-BE49-F238E27FC236}">
                    <a16:creationId xmlns:a16="http://schemas.microsoft.com/office/drawing/2014/main" id="{4791E17B-99DE-9CD0-CD95-6F6BE21F4647}"/>
                  </a:ext>
                </a:extLst>
              </p:cNvPr>
              <p:cNvGrpSpPr/>
              <p:nvPr/>
            </p:nvGrpSpPr>
            <p:grpSpPr>
              <a:xfrm>
                <a:off x="12039604" y="252856"/>
                <a:ext cx="152393" cy="484287"/>
                <a:chOff x="12039604" y="252856"/>
                <a:chExt cx="152393" cy="484287"/>
              </a:xfrm>
            </p:grpSpPr>
            <p:sp>
              <p:nvSpPr>
                <p:cNvPr id="19935" name="圆角矩形 19934">
                  <a:extLst>
                    <a:ext uri="{FF2B5EF4-FFF2-40B4-BE49-F238E27FC236}">
                      <a16:creationId xmlns:a16="http://schemas.microsoft.com/office/drawing/2014/main" id="{6EEDC932-F0BB-3F60-3A14-5357527927F1}"/>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9936" name="圆角矩形 19935">
                  <a:extLst>
                    <a:ext uri="{FF2B5EF4-FFF2-40B4-BE49-F238E27FC236}">
                      <a16:creationId xmlns:a16="http://schemas.microsoft.com/office/drawing/2014/main" id="{44361144-EBB6-92AE-DAA1-270A17F79676}"/>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9937" name="圆角矩形 19936">
                  <a:extLst>
                    <a:ext uri="{FF2B5EF4-FFF2-40B4-BE49-F238E27FC236}">
                      <a16:creationId xmlns:a16="http://schemas.microsoft.com/office/drawing/2014/main" id="{3464588C-E4F4-9EE4-7564-5DED16A1FFB1}"/>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9938" name="圆角矩形 19937">
                  <a:extLst>
                    <a:ext uri="{FF2B5EF4-FFF2-40B4-BE49-F238E27FC236}">
                      <a16:creationId xmlns:a16="http://schemas.microsoft.com/office/drawing/2014/main" id="{1C9DD352-0FC3-FD9D-ED2E-7DD3F84CD72B}"/>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9939" name="圆角矩形 19938">
                  <a:extLst>
                    <a:ext uri="{FF2B5EF4-FFF2-40B4-BE49-F238E27FC236}">
                      <a16:creationId xmlns:a16="http://schemas.microsoft.com/office/drawing/2014/main" id="{83FD1806-E820-2296-DCF8-32651916A9FE}"/>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19932" name="组合 99">
                <a:extLst>
                  <a:ext uri="{FF2B5EF4-FFF2-40B4-BE49-F238E27FC236}">
                    <a16:creationId xmlns:a16="http://schemas.microsoft.com/office/drawing/2014/main" id="{0847680F-9E98-0555-AFF8-E4C6409EA7E4}"/>
                  </a:ext>
                </a:extLst>
              </p:cNvPr>
              <p:cNvGrpSpPr/>
              <p:nvPr/>
            </p:nvGrpSpPr>
            <p:grpSpPr>
              <a:xfrm>
                <a:off x="11454105" y="252857"/>
                <a:ext cx="491115" cy="484287"/>
                <a:chOff x="1528923" y="220268"/>
                <a:chExt cx="1284096" cy="1266241"/>
              </a:xfrm>
            </p:grpSpPr>
            <p:sp>
              <p:nvSpPr>
                <p:cNvPr id="19933" name="圆角矩形 19932">
                  <a:extLst>
                    <a:ext uri="{FF2B5EF4-FFF2-40B4-BE49-F238E27FC236}">
                      <a16:creationId xmlns:a16="http://schemas.microsoft.com/office/drawing/2014/main" id="{72732381-DA35-E7FB-8908-B0A1BAB8053C}"/>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9934" name="Freeform 96">
                  <a:extLst>
                    <a:ext uri="{FF2B5EF4-FFF2-40B4-BE49-F238E27FC236}">
                      <a16:creationId xmlns:a16="http://schemas.microsoft.com/office/drawing/2014/main" id="{730D1407-B068-3189-B2A7-889BF6E55C8A}"/>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grpSp>
        <p:nvGrpSpPr>
          <p:cNvPr id="19944" name="组合 19943">
            <a:extLst>
              <a:ext uri="{FF2B5EF4-FFF2-40B4-BE49-F238E27FC236}">
                <a16:creationId xmlns:a16="http://schemas.microsoft.com/office/drawing/2014/main" id="{1AF0AF03-5DB6-2854-D4F8-5C21CC2D148A}"/>
              </a:ext>
            </a:extLst>
          </p:cNvPr>
          <p:cNvGrpSpPr/>
          <p:nvPr/>
        </p:nvGrpSpPr>
        <p:grpSpPr>
          <a:xfrm>
            <a:off x="3574600" y="4159870"/>
            <a:ext cx="1795468" cy="1767156"/>
            <a:chOff x="654062" y="2420838"/>
            <a:chExt cx="1795468" cy="1767156"/>
          </a:xfrm>
        </p:grpSpPr>
        <p:sp>
          <p:nvSpPr>
            <p:cNvPr id="19945" name="椭圆 19944">
              <a:extLst>
                <a:ext uri="{FF2B5EF4-FFF2-40B4-BE49-F238E27FC236}">
                  <a16:creationId xmlns:a16="http://schemas.microsoft.com/office/drawing/2014/main" id="{80E5F456-24A3-A478-7DBD-670F8C208B34}"/>
                </a:ext>
              </a:extLst>
            </p:cNvPr>
            <p:cNvSpPr/>
            <p:nvPr/>
          </p:nvSpPr>
          <p:spPr>
            <a:xfrm>
              <a:off x="2159819" y="2420838"/>
              <a:ext cx="289711" cy="224790"/>
            </a:xfrm>
            <a:prstGeom prst="ellipse">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dirty="0"/>
            </a:p>
          </p:txBody>
        </p:sp>
        <p:sp>
          <p:nvSpPr>
            <p:cNvPr id="19946" name="文本框 19945">
              <a:extLst>
                <a:ext uri="{FF2B5EF4-FFF2-40B4-BE49-F238E27FC236}">
                  <a16:creationId xmlns:a16="http://schemas.microsoft.com/office/drawing/2014/main" id="{B6FDD8EE-62FF-1346-4236-F950F43B677D}"/>
                </a:ext>
              </a:extLst>
            </p:cNvPr>
            <p:cNvSpPr txBox="1"/>
            <p:nvPr/>
          </p:nvSpPr>
          <p:spPr>
            <a:xfrm>
              <a:off x="654062" y="3849440"/>
              <a:ext cx="1722013" cy="338554"/>
            </a:xfrm>
            <a:prstGeom prst="rect">
              <a:avLst/>
            </a:prstGeom>
            <a:noFill/>
          </p:spPr>
          <p:txBody>
            <a:bodyPr wrap="square" rtlCol="0">
              <a:spAutoFit/>
            </a:bodyPr>
            <a:lstStyle/>
            <a:p>
              <a:r>
                <a:rPr lang="zh-CN" altLang="en-US" sz="1600" b="0" i="0" u="none" strike="noStrike" dirty="0">
                  <a:solidFill>
                    <a:schemeClr val="accent5"/>
                  </a:solidFill>
                  <a:effectLst/>
                  <a:highlight>
                    <a:srgbClr val="FFFFFF"/>
                  </a:highlight>
                  <a:latin typeface="-apple-system"/>
                </a:rPr>
                <a:t>望远镜止动螺钉</a:t>
              </a:r>
              <a:endParaRPr lang="en-US" altLang="zh-CN" sz="1600" b="0" i="0" u="none" strike="noStrike" dirty="0">
                <a:solidFill>
                  <a:schemeClr val="accent5"/>
                </a:solidFill>
                <a:effectLst/>
                <a:highlight>
                  <a:srgbClr val="FFFFFF"/>
                </a:highlight>
                <a:latin typeface="-apple-system"/>
              </a:endParaRPr>
            </a:p>
          </p:txBody>
        </p:sp>
        <p:cxnSp>
          <p:nvCxnSpPr>
            <p:cNvPr id="19947" name="直线箭头连接符 19946">
              <a:extLst>
                <a:ext uri="{FF2B5EF4-FFF2-40B4-BE49-F238E27FC236}">
                  <a16:creationId xmlns:a16="http://schemas.microsoft.com/office/drawing/2014/main" id="{9C5EFCF7-D5FB-89AB-4061-F5AD6A1BD490}"/>
                </a:ext>
              </a:extLst>
            </p:cNvPr>
            <p:cNvCxnSpPr>
              <a:cxnSpLocks/>
            </p:cNvCxnSpPr>
            <p:nvPr/>
          </p:nvCxnSpPr>
          <p:spPr>
            <a:xfrm flipV="1">
              <a:off x="1791655" y="2684631"/>
              <a:ext cx="449891" cy="1148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10F54D4E-C42B-A8FE-91CC-C3825E5DB14E}"/>
              </a:ext>
            </a:extLst>
          </p:cNvPr>
          <p:cNvGrpSpPr/>
          <p:nvPr/>
        </p:nvGrpSpPr>
        <p:grpSpPr>
          <a:xfrm>
            <a:off x="7978904" y="2509612"/>
            <a:ext cx="2246496" cy="1204491"/>
            <a:chOff x="4152640" y="521064"/>
            <a:chExt cx="2407685" cy="1204491"/>
          </a:xfrm>
        </p:grpSpPr>
        <p:sp>
          <p:nvSpPr>
            <p:cNvPr id="8" name="圆角矩形 7">
              <a:extLst>
                <a:ext uri="{FF2B5EF4-FFF2-40B4-BE49-F238E27FC236}">
                  <a16:creationId xmlns:a16="http://schemas.microsoft.com/office/drawing/2014/main" id="{2CCC8E8D-156D-8CC6-4832-1DFD936F65EC}"/>
                </a:ext>
              </a:extLst>
            </p:cNvPr>
            <p:cNvSpPr/>
            <p:nvPr/>
          </p:nvSpPr>
          <p:spPr>
            <a:xfrm>
              <a:off x="4152640" y="1268211"/>
              <a:ext cx="2407685" cy="457344"/>
            </a:xfrm>
            <a:prstGeom prst="roundRect">
              <a:avLst/>
            </a:prstGeom>
            <a:solidFill>
              <a:srgbClr val="4472C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rPr>
                <a:t>自准直望远镜</a:t>
              </a:r>
            </a:p>
          </p:txBody>
        </p:sp>
        <p:sp>
          <p:nvSpPr>
            <p:cNvPr id="9" name="下箭头 8">
              <a:extLst>
                <a:ext uri="{FF2B5EF4-FFF2-40B4-BE49-F238E27FC236}">
                  <a16:creationId xmlns:a16="http://schemas.microsoft.com/office/drawing/2014/main" id="{70FA741B-7865-CF5E-9B67-8F369FCE784E}"/>
                </a:ext>
              </a:extLst>
            </p:cNvPr>
            <p:cNvSpPr/>
            <p:nvPr/>
          </p:nvSpPr>
          <p:spPr>
            <a:xfrm rot="10389973">
              <a:off x="4794805" y="521064"/>
              <a:ext cx="191486" cy="645963"/>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10" name="组合 9">
            <a:extLst>
              <a:ext uri="{FF2B5EF4-FFF2-40B4-BE49-F238E27FC236}">
                <a16:creationId xmlns:a16="http://schemas.microsoft.com/office/drawing/2014/main" id="{7DF79B72-9E35-7FC4-6BB4-17A64CD1F668}"/>
              </a:ext>
            </a:extLst>
          </p:cNvPr>
          <p:cNvGrpSpPr/>
          <p:nvPr/>
        </p:nvGrpSpPr>
        <p:grpSpPr>
          <a:xfrm>
            <a:off x="4386505" y="1433258"/>
            <a:ext cx="1701446" cy="1584712"/>
            <a:chOff x="5005067" y="1200788"/>
            <a:chExt cx="1701446" cy="1584712"/>
          </a:xfrm>
        </p:grpSpPr>
        <p:sp>
          <p:nvSpPr>
            <p:cNvPr id="23" name="椭圆 22">
              <a:extLst>
                <a:ext uri="{FF2B5EF4-FFF2-40B4-BE49-F238E27FC236}">
                  <a16:creationId xmlns:a16="http://schemas.microsoft.com/office/drawing/2014/main" id="{CF2E8DF5-F2AF-43F0-4D59-806ABA331B4E}"/>
                </a:ext>
              </a:extLst>
            </p:cNvPr>
            <p:cNvSpPr/>
            <p:nvPr/>
          </p:nvSpPr>
          <p:spPr>
            <a:xfrm>
              <a:off x="5005067" y="2087148"/>
              <a:ext cx="1701446" cy="698352"/>
            </a:xfrm>
            <a:prstGeom prst="ellipse">
              <a:avLst/>
            </a:prstGeom>
            <a:no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grpSp>
          <p:nvGrpSpPr>
            <p:cNvPr id="24" name="组合 23">
              <a:extLst>
                <a:ext uri="{FF2B5EF4-FFF2-40B4-BE49-F238E27FC236}">
                  <a16:creationId xmlns:a16="http://schemas.microsoft.com/office/drawing/2014/main" id="{1A5FE476-5D17-554B-43B5-243F6346ECC9}"/>
                </a:ext>
              </a:extLst>
            </p:cNvPr>
            <p:cNvGrpSpPr/>
            <p:nvPr/>
          </p:nvGrpSpPr>
          <p:grpSpPr>
            <a:xfrm>
              <a:off x="5389102" y="1200788"/>
              <a:ext cx="1250405" cy="860896"/>
              <a:chOff x="4656907" y="1259770"/>
              <a:chExt cx="1250405" cy="860896"/>
            </a:xfrm>
          </p:grpSpPr>
          <p:sp>
            <p:nvSpPr>
              <p:cNvPr id="25" name="圆角矩形 24">
                <a:extLst>
                  <a:ext uri="{FF2B5EF4-FFF2-40B4-BE49-F238E27FC236}">
                    <a16:creationId xmlns:a16="http://schemas.microsoft.com/office/drawing/2014/main" id="{2B193A6C-B400-0413-16AB-B3C3AA3108FB}"/>
                  </a:ext>
                </a:extLst>
              </p:cNvPr>
              <p:cNvSpPr/>
              <p:nvPr/>
            </p:nvSpPr>
            <p:spPr>
              <a:xfrm>
                <a:off x="4656907" y="1259770"/>
                <a:ext cx="1250405" cy="457344"/>
              </a:xfrm>
              <a:prstGeom prst="roundRect">
                <a:avLst/>
              </a:prstGeom>
              <a:solidFill>
                <a:srgbClr val="4472C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dirty="0">
                    <a:solidFill>
                      <a:prstClr val="white"/>
                    </a:solidFill>
                    <a:latin typeface="Kaiti SC Black" panose="02010600040101010101" pitchFamily="2" charset="-122"/>
                    <a:ea typeface="Kaiti SC Black" panose="02010600040101010101" pitchFamily="2" charset="-122"/>
                  </a:rPr>
                  <a:t>载物台</a:t>
                </a:r>
                <a:endPar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endParaRPr>
              </a:p>
            </p:txBody>
          </p:sp>
          <p:sp>
            <p:nvSpPr>
              <p:cNvPr id="29" name="下箭头 28">
                <a:extLst>
                  <a:ext uri="{FF2B5EF4-FFF2-40B4-BE49-F238E27FC236}">
                    <a16:creationId xmlns:a16="http://schemas.microsoft.com/office/drawing/2014/main" id="{D39DA46D-7767-A87C-1D92-F17274C753AB}"/>
                  </a:ext>
                </a:extLst>
              </p:cNvPr>
              <p:cNvSpPr/>
              <p:nvPr/>
            </p:nvSpPr>
            <p:spPr>
              <a:xfrm rot="399918">
                <a:off x="5120981" y="1756623"/>
                <a:ext cx="211646" cy="364043"/>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grpSp>
      </p:grpSp>
      <p:grpSp>
        <p:nvGrpSpPr>
          <p:cNvPr id="30" name="组合 29">
            <a:extLst>
              <a:ext uri="{FF2B5EF4-FFF2-40B4-BE49-F238E27FC236}">
                <a16:creationId xmlns:a16="http://schemas.microsoft.com/office/drawing/2014/main" id="{59C4508D-D0EB-1370-0D5D-B2F843649674}"/>
              </a:ext>
            </a:extLst>
          </p:cNvPr>
          <p:cNvGrpSpPr/>
          <p:nvPr/>
        </p:nvGrpSpPr>
        <p:grpSpPr>
          <a:xfrm>
            <a:off x="180429" y="2392072"/>
            <a:ext cx="1726922" cy="1135034"/>
            <a:chOff x="632408" y="2393380"/>
            <a:chExt cx="1726922" cy="1135034"/>
          </a:xfrm>
        </p:grpSpPr>
        <p:sp>
          <p:nvSpPr>
            <p:cNvPr id="32" name="圆角矩形 31">
              <a:extLst>
                <a:ext uri="{FF2B5EF4-FFF2-40B4-BE49-F238E27FC236}">
                  <a16:creationId xmlns:a16="http://schemas.microsoft.com/office/drawing/2014/main" id="{6DAAF6C2-BC10-F5EC-8355-13C426F17656}"/>
                </a:ext>
              </a:extLst>
            </p:cNvPr>
            <p:cNvSpPr/>
            <p:nvPr/>
          </p:nvSpPr>
          <p:spPr>
            <a:xfrm>
              <a:off x="632408" y="3047490"/>
              <a:ext cx="1726922" cy="480924"/>
            </a:xfrm>
            <a:prstGeom prst="roundRect">
              <a:avLst/>
            </a:prstGeom>
            <a:solidFill>
              <a:srgbClr val="4472C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rPr>
                <a:t>平行光管</a:t>
              </a:r>
            </a:p>
          </p:txBody>
        </p:sp>
        <p:sp>
          <p:nvSpPr>
            <p:cNvPr id="33" name="下箭头 32">
              <a:extLst>
                <a:ext uri="{FF2B5EF4-FFF2-40B4-BE49-F238E27FC236}">
                  <a16:creationId xmlns:a16="http://schemas.microsoft.com/office/drawing/2014/main" id="{37963594-DD09-EDCD-963F-2796E6BCD8B9}"/>
                </a:ext>
              </a:extLst>
            </p:cNvPr>
            <p:cNvSpPr/>
            <p:nvPr/>
          </p:nvSpPr>
          <p:spPr>
            <a:xfrm rot="11831366">
              <a:off x="1642459" y="2393380"/>
              <a:ext cx="185584" cy="575269"/>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38" name="组合 37">
            <a:extLst>
              <a:ext uri="{FF2B5EF4-FFF2-40B4-BE49-F238E27FC236}">
                <a16:creationId xmlns:a16="http://schemas.microsoft.com/office/drawing/2014/main" id="{5E7DC0C9-9C6D-1933-FB5F-FEE89F0F4165}"/>
              </a:ext>
            </a:extLst>
          </p:cNvPr>
          <p:cNvGrpSpPr/>
          <p:nvPr/>
        </p:nvGrpSpPr>
        <p:grpSpPr>
          <a:xfrm>
            <a:off x="3850164" y="3315627"/>
            <a:ext cx="5004832" cy="580910"/>
            <a:chOff x="4437884" y="3320946"/>
            <a:chExt cx="5004832" cy="580910"/>
          </a:xfrm>
        </p:grpSpPr>
        <p:grpSp>
          <p:nvGrpSpPr>
            <p:cNvPr id="34" name="组合 33">
              <a:extLst>
                <a:ext uri="{FF2B5EF4-FFF2-40B4-BE49-F238E27FC236}">
                  <a16:creationId xmlns:a16="http://schemas.microsoft.com/office/drawing/2014/main" id="{52A39A36-118E-7361-2730-987594499F9A}"/>
                </a:ext>
              </a:extLst>
            </p:cNvPr>
            <p:cNvGrpSpPr/>
            <p:nvPr/>
          </p:nvGrpSpPr>
          <p:grpSpPr>
            <a:xfrm>
              <a:off x="7282358" y="3444512"/>
              <a:ext cx="2160358" cy="457344"/>
              <a:chOff x="4099521" y="-345584"/>
              <a:chExt cx="2160358" cy="457344"/>
            </a:xfrm>
          </p:grpSpPr>
          <p:sp>
            <p:nvSpPr>
              <p:cNvPr id="35" name="圆角矩形 34">
                <a:extLst>
                  <a:ext uri="{FF2B5EF4-FFF2-40B4-BE49-F238E27FC236}">
                    <a16:creationId xmlns:a16="http://schemas.microsoft.com/office/drawing/2014/main" id="{18378477-5A89-56F2-7BCF-B2F31CC138C3}"/>
                  </a:ext>
                </a:extLst>
              </p:cNvPr>
              <p:cNvSpPr/>
              <p:nvPr/>
            </p:nvSpPr>
            <p:spPr>
              <a:xfrm>
                <a:off x="4651698" y="-345584"/>
                <a:ext cx="1608181" cy="457344"/>
              </a:xfrm>
              <a:prstGeom prst="roundRect">
                <a:avLst/>
              </a:prstGeom>
              <a:solidFill>
                <a:srgbClr val="4472C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dirty="0">
                    <a:solidFill>
                      <a:prstClr val="white"/>
                    </a:solidFill>
                    <a:latin typeface="Kaiti SC Black" panose="02010600040101010101" pitchFamily="2" charset="-122"/>
                    <a:ea typeface="Kaiti SC Black" panose="02010600040101010101" pitchFamily="2" charset="-122"/>
                  </a:rPr>
                  <a:t>角刻度盘</a:t>
                </a:r>
                <a:endPar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endParaRPr>
              </a:p>
            </p:txBody>
          </p:sp>
          <p:sp>
            <p:nvSpPr>
              <p:cNvPr id="36" name="下箭头 35">
                <a:extLst>
                  <a:ext uri="{FF2B5EF4-FFF2-40B4-BE49-F238E27FC236}">
                    <a16:creationId xmlns:a16="http://schemas.microsoft.com/office/drawing/2014/main" id="{CCE319F0-8624-6770-36DF-F25EE35EE301}"/>
                  </a:ext>
                </a:extLst>
              </p:cNvPr>
              <p:cNvSpPr/>
              <p:nvPr/>
            </p:nvSpPr>
            <p:spPr>
              <a:xfrm rot="5706694">
                <a:off x="4210795" y="-411366"/>
                <a:ext cx="261044" cy="483591"/>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grpSp>
        <p:sp>
          <p:nvSpPr>
            <p:cNvPr id="37" name="椭圆 36">
              <a:extLst>
                <a:ext uri="{FF2B5EF4-FFF2-40B4-BE49-F238E27FC236}">
                  <a16:creationId xmlns:a16="http://schemas.microsoft.com/office/drawing/2014/main" id="{FDB867B2-4491-3977-D8D0-19B2AC881BF7}"/>
                </a:ext>
              </a:extLst>
            </p:cNvPr>
            <p:cNvSpPr/>
            <p:nvPr/>
          </p:nvSpPr>
          <p:spPr>
            <a:xfrm>
              <a:off x="4437884" y="3320946"/>
              <a:ext cx="2804165" cy="454811"/>
            </a:xfrm>
            <a:prstGeom prst="ellipse">
              <a:avLst/>
            </a:prstGeom>
            <a:no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grpSp>
      <p:grpSp>
        <p:nvGrpSpPr>
          <p:cNvPr id="42" name="组合 41">
            <a:extLst>
              <a:ext uri="{FF2B5EF4-FFF2-40B4-BE49-F238E27FC236}">
                <a16:creationId xmlns:a16="http://schemas.microsoft.com/office/drawing/2014/main" id="{548076AD-FD09-EDCD-407F-9498C22A9C7D}"/>
              </a:ext>
            </a:extLst>
          </p:cNvPr>
          <p:cNvGrpSpPr/>
          <p:nvPr/>
        </p:nvGrpSpPr>
        <p:grpSpPr>
          <a:xfrm>
            <a:off x="6678925" y="5103596"/>
            <a:ext cx="1597598" cy="457344"/>
            <a:chOff x="5493635" y="1517519"/>
            <a:chExt cx="1597598" cy="457344"/>
          </a:xfrm>
        </p:grpSpPr>
        <p:sp>
          <p:nvSpPr>
            <p:cNvPr id="43" name="圆角矩形 42">
              <a:extLst>
                <a:ext uri="{FF2B5EF4-FFF2-40B4-BE49-F238E27FC236}">
                  <a16:creationId xmlns:a16="http://schemas.microsoft.com/office/drawing/2014/main" id="{DA365E72-676B-293D-662B-541E46F3EA80}"/>
                </a:ext>
              </a:extLst>
            </p:cNvPr>
            <p:cNvSpPr/>
            <p:nvPr/>
          </p:nvSpPr>
          <p:spPr>
            <a:xfrm>
              <a:off x="6069765" y="1517519"/>
              <a:ext cx="1021468" cy="457344"/>
            </a:xfrm>
            <a:prstGeom prst="roundRect">
              <a:avLst/>
            </a:prstGeom>
            <a:solidFill>
              <a:srgbClr val="4472C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dirty="0">
                  <a:solidFill>
                    <a:prstClr val="white"/>
                  </a:solidFill>
                  <a:latin typeface="Kaiti SC Black" panose="02010600040101010101" pitchFamily="2" charset="-122"/>
                  <a:ea typeface="Kaiti SC Black" panose="02010600040101010101" pitchFamily="2" charset="-122"/>
                </a:rPr>
                <a:t>底座</a:t>
              </a:r>
              <a:endPar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endParaRPr>
            </a:p>
          </p:txBody>
        </p:sp>
        <p:sp>
          <p:nvSpPr>
            <p:cNvPr id="44" name="下箭头 43">
              <a:extLst>
                <a:ext uri="{FF2B5EF4-FFF2-40B4-BE49-F238E27FC236}">
                  <a16:creationId xmlns:a16="http://schemas.microsoft.com/office/drawing/2014/main" id="{CC2B59D7-1BA8-4D8E-019A-12336F45A660}"/>
                </a:ext>
              </a:extLst>
            </p:cNvPr>
            <p:cNvSpPr/>
            <p:nvPr/>
          </p:nvSpPr>
          <p:spPr>
            <a:xfrm rot="5400000">
              <a:off x="5625923" y="1519622"/>
              <a:ext cx="228836" cy="493411"/>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3" name="组合 2">
            <a:extLst>
              <a:ext uri="{FF2B5EF4-FFF2-40B4-BE49-F238E27FC236}">
                <a16:creationId xmlns:a16="http://schemas.microsoft.com/office/drawing/2014/main" id="{F69333CD-FF7D-B644-327E-AA25BF33FC63}"/>
              </a:ext>
            </a:extLst>
          </p:cNvPr>
          <p:cNvGrpSpPr/>
          <p:nvPr/>
        </p:nvGrpSpPr>
        <p:grpSpPr>
          <a:xfrm>
            <a:off x="1520306" y="3194094"/>
            <a:ext cx="2004729" cy="755917"/>
            <a:chOff x="-162238" y="4992930"/>
            <a:chExt cx="2004729" cy="755917"/>
          </a:xfrm>
        </p:grpSpPr>
        <p:sp>
          <p:nvSpPr>
            <p:cNvPr id="39" name="椭圆 38">
              <a:extLst>
                <a:ext uri="{FF2B5EF4-FFF2-40B4-BE49-F238E27FC236}">
                  <a16:creationId xmlns:a16="http://schemas.microsoft.com/office/drawing/2014/main" id="{DA50A77D-AC22-4C52-8876-4BE2FAB383CD}"/>
                </a:ext>
              </a:extLst>
            </p:cNvPr>
            <p:cNvSpPr/>
            <p:nvPr/>
          </p:nvSpPr>
          <p:spPr>
            <a:xfrm>
              <a:off x="1495275" y="4992930"/>
              <a:ext cx="347216" cy="269409"/>
            </a:xfrm>
            <a:prstGeom prst="ellipse">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dirty="0"/>
            </a:p>
          </p:txBody>
        </p:sp>
        <p:sp>
          <p:nvSpPr>
            <p:cNvPr id="40" name="文本框 39">
              <a:extLst>
                <a:ext uri="{FF2B5EF4-FFF2-40B4-BE49-F238E27FC236}">
                  <a16:creationId xmlns:a16="http://schemas.microsoft.com/office/drawing/2014/main" id="{3912FCDD-BB49-89C5-C4DF-6DA75C2AF04A}"/>
                </a:ext>
              </a:extLst>
            </p:cNvPr>
            <p:cNvSpPr txBox="1"/>
            <p:nvPr/>
          </p:nvSpPr>
          <p:spPr>
            <a:xfrm>
              <a:off x="-162238" y="5410293"/>
              <a:ext cx="1722013" cy="338554"/>
            </a:xfrm>
            <a:prstGeom prst="rect">
              <a:avLst/>
            </a:prstGeom>
            <a:noFill/>
          </p:spPr>
          <p:txBody>
            <a:bodyPr wrap="square" rtlCol="0">
              <a:spAutoFit/>
            </a:bodyPr>
            <a:lstStyle/>
            <a:p>
              <a:r>
                <a:rPr lang="zh-CN" altLang="en-US" sz="1600" dirty="0">
                  <a:solidFill>
                    <a:schemeClr val="accent5"/>
                  </a:solidFill>
                  <a:highlight>
                    <a:srgbClr val="FFFFFF"/>
                  </a:highlight>
                  <a:latin typeface="-apple-system"/>
                </a:rPr>
                <a:t>游标盘</a:t>
              </a:r>
              <a:r>
                <a:rPr lang="zh-CN" altLang="en-US" sz="1600" b="0" i="0" u="none" strike="noStrike" dirty="0">
                  <a:solidFill>
                    <a:schemeClr val="accent5"/>
                  </a:solidFill>
                  <a:effectLst/>
                  <a:highlight>
                    <a:srgbClr val="FFFFFF"/>
                  </a:highlight>
                  <a:latin typeface="-apple-system"/>
                </a:rPr>
                <a:t>止动螺钉</a:t>
              </a:r>
              <a:endParaRPr lang="en-US" altLang="zh-CN" sz="1600" b="0" i="0" u="none" strike="noStrike" dirty="0">
                <a:solidFill>
                  <a:schemeClr val="accent5"/>
                </a:solidFill>
                <a:effectLst/>
                <a:highlight>
                  <a:srgbClr val="FFFFFF"/>
                </a:highlight>
                <a:latin typeface="-apple-system"/>
              </a:endParaRPr>
            </a:p>
          </p:txBody>
        </p:sp>
        <p:cxnSp>
          <p:nvCxnSpPr>
            <p:cNvPr id="41" name="直线箭头连接符 40">
              <a:extLst>
                <a:ext uri="{FF2B5EF4-FFF2-40B4-BE49-F238E27FC236}">
                  <a16:creationId xmlns:a16="http://schemas.microsoft.com/office/drawing/2014/main" id="{63EB872C-81D8-3E64-7166-BE9C3F2D897A}"/>
                </a:ext>
              </a:extLst>
            </p:cNvPr>
            <p:cNvCxnSpPr>
              <a:cxnSpLocks/>
            </p:cNvCxnSpPr>
            <p:nvPr/>
          </p:nvCxnSpPr>
          <p:spPr>
            <a:xfrm flipV="1">
              <a:off x="1282726" y="5262339"/>
              <a:ext cx="225574" cy="1988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7929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randombar(horizontal)">
                                      <p:cBhvr>
                                        <p:cTn id="13" dur="500"/>
                                        <p:tgtEl>
                                          <p:spTgt spid="11"/>
                                        </p:tgtEl>
                                      </p:cBhvr>
                                    </p:animEffect>
                                  </p:childTnLst>
                                </p:cTn>
                              </p:par>
                              <p:par>
                                <p:cTn id="14" presetID="14" presetClass="entr" presetSubtype="1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randombar(horizontal)">
                                      <p:cBhvr>
                                        <p:cTn id="16" dur="500"/>
                                        <p:tgtEl>
                                          <p:spTgt spid="12"/>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9499"/>
                                        </p:tgtEl>
                                        <p:attrNameLst>
                                          <p:attrName>style.visibility</p:attrName>
                                        </p:attrNameLst>
                                      </p:cBhvr>
                                      <p:to>
                                        <p:strVal val="visible"/>
                                      </p:to>
                                    </p:set>
                                    <p:animEffect transition="in" filter="randombar(horizontal)">
                                      <p:cBhvr>
                                        <p:cTn id="19" dur="500"/>
                                        <p:tgtEl>
                                          <p:spTgt spid="19499"/>
                                        </p:tgtEl>
                                      </p:cBhvr>
                                    </p:animEffect>
                                  </p:childTnLst>
                                </p:cTn>
                              </p:par>
                              <p:par>
                                <p:cTn id="20" presetID="14" presetClass="entr" presetSubtype="10" fill="hold" nodeType="withEffect">
                                  <p:stCondLst>
                                    <p:cond delay="0"/>
                                  </p:stCondLst>
                                  <p:childTnLst>
                                    <p:set>
                                      <p:cBhvr>
                                        <p:cTn id="21" dur="1" fill="hold">
                                          <p:stCondLst>
                                            <p:cond delay="0"/>
                                          </p:stCondLst>
                                        </p:cTn>
                                        <p:tgtEl>
                                          <p:spTgt spid="19951"/>
                                        </p:tgtEl>
                                        <p:attrNameLst>
                                          <p:attrName>style.visibility</p:attrName>
                                        </p:attrNameLst>
                                      </p:cBhvr>
                                      <p:to>
                                        <p:strVal val="visible"/>
                                      </p:to>
                                    </p:set>
                                    <p:animEffect transition="in" filter="randombar(horizontal)">
                                      <p:cBhvr>
                                        <p:cTn id="22" dur="500"/>
                                        <p:tgtEl>
                                          <p:spTgt spid="19951"/>
                                        </p:tgtEl>
                                      </p:cBhvr>
                                    </p:animEffect>
                                  </p:childTnLst>
                                </p:cTn>
                              </p:par>
                              <p:par>
                                <p:cTn id="23" presetID="14" presetClass="entr" presetSubtype="10" fill="hold" nodeType="withEffect">
                                  <p:stCondLst>
                                    <p:cond delay="0"/>
                                  </p:stCondLst>
                                  <p:childTnLst>
                                    <p:set>
                                      <p:cBhvr>
                                        <p:cTn id="24" dur="1" fill="hold">
                                          <p:stCondLst>
                                            <p:cond delay="0"/>
                                          </p:stCondLst>
                                        </p:cTn>
                                        <p:tgtEl>
                                          <p:spTgt spid="19500"/>
                                        </p:tgtEl>
                                        <p:attrNameLst>
                                          <p:attrName>style.visibility</p:attrName>
                                        </p:attrNameLst>
                                      </p:cBhvr>
                                      <p:to>
                                        <p:strVal val="visible"/>
                                      </p:to>
                                    </p:set>
                                    <p:animEffect transition="in" filter="randombar(horizontal)">
                                      <p:cBhvr>
                                        <p:cTn id="25" dur="500"/>
                                        <p:tgtEl>
                                          <p:spTgt spid="19500"/>
                                        </p:tgtEl>
                                      </p:cBhvr>
                                    </p:animEffect>
                                  </p:childTnLst>
                                </p:cTn>
                              </p:par>
                              <p:par>
                                <p:cTn id="26" presetID="14" presetClass="entr" presetSubtype="10" fill="hold" nodeType="withEffect">
                                  <p:stCondLst>
                                    <p:cond delay="0"/>
                                  </p:stCondLst>
                                  <p:childTnLst>
                                    <p:set>
                                      <p:cBhvr>
                                        <p:cTn id="27" dur="1" fill="hold">
                                          <p:stCondLst>
                                            <p:cond delay="0"/>
                                          </p:stCondLst>
                                        </p:cTn>
                                        <p:tgtEl>
                                          <p:spTgt spid="19505"/>
                                        </p:tgtEl>
                                        <p:attrNameLst>
                                          <p:attrName>style.visibility</p:attrName>
                                        </p:attrNameLst>
                                      </p:cBhvr>
                                      <p:to>
                                        <p:strVal val="visible"/>
                                      </p:to>
                                    </p:set>
                                    <p:animEffect transition="in" filter="randombar(horizontal)">
                                      <p:cBhvr>
                                        <p:cTn id="28" dur="500"/>
                                        <p:tgtEl>
                                          <p:spTgt spid="19505"/>
                                        </p:tgtEl>
                                      </p:cBhvr>
                                    </p:animEffect>
                                  </p:childTnLst>
                                </p:cTn>
                              </p:par>
                              <p:par>
                                <p:cTn id="29" presetID="14" presetClass="entr" presetSubtype="10" fill="hold" nodeType="withEffect">
                                  <p:stCondLst>
                                    <p:cond delay="0"/>
                                  </p:stCondLst>
                                  <p:childTnLst>
                                    <p:set>
                                      <p:cBhvr>
                                        <p:cTn id="30" dur="1" fill="hold">
                                          <p:stCondLst>
                                            <p:cond delay="0"/>
                                          </p:stCondLst>
                                        </p:cTn>
                                        <p:tgtEl>
                                          <p:spTgt spid="416"/>
                                        </p:tgtEl>
                                        <p:attrNameLst>
                                          <p:attrName>style.visibility</p:attrName>
                                        </p:attrNameLst>
                                      </p:cBhvr>
                                      <p:to>
                                        <p:strVal val="visible"/>
                                      </p:to>
                                    </p:set>
                                    <p:animEffect transition="in" filter="randombar(horizontal)">
                                      <p:cBhvr>
                                        <p:cTn id="31" dur="500"/>
                                        <p:tgtEl>
                                          <p:spTgt spid="416"/>
                                        </p:tgtEl>
                                      </p:cBhvr>
                                    </p:animEffect>
                                  </p:childTnLst>
                                </p:cTn>
                              </p:par>
                              <p:par>
                                <p:cTn id="32" presetID="14" presetClass="entr" presetSubtype="10" fill="hold" nodeType="withEffect">
                                  <p:stCondLst>
                                    <p:cond delay="0"/>
                                  </p:stCondLst>
                                  <p:childTnLst>
                                    <p:set>
                                      <p:cBhvr>
                                        <p:cTn id="33" dur="1" fill="hold">
                                          <p:stCondLst>
                                            <p:cond delay="0"/>
                                          </p:stCondLst>
                                        </p:cTn>
                                        <p:tgtEl>
                                          <p:spTgt spid="19873"/>
                                        </p:tgtEl>
                                        <p:attrNameLst>
                                          <p:attrName>style.visibility</p:attrName>
                                        </p:attrNameLst>
                                      </p:cBhvr>
                                      <p:to>
                                        <p:strVal val="visible"/>
                                      </p:to>
                                    </p:set>
                                    <p:animEffect transition="in" filter="randombar(horizontal)">
                                      <p:cBhvr>
                                        <p:cTn id="34" dur="500"/>
                                        <p:tgtEl>
                                          <p:spTgt spid="19873"/>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linds(horizontal)">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9944"/>
                                        </p:tgtEl>
                                        <p:attrNameLst>
                                          <p:attrName>style.visibility</p:attrName>
                                        </p:attrNameLst>
                                      </p:cBhvr>
                                      <p:to>
                                        <p:strVal val="visible"/>
                                      </p:to>
                                    </p:set>
                                    <p:animEffect transition="in" filter="blinds(horizontal)">
                                      <p:cBhvr>
                                        <p:cTn id="44" dur="500"/>
                                        <p:tgtEl>
                                          <p:spTgt spid="19944"/>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xit" presetSubtype="10" fill="hold" nodeType="clickEffect">
                                  <p:stCondLst>
                                    <p:cond delay="0"/>
                                  </p:stCondLst>
                                  <p:childTnLst>
                                    <p:animEffect transition="out" filter="blinds(horizontal)">
                                      <p:cBhvr>
                                        <p:cTn id="48" dur="500"/>
                                        <p:tgtEl>
                                          <p:spTgt spid="19944"/>
                                        </p:tgtEl>
                                      </p:cBhvr>
                                    </p:animEffect>
                                    <p:set>
                                      <p:cBhvr>
                                        <p:cTn id="49" dur="1" fill="hold">
                                          <p:stCondLst>
                                            <p:cond delay="499"/>
                                          </p:stCondLst>
                                        </p:cTn>
                                        <p:tgtEl>
                                          <p:spTgt spid="19944"/>
                                        </p:tgtEl>
                                        <p:attrNameLst>
                                          <p:attrName>style.visibility</p:attrName>
                                        </p:attrNameLst>
                                      </p:cBhvr>
                                      <p:to>
                                        <p:strVal val="hidden"/>
                                      </p:to>
                                    </p:set>
                                  </p:childTnLst>
                                </p:cTn>
                              </p:par>
                              <p:par>
                                <p:cTn id="50" presetID="3" presetClass="exit" presetSubtype="10" fill="hold" nodeType="withEffect">
                                  <p:stCondLst>
                                    <p:cond delay="0"/>
                                  </p:stCondLst>
                                  <p:childTnLst>
                                    <p:animEffect transition="out" filter="blinds(horizontal)">
                                      <p:cBhvr>
                                        <p:cTn id="51" dur="500"/>
                                        <p:tgtEl>
                                          <p:spTgt spid="7"/>
                                        </p:tgtEl>
                                      </p:cBhvr>
                                    </p:animEffect>
                                    <p:set>
                                      <p:cBhvr>
                                        <p:cTn id="52" dur="1" fill="hold">
                                          <p:stCondLst>
                                            <p:cond delay="499"/>
                                          </p:stCondLst>
                                        </p:cTn>
                                        <p:tgtEl>
                                          <p:spTgt spid="7"/>
                                        </p:tgtEl>
                                        <p:attrNameLst>
                                          <p:attrName>style.visibility</p:attrName>
                                        </p:attrNameLst>
                                      </p:cBhvr>
                                      <p:to>
                                        <p:strVal val="hidden"/>
                                      </p:to>
                                    </p:set>
                                  </p:childTnLst>
                                </p:cTn>
                              </p:par>
                              <p:par>
                                <p:cTn id="53" presetID="3" presetClass="entr" presetSubtype="1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blinds(horizontal)">
                                      <p:cBhvr>
                                        <p:cTn id="55" dur="50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9918"/>
                                        </p:tgtEl>
                                        <p:attrNameLst>
                                          <p:attrName>style.visibility</p:attrName>
                                        </p:attrNameLst>
                                      </p:cBhvr>
                                      <p:to>
                                        <p:strVal val="visible"/>
                                      </p:to>
                                    </p:set>
                                    <p:animEffect transition="in" filter="blinds(horizontal)">
                                      <p:cBhvr>
                                        <p:cTn id="60" dur="500"/>
                                        <p:tgtEl>
                                          <p:spTgt spid="19918"/>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xit" presetSubtype="10" fill="hold" nodeType="clickEffect">
                                  <p:stCondLst>
                                    <p:cond delay="0"/>
                                  </p:stCondLst>
                                  <p:childTnLst>
                                    <p:animEffect transition="out" filter="blinds(horizontal)">
                                      <p:cBhvr>
                                        <p:cTn id="64" dur="500"/>
                                        <p:tgtEl>
                                          <p:spTgt spid="19918"/>
                                        </p:tgtEl>
                                      </p:cBhvr>
                                    </p:animEffect>
                                    <p:set>
                                      <p:cBhvr>
                                        <p:cTn id="65" dur="1" fill="hold">
                                          <p:stCondLst>
                                            <p:cond delay="499"/>
                                          </p:stCondLst>
                                        </p:cTn>
                                        <p:tgtEl>
                                          <p:spTgt spid="19918"/>
                                        </p:tgtEl>
                                        <p:attrNameLst>
                                          <p:attrName>style.visibility</p:attrName>
                                        </p:attrNameLst>
                                      </p:cBhvr>
                                      <p:to>
                                        <p:strVal val="hidden"/>
                                      </p:to>
                                    </p:set>
                                  </p:childTnLst>
                                </p:cTn>
                              </p:par>
                            </p:childTnLst>
                          </p:cTn>
                        </p:par>
                        <p:par>
                          <p:cTn id="66" fill="hold">
                            <p:stCondLst>
                              <p:cond delay="500"/>
                            </p:stCondLst>
                            <p:childTnLst>
                              <p:par>
                                <p:cTn id="67" presetID="0" presetClass="path" presetSubtype="0" accel="50000" decel="50000" fill="hold" grpId="1" nodeType="afterEffect">
                                  <p:stCondLst>
                                    <p:cond delay="0"/>
                                  </p:stCondLst>
                                  <p:childTnLst>
                                    <p:animMotion origin="layout" path="M 4.58333E-6 -1.85185E-6 L 0.33776 0.32894 " pathEditMode="relative" rAng="0" ptsTypes="AA">
                                      <p:cBhvr>
                                        <p:cTn id="68" dur="2000" fill="hold"/>
                                        <p:tgtEl>
                                          <p:spTgt spid="11"/>
                                        </p:tgtEl>
                                        <p:attrNameLst>
                                          <p:attrName>ppt_x</p:attrName>
                                          <p:attrName>ppt_y</p:attrName>
                                        </p:attrNameLst>
                                      </p:cBhvr>
                                      <p:rCtr x="16888" y="16435"/>
                                    </p:animMotion>
                                  </p:childTnLst>
                                </p:cTn>
                              </p:par>
                              <p:par>
                                <p:cTn id="69" presetID="0" presetClass="path" presetSubtype="0" accel="50000" decel="50000" fill="hold" nodeType="withEffect">
                                  <p:stCondLst>
                                    <p:cond delay="0"/>
                                  </p:stCondLst>
                                  <p:childTnLst>
                                    <p:animMotion origin="layout" path="M 0 3.7037E-6 L 0.18815 0.05926 " pathEditMode="relative" rAng="0" ptsTypes="AA">
                                      <p:cBhvr>
                                        <p:cTn id="70" dur="2000" fill="hold"/>
                                        <p:tgtEl>
                                          <p:spTgt spid="12"/>
                                        </p:tgtEl>
                                        <p:attrNameLst>
                                          <p:attrName>ppt_x</p:attrName>
                                          <p:attrName>ppt_y</p:attrName>
                                        </p:attrNameLst>
                                      </p:cBhvr>
                                      <p:rCtr x="9401" y="3148"/>
                                    </p:animMotion>
                                  </p:childTnLst>
                                </p:cTn>
                              </p:par>
                              <p:par>
                                <p:cTn id="71" presetID="0" presetClass="path" presetSubtype="0" accel="50000" decel="50000" fill="hold" nodeType="withEffect">
                                  <p:stCondLst>
                                    <p:cond delay="0"/>
                                  </p:stCondLst>
                                  <p:childTnLst>
                                    <p:animMotion origin="layout" path="M 3.95833E-6 7.40741E-7 L 0.33737 0.3294 " pathEditMode="relative" rAng="0" ptsTypes="AA">
                                      <p:cBhvr>
                                        <p:cTn id="72" dur="2000" fill="hold"/>
                                        <p:tgtEl>
                                          <p:spTgt spid="19500"/>
                                        </p:tgtEl>
                                        <p:attrNameLst>
                                          <p:attrName>ppt_x</p:attrName>
                                          <p:attrName>ppt_y</p:attrName>
                                        </p:attrNameLst>
                                      </p:cBhvr>
                                      <p:rCtr x="16862" y="16458"/>
                                    </p:animMotion>
                                  </p:childTnLst>
                                </p:cTn>
                              </p:par>
                              <p:par>
                                <p:cTn id="73" presetID="3" presetClass="entr" presetSubtype="10" fill="hold" nodeType="with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blinds(horizontal)">
                                      <p:cBhvr>
                                        <p:cTn id="75" dur="500"/>
                                        <p:tgtEl>
                                          <p:spTgt spid="3"/>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nodeType="clickEffect">
                                  <p:stCondLst>
                                    <p:cond delay="0"/>
                                  </p:stCondLst>
                                  <p:childTnLst>
                                    <p:animEffect transition="out" filter="blinds(horizontal)">
                                      <p:cBhvr>
                                        <p:cTn id="79" dur="500"/>
                                        <p:tgtEl>
                                          <p:spTgt spid="3"/>
                                        </p:tgtEl>
                                      </p:cBhvr>
                                    </p:animEffect>
                                    <p:set>
                                      <p:cBhvr>
                                        <p:cTn id="80" dur="1" fill="hold">
                                          <p:stCondLst>
                                            <p:cond delay="499"/>
                                          </p:stCondLst>
                                        </p:cTn>
                                        <p:tgtEl>
                                          <p:spTgt spid="3"/>
                                        </p:tgtEl>
                                        <p:attrNameLst>
                                          <p:attrName>style.visibility</p:attrName>
                                        </p:attrNameLst>
                                      </p:cBhvr>
                                      <p:to>
                                        <p:strVal val="hidden"/>
                                      </p:to>
                                    </p:set>
                                  </p:childTnLst>
                                </p:cTn>
                              </p:par>
                              <p:par>
                                <p:cTn id="81" presetID="9" presetClass="exit" presetSubtype="0" fill="hold" nodeType="withEffect">
                                  <p:stCondLst>
                                    <p:cond delay="0"/>
                                  </p:stCondLst>
                                  <p:childTnLst>
                                    <p:animEffect transition="out" filter="dissolve">
                                      <p:cBhvr>
                                        <p:cTn id="82" dur="500"/>
                                        <p:tgtEl>
                                          <p:spTgt spid="38"/>
                                        </p:tgtEl>
                                      </p:cBhvr>
                                    </p:animEffect>
                                    <p:set>
                                      <p:cBhvr>
                                        <p:cTn id="83" dur="1" fill="hold">
                                          <p:stCondLst>
                                            <p:cond delay="499"/>
                                          </p:stCondLst>
                                        </p:cTn>
                                        <p:tgtEl>
                                          <p:spTgt spid="38"/>
                                        </p:tgtEl>
                                        <p:attrNameLst>
                                          <p:attrName>style.visibility</p:attrName>
                                        </p:attrNameLst>
                                      </p:cBhvr>
                                      <p:to>
                                        <p:strVal val="hidden"/>
                                      </p:to>
                                    </p:set>
                                  </p:childTnLst>
                                </p:cTn>
                              </p:par>
                            </p:childTnLst>
                          </p:cTn>
                        </p:par>
                        <p:par>
                          <p:cTn id="84" fill="hold">
                            <p:stCondLst>
                              <p:cond delay="500"/>
                            </p:stCondLst>
                            <p:childTnLst>
                              <p:par>
                                <p:cTn id="85" presetID="0" presetClass="path" presetSubtype="0" accel="50000" decel="50000" fill="hold" nodeType="afterEffect">
                                  <p:stCondLst>
                                    <p:cond delay="0"/>
                                  </p:stCondLst>
                                  <p:childTnLst>
                                    <p:animMotion origin="layout" path="M 4.16667E-6 2.59259E-6 L -0.12227 0.38842 " pathEditMode="relative" rAng="0" ptsTypes="AA">
                                      <p:cBhvr>
                                        <p:cTn id="86" dur="2000" fill="hold"/>
                                        <p:tgtEl>
                                          <p:spTgt spid="19505"/>
                                        </p:tgtEl>
                                        <p:attrNameLst>
                                          <p:attrName>ppt_x</p:attrName>
                                          <p:attrName>ppt_y</p:attrName>
                                        </p:attrNameLst>
                                      </p:cBhvr>
                                      <p:rCtr x="-6120" y="19398"/>
                                    </p:animMotion>
                                  </p:childTnLst>
                                </p:cTn>
                              </p:par>
                              <p:par>
                                <p:cTn id="87" presetID="0" presetClass="path" presetSubtype="0" accel="50000" decel="50000" fill="hold" grpId="1" nodeType="withEffect">
                                  <p:stCondLst>
                                    <p:cond delay="0"/>
                                  </p:stCondLst>
                                  <p:childTnLst>
                                    <p:animMotion origin="layout" path="M 4.16667E-6 2.59259E-6 L -0.1224 0.38889 " pathEditMode="relative" rAng="0" ptsTypes="AA">
                                      <p:cBhvr>
                                        <p:cTn id="88" dur="2000" fill="hold"/>
                                        <p:tgtEl>
                                          <p:spTgt spid="19499"/>
                                        </p:tgtEl>
                                        <p:attrNameLst>
                                          <p:attrName>ppt_x</p:attrName>
                                          <p:attrName>ppt_y</p:attrName>
                                        </p:attrNameLst>
                                      </p:cBhvr>
                                      <p:rCtr x="-6133" y="19444"/>
                                    </p:animMotion>
                                  </p:childTnLst>
                                </p:cTn>
                              </p:par>
                              <p:par>
                                <p:cTn id="89" presetID="3" presetClass="entr" presetSubtype="10" fill="hold" nodeType="withEffect">
                                  <p:stCondLst>
                                    <p:cond delay="0"/>
                                  </p:stCondLst>
                                  <p:childTnLst>
                                    <p:set>
                                      <p:cBhvr>
                                        <p:cTn id="90" dur="1" fill="hold">
                                          <p:stCondLst>
                                            <p:cond delay="0"/>
                                          </p:stCondLst>
                                        </p:cTn>
                                        <p:tgtEl>
                                          <p:spTgt spid="10"/>
                                        </p:tgtEl>
                                        <p:attrNameLst>
                                          <p:attrName>style.visibility</p:attrName>
                                        </p:attrNameLst>
                                      </p:cBhvr>
                                      <p:to>
                                        <p:strVal val="visible"/>
                                      </p:to>
                                    </p:set>
                                    <p:animEffect transition="in" filter="blinds(horizontal)">
                                      <p:cBhvr>
                                        <p:cTn id="91" dur="500"/>
                                        <p:tgtEl>
                                          <p:spTgt spid="10"/>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xit" presetSubtype="0" fill="hold" nodeType="clickEffect">
                                  <p:stCondLst>
                                    <p:cond delay="0"/>
                                  </p:stCondLst>
                                  <p:childTnLst>
                                    <p:animEffect transition="out" filter="dissolve">
                                      <p:cBhvr>
                                        <p:cTn id="95" dur="500"/>
                                        <p:tgtEl>
                                          <p:spTgt spid="10"/>
                                        </p:tgtEl>
                                      </p:cBhvr>
                                    </p:animEffect>
                                    <p:set>
                                      <p:cBhvr>
                                        <p:cTn id="96" dur="1" fill="hold">
                                          <p:stCondLst>
                                            <p:cond delay="499"/>
                                          </p:stCondLst>
                                        </p:cTn>
                                        <p:tgtEl>
                                          <p:spTgt spid="10"/>
                                        </p:tgtEl>
                                        <p:attrNameLst>
                                          <p:attrName>style.visibility</p:attrName>
                                        </p:attrNameLst>
                                      </p:cBhvr>
                                      <p:to>
                                        <p:strVal val="hidden"/>
                                      </p:to>
                                    </p:set>
                                  </p:childTnLst>
                                </p:cTn>
                              </p:par>
                            </p:childTnLst>
                          </p:cTn>
                        </p:par>
                        <p:par>
                          <p:cTn id="97" fill="hold">
                            <p:stCondLst>
                              <p:cond delay="500"/>
                            </p:stCondLst>
                            <p:childTnLst>
                              <p:par>
                                <p:cTn id="98" presetID="3" presetClass="entr" presetSubtype="10" fill="hold" nodeType="afterEffect">
                                  <p:stCondLst>
                                    <p:cond delay="0"/>
                                  </p:stCondLst>
                                  <p:childTnLst>
                                    <p:set>
                                      <p:cBhvr>
                                        <p:cTn id="99" dur="1" fill="hold">
                                          <p:stCondLst>
                                            <p:cond delay="0"/>
                                          </p:stCondLst>
                                        </p:cTn>
                                        <p:tgtEl>
                                          <p:spTgt spid="19917"/>
                                        </p:tgtEl>
                                        <p:attrNameLst>
                                          <p:attrName>style.visibility</p:attrName>
                                        </p:attrNameLst>
                                      </p:cBhvr>
                                      <p:to>
                                        <p:strVal val="visible"/>
                                      </p:to>
                                    </p:set>
                                    <p:animEffect transition="in" filter="blinds(horizontal)">
                                      <p:cBhvr>
                                        <p:cTn id="100" dur="500"/>
                                        <p:tgtEl>
                                          <p:spTgt spid="19917"/>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xit" presetSubtype="10" fill="hold" nodeType="clickEffect">
                                  <p:stCondLst>
                                    <p:cond delay="0"/>
                                  </p:stCondLst>
                                  <p:childTnLst>
                                    <p:animEffect transition="out" filter="blinds(horizontal)">
                                      <p:cBhvr>
                                        <p:cTn id="104" dur="500"/>
                                        <p:tgtEl>
                                          <p:spTgt spid="19917"/>
                                        </p:tgtEl>
                                      </p:cBhvr>
                                    </p:animEffect>
                                    <p:set>
                                      <p:cBhvr>
                                        <p:cTn id="105" dur="1" fill="hold">
                                          <p:stCondLst>
                                            <p:cond delay="499"/>
                                          </p:stCondLst>
                                        </p:cTn>
                                        <p:tgtEl>
                                          <p:spTgt spid="19917"/>
                                        </p:tgtEl>
                                        <p:attrNameLst>
                                          <p:attrName>style.visibility</p:attrName>
                                        </p:attrNameLst>
                                      </p:cBhvr>
                                      <p:to>
                                        <p:strVal val="hidden"/>
                                      </p:to>
                                    </p:set>
                                  </p:childTnLst>
                                </p:cTn>
                              </p:par>
                            </p:childTnLst>
                          </p:cTn>
                        </p:par>
                        <p:par>
                          <p:cTn id="106" fill="hold">
                            <p:stCondLst>
                              <p:cond delay="500"/>
                            </p:stCondLst>
                            <p:childTnLst>
                              <p:par>
                                <p:cTn id="107" presetID="0" presetClass="path" presetSubtype="0" accel="50000" decel="50000" fill="hold" nodeType="afterEffect">
                                  <p:stCondLst>
                                    <p:cond delay="0"/>
                                  </p:stCondLst>
                                  <p:childTnLst>
                                    <p:animMotion origin="layout" path="M -3.54167E-6 -3.7037E-6 L -0.32448 0.46342 " pathEditMode="relative" rAng="0" ptsTypes="AA">
                                      <p:cBhvr>
                                        <p:cTn id="108" dur="2000" fill="hold"/>
                                        <p:tgtEl>
                                          <p:spTgt spid="416"/>
                                        </p:tgtEl>
                                        <p:attrNameLst>
                                          <p:attrName>ppt_x</p:attrName>
                                          <p:attrName>ppt_y</p:attrName>
                                        </p:attrNameLst>
                                      </p:cBhvr>
                                      <p:rCtr x="-16224" y="23194"/>
                                    </p:animMotion>
                                  </p:childTnLst>
                                </p:cTn>
                              </p:par>
                              <p:par>
                                <p:cTn id="109" presetID="3" presetClass="entr" presetSubtype="10" fill="hold" nodeType="withEffect">
                                  <p:stCondLst>
                                    <p:cond delay="0"/>
                                  </p:stCondLst>
                                  <p:childTnLst>
                                    <p:set>
                                      <p:cBhvr>
                                        <p:cTn id="110" dur="1" fill="hold">
                                          <p:stCondLst>
                                            <p:cond delay="0"/>
                                          </p:stCondLst>
                                        </p:cTn>
                                        <p:tgtEl>
                                          <p:spTgt spid="30"/>
                                        </p:tgtEl>
                                        <p:attrNameLst>
                                          <p:attrName>style.visibility</p:attrName>
                                        </p:attrNameLst>
                                      </p:cBhvr>
                                      <p:to>
                                        <p:strVal val="visible"/>
                                      </p:to>
                                    </p:set>
                                    <p:animEffect transition="in" filter="blinds(horizontal)">
                                      <p:cBhvr>
                                        <p:cTn id="111" dur="500"/>
                                        <p:tgtEl>
                                          <p:spTgt spid="30"/>
                                        </p:tgtEl>
                                      </p:cBhvr>
                                    </p:animEffect>
                                  </p:childTnLst>
                                </p:cTn>
                              </p:par>
                            </p:childTnLst>
                          </p:cTn>
                        </p:par>
                      </p:childTnLst>
                    </p:cTn>
                  </p:par>
                  <p:par>
                    <p:cTn id="112" fill="hold">
                      <p:stCondLst>
                        <p:cond delay="indefinite"/>
                      </p:stCondLst>
                      <p:childTnLst>
                        <p:par>
                          <p:cTn id="113" fill="hold">
                            <p:stCondLst>
                              <p:cond delay="0"/>
                            </p:stCondLst>
                            <p:childTnLst>
                              <p:par>
                                <p:cTn id="114" presetID="9" presetClass="exit" presetSubtype="0" fill="hold" nodeType="clickEffect">
                                  <p:stCondLst>
                                    <p:cond delay="0"/>
                                  </p:stCondLst>
                                  <p:childTnLst>
                                    <p:animEffect transition="out" filter="dissolve">
                                      <p:cBhvr>
                                        <p:cTn id="115" dur="500"/>
                                        <p:tgtEl>
                                          <p:spTgt spid="30"/>
                                        </p:tgtEl>
                                      </p:cBhvr>
                                    </p:animEffect>
                                    <p:set>
                                      <p:cBhvr>
                                        <p:cTn id="116" dur="1" fill="hold">
                                          <p:stCondLst>
                                            <p:cond delay="499"/>
                                          </p:stCondLst>
                                        </p:cTn>
                                        <p:tgtEl>
                                          <p:spTgt spid="30"/>
                                        </p:tgtEl>
                                        <p:attrNameLst>
                                          <p:attrName>style.visibility</p:attrName>
                                        </p:attrNameLst>
                                      </p:cBhvr>
                                      <p:to>
                                        <p:strVal val="hidden"/>
                                      </p:to>
                                    </p:set>
                                  </p:childTnLst>
                                </p:cTn>
                              </p:par>
                            </p:childTnLst>
                          </p:cTn>
                        </p:par>
                        <p:par>
                          <p:cTn id="117" fill="hold">
                            <p:stCondLst>
                              <p:cond delay="500"/>
                            </p:stCondLst>
                            <p:childTnLst>
                              <p:par>
                                <p:cTn id="118" presetID="0" presetClass="path" presetSubtype="0" accel="50000" decel="50000" fill="hold" nodeType="afterEffect">
                                  <p:stCondLst>
                                    <p:cond delay="0"/>
                                  </p:stCondLst>
                                  <p:childTnLst>
                                    <p:animMotion origin="layout" path="M -3.33333E-6 7.40741E-7 L -0.07709 0.05092 " pathEditMode="relative" rAng="0" ptsTypes="AA">
                                      <p:cBhvr>
                                        <p:cTn id="119" dur="2000" fill="hold"/>
                                        <p:tgtEl>
                                          <p:spTgt spid="19951"/>
                                        </p:tgtEl>
                                        <p:attrNameLst>
                                          <p:attrName>ppt_x</p:attrName>
                                          <p:attrName>ppt_y</p:attrName>
                                        </p:attrNameLst>
                                      </p:cBhvr>
                                      <p:rCtr x="-3763" y="2616"/>
                                    </p:animMotion>
                                  </p:childTnLst>
                                </p:cTn>
                              </p:par>
                              <p:par>
                                <p:cTn id="120" presetID="3" presetClass="entr" presetSubtype="10" fill="hold" nodeType="withEffect">
                                  <p:stCondLst>
                                    <p:cond delay="0"/>
                                  </p:stCondLst>
                                  <p:childTnLst>
                                    <p:set>
                                      <p:cBhvr>
                                        <p:cTn id="121" dur="1" fill="hold">
                                          <p:stCondLst>
                                            <p:cond delay="0"/>
                                          </p:stCondLst>
                                        </p:cTn>
                                        <p:tgtEl>
                                          <p:spTgt spid="42"/>
                                        </p:tgtEl>
                                        <p:attrNameLst>
                                          <p:attrName>style.visibility</p:attrName>
                                        </p:attrNameLst>
                                      </p:cBhvr>
                                      <p:to>
                                        <p:strVal val="visible"/>
                                      </p:to>
                                    </p:set>
                                    <p:animEffect transition="in" filter="blinds(horizontal)">
                                      <p:cBhvr>
                                        <p:cTn id="122" dur="500"/>
                                        <p:tgtEl>
                                          <p:spTgt spid="42"/>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xit" presetSubtype="10" fill="hold" nodeType="clickEffect">
                                  <p:stCondLst>
                                    <p:cond delay="0"/>
                                  </p:stCondLst>
                                  <p:childTnLst>
                                    <p:animEffect transition="out" filter="blinds(horizontal)">
                                      <p:cBhvr>
                                        <p:cTn id="126" dur="500"/>
                                        <p:tgtEl>
                                          <p:spTgt spid="42"/>
                                        </p:tgtEl>
                                      </p:cBhvr>
                                    </p:animEffect>
                                    <p:set>
                                      <p:cBhvr>
                                        <p:cTn id="127" dur="1" fill="hold">
                                          <p:stCondLst>
                                            <p:cond delay="499"/>
                                          </p:stCondLst>
                                        </p:cTn>
                                        <p:tgtEl>
                                          <p:spTgt spid="42"/>
                                        </p:tgtEl>
                                        <p:attrNameLst>
                                          <p:attrName>style.visibility</p:attrName>
                                        </p:attrNameLst>
                                      </p:cBhvr>
                                      <p:to>
                                        <p:strVal val="hidden"/>
                                      </p:to>
                                    </p:set>
                                  </p:childTnLst>
                                </p:cTn>
                              </p:par>
                              <p:par>
                                <p:cTn id="128" presetID="0" presetClass="path" presetSubtype="0" accel="50000" decel="50000" fill="hold" nodeType="withEffect">
                                  <p:stCondLst>
                                    <p:cond delay="0"/>
                                  </p:stCondLst>
                                  <p:childTnLst>
                                    <p:animMotion origin="layout" path="M -0.32448 0.46343 L -0.00195 0.00371 " pathEditMode="relative" rAng="0" ptsTypes="AA">
                                      <p:cBhvr>
                                        <p:cTn id="129" dur="2000" fill="hold"/>
                                        <p:tgtEl>
                                          <p:spTgt spid="416"/>
                                        </p:tgtEl>
                                        <p:attrNameLst>
                                          <p:attrName>ppt_x</p:attrName>
                                          <p:attrName>ppt_y</p:attrName>
                                        </p:attrNameLst>
                                      </p:cBhvr>
                                      <p:rCtr x="16185" y="-23380"/>
                                    </p:animMotion>
                                  </p:childTnLst>
                                </p:cTn>
                              </p:par>
                              <p:par>
                                <p:cTn id="130" presetID="0" presetClass="path" presetSubtype="0" accel="50000" decel="50000" fill="hold" nodeType="withEffect">
                                  <p:stCondLst>
                                    <p:cond delay="0"/>
                                  </p:stCondLst>
                                  <p:childTnLst>
                                    <p:animMotion origin="layout" path="M 0.18815 0.05926 L 0.00221 0.00092 " pathEditMode="relative" rAng="0" ptsTypes="AA">
                                      <p:cBhvr>
                                        <p:cTn id="131" dur="2000" fill="hold"/>
                                        <p:tgtEl>
                                          <p:spTgt spid="12"/>
                                        </p:tgtEl>
                                        <p:attrNameLst>
                                          <p:attrName>ppt_x</p:attrName>
                                          <p:attrName>ppt_y</p:attrName>
                                        </p:attrNameLst>
                                      </p:cBhvr>
                                      <p:rCtr x="-9206" y="-3171"/>
                                    </p:animMotion>
                                  </p:childTnLst>
                                </p:cTn>
                              </p:par>
                              <p:par>
                                <p:cTn id="132" presetID="0" presetClass="path" presetSubtype="0" accel="50000" decel="50000" fill="hold" nodeType="withEffect">
                                  <p:stCondLst>
                                    <p:cond delay="0"/>
                                  </p:stCondLst>
                                  <p:childTnLst>
                                    <p:animMotion origin="layout" path="M 0.33737 0.3294 L 3.95833E-6 7.40741E-7 " pathEditMode="relative" rAng="0" ptsTypes="AA">
                                      <p:cBhvr>
                                        <p:cTn id="133" dur="2000" fill="hold"/>
                                        <p:tgtEl>
                                          <p:spTgt spid="19500"/>
                                        </p:tgtEl>
                                        <p:attrNameLst>
                                          <p:attrName>ppt_x</p:attrName>
                                          <p:attrName>ppt_y</p:attrName>
                                        </p:attrNameLst>
                                      </p:cBhvr>
                                      <p:rCtr x="-16875" y="-16481"/>
                                    </p:animMotion>
                                  </p:childTnLst>
                                </p:cTn>
                              </p:par>
                              <p:par>
                                <p:cTn id="134" presetID="0" presetClass="path" presetSubtype="0" accel="50000" decel="50000" fill="hold" grpId="2" nodeType="withEffect">
                                  <p:stCondLst>
                                    <p:cond delay="0"/>
                                  </p:stCondLst>
                                  <p:childTnLst>
                                    <p:animMotion origin="layout" path="M 0.33776 0.32893 L 0.00299 0.00301 " pathEditMode="relative" rAng="0" ptsTypes="AA">
                                      <p:cBhvr>
                                        <p:cTn id="135" dur="2000" fill="hold"/>
                                        <p:tgtEl>
                                          <p:spTgt spid="11"/>
                                        </p:tgtEl>
                                        <p:attrNameLst>
                                          <p:attrName>ppt_x</p:attrName>
                                          <p:attrName>ppt_y</p:attrName>
                                        </p:attrNameLst>
                                      </p:cBhvr>
                                      <p:rCtr x="-16745" y="-16366"/>
                                    </p:animMotion>
                                  </p:childTnLst>
                                </p:cTn>
                              </p:par>
                              <p:par>
                                <p:cTn id="136" presetID="0" presetClass="path" presetSubtype="0" accel="50000" decel="50000" fill="hold" nodeType="withEffect">
                                  <p:stCondLst>
                                    <p:cond delay="0"/>
                                  </p:stCondLst>
                                  <p:childTnLst>
                                    <p:animMotion origin="layout" path="M -0.07708 0.05093 L -0.00013 0.00162 " pathEditMode="relative" rAng="0" ptsTypes="AA">
                                      <p:cBhvr>
                                        <p:cTn id="137" dur="2000" fill="hold"/>
                                        <p:tgtEl>
                                          <p:spTgt spid="19951"/>
                                        </p:tgtEl>
                                        <p:attrNameLst>
                                          <p:attrName>ppt_x</p:attrName>
                                          <p:attrName>ppt_y</p:attrName>
                                        </p:attrNameLst>
                                      </p:cBhvr>
                                      <p:rCtr x="3841" y="-2477"/>
                                    </p:animMotion>
                                  </p:childTnLst>
                                </p:cTn>
                              </p:par>
                              <p:par>
                                <p:cTn id="138" presetID="0" presetClass="path" presetSubtype="0" accel="50000" decel="50000" fill="hold" nodeType="withEffect">
                                  <p:stCondLst>
                                    <p:cond delay="0"/>
                                  </p:stCondLst>
                                  <p:childTnLst>
                                    <p:animMotion origin="layout" path="M -0.12227 0.38842 L 4.16667E-6 4.07407E-6 " pathEditMode="relative" rAng="0" ptsTypes="AA">
                                      <p:cBhvr>
                                        <p:cTn id="139" dur="2000" fill="hold"/>
                                        <p:tgtEl>
                                          <p:spTgt spid="19505"/>
                                        </p:tgtEl>
                                        <p:attrNameLst>
                                          <p:attrName>ppt_x</p:attrName>
                                          <p:attrName>ppt_y</p:attrName>
                                        </p:attrNameLst>
                                      </p:cBhvr>
                                      <p:rCtr x="6107" y="-19421"/>
                                    </p:animMotion>
                                  </p:childTnLst>
                                </p:cTn>
                              </p:par>
                              <p:par>
                                <p:cTn id="140" presetID="0" presetClass="path" presetSubtype="0" accel="50000" decel="50000" fill="hold" grpId="2" nodeType="withEffect">
                                  <p:stCondLst>
                                    <p:cond delay="0"/>
                                  </p:stCondLst>
                                  <p:childTnLst>
                                    <p:animMotion origin="layout" path="M -0.1224 0.38889 L 4.16667E-6 -4.81481E-6 " pathEditMode="relative" rAng="0" ptsTypes="AA">
                                      <p:cBhvr>
                                        <p:cTn id="141" dur="2000" fill="hold"/>
                                        <p:tgtEl>
                                          <p:spTgt spid="19499"/>
                                        </p:tgtEl>
                                        <p:attrNameLst>
                                          <p:attrName>ppt_x</p:attrName>
                                          <p:attrName>ppt_y</p:attrName>
                                        </p:attrNameLst>
                                      </p:cBhvr>
                                      <p:rCtr x="6120" y="-1939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1" grpId="0" animBg="1"/>
      <p:bldP spid="11" grpId="1" animBg="1"/>
      <p:bldP spid="11" grpId="2" animBg="1"/>
      <p:bldP spid="19499" grpId="0" animBg="1"/>
      <p:bldP spid="19499" grpId="1" animBg="1"/>
      <p:bldP spid="19499" grpId="2" animBg="1"/>
      <p:bldP spid="19911" grpId="0" animBg="1"/>
      <p:bldP spid="19919" grpId="0" animBg="1"/>
      <p:bldP spid="19945" grpId="0" animBg="1"/>
      <p:bldP spid="23" grpId="0" animBg="1"/>
      <p:bldP spid="37" grpId="0" animBg="1"/>
      <p:bldP spid="3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73A27EDF-3D62-C27A-DA50-D0347EA465D2}"/>
              </a:ext>
            </a:extLst>
          </p:cNvPr>
          <p:cNvGrpSpPr/>
          <p:nvPr/>
        </p:nvGrpSpPr>
        <p:grpSpPr>
          <a:xfrm>
            <a:off x="561213" y="2027329"/>
            <a:ext cx="5719921" cy="3312665"/>
            <a:chOff x="2870795" y="1939170"/>
            <a:chExt cx="5719921" cy="3025197"/>
          </a:xfrm>
        </p:grpSpPr>
        <p:sp>
          <p:nvSpPr>
            <p:cNvPr id="6" name="圆柱体 5">
              <a:extLst>
                <a:ext uri="{FF2B5EF4-FFF2-40B4-BE49-F238E27FC236}">
                  <a16:creationId xmlns:a16="http://schemas.microsoft.com/office/drawing/2014/main" id="{39A8A892-7AE5-17B3-23E7-A35621D1CFEB}"/>
                </a:ext>
              </a:extLst>
            </p:cNvPr>
            <p:cNvSpPr/>
            <p:nvPr/>
          </p:nvSpPr>
          <p:spPr>
            <a:xfrm flipH="1">
              <a:off x="5528602" y="2993682"/>
              <a:ext cx="243388" cy="870636"/>
            </a:xfrm>
            <a:prstGeom prst="can">
              <a:avLst>
                <a:gd name="adj" fmla="val 0"/>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Rectangle 15434">
              <a:extLst>
                <a:ext uri="{FF2B5EF4-FFF2-40B4-BE49-F238E27FC236}">
                  <a16:creationId xmlns:a16="http://schemas.microsoft.com/office/drawing/2014/main" id="{FDFDDFB2-EB3A-F450-543D-549168AE6BF0}"/>
                </a:ext>
              </a:extLst>
            </p:cNvPr>
            <p:cNvSpPr>
              <a:spLocks/>
            </p:cNvSpPr>
            <p:nvPr/>
          </p:nvSpPr>
          <p:spPr bwMode="auto">
            <a:xfrm flipH="1">
              <a:off x="5472196" y="3638734"/>
              <a:ext cx="358115" cy="128390"/>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8" name="圆柱体 7">
              <a:extLst>
                <a:ext uri="{FF2B5EF4-FFF2-40B4-BE49-F238E27FC236}">
                  <a16:creationId xmlns:a16="http://schemas.microsoft.com/office/drawing/2014/main" id="{FDE16A39-3CC8-72FF-9C02-23BF04C95A9F}"/>
                </a:ext>
              </a:extLst>
            </p:cNvPr>
            <p:cNvSpPr/>
            <p:nvPr/>
          </p:nvSpPr>
          <p:spPr>
            <a:xfrm>
              <a:off x="5491344" y="3186204"/>
              <a:ext cx="329879" cy="375570"/>
            </a:xfrm>
            <a:prstGeom prst="can">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9" name="组合 8">
              <a:extLst>
                <a:ext uri="{FF2B5EF4-FFF2-40B4-BE49-F238E27FC236}">
                  <a16:creationId xmlns:a16="http://schemas.microsoft.com/office/drawing/2014/main" id="{364C2E13-2B9F-D80F-E753-B1BB2354350E}"/>
                </a:ext>
              </a:extLst>
            </p:cNvPr>
            <p:cNvGrpSpPr/>
            <p:nvPr/>
          </p:nvGrpSpPr>
          <p:grpSpPr>
            <a:xfrm>
              <a:off x="4718011" y="2048535"/>
              <a:ext cx="3872705" cy="1825171"/>
              <a:chOff x="85187" y="3424002"/>
              <a:chExt cx="3872705" cy="1825171"/>
            </a:xfrm>
          </p:grpSpPr>
          <p:sp>
            <p:nvSpPr>
              <p:cNvPr id="387" name="矩形 386">
                <a:extLst>
                  <a:ext uri="{FF2B5EF4-FFF2-40B4-BE49-F238E27FC236}">
                    <a16:creationId xmlns:a16="http://schemas.microsoft.com/office/drawing/2014/main" id="{CC66782D-3EAD-F7F3-D8CD-A2277C4CCDAC}"/>
                  </a:ext>
                </a:extLst>
              </p:cNvPr>
              <p:cNvSpPr/>
              <p:nvPr/>
            </p:nvSpPr>
            <p:spPr>
              <a:xfrm>
                <a:off x="799122" y="4979692"/>
                <a:ext cx="1375795" cy="158200"/>
              </a:xfrm>
              <a:prstGeom prst="rect">
                <a:avLst/>
              </a:prstGeom>
              <a:gradFill flip="none" rotWithShape="1">
                <a:gsLst>
                  <a:gs pos="73000">
                    <a:srgbClr val="A6A6A6"/>
                  </a:gs>
                  <a:gs pos="100000">
                    <a:schemeClr val="bg1">
                      <a:lumMod val="65000"/>
                    </a:schemeClr>
                  </a:gs>
                  <a:gs pos="93000">
                    <a:schemeClr val="bg1">
                      <a:lumMod val="75000"/>
                    </a:schemeClr>
                  </a:gs>
                  <a:gs pos="81000">
                    <a:srgbClr val="9F9F9F"/>
                  </a:gs>
                  <a:gs pos="65000">
                    <a:schemeClr val="bg1">
                      <a:lumMod val="75000"/>
                    </a:schemeClr>
                  </a:gs>
                  <a:gs pos="0">
                    <a:srgbClr val="C5C5C5"/>
                  </a:gs>
                  <a:gs pos="75000">
                    <a:srgbClr val="DBDBDB"/>
                  </a:gs>
                  <a:gs pos="70000">
                    <a:schemeClr val="bg1">
                      <a:lumMod val="50000"/>
                    </a:schemeClr>
                  </a:gs>
                  <a:gs pos="97000">
                    <a:schemeClr val="tx1">
                      <a:lumMod val="50000"/>
                      <a:lumOff val="50000"/>
                    </a:schemeClr>
                  </a:gs>
                  <a:gs pos="92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88" name="组合 387">
                <a:extLst>
                  <a:ext uri="{FF2B5EF4-FFF2-40B4-BE49-F238E27FC236}">
                    <a16:creationId xmlns:a16="http://schemas.microsoft.com/office/drawing/2014/main" id="{76A55ADC-B749-7D03-B82F-0331CA6DDAFE}"/>
                  </a:ext>
                </a:extLst>
              </p:cNvPr>
              <p:cNvGrpSpPr/>
              <p:nvPr/>
            </p:nvGrpSpPr>
            <p:grpSpPr>
              <a:xfrm flipH="1">
                <a:off x="971009" y="5012988"/>
                <a:ext cx="101582" cy="90666"/>
                <a:chOff x="9253470" y="1332848"/>
                <a:chExt cx="133734" cy="133734"/>
              </a:xfrm>
            </p:grpSpPr>
            <p:sp>
              <p:nvSpPr>
                <p:cNvPr id="1118" name="Oval 15540">
                  <a:extLst>
                    <a:ext uri="{FF2B5EF4-FFF2-40B4-BE49-F238E27FC236}">
                      <a16:creationId xmlns:a16="http://schemas.microsoft.com/office/drawing/2014/main" id="{1605CA83-B865-CA68-AC93-F8CC7C199677}"/>
                    </a:ext>
                  </a:extLst>
                </p:cNvPr>
                <p:cNvSpPr>
                  <a:spLocks/>
                </p:cNvSpPr>
                <p:nvPr/>
              </p:nvSpPr>
              <p:spPr bwMode="auto">
                <a:xfrm>
                  <a:off x="9253470" y="1332848"/>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119" name="Line 15541">
                  <a:extLst>
                    <a:ext uri="{FF2B5EF4-FFF2-40B4-BE49-F238E27FC236}">
                      <a16:creationId xmlns:a16="http://schemas.microsoft.com/office/drawing/2014/main" id="{892E36F5-AB7E-8F96-973D-3EA877403810}"/>
                    </a:ext>
                  </a:extLst>
                </p:cNvPr>
                <p:cNvCxnSpPr>
                  <a:cxnSpLocks/>
                  <a:stCxn id="1118" idx="1"/>
                  <a:endCxn id="1118" idx="5"/>
                </p:cNvCxnSpPr>
                <p:nvPr/>
              </p:nvCxnSpPr>
              <p:spPr bwMode="auto">
                <a:xfrm>
                  <a:off x="9273056" y="1352433"/>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389" name="Oval 15540">
                <a:extLst>
                  <a:ext uri="{FF2B5EF4-FFF2-40B4-BE49-F238E27FC236}">
                    <a16:creationId xmlns:a16="http://schemas.microsoft.com/office/drawing/2014/main" id="{EE25FF20-A53C-8359-590E-6AE5AEEA9D4F}"/>
                  </a:ext>
                </a:extLst>
              </p:cNvPr>
              <p:cNvSpPr>
                <a:spLocks/>
              </p:cNvSpPr>
              <p:nvPr/>
            </p:nvSpPr>
            <p:spPr bwMode="auto">
              <a:xfrm flipH="1">
                <a:off x="3187905" y="3629517"/>
                <a:ext cx="263564" cy="235240"/>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390" name="组合 389">
                <a:extLst>
                  <a:ext uri="{FF2B5EF4-FFF2-40B4-BE49-F238E27FC236}">
                    <a16:creationId xmlns:a16="http://schemas.microsoft.com/office/drawing/2014/main" id="{6E9B23FD-12D0-E2D4-B298-350760EA3141}"/>
                  </a:ext>
                </a:extLst>
              </p:cNvPr>
              <p:cNvGrpSpPr/>
              <p:nvPr/>
            </p:nvGrpSpPr>
            <p:grpSpPr>
              <a:xfrm flipH="1">
                <a:off x="3270211" y="3707289"/>
                <a:ext cx="101582" cy="90666"/>
                <a:chOff x="9253470" y="1351580"/>
                <a:chExt cx="133734" cy="133734"/>
              </a:xfrm>
            </p:grpSpPr>
            <p:sp>
              <p:nvSpPr>
                <p:cNvPr id="1116" name="Oval 15540">
                  <a:extLst>
                    <a:ext uri="{FF2B5EF4-FFF2-40B4-BE49-F238E27FC236}">
                      <a16:creationId xmlns:a16="http://schemas.microsoft.com/office/drawing/2014/main" id="{D73CCAF2-1361-E624-77DB-19D5680FB976}"/>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117" name="Line 15541">
                  <a:extLst>
                    <a:ext uri="{FF2B5EF4-FFF2-40B4-BE49-F238E27FC236}">
                      <a16:creationId xmlns:a16="http://schemas.microsoft.com/office/drawing/2014/main" id="{F0166BF9-6519-941C-287A-C823825B7B79}"/>
                    </a:ext>
                  </a:extLst>
                </p:cNvPr>
                <p:cNvCxnSpPr>
                  <a:cxnSpLocks/>
                  <a:stCxn id="1116" idx="1"/>
                  <a:endCxn id="1116"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391" name="Rectangle 15460">
                <a:extLst>
                  <a:ext uri="{FF2B5EF4-FFF2-40B4-BE49-F238E27FC236}">
                    <a16:creationId xmlns:a16="http://schemas.microsoft.com/office/drawing/2014/main" id="{6356D925-21DF-F4D2-79B8-B4025C7001F0}"/>
                  </a:ext>
                </a:extLst>
              </p:cNvPr>
              <p:cNvSpPr>
                <a:spLocks/>
              </p:cNvSpPr>
              <p:nvPr/>
            </p:nvSpPr>
            <p:spPr bwMode="auto">
              <a:xfrm flipH="1" flipV="1">
                <a:off x="3034083" y="3732720"/>
                <a:ext cx="90081" cy="86111"/>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92" name="直角三角形 391">
                <a:extLst>
                  <a:ext uri="{FF2B5EF4-FFF2-40B4-BE49-F238E27FC236}">
                    <a16:creationId xmlns:a16="http://schemas.microsoft.com/office/drawing/2014/main" id="{35FB48C3-4A44-5BF9-D012-473FA5511576}"/>
                  </a:ext>
                </a:extLst>
              </p:cNvPr>
              <p:cNvSpPr/>
              <p:nvPr/>
            </p:nvSpPr>
            <p:spPr>
              <a:xfrm>
                <a:off x="2174917" y="3779803"/>
                <a:ext cx="825339" cy="98645"/>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3" name="Rectangle 15501">
                <a:extLst>
                  <a:ext uri="{FF2B5EF4-FFF2-40B4-BE49-F238E27FC236}">
                    <a16:creationId xmlns:a16="http://schemas.microsoft.com/office/drawing/2014/main" id="{7D452567-A7EB-0F38-FB23-974AE6819C2B}"/>
                  </a:ext>
                </a:extLst>
              </p:cNvPr>
              <p:cNvSpPr>
                <a:spLocks/>
              </p:cNvSpPr>
              <p:nvPr/>
            </p:nvSpPr>
            <p:spPr bwMode="auto">
              <a:xfrm flipH="1">
                <a:off x="2122704" y="3877698"/>
                <a:ext cx="976869" cy="56863"/>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398" name="组合 397">
                <a:extLst>
                  <a:ext uri="{FF2B5EF4-FFF2-40B4-BE49-F238E27FC236}">
                    <a16:creationId xmlns:a16="http://schemas.microsoft.com/office/drawing/2014/main" id="{371A0D69-E442-CE26-2D64-DA2E247A59BA}"/>
                  </a:ext>
                </a:extLst>
              </p:cNvPr>
              <p:cNvGrpSpPr/>
              <p:nvPr/>
            </p:nvGrpSpPr>
            <p:grpSpPr>
              <a:xfrm flipH="1">
                <a:off x="3504424" y="3576863"/>
                <a:ext cx="137540" cy="458143"/>
                <a:chOff x="2405519" y="1378395"/>
                <a:chExt cx="181074" cy="675772"/>
              </a:xfrm>
            </p:grpSpPr>
            <p:sp>
              <p:nvSpPr>
                <p:cNvPr id="1107" name="Oval 15416">
                  <a:extLst>
                    <a:ext uri="{FF2B5EF4-FFF2-40B4-BE49-F238E27FC236}">
                      <a16:creationId xmlns:a16="http://schemas.microsoft.com/office/drawing/2014/main" id="{63F82C46-9498-C0C2-BCAE-0188F39C8569}"/>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108" name="Rectangle 15439">
                  <a:extLst>
                    <a:ext uri="{FF2B5EF4-FFF2-40B4-BE49-F238E27FC236}">
                      <a16:creationId xmlns:a16="http://schemas.microsoft.com/office/drawing/2014/main" id="{904BA164-F0F9-3F29-09DC-CF42740A2108}"/>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109" name="Rectangle 15484">
                  <a:extLst>
                    <a:ext uri="{FF2B5EF4-FFF2-40B4-BE49-F238E27FC236}">
                      <a16:creationId xmlns:a16="http://schemas.microsoft.com/office/drawing/2014/main" id="{5BDC58E9-27E9-7E74-1297-6BAC719C0C78}"/>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110" name="Line 15485">
                  <a:extLst>
                    <a:ext uri="{FF2B5EF4-FFF2-40B4-BE49-F238E27FC236}">
                      <a16:creationId xmlns:a16="http://schemas.microsoft.com/office/drawing/2014/main" id="{1D47D835-D72A-F655-375F-D1F67BA490A5}"/>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11" name="Line 15486">
                  <a:extLst>
                    <a:ext uri="{FF2B5EF4-FFF2-40B4-BE49-F238E27FC236}">
                      <a16:creationId xmlns:a16="http://schemas.microsoft.com/office/drawing/2014/main" id="{ED5425F3-F208-047D-1075-0398393AD6B6}"/>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12" name="Line 15487">
                  <a:extLst>
                    <a:ext uri="{FF2B5EF4-FFF2-40B4-BE49-F238E27FC236}">
                      <a16:creationId xmlns:a16="http://schemas.microsoft.com/office/drawing/2014/main" id="{66E612C9-186B-21B5-0497-788C1FBB31F5}"/>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13" name="Line 15488">
                  <a:extLst>
                    <a:ext uri="{FF2B5EF4-FFF2-40B4-BE49-F238E27FC236}">
                      <a16:creationId xmlns:a16="http://schemas.microsoft.com/office/drawing/2014/main" id="{D81251F7-7EDC-89C4-EAC6-D325A9B8B568}"/>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14" name="Line 15489">
                  <a:extLst>
                    <a:ext uri="{FF2B5EF4-FFF2-40B4-BE49-F238E27FC236}">
                      <a16:creationId xmlns:a16="http://schemas.microsoft.com/office/drawing/2014/main" id="{AD2E9F1E-484E-15D9-8DAE-F460DC348EED}"/>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15" name="Line 15490">
                  <a:extLst>
                    <a:ext uri="{FF2B5EF4-FFF2-40B4-BE49-F238E27FC236}">
                      <a16:creationId xmlns:a16="http://schemas.microsoft.com/office/drawing/2014/main" id="{80ACADA7-DC0D-DB88-A43A-3716070333DD}"/>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400" name="Rectangle 15436">
                <a:extLst>
                  <a:ext uri="{FF2B5EF4-FFF2-40B4-BE49-F238E27FC236}">
                    <a16:creationId xmlns:a16="http://schemas.microsoft.com/office/drawing/2014/main" id="{237B78A8-D276-2557-9AC9-649C23A22A61}"/>
                  </a:ext>
                </a:extLst>
              </p:cNvPr>
              <p:cNvSpPr>
                <a:spLocks/>
              </p:cNvSpPr>
              <p:nvPr/>
            </p:nvSpPr>
            <p:spPr bwMode="auto">
              <a:xfrm flipH="1">
                <a:off x="2034502" y="3814263"/>
                <a:ext cx="140838" cy="1330932"/>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0" name="Rectangle 15437">
                <a:extLst>
                  <a:ext uri="{FF2B5EF4-FFF2-40B4-BE49-F238E27FC236}">
                    <a16:creationId xmlns:a16="http://schemas.microsoft.com/office/drawing/2014/main" id="{6D5E3F5D-AD07-C8ED-E06A-509DD28A01ED}"/>
                  </a:ext>
                </a:extLst>
              </p:cNvPr>
              <p:cNvSpPr>
                <a:spLocks/>
              </p:cNvSpPr>
              <p:nvPr/>
            </p:nvSpPr>
            <p:spPr bwMode="auto">
              <a:xfrm flipH="1">
                <a:off x="3234179" y="3482630"/>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1" name="Rectangle 15456">
                <a:extLst>
                  <a:ext uri="{FF2B5EF4-FFF2-40B4-BE49-F238E27FC236}">
                    <a16:creationId xmlns:a16="http://schemas.microsoft.com/office/drawing/2014/main" id="{CCB685F3-CAA5-64C5-739E-7D8B763A6408}"/>
                  </a:ext>
                </a:extLst>
              </p:cNvPr>
              <p:cNvSpPr>
                <a:spLocks/>
              </p:cNvSpPr>
              <p:nvPr/>
            </p:nvSpPr>
            <p:spPr bwMode="auto">
              <a:xfrm flipH="1">
                <a:off x="3479998" y="3466584"/>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12" name="AutoShape 15457">
                <a:extLst>
                  <a:ext uri="{FF2B5EF4-FFF2-40B4-BE49-F238E27FC236}">
                    <a16:creationId xmlns:a16="http://schemas.microsoft.com/office/drawing/2014/main" id="{5AAB82E2-109C-8D6D-FF11-E569196F38F3}"/>
                  </a:ext>
                </a:extLst>
              </p:cNvPr>
              <p:cNvSpPr>
                <a:spLocks/>
              </p:cNvSpPr>
              <p:nvPr/>
            </p:nvSpPr>
            <p:spPr bwMode="auto">
              <a:xfrm rot="5400000" flipH="1">
                <a:off x="3637650" y="3565792"/>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13" name="Rectangle 15460">
                <a:extLst>
                  <a:ext uri="{FF2B5EF4-FFF2-40B4-BE49-F238E27FC236}">
                    <a16:creationId xmlns:a16="http://schemas.microsoft.com/office/drawing/2014/main" id="{867E473E-84A5-9DE2-DA7F-54543E2E6096}"/>
                  </a:ext>
                </a:extLst>
              </p:cNvPr>
              <p:cNvSpPr>
                <a:spLocks/>
              </p:cNvSpPr>
              <p:nvPr/>
            </p:nvSpPr>
            <p:spPr bwMode="auto">
              <a:xfrm flipH="1" flipV="1">
                <a:off x="3005978" y="3854664"/>
                <a:ext cx="155298" cy="102043"/>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4" name="AutoShape 15462">
                <a:extLst>
                  <a:ext uri="{FF2B5EF4-FFF2-40B4-BE49-F238E27FC236}">
                    <a16:creationId xmlns:a16="http://schemas.microsoft.com/office/drawing/2014/main" id="{3E49F41B-711F-EEB7-81C3-6A4F7BA7BFF7}"/>
                  </a:ext>
                </a:extLst>
              </p:cNvPr>
              <p:cNvSpPr>
                <a:spLocks/>
              </p:cNvSpPr>
              <p:nvPr/>
            </p:nvSpPr>
            <p:spPr bwMode="auto">
              <a:xfrm flipH="1">
                <a:off x="3038341" y="3820246"/>
                <a:ext cx="82090" cy="30995"/>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5" name="Rectangle 15464">
                <a:extLst>
                  <a:ext uri="{FF2B5EF4-FFF2-40B4-BE49-F238E27FC236}">
                    <a16:creationId xmlns:a16="http://schemas.microsoft.com/office/drawing/2014/main" id="{A483A0F3-110E-4901-332F-10E0D161D834}"/>
                  </a:ext>
                </a:extLst>
              </p:cNvPr>
              <p:cNvSpPr>
                <a:spLocks/>
              </p:cNvSpPr>
              <p:nvPr/>
            </p:nvSpPr>
            <p:spPr bwMode="auto">
              <a:xfrm flipH="1">
                <a:off x="1874189" y="3444117"/>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6" name="Rectangle 15515">
                <a:extLst>
                  <a:ext uri="{FF2B5EF4-FFF2-40B4-BE49-F238E27FC236}">
                    <a16:creationId xmlns:a16="http://schemas.microsoft.com/office/drawing/2014/main" id="{26B63466-CF34-5AD9-9173-931165E2B6F3}"/>
                  </a:ext>
                </a:extLst>
              </p:cNvPr>
              <p:cNvSpPr>
                <a:spLocks/>
              </p:cNvSpPr>
              <p:nvPr/>
            </p:nvSpPr>
            <p:spPr bwMode="auto">
              <a:xfrm flipH="1">
                <a:off x="1703386" y="3439918"/>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17" name="Rectangle 15464">
                <a:extLst>
                  <a:ext uri="{FF2B5EF4-FFF2-40B4-BE49-F238E27FC236}">
                    <a16:creationId xmlns:a16="http://schemas.microsoft.com/office/drawing/2014/main" id="{2A4D87BC-5A90-8197-3BD3-D52378A89DC3}"/>
                  </a:ext>
                </a:extLst>
              </p:cNvPr>
              <p:cNvSpPr>
                <a:spLocks/>
              </p:cNvSpPr>
              <p:nvPr/>
            </p:nvSpPr>
            <p:spPr bwMode="auto">
              <a:xfrm flipH="1">
                <a:off x="1921234" y="3424002"/>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8" name="Rectangle 15465">
                <a:extLst>
                  <a:ext uri="{FF2B5EF4-FFF2-40B4-BE49-F238E27FC236}">
                    <a16:creationId xmlns:a16="http://schemas.microsoft.com/office/drawing/2014/main" id="{72C9E97A-260D-98B8-AF37-DDEE82A6E3C3}"/>
                  </a:ext>
                </a:extLst>
              </p:cNvPr>
              <p:cNvSpPr>
                <a:spLocks/>
              </p:cNvSpPr>
              <p:nvPr/>
            </p:nvSpPr>
            <p:spPr bwMode="auto">
              <a:xfrm flipH="1">
                <a:off x="2087397" y="3586526"/>
                <a:ext cx="87563" cy="222539"/>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419" name="组合 418">
                <a:extLst>
                  <a:ext uri="{FF2B5EF4-FFF2-40B4-BE49-F238E27FC236}">
                    <a16:creationId xmlns:a16="http://schemas.microsoft.com/office/drawing/2014/main" id="{CDC07D03-A4D2-03AD-3CD0-E5D2F0B2E16B}"/>
                  </a:ext>
                </a:extLst>
              </p:cNvPr>
              <p:cNvGrpSpPr/>
              <p:nvPr/>
            </p:nvGrpSpPr>
            <p:grpSpPr>
              <a:xfrm flipH="1">
                <a:off x="3787989" y="3448129"/>
                <a:ext cx="169903" cy="279219"/>
                <a:chOff x="6615473" y="904221"/>
                <a:chExt cx="223679" cy="411854"/>
              </a:xfrm>
            </p:grpSpPr>
            <p:sp>
              <p:nvSpPr>
                <p:cNvPr id="1095" name="AutoShape 15440">
                  <a:extLst>
                    <a:ext uri="{FF2B5EF4-FFF2-40B4-BE49-F238E27FC236}">
                      <a16:creationId xmlns:a16="http://schemas.microsoft.com/office/drawing/2014/main" id="{AB55EAAF-EF56-516D-6515-D641952B65E7}"/>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096" name="Line 15472">
                  <a:extLst>
                    <a:ext uri="{FF2B5EF4-FFF2-40B4-BE49-F238E27FC236}">
                      <a16:creationId xmlns:a16="http://schemas.microsoft.com/office/drawing/2014/main" id="{7F71B7EC-596F-BA21-717D-3A824F575536}"/>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097" name="Line 15473">
                  <a:extLst>
                    <a:ext uri="{FF2B5EF4-FFF2-40B4-BE49-F238E27FC236}">
                      <a16:creationId xmlns:a16="http://schemas.microsoft.com/office/drawing/2014/main" id="{CCF33176-7312-B045-520E-AD3E58311283}"/>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098" name="Line 15474">
                  <a:extLst>
                    <a:ext uri="{FF2B5EF4-FFF2-40B4-BE49-F238E27FC236}">
                      <a16:creationId xmlns:a16="http://schemas.microsoft.com/office/drawing/2014/main" id="{7753D063-FA6A-E18D-1D6B-E20053ECE47E}"/>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099" name="Line 15475">
                  <a:extLst>
                    <a:ext uri="{FF2B5EF4-FFF2-40B4-BE49-F238E27FC236}">
                      <a16:creationId xmlns:a16="http://schemas.microsoft.com/office/drawing/2014/main" id="{7487B0B0-1213-32FC-046F-5145E45CEEAD}"/>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00" name="Line 15476">
                  <a:extLst>
                    <a:ext uri="{FF2B5EF4-FFF2-40B4-BE49-F238E27FC236}">
                      <a16:creationId xmlns:a16="http://schemas.microsoft.com/office/drawing/2014/main" id="{316802D2-17A9-A439-0F12-951F4B8F1345}"/>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01" name="Line 15477">
                  <a:extLst>
                    <a:ext uri="{FF2B5EF4-FFF2-40B4-BE49-F238E27FC236}">
                      <a16:creationId xmlns:a16="http://schemas.microsoft.com/office/drawing/2014/main" id="{1410F321-E4EA-DC58-BA1B-4C134697D8C9}"/>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02" name="Line 15478">
                  <a:extLst>
                    <a:ext uri="{FF2B5EF4-FFF2-40B4-BE49-F238E27FC236}">
                      <a16:creationId xmlns:a16="http://schemas.microsoft.com/office/drawing/2014/main" id="{B2C77C55-0F9B-78CF-83B5-DA3D4A8AC480}"/>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03" name="Line 15479">
                  <a:extLst>
                    <a:ext uri="{FF2B5EF4-FFF2-40B4-BE49-F238E27FC236}">
                      <a16:creationId xmlns:a16="http://schemas.microsoft.com/office/drawing/2014/main" id="{40FB0F19-05DE-896A-C4CB-AC50C767C564}"/>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04" name="Line 15480">
                  <a:extLst>
                    <a:ext uri="{FF2B5EF4-FFF2-40B4-BE49-F238E27FC236}">
                      <a16:creationId xmlns:a16="http://schemas.microsoft.com/office/drawing/2014/main" id="{07BCAE60-E962-A175-86F0-42F56FF23352}"/>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05" name="Line 15481">
                  <a:extLst>
                    <a:ext uri="{FF2B5EF4-FFF2-40B4-BE49-F238E27FC236}">
                      <a16:creationId xmlns:a16="http://schemas.microsoft.com/office/drawing/2014/main" id="{367F16E0-B03C-E055-ACB6-4E5E4F0A3A62}"/>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106" name="Line 15482">
                  <a:extLst>
                    <a:ext uri="{FF2B5EF4-FFF2-40B4-BE49-F238E27FC236}">
                      <a16:creationId xmlns:a16="http://schemas.microsoft.com/office/drawing/2014/main" id="{0A5B25BA-524B-D472-EC09-45B08A756BC2}"/>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420" name="Group 15491">
                <a:extLst>
                  <a:ext uri="{FF2B5EF4-FFF2-40B4-BE49-F238E27FC236}">
                    <a16:creationId xmlns:a16="http://schemas.microsoft.com/office/drawing/2014/main" id="{9F0D3B06-158E-3D6F-E54E-A97676296C80}"/>
                  </a:ext>
                </a:extLst>
              </p:cNvPr>
              <p:cNvGrpSpPr>
                <a:grpSpLocks/>
              </p:cNvGrpSpPr>
              <p:nvPr/>
            </p:nvGrpSpPr>
            <p:grpSpPr bwMode="auto">
              <a:xfrm flipH="1">
                <a:off x="3016766" y="4043939"/>
                <a:ext cx="137540" cy="12035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446" name="Rectangle 15492">
                  <a:extLst>
                    <a:ext uri="{FF2B5EF4-FFF2-40B4-BE49-F238E27FC236}">
                      <a16:creationId xmlns:a16="http://schemas.microsoft.com/office/drawing/2014/main" id="{7EFA0743-5695-2603-D896-D5DCA197FE96}"/>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47" name="Rectangle 15493">
                  <a:extLst>
                    <a:ext uri="{FF2B5EF4-FFF2-40B4-BE49-F238E27FC236}">
                      <a16:creationId xmlns:a16="http://schemas.microsoft.com/office/drawing/2014/main" id="{4EAA9D8E-C603-A213-A076-C90388A3F799}"/>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088" name="Line 15494">
                  <a:extLst>
                    <a:ext uri="{FF2B5EF4-FFF2-40B4-BE49-F238E27FC236}">
                      <a16:creationId xmlns:a16="http://schemas.microsoft.com/office/drawing/2014/main" id="{F902043E-99FB-7EB8-30D4-640E2D86DA47}"/>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089" name="Line 15495">
                  <a:extLst>
                    <a:ext uri="{FF2B5EF4-FFF2-40B4-BE49-F238E27FC236}">
                      <a16:creationId xmlns:a16="http://schemas.microsoft.com/office/drawing/2014/main" id="{0A3A7EEC-AA74-70BF-A073-283A7FC669B1}"/>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090" name="Line 15496">
                  <a:extLst>
                    <a:ext uri="{FF2B5EF4-FFF2-40B4-BE49-F238E27FC236}">
                      <a16:creationId xmlns:a16="http://schemas.microsoft.com/office/drawing/2014/main" id="{DF797D22-A6D6-D5CE-7190-1194B4016794}"/>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091" name="Line 15497">
                  <a:extLst>
                    <a:ext uri="{FF2B5EF4-FFF2-40B4-BE49-F238E27FC236}">
                      <a16:creationId xmlns:a16="http://schemas.microsoft.com/office/drawing/2014/main" id="{39F3311A-2176-9116-D273-301757B0AD4A}"/>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092" name="Line 15498">
                  <a:extLst>
                    <a:ext uri="{FF2B5EF4-FFF2-40B4-BE49-F238E27FC236}">
                      <a16:creationId xmlns:a16="http://schemas.microsoft.com/office/drawing/2014/main" id="{1C1BAF0B-8701-9698-995B-6CF421B4FF19}"/>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093" name="Line 15499">
                  <a:extLst>
                    <a:ext uri="{FF2B5EF4-FFF2-40B4-BE49-F238E27FC236}">
                      <a16:creationId xmlns:a16="http://schemas.microsoft.com/office/drawing/2014/main" id="{79B62EDF-6925-BD3A-A771-CA258C1E6652}"/>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094" name="Line 15500">
                  <a:extLst>
                    <a:ext uri="{FF2B5EF4-FFF2-40B4-BE49-F238E27FC236}">
                      <a16:creationId xmlns:a16="http://schemas.microsoft.com/office/drawing/2014/main" id="{F505E3D4-E20D-536F-1D6F-26C68B34642D}"/>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421" name="Rectangle 15501">
                <a:extLst>
                  <a:ext uri="{FF2B5EF4-FFF2-40B4-BE49-F238E27FC236}">
                    <a16:creationId xmlns:a16="http://schemas.microsoft.com/office/drawing/2014/main" id="{516723C7-7CEA-D92D-D847-17D20196AF42}"/>
                  </a:ext>
                </a:extLst>
              </p:cNvPr>
              <p:cNvSpPr>
                <a:spLocks/>
              </p:cNvSpPr>
              <p:nvPr/>
            </p:nvSpPr>
            <p:spPr bwMode="auto">
              <a:xfrm flipH="1">
                <a:off x="1949143" y="3962255"/>
                <a:ext cx="1236149" cy="82938"/>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2" name="直角三角形 421">
                <a:extLst>
                  <a:ext uri="{FF2B5EF4-FFF2-40B4-BE49-F238E27FC236}">
                    <a16:creationId xmlns:a16="http://schemas.microsoft.com/office/drawing/2014/main" id="{DCA2DC35-41EC-42A0-5E00-6B9EE4523CBB}"/>
                  </a:ext>
                </a:extLst>
              </p:cNvPr>
              <p:cNvSpPr/>
              <p:nvPr/>
            </p:nvSpPr>
            <p:spPr>
              <a:xfrm rot="10800000" flipH="1">
                <a:off x="2175485" y="4046686"/>
                <a:ext cx="830638" cy="308103"/>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23" name="Rectangle 15465">
                <a:extLst>
                  <a:ext uri="{FF2B5EF4-FFF2-40B4-BE49-F238E27FC236}">
                    <a16:creationId xmlns:a16="http://schemas.microsoft.com/office/drawing/2014/main" id="{C039E043-CAB4-9250-B4D0-E08F065120C4}"/>
                  </a:ext>
                </a:extLst>
              </p:cNvPr>
              <p:cNvSpPr>
                <a:spLocks/>
              </p:cNvSpPr>
              <p:nvPr/>
            </p:nvSpPr>
            <p:spPr bwMode="auto">
              <a:xfrm flipH="1">
                <a:off x="3003931" y="3427071"/>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24" name="Line 15500">
                <a:extLst>
                  <a:ext uri="{FF2B5EF4-FFF2-40B4-BE49-F238E27FC236}">
                    <a16:creationId xmlns:a16="http://schemas.microsoft.com/office/drawing/2014/main" id="{3DE05FBD-D104-11F2-38F5-2833488EC96F}"/>
                  </a:ext>
                </a:extLst>
              </p:cNvPr>
              <p:cNvCxnSpPr>
                <a:cxnSpLocks/>
              </p:cNvCxnSpPr>
              <p:nvPr/>
            </p:nvCxnSpPr>
            <p:spPr bwMode="auto">
              <a:xfrm flipH="1">
                <a:off x="3060081" y="4059907"/>
                <a:ext cx="55735" cy="80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425" name="Rectangle 15437">
                <a:extLst>
                  <a:ext uri="{FF2B5EF4-FFF2-40B4-BE49-F238E27FC236}">
                    <a16:creationId xmlns:a16="http://schemas.microsoft.com/office/drawing/2014/main" id="{15A0791B-074A-5F29-505F-973ADDFE3784}"/>
                  </a:ext>
                </a:extLst>
              </p:cNvPr>
              <p:cNvSpPr>
                <a:spLocks/>
              </p:cNvSpPr>
              <p:nvPr/>
            </p:nvSpPr>
            <p:spPr bwMode="auto">
              <a:xfrm flipH="1">
                <a:off x="2323473" y="3439917"/>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426" name="组合 425">
                <a:extLst>
                  <a:ext uri="{FF2B5EF4-FFF2-40B4-BE49-F238E27FC236}">
                    <a16:creationId xmlns:a16="http://schemas.microsoft.com/office/drawing/2014/main" id="{8445F531-126D-8E2B-24CB-558CF7ECD8AD}"/>
                  </a:ext>
                </a:extLst>
              </p:cNvPr>
              <p:cNvGrpSpPr/>
              <p:nvPr/>
            </p:nvGrpSpPr>
            <p:grpSpPr>
              <a:xfrm flipH="1">
                <a:off x="2033681" y="3505672"/>
                <a:ext cx="185343" cy="165425"/>
                <a:chOff x="3472900" y="2697194"/>
                <a:chExt cx="346984" cy="346984"/>
              </a:xfrm>
            </p:grpSpPr>
            <p:sp>
              <p:nvSpPr>
                <p:cNvPr id="443" name="Oval 15540">
                  <a:extLst>
                    <a:ext uri="{FF2B5EF4-FFF2-40B4-BE49-F238E27FC236}">
                      <a16:creationId xmlns:a16="http://schemas.microsoft.com/office/drawing/2014/main" id="{A9DCB044-2BA1-A8EF-8128-8AAD403E882A}"/>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444" name="Oval 15540">
                  <a:extLst>
                    <a:ext uri="{FF2B5EF4-FFF2-40B4-BE49-F238E27FC236}">
                      <a16:creationId xmlns:a16="http://schemas.microsoft.com/office/drawing/2014/main" id="{ED348C3C-643C-0DB7-514E-8F29E5A28D7B}"/>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45" name="Line 15541">
                  <a:extLst>
                    <a:ext uri="{FF2B5EF4-FFF2-40B4-BE49-F238E27FC236}">
                      <a16:creationId xmlns:a16="http://schemas.microsoft.com/office/drawing/2014/main" id="{4F30090A-F3E9-D3B7-B78B-EC57E78471E9}"/>
                    </a:ext>
                  </a:extLst>
                </p:cNvPr>
                <p:cNvCxnSpPr>
                  <a:cxnSpLocks/>
                  <a:stCxn id="444" idx="1"/>
                  <a:endCxn id="444"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7" name="组合 426">
                <a:extLst>
                  <a:ext uri="{FF2B5EF4-FFF2-40B4-BE49-F238E27FC236}">
                    <a16:creationId xmlns:a16="http://schemas.microsoft.com/office/drawing/2014/main" id="{6B39ED03-4A20-0818-52BD-420844871A70}"/>
                  </a:ext>
                </a:extLst>
              </p:cNvPr>
              <p:cNvGrpSpPr/>
              <p:nvPr/>
            </p:nvGrpSpPr>
            <p:grpSpPr>
              <a:xfrm flipH="1">
                <a:off x="2059814" y="3858794"/>
                <a:ext cx="101582" cy="90666"/>
                <a:chOff x="9253470" y="1351580"/>
                <a:chExt cx="133734" cy="133734"/>
              </a:xfrm>
            </p:grpSpPr>
            <p:sp>
              <p:nvSpPr>
                <p:cNvPr id="441" name="Oval 15540">
                  <a:extLst>
                    <a:ext uri="{FF2B5EF4-FFF2-40B4-BE49-F238E27FC236}">
                      <a16:creationId xmlns:a16="http://schemas.microsoft.com/office/drawing/2014/main" id="{5B7B5B74-752D-6F03-85A1-812123217997}"/>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42" name="Line 15541">
                  <a:extLst>
                    <a:ext uri="{FF2B5EF4-FFF2-40B4-BE49-F238E27FC236}">
                      <a16:creationId xmlns:a16="http://schemas.microsoft.com/office/drawing/2014/main" id="{5B1A3219-2B65-DD46-F1E8-82569B8B9110}"/>
                    </a:ext>
                  </a:extLst>
                </p:cNvPr>
                <p:cNvCxnSpPr>
                  <a:cxnSpLocks/>
                  <a:stCxn id="441" idx="1"/>
                  <a:endCxn id="44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8" name="组合 427">
                <a:extLst>
                  <a:ext uri="{FF2B5EF4-FFF2-40B4-BE49-F238E27FC236}">
                    <a16:creationId xmlns:a16="http://schemas.microsoft.com/office/drawing/2014/main" id="{4F3A72E8-12C3-3D5B-C0E6-76E74613E57F}"/>
                  </a:ext>
                </a:extLst>
              </p:cNvPr>
              <p:cNvGrpSpPr/>
              <p:nvPr/>
            </p:nvGrpSpPr>
            <p:grpSpPr>
              <a:xfrm flipH="1">
                <a:off x="3212904" y="3548582"/>
                <a:ext cx="101582" cy="90666"/>
                <a:chOff x="9253470" y="1351580"/>
                <a:chExt cx="133734" cy="133734"/>
              </a:xfrm>
            </p:grpSpPr>
            <p:sp>
              <p:nvSpPr>
                <p:cNvPr id="439" name="Oval 15540">
                  <a:extLst>
                    <a:ext uri="{FF2B5EF4-FFF2-40B4-BE49-F238E27FC236}">
                      <a16:creationId xmlns:a16="http://schemas.microsoft.com/office/drawing/2014/main" id="{D94D0323-BE9D-C017-5698-0B17FAD11373}"/>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40" name="Line 15541">
                  <a:extLst>
                    <a:ext uri="{FF2B5EF4-FFF2-40B4-BE49-F238E27FC236}">
                      <a16:creationId xmlns:a16="http://schemas.microsoft.com/office/drawing/2014/main" id="{BA5C8AEF-0480-1E7E-B060-FF6BD754927F}"/>
                    </a:ext>
                  </a:extLst>
                </p:cNvPr>
                <p:cNvCxnSpPr>
                  <a:cxnSpLocks/>
                  <a:stCxn id="439" idx="1"/>
                  <a:endCxn id="439"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9" name="组合 428">
                <a:extLst>
                  <a:ext uri="{FF2B5EF4-FFF2-40B4-BE49-F238E27FC236}">
                    <a16:creationId xmlns:a16="http://schemas.microsoft.com/office/drawing/2014/main" id="{33173B56-CFE0-E4EF-CB55-5DF80C174983}"/>
                  </a:ext>
                </a:extLst>
              </p:cNvPr>
              <p:cNvGrpSpPr/>
              <p:nvPr/>
            </p:nvGrpSpPr>
            <p:grpSpPr>
              <a:xfrm>
                <a:off x="85187" y="4748155"/>
                <a:ext cx="2117961" cy="501018"/>
                <a:chOff x="-257042" y="3530275"/>
                <a:chExt cx="2117961" cy="501018"/>
              </a:xfrm>
            </p:grpSpPr>
            <p:sp>
              <p:nvSpPr>
                <p:cNvPr id="433" name="任意形状 432">
                  <a:extLst>
                    <a:ext uri="{FF2B5EF4-FFF2-40B4-BE49-F238E27FC236}">
                      <a16:creationId xmlns:a16="http://schemas.microsoft.com/office/drawing/2014/main" id="{FD6A5DEB-67F8-E974-C5D5-F8D70A3A3366}"/>
                    </a:ext>
                  </a:extLst>
                </p:cNvPr>
                <p:cNvSpPr/>
                <p:nvPr/>
              </p:nvSpPr>
              <p:spPr>
                <a:xfrm flipH="1">
                  <a:off x="-92756" y="3533178"/>
                  <a:ext cx="1825216" cy="498115"/>
                </a:xfrm>
                <a:custGeom>
                  <a:avLst/>
                  <a:gdLst>
                    <a:gd name="connsiteX0" fmla="*/ 1716843 w 1716843"/>
                    <a:gd name="connsiteY0" fmla="*/ 0 h 498115"/>
                    <a:gd name="connsiteX1" fmla="*/ 0 w 1716843"/>
                    <a:gd name="connsiteY1" fmla="*/ 0 h 498115"/>
                    <a:gd name="connsiteX2" fmla="*/ 0 w 1716843"/>
                    <a:gd name="connsiteY2" fmla="*/ 224696 h 498115"/>
                    <a:gd name="connsiteX3" fmla="*/ 1232577 w 1716843"/>
                    <a:gd name="connsiteY3" fmla="*/ 224696 h 498115"/>
                    <a:gd name="connsiteX4" fmla="*/ 1232577 w 1716843"/>
                    <a:gd name="connsiteY4" fmla="*/ 233545 h 498115"/>
                    <a:gd name="connsiteX5" fmla="*/ 1236228 w 1716843"/>
                    <a:gd name="connsiteY5" fmla="*/ 233552 h 498115"/>
                    <a:gd name="connsiteX6" fmla="*/ 1293146 w 1716843"/>
                    <a:gd name="connsiteY6" fmla="*/ 438829 h 498115"/>
                    <a:gd name="connsiteX7" fmla="*/ 1311120 w 1716843"/>
                    <a:gd name="connsiteY7" fmla="*/ 498115 h 498115"/>
                    <a:gd name="connsiteX8" fmla="*/ 1681308 w 1716843"/>
                    <a:gd name="connsiteY8" fmla="*/ 498115 h 498115"/>
                    <a:gd name="connsiteX9" fmla="*/ 1682149 w 1716843"/>
                    <a:gd name="connsiteY9" fmla="*/ 486545 h 498115"/>
                    <a:gd name="connsiteX10" fmla="*/ 1714676 w 1716843"/>
                    <a:gd name="connsiteY10" fmla="*/ 32163 h 49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6843" h="498115">
                      <a:moveTo>
                        <a:pt x="1716843" y="0"/>
                      </a:moveTo>
                      <a:lnTo>
                        <a:pt x="0" y="0"/>
                      </a:lnTo>
                      <a:lnTo>
                        <a:pt x="0" y="224696"/>
                      </a:lnTo>
                      <a:lnTo>
                        <a:pt x="1232577" y="224696"/>
                      </a:lnTo>
                      <a:lnTo>
                        <a:pt x="1232577" y="233545"/>
                      </a:lnTo>
                      <a:lnTo>
                        <a:pt x="1236228" y="233552"/>
                      </a:lnTo>
                      <a:lnTo>
                        <a:pt x="1293146" y="438829"/>
                      </a:lnTo>
                      <a:lnTo>
                        <a:pt x="1311120" y="498115"/>
                      </a:lnTo>
                      <a:lnTo>
                        <a:pt x="1681308" y="498115"/>
                      </a:lnTo>
                      <a:lnTo>
                        <a:pt x="1682149" y="486545"/>
                      </a:lnTo>
                      <a:cubicBezTo>
                        <a:pt x="1687390" y="414327"/>
                        <a:pt x="1706632" y="148860"/>
                        <a:pt x="1714676" y="32163"/>
                      </a:cubicBezTo>
                      <a:close/>
                    </a:path>
                  </a:pathLst>
                </a:custGeom>
                <a:gradFill>
                  <a:gsLst>
                    <a:gs pos="70000">
                      <a:schemeClr val="tx1">
                        <a:lumMod val="50000"/>
                        <a:lumOff val="50000"/>
                      </a:schemeClr>
                    </a:gs>
                    <a:gs pos="64000">
                      <a:schemeClr val="bg1">
                        <a:lumMod val="75000"/>
                      </a:schemeClr>
                    </a:gs>
                    <a:gs pos="55000">
                      <a:srgbClr val="AEAEAE"/>
                    </a:gs>
                    <a:gs pos="5000">
                      <a:schemeClr val="bg1">
                        <a:lumMod val="50000"/>
                      </a:schemeClr>
                    </a:gs>
                    <a:gs pos="52000">
                      <a:schemeClr val="bg1">
                        <a:lumMod val="85000"/>
                      </a:schemeClr>
                    </a:gs>
                    <a:gs pos="44000">
                      <a:srgbClr val="B5B5B5"/>
                    </a:gs>
                    <a:gs pos="91000">
                      <a:srgbClr val="A9A9A9"/>
                    </a:gs>
                    <a:gs pos="99000">
                      <a:schemeClr val="bg1">
                        <a:lumMod val="85000"/>
                      </a:schemeClr>
                    </a:gs>
                    <a:gs pos="0">
                      <a:srgbClr val="BABABA"/>
                    </a:gs>
                    <a:gs pos="48000">
                      <a:schemeClr val="tx1">
                        <a:lumMod val="50000"/>
                        <a:lumOff val="50000"/>
                      </a:schemeClr>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434" name="任意形状 433">
                  <a:extLst>
                    <a:ext uri="{FF2B5EF4-FFF2-40B4-BE49-F238E27FC236}">
                      <a16:creationId xmlns:a16="http://schemas.microsoft.com/office/drawing/2014/main" id="{6A6D315F-1EF6-46BA-841B-56F00968065E}"/>
                    </a:ext>
                  </a:extLst>
                </p:cNvPr>
                <p:cNvSpPr/>
                <p:nvPr/>
              </p:nvSpPr>
              <p:spPr>
                <a:xfrm flipH="1">
                  <a:off x="-257042" y="3532938"/>
                  <a:ext cx="199585" cy="497299"/>
                </a:xfrm>
                <a:custGeom>
                  <a:avLst/>
                  <a:gdLst>
                    <a:gd name="connsiteX0" fmla="*/ 199585 w 199585"/>
                    <a:gd name="connsiteY0" fmla="*/ 0 h 497299"/>
                    <a:gd name="connsiteX1" fmla="*/ 54781 w 199585"/>
                    <a:gd name="connsiteY1" fmla="*/ 41 h 497299"/>
                    <a:gd name="connsiteX2" fmla="*/ 45009 w 199585"/>
                    <a:gd name="connsiteY2" fmla="*/ 2501 h 497299"/>
                    <a:gd name="connsiteX3" fmla="*/ 35191 w 199585"/>
                    <a:gd name="connsiteY3" fmla="*/ 4127 h 497299"/>
                    <a:gd name="connsiteX4" fmla="*/ 34610 w 199585"/>
                    <a:gd name="connsiteY4" fmla="*/ 12902 h 497299"/>
                    <a:gd name="connsiteX5" fmla="*/ 539 w 199585"/>
                    <a:gd name="connsiteY5" fmla="*/ 489887 h 497299"/>
                    <a:gd name="connsiteX6" fmla="*/ 0 w 199585"/>
                    <a:gd name="connsiteY6" fmla="*/ 497299 h 497299"/>
                    <a:gd name="connsiteX7" fmla="*/ 57582 w 199585"/>
                    <a:gd name="connsiteY7" fmla="*/ 486625 h 497299"/>
                    <a:gd name="connsiteX8" fmla="*/ 129543 w 199585"/>
                    <a:gd name="connsiteY8" fmla="*/ 467039 h 497299"/>
                    <a:gd name="connsiteX9" fmla="*/ 130079 w 199585"/>
                    <a:gd name="connsiteY9" fmla="*/ 466795 h 497299"/>
                    <a:gd name="connsiteX10" fmla="*/ 131268 w 199585"/>
                    <a:gd name="connsiteY10" fmla="*/ 463366 h 497299"/>
                    <a:gd name="connsiteX11" fmla="*/ 153218 w 199585"/>
                    <a:gd name="connsiteY11" fmla="*/ 382337 h 497299"/>
                    <a:gd name="connsiteX12" fmla="*/ 174923 w 199585"/>
                    <a:gd name="connsiteY12" fmla="*/ 216594 h 497299"/>
                    <a:gd name="connsiteX13" fmla="*/ 186982 w 199585"/>
                    <a:gd name="connsiteY13" fmla="*/ 117578 h 497299"/>
                    <a:gd name="connsiteX14" fmla="*/ 199040 w 199585"/>
                    <a:gd name="connsiteY14" fmla="*/ 5648 h 49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585" h="497299">
                      <a:moveTo>
                        <a:pt x="199585" y="0"/>
                      </a:moveTo>
                      <a:lnTo>
                        <a:pt x="54781" y="41"/>
                      </a:lnTo>
                      <a:lnTo>
                        <a:pt x="45009" y="2501"/>
                      </a:lnTo>
                      <a:lnTo>
                        <a:pt x="35191" y="4127"/>
                      </a:lnTo>
                      <a:lnTo>
                        <a:pt x="34610" y="12902"/>
                      </a:lnTo>
                      <a:cubicBezTo>
                        <a:pt x="27842" y="113292"/>
                        <a:pt x="6155" y="412511"/>
                        <a:pt x="539" y="489887"/>
                      </a:cubicBezTo>
                      <a:lnTo>
                        <a:pt x="0" y="497299"/>
                      </a:lnTo>
                      <a:lnTo>
                        <a:pt x="57582" y="486625"/>
                      </a:lnTo>
                      <a:cubicBezTo>
                        <a:pt x="85476" y="480421"/>
                        <a:pt x="109606" y="473872"/>
                        <a:pt x="129543" y="467039"/>
                      </a:cubicBezTo>
                      <a:lnTo>
                        <a:pt x="130079" y="466795"/>
                      </a:lnTo>
                      <a:lnTo>
                        <a:pt x="131268" y="463366"/>
                      </a:lnTo>
                      <a:cubicBezTo>
                        <a:pt x="139579" y="437323"/>
                        <a:pt x="147613" y="408027"/>
                        <a:pt x="153218" y="382337"/>
                      </a:cubicBezTo>
                      <a:cubicBezTo>
                        <a:pt x="164429" y="330958"/>
                        <a:pt x="174923" y="216594"/>
                        <a:pt x="174923" y="216594"/>
                      </a:cubicBezTo>
                      <a:cubicBezTo>
                        <a:pt x="180550" y="172468"/>
                        <a:pt x="186982" y="117578"/>
                        <a:pt x="186982" y="117578"/>
                      </a:cubicBezTo>
                      <a:cubicBezTo>
                        <a:pt x="191001" y="82421"/>
                        <a:pt x="199040" y="5648"/>
                        <a:pt x="199040" y="5648"/>
                      </a:cubicBezTo>
                      <a:close/>
                    </a:path>
                  </a:pathLst>
                </a:custGeom>
                <a:gradFill flip="none" rotWithShape="1">
                  <a:gsLst>
                    <a:gs pos="81000">
                      <a:srgbClr val="8B898A"/>
                    </a:gs>
                    <a:gs pos="25000">
                      <a:srgbClr val="7F7D7E"/>
                    </a:gs>
                    <a:gs pos="18000">
                      <a:srgbClr val="7A7A7A"/>
                    </a:gs>
                    <a:gs pos="0">
                      <a:srgbClr val="7F7F7F"/>
                    </a:gs>
                    <a:gs pos="39000">
                      <a:srgbClr val="636161"/>
                    </a:gs>
                    <a:gs pos="67000">
                      <a:srgbClr val="807F7F"/>
                    </a:gs>
                    <a:gs pos="47000">
                      <a:srgbClr val="5C5859"/>
                    </a:gs>
                    <a:gs pos="98000">
                      <a:srgbClr val="918E8E"/>
                    </a:gs>
                  </a:gsLst>
                  <a:lin ang="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435" name="组合 434">
                  <a:extLst>
                    <a:ext uri="{FF2B5EF4-FFF2-40B4-BE49-F238E27FC236}">
                      <a16:creationId xmlns:a16="http://schemas.microsoft.com/office/drawing/2014/main" id="{FC65A663-454D-42AA-F9A3-2405E153516D}"/>
                    </a:ext>
                  </a:extLst>
                </p:cNvPr>
                <p:cNvGrpSpPr/>
                <p:nvPr/>
              </p:nvGrpSpPr>
              <p:grpSpPr>
                <a:xfrm flipH="1">
                  <a:off x="625099" y="3630083"/>
                  <a:ext cx="101583" cy="90666"/>
                  <a:chOff x="9334964" y="1374536"/>
                  <a:chExt cx="133735" cy="133734"/>
                </a:xfrm>
              </p:grpSpPr>
              <p:sp>
                <p:nvSpPr>
                  <p:cNvPr id="437" name="Oval 15540">
                    <a:extLst>
                      <a:ext uri="{FF2B5EF4-FFF2-40B4-BE49-F238E27FC236}">
                        <a16:creationId xmlns:a16="http://schemas.microsoft.com/office/drawing/2014/main" id="{D2218D99-C28B-2F45-35A3-FC08E660DFD0}"/>
                      </a:ext>
                    </a:extLst>
                  </p:cNvPr>
                  <p:cNvSpPr>
                    <a:spLocks/>
                  </p:cNvSpPr>
                  <p:nvPr/>
                </p:nvSpPr>
                <p:spPr bwMode="auto">
                  <a:xfrm>
                    <a:off x="9334964" y="1374536"/>
                    <a:ext cx="133735"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ot"/>
                    <a:round/>
                    <a:headEnd/>
                    <a:tailEnd/>
                  </a:ln>
                </p:spPr>
                <p:txBody>
                  <a:bodyPr rot="0" vert="horz" wrap="square" lIns="91440" tIns="45720" rIns="91440" bIns="45720" anchor="t" anchorCtr="0" upright="1">
                    <a:noAutofit/>
                  </a:bodyPr>
                  <a:lstStyle/>
                  <a:p>
                    <a:endParaRPr lang="zh-CN" altLang="en-US"/>
                  </a:p>
                </p:txBody>
              </p:sp>
              <p:cxnSp>
                <p:nvCxnSpPr>
                  <p:cNvPr id="438" name="Line 15541">
                    <a:extLst>
                      <a:ext uri="{FF2B5EF4-FFF2-40B4-BE49-F238E27FC236}">
                        <a16:creationId xmlns:a16="http://schemas.microsoft.com/office/drawing/2014/main" id="{4C8EA45C-DFD2-E028-EBEE-54178E6358C6}"/>
                      </a:ext>
                    </a:extLst>
                  </p:cNvPr>
                  <p:cNvCxnSpPr>
                    <a:cxnSpLocks/>
                  </p:cNvCxnSpPr>
                  <p:nvPr/>
                </p:nvCxnSpPr>
                <p:spPr bwMode="auto">
                  <a:xfrm>
                    <a:off x="9358727" y="1388382"/>
                    <a:ext cx="94565" cy="94562"/>
                  </a:xfrm>
                  <a:prstGeom prst="line">
                    <a:avLst/>
                  </a:prstGeom>
                  <a:noFill/>
                  <a:ln w="6350">
                    <a:solidFill>
                      <a:srgbClr val="000000"/>
                    </a:solidFill>
                    <a:prstDash val="sysDot"/>
                    <a:round/>
                    <a:headEnd/>
                    <a:tailEnd/>
                  </a:ln>
                  <a:extLst>
                    <a:ext uri="{909E8E84-426E-40DD-AFC4-6F175D3DCCD1}">
                      <a14:hiddenFill xmlns:a14="http://schemas.microsoft.com/office/drawing/2010/main">
                        <a:noFill/>
                      </a14:hiddenFill>
                    </a:ext>
                  </a:extLst>
                </p:spPr>
              </p:cxnSp>
            </p:grpSp>
            <p:sp>
              <p:nvSpPr>
                <p:cNvPr id="436" name="Rectangle 15436">
                  <a:extLst>
                    <a:ext uri="{FF2B5EF4-FFF2-40B4-BE49-F238E27FC236}">
                      <a16:creationId xmlns:a16="http://schemas.microsoft.com/office/drawing/2014/main" id="{5B2E0A11-3612-B281-EF4A-A098E7BC3ECA}"/>
                    </a:ext>
                  </a:extLst>
                </p:cNvPr>
                <p:cNvSpPr>
                  <a:spLocks/>
                </p:cNvSpPr>
                <p:nvPr/>
              </p:nvSpPr>
              <p:spPr bwMode="auto">
                <a:xfrm flipH="1">
                  <a:off x="1662366" y="3530275"/>
                  <a:ext cx="198553" cy="228361"/>
                </a:xfrm>
                <a:prstGeom prst="rect">
                  <a:avLst/>
                </a:prstGeom>
                <a:gradFill>
                  <a:gsLst>
                    <a:gs pos="35000">
                      <a:schemeClr val="bg2">
                        <a:lumMod val="75000"/>
                      </a:schemeClr>
                    </a:gs>
                    <a:gs pos="12000">
                      <a:srgbClr val="818587"/>
                    </a:gs>
                    <a:gs pos="7000">
                      <a:schemeClr val="tx1">
                        <a:lumMod val="50000"/>
                        <a:lumOff val="50000"/>
                      </a:schemeClr>
                    </a:gs>
                    <a:gs pos="0">
                      <a:schemeClr val="bg2">
                        <a:lumMod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430" name="组合 429">
                <a:extLst>
                  <a:ext uri="{FF2B5EF4-FFF2-40B4-BE49-F238E27FC236}">
                    <a16:creationId xmlns:a16="http://schemas.microsoft.com/office/drawing/2014/main" id="{C3C64D83-BD82-3B08-4C3D-9BAE32E33E65}"/>
                  </a:ext>
                </a:extLst>
              </p:cNvPr>
              <p:cNvGrpSpPr/>
              <p:nvPr/>
            </p:nvGrpSpPr>
            <p:grpSpPr>
              <a:xfrm flipH="1">
                <a:off x="2057808" y="5017843"/>
                <a:ext cx="101582" cy="90666"/>
                <a:chOff x="9253470" y="1351580"/>
                <a:chExt cx="133734" cy="133734"/>
              </a:xfrm>
            </p:grpSpPr>
            <p:sp>
              <p:nvSpPr>
                <p:cNvPr id="431" name="Oval 15540">
                  <a:extLst>
                    <a:ext uri="{FF2B5EF4-FFF2-40B4-BE49-F238E27FC236}">
                      <a16:creationId xmlns:a16="http://schemas.microsoft.com/office/drawing/2014/main" id="{E39A525F-EFC3-FAD6-D727-931DEF666EE7}"/>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2" name="Line 15541">
                  <a:extLst>
                    <a:ext uri="{FF2B5EF4-FFF2-40B4-BE49-F238E27FC236}">
                      <a16:creationId xmlns:a16="http://schemas.microsoft.com/office/drawing/2014/main" id="{098D868A-FDA1-7D9A-7A46-D81BD9B95040}"/>
                    </a:ext>
                  </a:extLst>
                </p:cNvPr>
                <p:cNvCxnSpPr>
                  <a:cxnSpLocks/>
                  <a:stCxn id="431" idx="1"/>
                  <a:endCxn id="431" idx="5"/>
                </p:cNvCxnSpPr>
                <p:nvPr/>
              </p:nvCxnSpPr>
              <p:spPr bwMode="auto">
                <a:xfrm>
                  <a:off x="9273056" y="1371165"/>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sp>
          <p:nvSpPr>
            <p:cNvPr id="10" name="任意形状 9">
              <a:extLst>
                <a:ext uri="{FF2B5EF4-FFF2-40B4-BE49-F238E27FC236}">
                  <a16:creationId xmlns:a16="http://schemas.microsoft.com/office/drawing/2014/main" id="{E1E31B19-1B9F-ACCC-D51E-2ECAAB0D6938}"/>
                </a:ext>
              </a:extLst>
            </p:cNvPr>
            <p:cNvSpPr/>
            <p:nvPr/>
          </p:nvSpPr>
          <p:spPr>
            <a:xfrm flipH="1">
              <a:off x="4807628" y="3168674"/>
              <a:ext cx="1699032" cy="218709"/>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11" name="组合 10">
              <a:extLst>
                <a:ext uri="{FF2B5EF4-FFF2-40B4-BE49-F238E27FC236}">
                  <a16:creationId xmlns:a16="http://schemas.microsoft.com/office/drawing/2014/main" id="{9E3E8FEB-2650-12D3-521F-B6432AD4DABA}"/>
                </a:ext>
              </a:extLst>
            </p:cNvPr>
            <p:cNvGrpSpPr/>
            <p:nvPr/>
          </p:nvGrpSpPr>
          <p:grpSpPr>
            <a:xfrm>
              <a:off x="4713491" y="3096376"/>
              <a:ext cx="1887814" cy="390200"/>
              <a:chOff x="-250567" y="3268205"/>
              <a:chExt cx="1887814" cy="390200"/>
            </a:xfrm>
          </p:grpSpPr>
          <p:sp>
            <p:nvSpPr>
              <p:cNvPr id="830" name="Oval 15552">
                <a:extLst>
                  <a:ext uri="{FF2B5EF4-FFF2-40B4-BE49-F238E27FC236}">
                    <a16:creationId xmlns:a16="http://schemas.microsoft.com/office/drawing/2014/main" id="{5CC1E8A2-E93C-8E36-3741-68C2501515F1}"/>
                  </a:ext>
                </a:extLst>
              </p:cNvPr>
              <p:cNvSpPr>
                <a:spLocks/>
              </p:cNvSpPr>
              <p:nvPr/>
            </p:nvSpPr>
            <p:spPr bwMode="auto">
              <a:xfrm flipH="1">
                <a:off x="-250567" y="3268205"/>
                <a:ext cx="1887814" cy="250334"/>
              </a:xfrm>
              <a:prstGeom prst="ellipse">
                <a:avLst/>
              </a:prstGeom>
              <a:gradFill flip="none" rotWithShape="1">
                <a:gsLst>
                  <a:gs pos="0">
                    <a:schemeClr val="accent1">
                      <a:lumMod val="0"/>
                      <a:lumOff val="100000"/>
                    </a:schemeClr>
                  </a:gs>
                  <a:gs pos="35000">
                    <a:schemeClr val="accent1">
                      <a:lumMod val="0"/>
                      <a:lumOff val="100000"/>
                    </a:schemeClr>
                  </a:gs>
                  <a:gs pos="100000">
                    <a:schemeClr val="bg1">
                      <a:lumMod val="85000"/>
                    </a:schemeClr>
                  </a:gs>
                </a:gsLst>
                <a:path path="circle">
                  <a:fillToRect l="50000" t="-80000" r="50000" b="18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384" name="任意形状 383">
                <a:extLst>
                  <a:ext uri="{FF2B5EF4-FFF2-40B4-BE49-F238E27FC236}">
                    <a16:creationId xmlns:a16="http://schemas.microsoft.com/office/drawing/2014/main" id="{D5A28CD0-F4B4-A943-96E7-E3A520B54787}"/>
                  </a:ext>
                </a:extLst>
              </p:cNvPr>
              <p:cNvSpPr/>
              <p:nvPr/>
            </p:nvSpPr>
            <p:spPr>
              <a:xfrm flipH="1">
                <a:off x="-152575" y="3363887"/>
                <a:ext cx="1689603" cy="119701"/>
              </a:xfrm>
              <a:custGeom>
                <a:avLst/>
                <a:gdLst>
                  <a:gd name="connsiteX0" fmla="*/ 2224380 w 2224380"/>
                  <a:gd name="connsiteY0" fmla="*/ 5623 h 176561"/>
                  <a:gd name="connsiteX1" fmla="*/ 2224380 w 2224380"/>
                  <a:gd name="connsiteY1" fmla="*/ 19074 h 176561"/>
                  <a:gd name="connsiteX2" fmla="*/ 1109440 w 2224380"/>
                  <a:gd name="connsiteY2" fmla="*/ 176561 h 176561"/>
                  <a:gd name="connsiteX3" fmla="*/ 884741 w 2224380"/>
                  <a:gd name="connsiteY3" fmla="*/ 173362 h 176561"/>
                  <a:gd name="connsiteX4" fmla="*/ 11914 w 2224380"/>
                  <a:gd name="connsiteY4" fmla="*/ 46952 h 176561"/>
                  <a:gd name="connsiteX5" fmla="*/ 0 w 2224380"/>
                  <a:gd name="connsiteY5" fmla="*/ 27879 h 176561"/>
                  <a:gd name="connsiteX6" fmla="*/ 57926 w 2224380"/>
                  <a:gd name="connsiteY6" fmla="*/ 53878 h 176561"/>
                  <a:gd name="connsiteX7" fmla="*/ 67975 w 2224380"/>
                  <a:gd name="connsiteY7" fmla="*/ 56186 h 176561"/>
                  <a:gd name="connsiteX8" fmla="*/ 75475 w 2224380"/>
                  <a:gd name="connsiteY8" fmla="*/ 60903 h 176561"/>
                  <a:gd name="connsiteX9" fmla="*/ 147992 w 2224380"/>
                  <a:gd name="connsiteY9" fmla="*/ 74561 h 176561"/>
                  <a:gd name="connsiteX10" fmla="*/ 227211 w 2224380"/>
                  <a:gd name="connsiteY10" fmla="*/ 92754 h 176561"/>
                  <a:gd name="connsiteX11" fmla="*/ 280205 w 2224380"/>
                  <a:gd name="connsiteY11" fmla="*/ 99463 h 176561"/>
                  <a:gd name="connsiteX12" fmla="*/ 315157 w 2224380"/>
                  <a:gd name="connsiteY12" fmla="*/ 106046 h 176561"/>
                  <a:gd name="connsiteX13" fmla="*/ 367811 w 2224380"/>
                  <a:gd name="connsiteY13" fmla="*/ 110554 h 176561"/>
                  <a:gd name="connsiteX14" fmla="*/ 467449 w 2224380"/>
                  <a:gd name="connsiteY14" fmla="*/ 123168 h 176561"/>
                  <a:gd name="connsiteX15" fmla="*/ 1099425 w 2224380"/>
                  <a:gd name="connsiteY15" fmla="*/ 150064 h 176561"/>
                  <a:gd name="connsiteX16" fmla="*/ 1488069 w 2224380"/>
                  <a:gd name="connsiteY16" fmla="*/ 140508 h 176561"/>
                  <a:gd name="connsiteX17" fmla="*/ 1537084 w 2224380"/>
                  <a:gd name="connsiteY17" fmla="*/ 136590 h 176561"/>
                  <a:gd name="connsiteX18" fmla="*/ 1541314 w 2224380"/>
                  <a:gd name="connsiteY18" fmla="*/ 136482 h 176561"/>
                  <a:gd name="connsiteX19" fmla="*/ 1581739 w 2224380"/>
                  <a:gd name="connsiteY19" fmla="*/ 133021 h 176561"/>
                  <a:gd name="connsiteX20" fmla="*/ 1818417 w 2224380"/>
                  <a:gd name="connsiteY20" fmla="*/ 114102 h 176561"/>
                  <a:gd name="connsiteX21" fmla="*/ 1836271 w 2224380"/>
                  <a:gd name="connsiteY21" fmla="*/ 111229 h 176561"/>
                  <a:gd name="connsiteX22" fmla="*/ 1896809 w 2224380"/>
                  <a:gd name="connsiteY22" fmla="*/ 106046 h 176561"/>
                  <a:gd name="connsiteX23" fmla="*/ 2063156 w 2224380"/>
                  <a:gd name="connsiteY23" fmla="*/ 74716 h 176561"/>
                  <a:gd name="connsiteX24" fmla="*/ 2066110 w 2224380"/>
                  <a:gd name="connsiteY24" fmla="*/ 74240 h 176561"/>
                  <a:gd name="connsiteX25" fmla="*/ 2066596 w 2224380"/>
                  <a:gd name="connsiteY25" fmla="*/ 74068 h 176561"/>
                  <a:gd name="connsiteX26" fmla="*/ 2136491 w 2224380"/>
                  <a:gd name="connsiteY26" fmla="*/ 60903 h 176561"/>
                  <a:gd name="connsiteX27" fmla="*/ 2178959 w 2224380"/>
                  <a:gd name="connsiteY27" fmla="*/ 34192 h 176561"/>
                  <a:gd name="connsiteX28" fmla="*/ 2206787 w 2224380"/>
                  <a:gd name="connsiteY28" fmla="*/ 24316 h 176561"/>
                  <a:gd name="connsiteX29" fmla="*/ 2216914 w 2224380"/>
                  <a:gd name="connsiteY29" fmla="*/ 10319 h 176561"/>
                  <a:gd name="connsiteX30" fmla="*/ 2224380 w 2224380"/>
                  <a:gd name="connsiteY30" fmla="*/ 0 h 176561"/>
                  <a:gd name="connsiteX31" fmla="*/ 2224380 w 2224380"/>
                  <a:gd name="connsiteY31" fmla="*/ 5623 h 176561"/>
                  <a:gd name="connsiteX32" fmla="*/ 2221584 w 2224380"/>
                  <a:gd name="connsiteY32" fmla="*/ 3865 h 17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24380" h="176561">
                    <a:moveTo>
                      <a:pt x="2224380" y="5623"/>
                    </a:moveTo>
                    <a:lnTo>
                      <a:pt x="2224380" y="19074"/>
                    </a:lnTo>
                    <a:cubicBezTo>
                      <a:pt x="2224380" y="106052"/>
                      <a:pt x="1725204" y="176561"/>
                      <a:pt x="1109440" y="176561"/>
                    </a:cubicBezTo>
                    <a:cubicBezTo>
                      <a:pt x="1032470" y="176561"/>
                      <a:pt x="957321" y="175459"/>
                      <a:pt x="884741" y="173362"/>
                    </a:cubicBezTo>
                    <a:cubicBezTo>
                      <a:pt x="440189" y="160512"/>
                      <a:pt x="92012" y="110291"/>
                      <a:pt x="11914" y="46952"/>
                    </a:cubicBezTo>
                    <a:lnTo>
                      <a:pt x="0" y="27879"/>
                    </a:lnTo>
                    <a:lnTo>
                      <a:pt x="57926" y="53878"/>
                    </a:lnTo>
                    <a:lnTo>
                      <a:pt x="67975" y="56186"/>
                    </a:lnTo>
                    <a:lnTo>
                      <a:pt x="75475" y="60903"/>
                    </a:lnTo>
                    <a:lnTo>
                      <a:pt x="147992" y="74561"/>
                    </a:lnTo>
                    <a:lnTo>
                      <a:pt x="227211" y="92754"/>
                    </a:lnTo>
                    <a:lnTo>
                      <a:pt x="280205" y="99463"/>
                    </a:lnTo>
                    <a:lnTo>
                      <a:pt x="315157" y="106046"/>
                    </a:lnTo>
                    <a:lnTo>
                      <a:pt x="367811" y="110554"/>
                    </a:lnTo>
                    <a:lnTo>
                      <a:pt x="467449" y="123168"/>
                    </a:lnTo>
                    <a:cubicBezTo>
                      <a:pt x="647850" y="140149"/>
                      <a:pt x="865327" y="150064"/>
                      <a:pt x="1099425" y="150064"/>
                    </a:cubicBezTo>
                    <a:cubicBezTo>
                      <a:pt x="1235982" y="150064"/>
                      <a:pt x="1366884" y="146690"/>
                      <a:pt x="1488069" y="140508"/>
                    </a:cubicBezTo>
                    <a:lnTo>
                      <a:pt x="1537084" y="136590"/>
                    </a:lnTo>
                    <a:lnTo>
                      <a:pt x="1541314" y="136482"/>
                    </a:lnTo>
                    <a:lnTo>
                      <a:pt x="1581739" y="133021"/>
                    </a:lnTo>
                    <a:lnTo>
                      <a:pt x="1818417" y="114102"/>
                    </a:lnTo>
                    <a:lnTo>
                      <a:pt x="1836271" y="111229"/>
                    </a:lnTo>
                    <a:lnTo>
                      <a:pt x="1896809" y="106046"/>
                    </a:lnTo>
                    <a:lnTo>
                      <a:pt x="2063156" y="74716"/>
                    </a:lnTo>
                    <a:lnTo>
                      <a:pt x="2066110" y="74240"/>
                    </a:lnTo>
                    <a:lnTo>
                      <a:pt x="2066596" y="74068"/>
                    </a:lnTo>
                    <a:lnTo>
                      <a:pt x="2136491" y="60903"/>
                    </a:lnTo>
                    <a:lnTo>
                      <a:pt x="2178959" y="34192"/>
                    </a:lnTo>
                    <a:lnTo>
                      <a:pt x="2206787" y="24316"/>
                    </a:lnTo>
                    <a:lnTo>
                      <a:pt x="2216914" y="10319"/>
                    </a:lnTo>
                    <a:close/>
                    <a:moveTo>
                      <a:pt x="2224380" y="0"/>
                    </a:moveTo>
                    <a:lnTo>
                      <a:pt x="2224380" y="5623"/>
                    </a:lnTo>
                    <a:lnTo>
                      <a:pt x="2221584" y="3865"/>
                    </a:lnTo>
                    <a:close/>
                  </a:path>
                </a:pathLst>
              </a:custGeom>
              <a:solidFill>
                <a:schemeClr val="tx1">
                  <a:lumMod val="85000"/>
                  <a:lumOff val="1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385" name="Oval 15553">
                <a:extLst>
                  <a:ext uri="{FF2B5EF4-FFF2-40B4-BE49-F238E27FC236}">
                    <a16:creationId xmlns:a16="http://schemas.microsoft.com/office/drawing/2014/main" id="{97095910-F741-8047-009D-BEC3F7B971BB}"/>
                  </a:ext>
                </a:extLst>
              </p:cNvPr>
              <p:cNvSpPr>
                <a:spLocks/>
              </p:cNvSpPr>
              <p:nvPr/>
            </p:nvSpPr>
            <p:spPr bwMode="auto">
              <a:xfrm flipH="1">
                <a:off x="-155283" y="3271416"/>
                <a:ext cx="1699032" cy="192565"/>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386" name="任意形状 385">
                <a:extLst>
                  <a:ext uri="{FF2B5EF4-FFF2-40B4-BE49-F238E27FC236}">
                    <a16:creationId xmlns:a16="http://schemas.microsoft.com/office/drawing/2014/main" id="{5632995F-E269-55BF-25E2-45031CE73FBC}"/>
                  </a:ext>
                </a:extLst>
              </p:cNvPr>
              <p:cNvSpPr/>
              <p:nvPr/>
            </p:nvSpPr>
            <p:spPr>
              <a:xfrm flipH="1">
                <a:off x="-250567" y="3398641"/>
                <a:ext cx="1887793" cy="259764"/>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12" name="组合 11">
              <a:extLst>
                <a:ext uri="{FF2B5EF4-FFF2-40B4-BE49-F238E27FC236}">
                  <a16:creationId xmlns:a16="http://schemas.microsoft.com/office/drawing/2014/main" id="{BF5FAAE3-53A6-B3B9-DC2E-9F395EF6024A}"/>
                </a:ext>
              </a:extLst>
            </p:cNvPr>
            <p:cNvGrpSpPr/>
            <p:nvPr/>
          </p:nvGrpSpPr>
          <p:grpSpPr>
            <a:xfrm>
              <a:off x="4808834" y="2931398"/>
              <a:ext cx="1699032" cy="354716"/>
              <a:chOff x="2758920" y="2045770"/>
              <a:chExt cx="1699032" cy="354716"/>
            </a:xfrm>
          </p:grpSpPr>
          <p:sp>
            <p:nvSpPr>
              <p:cNvPr id="827" name="Oval 15553">
                <a:extLst>
                  <a:ext uri="{FF2B5EF4-FFF2-40B4-BE49-F238E27FC236}">
                    <a16:creationId xmlns:a16="http://schemas.microsoft.com/office/drawing/2014/main" id="{2556FB2E-C8E3-5AB7-1E45-B461995873C2}"/>
                  </a:ext>
                </a:extLst>
              </p:cNvPr>
              <p:cNvSpPr>
                <a:spLocks/>
              </p:cNvSpPr>
              <p:nvPr/>
            </p:nvSpPr>
            <p:spPr bwMode="auto">
              <a:xfrm flipH="1">
                <a:off x="2758920" y="2207922"/>
                <a:ext cx="1699032" cy="192564"/>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dirty="0"/>
              </a:p>
            </p:txBody>
          </p:sp>
          <p:sp>
            <p:nvSpPr>
              <p:cNvPr id="828" name="任意形状 827">
                <a:extLst>
                  <a:ext uri="{FF2B5EF4-FFF2-40B4-BE49-F238E27FC236}">
                    <a16:creationId xmlns:a16="http://schemas.microsoft.com/office/drawing/2014/main" id="{556208B9-935C-FB3A-1B18-113DBA057372}"/>
                  </a:ext>
                </a:extLst>
              </p:cNvPr>
              <p:cNvSpPr/>
              <p:nvPr/>
            </p:nvSpPr>
            <p:spPr>
              <a:xfrm flipH="1">
                <a:off x="3465740" y="2351706"/>
                <a:ext cx="281929" cy="45790"/>
              </a:xfrm>
              <a:custGeom>
                <a:avLst/>
                <a:gdLst>
                  <a:gd name="connsiteX0" fmla="*/ 2027 w 371162"/>
                  <a:gd name="connsiteY0" fmla="*/ 60721 h 67541"/>
                  <a:gd name="connsiteX1" fmla="*/ 90927 w 371162"/>
                  <a:gd name="connsiteY1" fmla="*/ 67071 h 67541"/>
                  <a:gd name="connsiteX2" fmla="*/ 154427 w 371162"/>
                  <a:gd name="connsiteY2" fmla="*/ 67071 h 67541"/>
                  <a:gd name="connsiteX3" fmla="*/ 224277 w 371162"/>
                  <a:gd name="connsiteY3" fmla="*/ 67071 h 67541"/>
                  <a:gd name="connsiteX4" fmla="*/ 287777 w 371162"/>
                  <a:gd name="connsiteY4" fmla="*/ 67071 h 67541"/>
                  <a:gd name="connsiteX5" fmla="*/ 370327 w 371162"/>
                  <a:gd name="connsiteY5" fmla="*/ 63896 h 67541"/>
                  <a:gd name="connsiteX6" fmla="*/ 329052 w 371162"/>
                  <a:gd name="connsiteY6" fmla="*/ 22621 h 67541"/>
                  <a:gd name="connsiteX7" fmla="*/ 306827 w 371162"/>
                  <a:gd name="connsiteY7" fmla="*/ 9921 h 67541"/>
                  <a:gd name="connsiteX8" fmla="*/ 262377 w 371162"/>
                  <a:gd name="connsiteY8" fmla="*/ 3571 h 67541"/>
                  <a:gd name="connsiteX9" fmla="*/ 208402 w 371162"/>
                  <a:gd name="connsiteY9" fmla="*/ 396 h 67541"/>
                  <a:gd name="connsiteX10" fmla="*/ 160777 w 371162"/>
                  <a:gd name="connsiteY10" fmla="*/ 396 h 67541"/>
                  <a:gd name="connsiteX11" fmla="*/ 84577 w 371162"/>
                  <a:gd name="connsiteY11" fmla="*/ 3571 h 67541"/>
                  <a:gd name="connsiteX12" fmla="*/ 49652 w 371162"/>
                  <a:gd name="connsiteY12" fmla="*/ 9921 h 67541"/>
                  <a:gd name="connsiteX13" fmla="*/ 30602 w 371162"/>
                  <a:gd name="connsiteY13" fmla="*/ 19446 h 67541"/>
                  <a:gd name="connsiteX14" fmla="*/ 2027 w 371162"/>
                  <a:gd name="connsiteY14" fmla="*/ 60721 h 6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1162" h="67541">
                    <a:moveTo>
                      <a:pt x="2027" y="60721"/>
                    </a:moveTo>
                    <a:cubicBezTo>
                      <a:pt x="12081" y="68658"/>
                      <a:pt x="65527" y="66013"/>
                      <a:pt x="90927" y="67071"/>
                    </a:cubicBezTo>
                    <a:cubicBezTo>
                      <a:pt x="116327" y="68129"/>
                      <a:pt x="154427" y="67071"/>
                      <a:pt x="154427" y="67071"/>
                    </a:cubicBezTo>
                    <a:lnTo>
                      <a:pt x="224277" y="67071"/>
                    </a:lnTo>
                    <a:lnTo>
                      <a:pt x="287777" y="67071"/>
                    </a:lnTo>
                    <a:cubicBezTo>
                      <a:pt x="312119" y="66542"/>
                      <a:pt x="370327" y="63896"/>
                      <a:pt x="370327" y="63896"/>
                    </a:cubicBezTo>
                    <a:cubicBezTo>
                      <a:pt x="377206" y="56488"/>
                      <a:pt x="339635" y="31617"/>
                      <a:pt x="329052" y="22621"/>
                    </a:cubicBezTo>
                    <a:cubicBezTo>
                      <a:pt x="318469" y="13625"/>
                      <a:pt x="317940" y="13096"/>
                      <a:pt x="306827" y="9921"/>
                    </a:cubicBezTo>
                    <a:cubicBezTo>
                      <a:pt x="295714" y="6746"/>
                      <a:pt x="278781" y="5158"/>
                      <a:pt x="262377" y="3571"/>
                    </a:cubicBezTo>
                    <a:cubicBezTo>
                      <a:pt x="245973" y="1984"/>
                      <a:pt x="225335" y="925"/>
                      <a:pt x="208402" y="396"/>
                    </a:cubicBezTo>
                    <a:cubicBezTo>
                      <a:pt x="191469" y="-133"/>
                      <a:pt x="181414" y="-133"/>
                      <a:pt x="160777" y="396"/>
                    </a:cubicBezTo>
                    <a:cubicBezTo>
                      <a:pt x="140140" y="925"/>
                      <a:pt x="103098" y="1984"/>
                      <a:pt x="84577" y="3571"/>
                    </a:cubicBezTo>
                    <a:cubicBezTo>
                      <a:pt x="66056" y="5158"/>
                      <a:pt x="58648" y="7275"/>
                      <a:pt x="49652" y="9921"/>
                    </a:cubicBezTo>
                    <a:cubicBezTo>
                      <a:pt x="40656" y="12567"/>
                      <a:pt x="30602" y="19446"/>
                      <a:pt x="30602" y="19446"/>
                    </a:cubicBezTo>
                    <a:cubicBezTo>
                      <a:pt x="22135" y="26854"/>
                      <a:pt x="-8027" y="52784"/>
                      <a:pt x="2027" y="60721"/>
                    </a:cubicBezTo>
                    <a:close/>
                  </a:path>
                </a:pathLst>
              </a:custGeom>
              <a:gradFill>
                <a:gsLst>
                  <a:gs pos="8000">
                    <a:schemeClr val="bg1">
                      <a:lumMod val="65000"/>
                    </a:schemeClr>
                  </a:gs>
                  <a:gs pos="0">
                    <a:schemeClr val="tx1">
                      <a:lumMod val="50000"/>
                      <a:lumOff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29" name="圆柱体 828">
                <a:extLst>
                  <a:ext uri="{FF2B5EF4-FFF2-40B4-BE49-F238E27FC236}">
                    <a16:creationId xmlns:a16="http://schemas.microsoft.com/office/drawing/2014/main" id="{5D825B3D-D7C0-C7CE-8546-5AECCF8DE4DD}"/>
                  </a:ext>
                </a:extLst>
              </p:cNvPr>
              <p:cNvSpPr/>
              <p:nvPr/>
            </p:nvSpPr>
            <p:spPr>
              <a:xfrm flipH="1">
                <a:off x="3437089" y="2045770"/>
                <a:ext cx="344607" cy="250333"/>
              </a:xfrm>
              <a:prstGeom prst="can">
                <a:avLst>
                  <a:gd name="adj" fmla="val 27645"/>
                </a:avLst>
              </a:prstGeom>
              <a:gradFill flip="none" rotWithShape="1">
                <a:gsLst>
                  <a:gs pos="0">
                    <a:srgbClr val="D8D4D5"/>
                  </a:gs>
                  <a:gs pos="74000">
                    <a:srgbClr val="5D5D5C"/>
                  </a:gs>
                  <a:gs pos="83000">
                    <a:srgbClr val="4D504A"/>
                  </a:gs>
                  <a:gs pos="100000">
                    <a:srgbClr val="62655D"/>
                  </a:gs>
                </a:gsLst>
                <a:lin ang="27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3" name="组合 12">
              <a:extLst>
                <a:ext uri="{FF2B5EF4-FFF2-40B4-BE49-F238E27FC236}">
                  <a16:creationId xmlns:a16="http://schemas.microsoft.com/office/drawing/2014/main" id="{1D65A59B-FC57-8134-837E-87955ABF905A}"/>
                </a:ext>
              </a:extLst>
            </p:cNvPr>
            <p:cNvGrpSpPr/>
            <p:nvPr/>
          </p:nvGrpSpPr>
          <p:grpSpPr>
            <a:xfrm flipH="1">
              <a:off x="2870795" y="1939170"/>
              <a:ext cx="2984766" cy="2065706"/>
              <a:chOff x="7990108" y="574916"/>
              <a:chExt cx="3929476" cy="3046964"/>
            </a:xfrm>
          </p:grpSpPr>
          <p:sp>
            <p:nvSpPr>
              <p:cNvPr id="1075" name="Rectangle 15501">
                <a:extLst>
                  <a:ext uri="{FF2B5EF4-FFF2-40B4-BE49-F238E27FC236}">
                    <a16:creationId xmlns:a16="http://schemas.microsoft.com/office/drawing/2014/main" id="{411FEA11-21C4-7A7D-25F0-2228E753C6AB}"/>
                  </a:ext>
                </a:extLst>
              </p:cNvPr>
              <p:cNvSpPr>
                <a:spLocks/>
              </p:cNvSpPr>
              <p:nvPr/>
            </p:nvSpPr>
            <p:spPr bwMode="auto">
              <a:xfrm flipH="1">
                <a:off x="9709329" y="1408520"/>
                <a:ext cx="1300895" cy="83874"/>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76" name="Rectangle 15501">
                <a:extLst>
                  <a:ext uri="{FF2B5EF4-FFF2-40B4-BE49-F238E27FC236}">
                    <a16:creationId xmlns:a16="http://schemas.microsoft.com/office/drawing/2014/main" id="{DFBC126A-52D8-F9D5-750D-F5D795E4B489}"/>
                  </a:ext>
                </a:extLst>
              </p:cNvPr>
              <p:cNvSpPr>
                <a:spLocks/>
              </p:cNvSpPr>
              <p:nvPr/>
            </p:nvSpPr>
            <p:spPr bwMode="auto">
              <a:xfrm>
                <a:off x="7990108" y="2168732"/>
                <a:ext cx="1838276" cy="122335"/>
              </a:xfrm>
              <a:prstGeom prst="rect">
                <a:avLst/>
              </a:prstGeom>
              <a:gradFill>
                <a:gsLst>
                  <a:gs pos="2000">
                    <a:srgbClr val="A6A6A6"/>
                  </a:gs>
                  <a:gs pos="31000">
                    <a:schemeClr val="bg1">
                      <a:lumMod val="65000"/>
                    </a:schemeClr>
                  </a:gs>
                  <a:gs pos="23000">
                    <a:schemeClr val="bg1">
                      <a:lumMod val="75000"/>
                    </a:schemeClr>
                  </a:gs>
                  <a:gs pos="10000">
                    <a:srgbClr val="9F9F9F"/>
                  </a:gs>
                  <a:gs pos="10000">
                    <a:schemeClr val="bg1">
                      <a:lumMod val="75000"/>
                    </a:schemeClr>
                  </a:gs>
                  <a:gs pos="0">
                    <a:srgbClr val="C5C5C5"/>
                  </a:gs>
                  <a:gs pos="4000">
                    <a:srgbClr val="DBDBDB"/>
                  </a:gs>
                  <a:gs pos="3000">
                    <a:srgbClr val="A7A7A7"/>
                  </a:gs>
                  <a:gs pos="27000">
                    <a:schemeClr val="tx1">
                      <a:lumMod val="50000"/>
                      <a:lumOff val="50000"/>
                    </a:schemeClr>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077" name="组合 1076">
                <a:extLst>
                  <a:ext uri="{FF2B5EF4-FFF2-40B4-BE49-F238E27FC236}">
                    <a16:creationId xmlns:a16="http://schemas.microsoft.com/office/drawing/2014/main" id="{195A0AE5-E7A6-AC28-A1F9-D02A2C1FC3EB}"/>
                  </a:ext>
                </a:extLst>
              </p:cNvPr>
              <p:cNvGrpSpPr/>
              <p:nvPr/>
            </p:nvGrpSpPr>
            <p:grpSpPr>
              <a:xfrm>
                <a:off x="10892453" y="1636790"/>
                <a:ext cx="181074" cy="177523"/>
                <a:chOff x="1879235" y="2086768"/>
                <a:chExt cx="181074" cy="177523"/>
              </a:xfrm>
            </p:grpSpPr>
            <p:grpSp>
              <p:nvGrpSpPr>
                <p:cNvPr id="816" name="Group 15491">
                  <a:extLst>
                    <a:ext uri="{FF2B5EF4-FFF2-40B4-BE49-F238E27FC236}">
                      <a16:creationId xmlns:a16="http://schemas.microsoft.com/office/drawing/2014/main" id="{C51F5F7A-909A-EE49-2EEB-0E202896CD57}"/>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818" name="Rectangle 15492">
                    <a:extLst>
                      <a:ext uri="{FF2B5EF4-FFF2-40B4-BE49-F238E27FC236}">
                        <a16:creationId xmlns:a16="http://schemas.microsoft.com/office/drawing/2014/main" id="{56933CB1-6B83-0AB2-7C2F-4D73289C9F60}"/>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19" name="Rectangle 15493">
                    <a:extLst>
                      <a:ext uri="{FF2B5EF4-FFF2-40B4-BE49-F238E27FC236}">
                        <a16:creationId xmlns:a16="http://schemas.microsoft.com/office/drawing/2014/main" id="{1D922DB0-A2BD-F251-2287-96FAA11CB39B}"/>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820" name="Line 15494">
                    <a:extLst>
                      <a:ext uri="{FF2B5EF4-FFF2-40B4-BE49-F238E27FC236}">
                        <a16:creationId xmlns:a16="http://schemas.microsoft.com/office/drawing/2014/main" id="{BA2D92DF-2ABB-CD2E-1501-9343EDA37C90}"/>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821" name="Line 15495">
                    <a:extLst>
                      <a:ext uri="{FF2B5EF4-FFF2-40B4-BE49-F238E27FC236}">
                        <a16:creationId xmlns:a16="http://schemas.microsoft.com/office/drawing/2014/main" id="{B8FAE351-24F3-2881-9CA5-2522CB1655EA}"/>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822" name="Line 15496">
                    <a:extLst>
                      <a:ext uri="{FF2B5EF4-FFF2-40B4-BE49-F238E27FC236}">
                        <a16:creationId xmlns:a16="http://schemas.microsoft.com/office/drawing/2014/main" id="{1B9EC8F8-1A47-748E-8A04-F25D02768A76}"/>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823" name="Line 15497">
                    <a:extLst>
                      <a:ext uri="{FF2B5EF4-FFF2-40B4-BE49-F238E27FC236}">
                        <a16:creationId xmlns:a16="http://schemas.microsoft.com/office/drawing/2014/main" id="{15E491BB-CA10-E2D5-33FE-5C55A288F6B9}"/>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824" name="Line 15498">
                    <a:extLst>
                      <a:ext uri="{FF2B5EF4-FFF2-40B4-BE49-F238E27FC236}">
                        <a16:creationId xmlns:a16="http://schemas.microsoft.com/office/drawing/2014/main" id="{A6690AA3-F615-2E92-8B2D-7FEAF0F735FA}"/>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825" name="Line 15499">
                    <a:extLst>
                      <a:ext uri="{FF2B5EF4-FFF2-40B4-BE49-F238E27FC236}">
                        <a16:creationId xmlns:a16="http://schemas.microsoft.com/office/drawing/2014/main" id="{38DE157F-E600-53AD-2D42-D3C2F30E47E9}"/>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826" name="Line 15500">
                    <a:extLst>
                      <a:ext uri="{FF2B5EF4-FFF2-40B4-BE49-F238E27FC236}">
                        <a16:creationId xmlns:a16="http://schemas.microsoft.com/office/drawing/2014/main" id="{92C2D081-A6AA-8974-B8E0-C42492CE399C}"/>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817" name="Line 15500">
                  <a:extLst>
                    <a:ext uri="{FF2B5EF4-FFF2-40B4-BE49-F238E27FC236}">
                      <a16:creationId xmlns:a16="http://schemas.microsoft.com/office/drawing/2014/main" id="{A06152CF-35A8-7EFB-1745-6EC7670E4667}"/>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078" name="Rectangle 15436">
                <a:extLst>
                  <a:ext uri="{FF2B5EF4-FFF2-40B4-BE49-F238E27FC236}">
                    <a16:creationId xmlns:a16="http://schemas.microsoft.com/office/drawing/2014/main" id="{00FE87F1-A1C1-AA3C-7525-0835DAC9C6E5}"/>
                  </a:ext>
                </a:extLst>
              </p:cNvPr>
              <p:cNvSpPr>
                <a:spLocks/>
              </p:cNvSpPr>
              <p:nvPr/>
            </p:nvSpPr>
            <p:spPr bwMode="auto">
              <a:xfrm>
                <a:off x="9594978" y="1304915"/>
                <a:ext cx="185415" cy="2141200"/>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79" name="Rectangle 15460">
                <a:extLst>
                  <a:ext uri="{FF2B5EF4-FFF2-40B4-BE49-F238E27FC236}">
                    <a16:creationId xmlns:a16="http://schemas.microsoft.com/office/drawing/2014/main" id="{3A9F9ED4-B264-EBA7-4855-66140BC20C44}"/>
                  </a:ext>
                </a:extLst>
              </p:cNvPr>
              <p:cNvSpPr>
                <a:spLocks/>
              </p:cNvSpPr>
              <p:nvPr/>
            </p:nvSpPr>
            <p:spPr bwMode="auto">
              <a:xfrm flipH="1" flipV="1">
                <a:off x="10923011" y="1194674"/>
                <a:ext cx="119961" cy="1270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80" name="直角三角形 1079">
                <a:extLst>
                  <a:ext uri="{FF2B5EF4-FFF2-40B4-BE49-F238E27FC236}">
                    <a16:creationId xmlns:a16="http://schemas.microsoft.com/office/drawing/2014/main" id="{F6B4105A-A717-40C6-D91E-E1A77CF08742}"/>
                  </a:ext>
                </a:extLst>
              </p:cNvPr>
              <p:cNvSpPr/>
              <p:nvPr/>
            </p:nvSpPr>
            <p:spPr>
              <a:xfrm>
                <a:off x="9778861" y="1264804"/>
                <a:ext cx="1099103" cy="145504"/>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81" name="Rectangle 15437">
                <a:extLst>
                  <a:ext uri="{FF2B5EF4-FFF2-40B4-BE49-F238E27FC236}">
                    <a16:creationId xmlns:a16="http://schemas.microsoft.com/office/drawing/2014/main" id="{073F4CC4-39C3-B8BC-00D0-BF0E090A0745}"/>
                  </a:ext>
                </a:extLst>
              </p:cNvPr>
              <p:cNvSpPr>
                <a:spLocks/>
              </p:cNvSpPr>
              <p:nvPr/>
            </p:nvSpPr>
            <p:spPr bwMode="auto">
              <a:xfrm flipH="1">
                <a:off x="11176274" y="803762"/>
                <a:ext cx="733917" cy="358169"/>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82" name="Rectangle 15456">
                <a:extLst>
                  <a:ext uri="{FF2B5EF4-FFF2-40B4-BE49-F238E27FC236}">
                    <a16:creationId xmlns:a16="http://schemas.microsoft.com/office/drawing/2014/main" id="{7FC1F6E6-FC41-66E5-ED92-8037FF58F0C1}"/>
                  </a:ext>
                </a:extLst>
              </p:cNvPr>
              <p:cNvSpPr>
                <a:spLocks/>
              </p:cNvSpPr>
              <p:nvPr/>
            </p:nvSpPr>
            <p:spPr bwMode="auto">
              <a:xfrm flipH="1">
                <a:off x="11641505" y="756579"/>
                <a:ext cx="82628" cy="44991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083" name="Rectangle 15460">
                <a:extLst>
                  <a:ext uri="{FF2B5EF4-FFF2-40B4-BE49-F238E27FC236}">
                    <a16:creationId xmlns:a16="http://schemas.microsoft.com/office/drawing/2014/main" id="{A1214E27-B5A2-3A81-C322-3672FF75D746}"/>
                  </a:ext>
                </a:extLst>
              </p:cNvPr>
              <p:cNvSpPr>
                <a:spLocks/>
              </p:cNvSpPr>
              <p:nvPr/>
            </p:nvSpPr>
            <p:spPr bwMode="auto">
              <a:xfrm flipH="1" flipV="1">
                <a:off x="10885584" y="1374546"/>
                <a:ext cx="206810" cy="1505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84" name="AutoShape 15462">
                <a:extLst>
                  <a:ext uri="{FF2B5EF4-FFF2-40B4-BE49-F238E27FC236}">
                    <a16:creationId xmlns:a16="http://schemas.microsoft.com/office/drawing/2014/main" id="{C7591BCB-0139-27BD-CFD0-911756609F66}"/>
                  </a:ext>
                </a:extLst>
              </p:cNvPr>
              <p:cNvSpPr>
                <a:spLocks/>
              </p:cNvSpPr>
              <p:nvPr/>
            </p:nvSpPr>
            <p:spPr bwMode="auto">
              <a:xfrm flipH="1">
                <a:off x="10928681" y="1323777"/>
                <a:ext cx="109319" cy="4571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85" name="Rectangle 15464">
                <a:extLst>
                  <a:ext uri="{FF2B5EF4-FFF2-40B4-BE49-F238E27FC236}">
                    <a16:creationId xmlns:a16="http://schemas.microsoft.com/office/drawing/2014/main" id="{F9266585-ABB9-F209-D701-6B1A3785572F}"/>
                  </a:ext>
                </a:extLst>
              </p:cNvPr>
              <p:cNvSpPr>
                <a:spLocks/>
              </p:cNvSpPr>
              <p:nvPr/>
            </p:nvSpPr>
            <p:spPr bwMode="auto">
              <a:xfrm flipH="1">
                <a:off x="9378382" y="768979"/>
                <a:ext cx="1979705" cy="436707"/>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86" name="Rectangle 15515">
                <a:extLst>
                  <a:ext uri="{FF2B5EF4-FFF2-40B4-BE49-F238E27FC236}">
                    <a16:creationId xmlns:a16="http://schemas.microsoft.com/office/drawing/2014/main" id="{7A9A6481-4B52-D9C0-BD34-79B5F3398D04}"/>
                  </a:ext>
                </a:extLst>
              </p:cNvPr>
              <p:cNvSpPr>
                <a:spLocks/>
              </p:cNvSpPr>
              <p:nvPr/>
            </p:nvSpPr>
            <p:spPr bwMode="auto">
              <a:xfrm flipH="1">
                <a:off x="9150925" y="762785"/>
                <a:ext cx="294704" cy="443710"/>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087" name="Rectangle 15464">
                <a:extLst>
                  <a:ext uri="{FF2B5EF4-FFF2-40B4-BE49-F238E27FC236}">
                    <a16:creationId xmlns:a16="http://schemas.microsoft.com/office/drawing/2014/main" id="{ABB1ADD9-4E24-4AD5-8EBE-06758F371170}"/>
                  </a:ext>
                </a:extLst>
              </p:cNvPr>
              <p:cNvSpPr>
                <a:spLocks/>
              </p:cNvSpPr>
              <p:nvPr/>
            </p:nvSpPr>
            <p:spPr bwMode="auto">
              <a:xfrm flipH="1">
                <a:off x="9441034" y="739309"/>
                <a:ext cx="531545" cy="486262"/>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44" name="Rectangle 15465">
                <a:extLst>
                  <a:ext uri="{FF2B5EF4-FFF2-40B4-BE49-F238E27FC236}">
                    <a16:creationId xmlns:a16="http://schemas.microsoft.com/office/drawing/2014/main" id="{6F9AFD31-583B-BD49-F3C5-23A03FD5F389}"/>
                  </a:ext>
                </a:extLst>
              </p:cNvPr>
              <p:cNvSpPr>
                <a:spLocks/>
              </p:cNvSpPr>
              <p:nvPr/>
            </p:nvSpPr>
            <p:spPr bwMode="auto">
              <a:xfrm flipH="1">
                <a:off x="9662312" y="979035"/>
                <a:ext cx="116607" cy="32825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45" name="Rectangle 15501">
                <a:extLst>
                  <a:ext uri="{FF2B5EF4-FFF2-40B4-BE49-F238E27FC236}">
                    <a16:creationId xmlns:a16="http://schemas.microsoft.com/office/drawing/2014/main" id="{7BBFB082-F1B0-8B45-89AA-FCDA788CC1C6}"/>
                  </a:ext>
                </a:extLst>
              </p:cNvPr>
              <p:cNvSpPr>
                <a:spLocks/>
              </p:cNvSpPr>
              <p:nvPr/>
            </p:nvSpPr>
            <p:spPr bwMode="auto">
              <a:xfrm flipH="1">
                <a:off x="9478199" y="1533244"/>
                <a:ext cx="1646177" cy="122335"/>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46" name="直角三角形 245">
                <a:extLst>
                  <a:ext uri="{FF2B5EF4-FFF2-40B4-BE49-F238E27FC236}">
                    <a16:creationId xmlns:a16="http://schemas.microsoft.com/office/drawing/2014/main" id="{CB570B7B-D42C-BC3C-242E-1B84712355E5}"/>
                  </a:ext>
                </a:extLst>
              </p:cNvPr>
              <p:cNvSpPr/>
              <p:nvPr/>
            </p:nvSpPr>
            <p:spPr>
              <a:xfrm rot="10800000" flipH="1">
                <a:off x="9779619" y="1657782"/>
                <a:ext cx="1106159" cy="454458"/>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7" name="Rectangle 15465">
                <a:extLst>
                  <a:ext uri="{FF2B5EF4-FFF2-40B4-BE49-F238E27FC236}">
                    <a16:creationId xmlns:a16="http://schemas.microsoft.com/office/drawing/2014/main" id="{C6D015B3-871E-BA3C-C0B2-0590DE7D0C9A}"/>
                  </a:ext>
                </a:extLst>
              </p:cNvPr>
              <p:cNvSpPr>
                <a:spLocks/>
              </p:cNvSpPr>
              <p:nvPr/>
            </p:nvSpPr>
            <p:spPr bwMode="auto">
              <a:xfrm flipH="1">
                <a:off x="10882858" y="743836"/>
                <a:ext cx="207105" cy="486262"/>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48" name="Oval 15540">
                <a:extLst>
                  <a:ext uri="{FF2B5EF4-FFF2-40B4-BE49-F238E27FC236}">
                    <a16:creationId xmlns:a16="http://schemas.microsoft.com/office/drawing/2014/main" id="{C311572F-CAF4-6104-B51F-D2046D6B82EF}"/>
                  </a:ext>
                </a:extLst>
              </p:cNvPr>
              <p:cNvSpPr>
                <a:spLocks/>
              </p:cNvSpPr>
              <p:nvPr/>
            </p:nvSpPr>
            <p:spPr bwMode="auto">
              <a:xfrm flipH="1">
                <a:off x="11127856" y="1042448"/>
                <a:ext cx="350987"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49" name="Rectangle 15437">
                <a:extLst>
                  <a:ext uri="{FF2B5EF4-FFF2-40B4-BE49-F238E27FC236}">
                    <a16:creationId xmlns:a16="http://schemas.microsoft.com/office/drawing/2014/main" id="{8A07F7C6-C562-884B-8C04-35C5FBEA6725}"/>
                  </a:ext>
                </a:extLst>
              </p:cNvPr>
              <p:cNvSpPr>
                <a:spLocks/>
              </p:cNvSpPr>
              <p:nvPr/>
            </p:nvSpPr>
            <p:spPr bwMode="auto">
              <a:xfrm flipH="1">
                <a:off x="9976693" y="762784"/>
                <a:ext cx="905487" cy="446998"/>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250" name="Oval 15540">
                <a:extLst>
                  <a:ext uri="{FF2B5EF4-FFF2-40B4-BE49-F238E27FC236}">
                    <a16:creationId xmlns:a16="http://schemas.microsoft.com/office/drawing/2014/main" id="{F6F0E2EB-1E4C-FF64-B29B-A835AA7E602D}"/>
                  </a:ext>
                </a:extLst>
              </p:cNvPr>
              <p:cNvSpPr>
                <a:spLocks/>
              </p:cNvSpPr>
              <p:nvPr/>
            </p:nvSpPr>
            <p:spPr bwMode="auto">
              <a:xfrm flipH="1">
                <a:off x="9590778" y="859774"/>
                <a:ext cx="246821" cy="244006"/>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251" name="组合 250">
                <a:extLst>
                  <a:ext uri="{FF2B5EF4-FFF2-40B4-BE49-F238E27FC236}">
                    <a16:creationId xmlns:a16="http://schemas.microsoft.com/office/drawing/2014/main" id="{78605CBC-2438-D79D-E039-C25AF9C48672}"/>
                  </a:ext>
                </a:extLst>
              </p:cNvPr>
              <p:cNvGrpSpPr/>
              <p:nvPr/>
            </p:nvGrpSpPr>
            <p:grpSpPr>
              <a:xfrm rot="10800000">
                <a:off x="11741684" y="574916"/>
                <a:ext cx="144687" cy="141850"/>
                <a:chOff x="1879235" y="2086768"/>
                <a:chExt cx="181074" cy="177523"/>
              </a:xfrm>
            </p:grpSpPr>
            <p:grpSp>
              <p:nvGrpSpPr>
                <p:cNvPr id="805" name="Group 15491">
                  <a:extLst>
                    <a:ext uri="{FF2B5EF4-FFF2-40B4-BE49-F238E27FC236}">
                      <a16:creationId xmlns:a16="http://schemas.microsoft.com/office/drawing/2014/main" id="{3976737E-42EA-5D60-DCF6-D9E2144A5106}"/>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807" name="Rectangle 15492">
                    <a:extLst>
                      <a:ext uri="{FF2B5EF4-FFF2-40B4-BE49-F238E27FC236}">
                        <a16:creationId xmlns:a16="http://schemas.microsoft.com/office/drawing/2014/main" id="{1BCFE18C-FB11-4539-DA2A-4A41A9671A7A}"/>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08" name="Rectangle 15493">
                    <a:extLst>
                      <a:ext uri="{FF2B5EF4-FFF2-40B4-BE49-F238E27FC236}">
                        <a16:creationId xmlns:a16="http://schemas.microsoft.com/office/drawing/2014/main" id="{F18E5B4E-5250-2CEB-EA07-57F02F413209}"/>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809" name="Line 15494">
                    <a:extLst>
                      <a:ext uri="{FF2B5EF4-FFF2-40B4-BE49-F238E27FC236}">
                        <a16:creationId xmlns:a16="http://schemas.microsoft.com/office/drawing/2014/main" id="{89B5693B-C6A4-5BD6-80B4-ACACDC9B754C}"/>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810" name="Line 15495">
                    <a:extLst>
                      <a:ext uri="{FF2B5EF4-FFF2-40B4-BE49-F238E27FC236}">
                        <a16:creationId xmlns:a16="http://schemas.microsoft.com/office/drawing/2014/main" id="{60EC5D2B-4860-BE3A-87CB-DDBDEBC9E30D}"/>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811" name="Line 15496">
                    <a:extLst>
                      <a:ext uri="{FF2B5EF4-FFF2-40B4-BE49-F238E27FC236}">
                        <a16:creationId xmlns:a16="http://schemas.microsoft.com/office/drawing/2014/main" id="{3C495213-AFB4-03D7-7975-8A9D20631865}"/>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812" name="Line 15497">
                    <a:extLst>
                      <a:ext uri="{FF2B5EF4-FFF2-40B4-BE49-F238E27FC236}">
                        <a16:creationId xmlns:a16="http://schemas.microsoft.com/office/drawing/2014/main" id="{9F935B24-AAD4-9389-33D0-66ED68EE6238}"/>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813" name="Line 15498">
                    <a:extLst>
                      <a:ext uri="{FF2B5EF4-FFF2-40B4-BE49-F238E27FC236}">
                        <a16:creationId xmlns:a16="http://schemas.microsoft.com/office/drawing/2014/main" id="{C4137E1F-09E8-9082-3A84-2E6022164E59}"/>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814" name="Line 15499">
                    <a:extLst>
                      <a:ext uri="{FF2B5EF4-FFF2-40B4-BE49-F238E27FC236}">
                        <a16:creationId xmlns:a16="http://schemas.microsoft.com/office/drawing/2014/main" id="{B647035A-8F81-9FBF-40DB-9861155BF40A}"/>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815" name="Line 15500">
                    <a:extLst>
                      <a:ext uri="{FF2B5EF4-FFF2-40B4-BE49-F238E27FC236}">
                        <a16:creationId xmlns:a16="http://schemas.microsoft.com/office/drawing/2014/main" id="{EA98CEEF-20D4-D2AD-2FBA-50D7745FEABC}"/>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806" name="Line 15500">
                  <a:extLst>
                    <a:ext uri="{FF2B5EF4-FFF2-40B4-BE49-F238E27FC236}">
                      <a16:creationId xmlns:a16="http://schemas.microsoft.com/office/drawing/2014/main" id="{FC6E1998-C6F8-E30B-8C5C-609DB3B9B007}"/>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252" name="Oval 15547">
                <a:extLst>
                  <a:ext uri="{FF2B5EF4-FFF2-40B4-BE49-F238E27FC236}">
                    <a16:creationId xmlns:a16="http://schemas.microsoft.com/office/drawing/2014/main" id="{957E1849-11C3-1BD3-3CF6-4DD16C2D783B}"/>
                  </a:ext>
                </a:extLst>
              </p:cNvPr>
              <p:cNvSpPr>
                <a:spLocks/>
              </p:cNvSpPr>
              <p:nvPr/>
            </p:nvSpPr>
            <p:spPr bwMode="auto">
              <a:xfrm>
                <a:off x="9622003" y="2160626"/>
                <a:ext cx="133734" cy="133734"/>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53" name="Line 15548">
                <a:extLst>
                  <a:ext uri="{FF2B5EF4-FFF2-40B4-BE49-F238E27FC236}">
                    <a16:creationId xmlns:a16="http://schemas.microsoft.com/office/drawing/2014/main" id="{784BFBBF-3FBB-5282-4BEF-76B5ECF9C7A1}"/>
                  </a:ext>
                </a:extLst>
              </p:cNvPr>
              <p:cNvCxnSpPr>
                <a:cxnSpLocks/>
              </p:cNvCxnSpPr>
              <p:nvPr/>
            </p:nvCxnSpPr>
            <p:spPr bwMode="auto">
              <a:xfrm>
                <a:off x="9657507" y="2173644"/>
                <a:ext cx="60358" cy="120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254" name="组合 253">
                <a:extLst>
                  <a:ext uri="{FF2B5EF4-FFF2-40B4-BE49-F238E27FC236}">
                    <a16:creationId xmlns:a16="http://schemas.microsoft.com/office/drawing/2014/main" id="{8A8CFC16-B6F0-CA39-A4E2-50BA0C961FAE}"/>
                  </a:ext>
                </a:extLst>
              </p:cNvPr>
              <p:cNvGrpSpPr/>
              <p:nvPr/>
            </p:nvGrpSpPr>
            <p:grpSpPr>
              <a:xfrm rot="16200000">
                <a:off x="9784521" y="2139131"/>
                <a:ext cx="181074" cy="177523"/>
                <a:chOff x="1879235" y="2086768"/>
                <a:chExt cx="181074" cy="177523"/>
              </a:xfrm>
            </p:grpSpPr>
            <p:grpSp>
              <p:nvGrpSpPr>
                <p:cNvPr id="783" name="Group 15491">
                  <a:extLst>
                    <a:ext uri="{FF2B5EF4-FFF2-40B4-BE49-F238E27FC236}">
                      <a16:creationId xmlns:a16="http://schemas.microsoft.com/office/drawing/2014/main" id="{48657B83-B717-2848-93FB-ECA51AEE5D4F}"/>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785" name="Rectangle 15492">
                    <a:extLst>
                      <a:ext uri="{FF2B5EF4-FFF2-40B4-BE49-F238E27FC236}">
                        <a16:creationId xmlns:a16="http://schemas.microsoft.com/office/drawing/2014/main" id="{CF5631D3-1FB3-43EB-A3E6-2DA5F059BF62}"/>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786" name="Rectangle 15493">
                    <a:extLst>
                      <a:ext uri="{FF2B5EF4-FFF2-40B4-BE49-F238E27FC236}">
                        <a16:creationId xmlns:a16="http://schemas.microsoft.com/office/drawing/2014/main" id="{FB5F075D-F026-EB63-C430-85C5A6D61E3E}"/>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787" name="Line 15494">
                    <a:extLst>
                      <a:ext uri="{FF2B5EF4-FFF2-40B4-BE49-F238E27FC236}">
                        <a16:creationId xmlns:a16="http://schemas.microsoft.com/office/drawing/2014/main" id="{7ED8BA3C-F9A2-0C78-EB1C-CAD4CC5860D3}"/>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788" name="Line 15495">
                    <a:extLst>
                      <a:ext uri="{FF2B5EF4-FFF2-40B4-BE49-F238E27FC236}">
                        <a16:creationId xmlns:a16="http://schemas.microsoft.com/office/drawing/2014/main" id="{B51FC436-E7A2-D8C0-AA80-7D59407F04EF}"/>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789" name="Line 15496">
                    <a:extLst>
                      <a:ext uri="{FF2B5EF4-FFF2-40B4-BE49-F238E27FC236}">
                        <a16:creationId xmlns:a16="http://schemas.microsoft.com/office/drawing/2014/main" id="{CEEC956B-30A8-4F1E-1B4B-FD125F2CDBEA}"/>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790" name="Line 15497">
                    <a:extLst>
                      <a:ext uri="{FF2B5EF4-FFF2-40B4-BE49-F238E27FC236}">
                        <a16:creationId xmlns:a16="http://schemas.microsoft.com/office/drawing/2014/main" id="{55CEBE0C-11FC-9F23-854D-67048B4F4F5A}"/>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791" name="Line 15498">
                    <a:extLst>
                      <a:ext uri="{FF2B5EF4-FFF2-40B4-BE49-F238E27FC236}">
                        <a16:creationId xmlns:a16="http://schemas.microsoft.com/office/drawing/2014/main" id="{748A8114-C3F1-8EEC-7D06-B5AFB4646FF8}"/>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803" name="Line 15499">
                    <a:extLst>
                      <a:ext uri="{FF2B5EF4-FFF2-40B4-BE49-F238E27FC236}">
                        <a16:creationId xmlns:a16="http://schemas.microsoft.com/office/drawing/2014/main" id="{AB3A4BEA-84CC-587F-D329-91B5B25CC91D}"/>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804" name="Line 15500">
                    <a:extLst>
                      <a:ext uri="{FF2B5EF4-FFF2-40B4-BE49-F238E27FC236}">
                        <a16:creationId xmlns:a16="http://schemas.microsoft.com/office/drawing/2014/main" id="{CC1A4CB0-B92F-7B22-2B2C-B37EFD08BE86}"/>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784" name="Line 15500">
                  <a:extLst>
                    <a:ext uri="{FF2B5EF4-FFF2-40B4-BE49-F238E27FC236}">
                      <a16:creationId xmlns:a16="http://schemas.microsoft.com/office/drawing/2014/main" id="{9093FF87-EC05-A1E2-4AC1-35BF0B320EAD}"/>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255" name="AutoShape 15440">
                <a:extLst>
                  <a:ext uri="{FF2B5EF4-FFF2-40B4-BE49-F238E27FC236}">
                    <a16:creationId xmlns:a16="http://schemas.microsoft.com/office/drawing/2014/main" id="{11E4CA89-CC05-650C-054B-B7DA5A630131}"/>
                  </a:ext>
                </a:extLst>
              </p:cNvPr>
              <p:cNvSpPr>
                <a:spLocks/>
              </p:cNvSpPr>
              <p:nvPr/>
            </p:nvSpPr>
            <p:spPr bwMode="auto">
              <a:xfrm>
                <a:off x="11724954" y="685728"/>
                <a:ext cx="194630" cy="557607"/>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768" name="Rectangle 15436">
                <a:extLst>
                  <a:ext uri="{FF2B5EF4-FFF2-40B4-BE49-F238E27FC236}">
                    <a16:creationId xmlns:a16="http://schemas.microsoft.com/office/drawing/2014/main" id="{133F34D4-7849-FC8D-25E0-91DA2AD664C3}"/>
                  </a:ext>
                </a:extLst>
              </p:cNvPr>
              <p:cNvSpPr>
                <a:spLocks/>
              </p:cNvSpPr>
              <p:nvPr/>
            </p:nvSpPr>
            <p:spPr bwMode="auto">
              <a:xfrm>
                <a:off x="9551615" y="2120662"/>
                <a:ext cx="274144" cy="220225"/>
              </a:xfrm>
              <a:prstGeom prst="rect">
                <a:avLst/>
              </a:prstGeom>
              <a:gradFill flip="none" rotWithShape="1">
                <a:gsLst>
                  <a:gs pos="20000">
                    <a:srgbClr val="8C8D8F"/>
                  </a:gs>
                  <a:gs pos="12000">
                    <a:srgbClr val="818587"/>
                  </a:gs>
                  <a:gs pos="0">
                    <a:schemeClr val="tx1">
                      <a:lumMod val="65000"/>
                      <a:lumOff val="35000"/>
                    </a:schemeClr>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769" name="Rectangle 15436">
                <a:extLst>
                  <a:ext uri="{FF2B5EF4-FFF2-40B4-BE49-F238E27FC236}">
                    <a16:creationId xmlns:a16="http://schemas.microsoft.com/office/drawing/2014/main" id="{1FA60184-21B6-1009-B69B-FA2ED6C21A03}"/>
                  </a:ext>
                </a:extLst>
              </p:cNvPr>
              <p:cNvSpPr>
                <a:spLocks/>
              </p:cNvSpPr>
              <p:nvPr/>
            </p:nvSpPr>
            <p:spPr bwMode="auto">
              <a:xfrm>
                <a:off x="9532418" y="3418392"/>
                <a:ext cx="298059" cy="9674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770" name="组合 769">
                <a:extLst>
                  <a:ext uri="{FF2B5EF4-FFF2-40B4-BE49-F238E27FC236}">
                    <a16:creationId xmlns:a16="http://schemas.microsoft.com/office/drawing/2014/main" id="{04E56D57-3283-9AB4-D39C-9CE735FE3C36}"/>
                  </a:ext>
                </a:extLst>
              </p:cNvPr>
              <p:cNvGrpSpPr/>
              <p:nvPr/>
            </p:nvGrpSpPr>
            <p:grpSpPr>
              <a:xfrm>
                <a:off x="9622003" y="2169604"/>
                <a:ext cx="133734" cy="133734"/>
                <a:chOff x="9253470" y="1351580"/>
                <a:chExt cx="133734" cy="133734"/>
              </a:xfrm>
            </p:grpSpPr>
            <p:sp>
              <p:nvSpPr>
                <p:cNvPr id="781" name="Oval 15540">
                  <a:extLst>
                    <a:ext uri="{FF2B5EF4-FFF2-40B4-BE49-F238E27FC236}">
                      <a16:creationId xmlns:a16="http://schemas.microsoft.com/office/drawing/2014/main" id="{5762DC57-FA87-4F7F-BAF6-FC9B98E7462B}"/>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782" name="Line 15541">
                  <a:extLst>
                    <a:ext uri="{FF2B5EF4-FFF2-40B4-BE49-F238E27FC236}">
                      <a16:creationId xmlns:a16="http://schemas.microsoft.com/office/drawing/2014/main" id="{83F2A437-9267-9F5A-2E97-6B611F02D86E}"/>
                    </a:ext>
                  </a:extLst>
                </p:cNvPr>
                <p:cNvCxnSpPr>
                  <a:cxnSpLocks/>
                  <a:stCxn id="781" idx="1"/>
                  <a:endCxn id="78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771" name="组合 770">
                <a:extLst>
                  <a:ext uri="{FF2B5EF4-FFF2-40B4-BE49-F238E27FC236}">
                    <a16:creationId xmlns:a16="http://schemas.microsoft.com/office/drawing/2014/main" id="{3D850FE6-7A6C-CE09-F075-229E5C6B0030}"/>
                  </a:ext>
                </a:extLst>
              </p:cNvPr>
              <p:cNvGrpSpPr/>
              <p:nvPr/>
            </p:nvGrpSpPr>
            <p:grpSpPr>
              <a:xfrm>
                <a:off x="9623651" y="1377910"/>
                <a:ext cx="133734" cy="133734"/>
                <a:chOff x="9253470" y="1351580"/>
                <a:chExt cx="133734" cy="133734"/>
              </a:xfrm>
            </p:grpSpPr>
            <p:sp>
              <p:nvSpPr>
                <p:cNvPr id="779" name="Oval 15540">
                  <a:extLst>
                    <a:ext uri="{FF2B5EF4-FFF2-40B4-BE49-F238E27FC236}">
                      <a16:creationId xmlns:a16="http://schemas.microsoft.com/office/drawing/2014/main" id="{9DC65C23-5D8A-456D-5C88-3C802BF4AFDB}"/>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780" name="Line 15541">
                  <a:extLst>
                    <a:ext uri="{FF2B5EF4-FFF2-40B4-BE49-F238E27FC236}">
                      <a16:creationId xmlns:a16="http://schemas.microsoft.com/office/drawing/2014/main" id="{7DC7CF0E-7C9C-E138-C465-B222ECDD63BD}"/>
                    </a:ext>
                  </a:extLst>
                </p:cNvPr>
                <p:cNvCxnSpPr>
                  <a:cxnSpLocks/>
                  <a:stCxn id="779" idx="1"/>
                  <a:endCxn id="779"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772" name="组合 771">
                <a:extLst>
                  <a:ext uri="{FF2B5EF4-FFF2-40B4-BE49-F238E27FC236}">
                    <a16:creationId xmlns:a16="http://schemas.microsoft.com/office/drawing/2014/main" id="{54025BE2-AC00-BBEA-14B2-268A3D358849}"/>
                  </a:ext>
                </a:extLst>
              </p:cNvPr>
              <p:cNvGrpSpPr/>
              <p:nvPr/>
            </p:nvGrpSpPr>
            <p:grpSpPr>
              <a:xfrm>
                <a:off x="11236482" y="1150222"/>
                <a:ext cx="133734" cy="133734"/>
                <a:chOff x="9253470" y="1351580"/>
                <a:chExt cx="133734" cy="133734"/>
              </a:xfrm>
            </p:grpSpPr>
            <p:sp>
              <p:nvSpPr>
                <p:cNvPr id="777" name="Oval 15540">
                  <a:extLst>
                    <a:ext uri="{FF2B5EF4-FFF2-40B4-BE49-F238E27FC236}">
                      <a16:creationId xmlns:a16="http://schemas.microsoft.com/office/drawing/2014/main" id="{1566DAD6-DDEC-59E6-AE05-CBAB34591A9D}"/>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778" name="Line 15541">
                  <a:extLst>
                    <a:ext uri="{FF2B5EF4-FFF2-40B4-BE49-F238E27FC236}">
                      <a16:creationId xmlns:a16="http://schemas.microsoft.com/office/drawing/2014/main" id="{6A8181C9-FF6E-7898-CB4F-F2D5BEBE40A6}"/>
                    </a:ext>
                  </a:extLst>
                </p:cNvPr>
                <p:cNvCxnSpPr>
                  <a:cxnSpLocks/>
                  <a:stCxn id="777" idx="1"/>
                  <a:endCxn id="777"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773" name="组合 772">
                <a:extLst>
                  <a:ext uri="{FF2B5EF4-FFF2-40B4-BE49-F238E27FC236}">
                    <a16:creationId xmlns:a16="http://schemas.microsoft.com/office/drawing/2014/main" id="{167E6A83-BDFF-42EB-4211-0124CDBB59F4}"/>
                  </a:ext>
                </a:extLst>
              </p:cNvPr>
              <p:cNvGrpSpPr/>
              <p:nvPr/>
            </p:nvGrpSpPr>
            <p:grpSpPr>
              <a:xfrm>
                <a:off x="9666907" y="934993"/>
                <a:ext cx="94044" cy="94044"/>
                <a:chOff x="6860651" y="1146968"/>
                <a:chExt cx="94044" cy="94044"/>
              </a:xfrm>
            </p:grpSpPr>
            <p:sp>
              <p:nvSpPr>
                <p:cNvPr id="775" name="Oval 15540">
                  <a:extLst>
                    <a:ext uri="{FF2B5EF4-FFF2-40B4-BE49-F238E27FC236}">
                      <a16:creationId xmlns:a16="http://schemas.microsoft.com/office/drawing/2014/main" id="{2AC6D2FB-774E-2199-3BBA-8ED533520F85}"/>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776" name="Line 15541">
                  <a:extLst>
                    <a:ext uri="{FF2B5EF4-FFF2-40B4-BE49-F238E27FC236}">
                      <a16:creationId xmlns:a16="http://schemas.microsoft.com/office/drawing/2014/main" id="{398CF5F6-2EE1-AF2F-31BD-14AAE3247C62}"/>
                    </a:ext>
                  </a:extLst>
                </p:cNvPr>
                <p:cNvCxnSpPr>
                  <a:cxnSpLocks/>
                  <a:stCxn id="775" idx="1"/>
                  <a:endCxn id="775"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774" name="Rectangle 15436">
                <a:extLst>
                  <a:ext uri="{FF2B5EF4-FFF2-40B4-BE49-F238E27FC236}">
                    <a16:creationId xmlns:a16="http://schemas.microsoft.com/office/drawing/2014/main" id="{CBAA8645-FAC1-21E0-A4EC-65387A1DE8FE}"/>
                  </a:ext>
                </a:extLst>
              </p:cNvPr>
              <p:cNvSpPr>
                <a:spLocks/>
              </p:cNvSpPr>
              <p:nvPr/>
            </p:nvSpPr>
            <p:spPr bwMode="auto">
              <a:xfrm>
                <a:off x="9522798" y="3508001"/>
                <a:ext cx="322704" cy="113879"/>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14" name="组合 13">
              <a:extLst>
                <a:ext uri="{FF2B5EF4-FFF2-40B4-BE49-F238E27FC236}">
                  <a16:creationId xmlns:a16="http://schemas.microsoft.com/office/drawing/2014/main" id="{E1A11B8B-33B0-8C3C-D5DA-3CAE49D138C1}"/>
                </a:ext>
              </a:extLst>
            </p:cNvPr>
            <p:cNvGrpSpPr/>
            <p:nvPr/>
          </p:nvGrpSpPr>
          <p:grpSpPr>
            <a:xfrm flipH="1">
              <a:off x="5209761" y="2479528"/>
              <a:ext cx="854539" cy="529972"/>
              <a:chOff x="4444432" y="1721801"/>
              <a:chExt cx="1125009" cy="781720"/>
            </a:xfrm>
          </p:grpSpPr>
          <p:grpSp>
            <p:nvGrpSpPr>
              <p:cNvPr id="24" name="组合 23">
                <a:extLst>
                  <a:ext uri="{FF2B5EF4-FFF2-40B4-BE49-F238E27FC236}">
                    <a16:creationId xmlns:a16="http://schemas.microsoft.com/office/drawing/2014/main" id="{E0B03D9E-F6AA-6AD0-E133-5F3DA4A759CC}"/>
                  </a:ext>
                </a:extLst>
              </p:cNvPr>
              <p:cNvGrpSpPr/>
              <p:nvPr/>
            </p:nvGrpSpPr>
            <p:grpSpPr>
              <a:xfrm rot="16200000">
                <a:off x="5224653" y="2337467"/>
                <a:ext cx="123188" cy="120772"/>
                <a:chOff x="8654057" y="1161031"/>
                <a:chExt cx="181074" cy="177523"/>
              </a:xfrm>
            </p:grpSpPr>
            <p:sp>
              <p:nvSpPr>
                <p:cNvPr id="1065" name="Rectangle 15492">
                  <a:extLst>
                    <a:ext uri="{FF2B5EF4-FFF2-40B4-BE49-F238E27FC236}">
                      <a16:creationId xmlns:a16="http://schemas.microsoft.com/office/drawing/2014/main" id="{2E8F0772-0E36-E0D9-CCE8-9D3506F2B066}"/>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066" name="Rectangle 15493">
                  <a:extLst>
                    <a:ext uri="{FF2B5EF4-FFF2-40B4-BE49-F238E27FC236}">
                      <a16:creationId xmlns:a16="http://schemas.microsoft.com/office/drawing/2014/main" id="{EC88F1AF-4476-8B89-8A24-43336BE9BD9C}"/>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067" name="Line 15494">
                  <a:extLst>
                    <a:ext uri="{FF2B5EF4-FFF2-40B4-BE49-F238E27FC236}">
                      <a16:creationId xmlns:a16="http://schemas.microsoft.com/office/drawing/2014/main" id="{C7B11CAB-DD56-F80F-A66E-B511BEB52E90}"/>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68" name="Line 15495">
                  <a:extLst>
                    <a:ext uri="{FF2B5EF4-FFF2-40B4-BE49-F238E27FC236}">
                      <a16:creationId xmlns:a16="http://schemas.microsoft.com/office/drawing/2014/main" id="{D0A1E81D-C683-BAB2-1B0E-B157DC31CAE6}"/>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69" name="Line 15496">
                  <a:extLst>
                    <a:ext uri="{FF2B5EF4-FFF2-40B4-BE49-F238E27FC236}">
                      <a16:creationId xmlns:a16="http://schemas.microsoft.com/office/drawing/2014/main" id="{10DDEF67-EF06-6344-D0EB-FB5AA10935B6}"/>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70" name="Line 15497">
                  <a:extLst>
                    <a:ext uri="{FF2B5EF4-FFF2-40B4-BE49-F238E27FC236}">
                      <a16:creationId xmlns:a16="http://schemas.microsoft.com/office/drawing/2014/main" id="{A26FAEBF-BF12-FD56-668F-EA4E1F2ABDB0}"/>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71" name="Line 15498">
                  <a:extLst>
                    <a:ext uri="{FF2B5EF4-FFF2-40B4-BE49-F238E27FC236}">
                      <a16:creationId xmlns:a16="http://schemas.microsoft.com/office/drawing/2014/main" id="{ACA035F4-CED0-F1E3-DE6D-2597A3B7A9B5}"/>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72" name="Line 15499">
                  <a:extLst>
                    <a:ext uri="{FF2B5EF4-FFF2-40B4-BE49-F238E27FC236}">
                      <a16:creationId xmlns:a16="http://schemas.microsoft.com/office/drawing/2014/main" id="{1AA32C6E-FFD3-6B0C-A9C2-5BECAB70B03F}"/>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73" name="Line 15500">
                  <a:extLst>
                    <a:ext uri="{FF2B5EF4-FFF2-40B4-BE49-F238E27FC236}">
                      <a16:creationId xmlns:a16="http://schemas.microsoft.com/office/drawing/2014/main" id="{DFC54CE2-8805-31A6-B42B-20CA8E0A2F2F}"/>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74" name="Line 15500">
                  <a:extLst>
                    <a:ext uri="{FF2B5EF4-FFF2-40B4-BE49-F238E27FC236}">
                      <a16:creationId xmlns:a16="http://schemas.microsoft.com/office/drawing/2014/main" id="{2D9334B0-BCF0-2497-D66B-412D47A377C7}"/>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25" name="组合 24">
                <a:extLst>
                  <a:ext uri="{FF2B5EF4-FFF2-40B4-BE49-F238E27FC236}">
                    <a16:creationId xmlns:a16="http://schemas.microsoft.com/office/drawing/2014/main" id="{7846A497-3C17-1F44-6BD5-7F3614F36441}"/>
                  </a:ext>
                </a:extLst>
              </p:cNvPr>
              <p:cNvGrpSpPr/>
              <p:nvPr/>
            </p:nvGrpSpPr>
            <p:grpSpPr>
              <a:xfrm rot="16200000">
                <a:off x="5447461" y="1723009"/>
                <a:ext cx="123188" cy="120772"/>
                <a:chOff x="8654057" y="1161031"/>
                <a:chExt cx="181074" cy="177523"/>
              </a:xfrm>
            </p:grpSpPr>
            <p:sp>
              <p:nvSpPr>
                <p:cNvPr id="130" name="Rectangle 15492">
                  <a:extLst>
                    <a:ext uri="{FF2B5EF4-FFF2-40B4-BE49-F238E27FC236}">
                      <a16:creationId xmlns:a16="http://schemas.microsoft.com/office/drawing/2014/main" id="{CB8D68F8-DD92-DC3E-C31F-391FBCE9342D}"/>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1" name="Rectangle 15493">
                  <a:extLst>
                    <a:ext uri="{FF2B5EF4-FFF2-40B4-BE49-F238E27FC236}">
                      <a16:creationId xmlns:a16="http://schemas.microsoft.com/office/drawing/2014/main" id="{F88EB166-7744-8D40-168A-BD5032ED595B}"/>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32" name="Line 15494">
                  <a:extLst>
                    <a:ext uri="{FF2B5EF4-FFF2-40B4-BE49-F238E27FC236}">
                      <a16:creationId xmlns:a16="http://schemas.microsoft.com/office/drawing/2014/main" id="{216C08D2-9E04-364E-DDAB-AC8A8C144062}"/>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33" name="Line 15495">
                  <a:extLst>
                    <a:ext uri="{FF2B5EF4-FFF2-40B4-BE49-F238E27FC236}">
                      <a16:creationId xmlns:a16="http://schemas.microsoft.com/office/drawing/2014/main" id="{2CB5FD62-156E-75EC-48E0-CA71C88218F7}"/>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34" name="Line 15496">
                  <a:extLst>
                    <a:ext uri="{FF2B5EF4-FFF2-40B4-BE49-F238E27FC236}">
                      <a16:creationId xmlns:a16="http://schemas.microsoft.com/office/drawing/2014/main" id="{7B037309-6A18-877C-C4C9-CEF4D94BD57B}"/>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35" name="Line 15497">
                  <a:extLst>
                    <a:ext uri="{FF2B5EF4-FFF2-40B4-BE49-F238E27FC236}">
                      <a16:creationId xmlns:a16="http://schemas.microsoft.com/office/drawing/2014/main" id="{00E128D1-F638-D631-38A5-34FB0751C452}"/>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38" name="Line 15498">
                  <a:extLst>
                    <a:ext uri="{FF2B5EF4-FFF2-40B4-BE49-F238E27FC236}">
                      <a16:creationId xmlns:a16="http://schemas.microsoft.com/office/drawing/2014/main" id="{D36C5739-C99F-A3B1-18DC-91D7A2E0A0E4}"/>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62" name="Line 15499">
                  <a:extLst>
                    <a:ext uri="{FF2B5EF4-FFF2-40B4-BE49-F238E27FC236}">
                      <a16:creationId xmlns:a16="http://schemas.microsoft.com/office/drawing/2014/main" id="{19900D76-EC28-0818-1AF0-7386E36C435F}"/>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63" name="Line 15500">
                  <a:extLst>
                    <a:ext uri="{FF2B5EF4-FFF2-40B4-BE49-F238E27FC236}">
                      <a16:creationId xmlns:a16="http://schemas.microsoft.com/office/drawing/2014/main" id="{AE5704B6-64F4-AAEA-4BCB-D368E5624A28}"/>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064" name="Line 15500">
                  <a:extLst>
                    <a:ext uri="{FF2B5EF4-FFF2-40B4-BE49-F238E27FC236}">
                      <a16:creationId xmlns:a16="http://schemas.microsoft.com/office/drawing/2014/main" id="{49BA65E1-5390-5E2A-67FE-7958DDC640B0}"/>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26" name="组合 25">
                <a:extLst>
                  <a:ext uri="{FF2B5EF4-FFF2-40B4-BE49-F238E27FC236}">
                    <a16:creationId xmlns:a16="http://schemas.microsoft.com/office/drawing/2014/main" id="{B23B9DEA-592A-0D43-378C-309946D13455}"/>
                  </a:ext>
                </a:extLst>
              </p:cNvPr>
              <p:cNvGrpSpPr/>
              <p:nvPr/>
            </p:nvGrpSpPr>
            <p:grpSpPr>
              <a:xfrm>
                <a:off x="4452394" y="2000630"/>
                <a:ext cx="181074" cy="177523"/>
                <a:chOff x="8654057" y="1161031"/>
                <a:chExt cx="181074" cy="177523"/>
              </a:xfrm>
            </p:grpSpPr>
            <p:sp>
              <p:nvSpPr>
                <p:cNvPr id="56" name="Rectangle 15492">
                  <a:extLst>
                    <a:ext uri="{FF2B5EF4-FFF2-40B4-BE49-F238E27FC236}">
                      <a16:creationId xmlns:a16="http://schemas.microsoft.com/office/drawing/2014/main" id="{0CEDC80E-F2D5-B8CF-9E9A-3396D1FD59D0}"/>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7" name="Rectangle 15493">
                  <a:extLst>
                    <a:ext uri="{FF2B5EF4-FFF2-40B4-BE49-F238E27FC236}">
                      <a16:creationId xmlns:a16="http://schemas.microsoft.com/office/drawing/2014/main" id="{5DCC0DE0-7E5E-18C6-B13D-B71B42773A5C}"/>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8" name="Line 15494">
                  <a:extLst>
                    <a:ext uri="{FF2B5EF4-FFF2-40B4-BE49-F238E27FC236}">
                      <a16:creationId xmlns:a16="http://schemas.microsoft.com/office/drawing/2014/main" id="{13A3CA50-DFAE-4E5F-52C0-083B5D1DD446}"/>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9" name="Line 15495">
                  <a:extLst>
                    <a:ext uri="{FF2B5EF4-FFF2-40B4-BE49-F238E27FC236}">
                      <a16:creationId xmlns:a16="http://schemas.microsoft.com/office/drawing/2014/main" id="{CE46EB19-9F15-8681-F5CD-3FD0BEEF5108}"/>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 name="Line 15496">
                  <a:extLst>
                    <a:ext uri="{FF2B5EF4-FFF2-40B4-BE49-F238E27FC236}">
                      <a16:creationId xmlns:a16="http://schemas.microsoft.com/office/drawing/2014/main" id="{BC14FEE8-8711-021A-F803-C4C05BB2E146}"/>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 name="Line 15497">
                  <a:extLst>
                    <a:ext uri="{FF2B5EF4-FFF2-40B4-BE49-F238E27FC236}">
                      <a16:creationId xmlns:a16="http://schemas.microsoft.com/office/drawing/2014/main" id="{08B6F0B5-9C63-9344-7CB4-83E05C76BC1A}"/>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2" name="Line 15498">
                  <a:extLst>
                    <a:ext uri="{FF2B5EF4-FFF2-40B4-BE49-F238E27FC236}">
                      <a16:creationId xmlns:a16="http://schemas.microsoft.com/office/drawing/2014/main" id="{AEC1D1CD-350F-B966-AE24-478BE9A9557E}"/>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3" name="Line 15499">
                  <a:extLst>
                    <a:ext uri="{FF2B5EF4-FFF2-40B4-BE49-F238E27FC236}">
                      <a16:creationId xmlns:a16="http://schemas.microsoft.com/office/drawing/2014/main" id="{84D33F59-24DD-DC32-A0F3-720F882927C5}"/>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28" name="Line 15500">
                  <a:extLst>
                    <a:ext uri="{FF2B5EF4-FFF2-40B4-BE49-F238E27FC236}">
                      <a16:creationId xmlns:a16="http://schemas.microsoft.com/office/drawing/2014/main" id="{7E4DD30C-6E0E-53EB-0002-4FC49BB041D9}"/>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129" name="Line 15500">
                  <a:extLst>
                    <a:ext uri="{FF2B5EF4-FFF2-40B4-BE49-F238E27FC236}">
                      <a16:creationId xmlns:a16="http://schemas.microsoft.com/office/drawing/2014/main" id="{BF89BF1C-2412-02B8-AF0B-F083D68DEF0E}"/>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27" name="组合 26">
                <a:extLst>
                  <a:ext uri="{FF2B5EF4-FFF2-40B4-BE49-F238E27FC236}">
                    <a16:creationId xmlns:a16="http://schemas.microsoft.com/office/drawing/2014/main" id="{FA2A9F66-BCD6-B250-C9D7-623582E3A6F6}"/>
                  </a:ext>
                </a:extLst>
              </p:cNvPr>
              <p:cNvGrpSpPr/>
              <p:nvPr/>
            </p:nvGrpSpPr>
            <p:grpSpPr>
              <a:xfrm>
                <a:off x="5350523" y="1822131"/>
                <a:ext cx="75960" cy="118349"/>
                <a:chOff x="3835073" y="1867466"/>
                <a:chExt cx="75960" cy="118349"/>
              </a:xfrm>
            </p:grpSpPr>
            <p:grpSp>
              <p:nvGrpSpPr>
                <p:cNvPr id="50" name="组合 49">
                  <a:extLst>
                    <a:ext uri="{FF2B5EF4-FFF2-40B4-BE49-F238E27FC236}">
                      <a16:creationId xmlns:a16="http://schemas.microsoft.com/office/drawing/2014/main" id="{D36C6E82-2022-DFE6-8435-0D04BC6F52D1}"/>
                    </a:ext>
                  </a:extLst>
                </p:cNvPr>
                <p:cNvGrpSpPr/>
                <p:nvPr/>
              </p:nvGrpSpPr>
              <p:grpSpPr>
                <a:xfrm>
                  <a:off x="3837657" y="1867466"/>
                  <a:ext cx="73376" cy="118349"/>
                  <a:chOff x="4508871" y="2002273"/>
                  <a:chExt cx="73376" cy="118349"/>
                </a:xfrm>
              </p:grpSpPr>
              <p:sp>
                <p:nvSpPr>
                  <p:cNvPr id="52" name="Rectangle 15492">
                    <a:extLst>
                      <a:ext uri="{FF2B5EF4-FFF2-40B4-BE49-F238E27FC236}">
                        <a16:creationId xmlns:a16="http://schemas.microsoft.com/office/drawing/2014/main" id="{E29F2DBF-2452-8B8E-03AF-F41B0A924A26}"/>
                      </a:ext>
                    </a:extLst>
                  </p:cNvPr>
                  <p:cNvSpPr>
                    <a:spLocks/>
                  </p:cNvSpPr>
                  <p:nvPr/>
                </p:nvSpPr>
                <p:spPr bwMode="auto">
                  <a:xfrm>
                    <a:off x="4510055"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3" name="Line 15499">
                    <a:extLst>
                      <a:ext uri="{FF2B5EF4-FFF2-40B4-BE49-F238E27FC236}">
                        <a16:creationId xmlns:a16="http://schemas.microsoft.com/office/drawing/2014/main" id="{98CDBFAF-4ED5-3113-442A-68C3505412E4}"/>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4" name="Line 15500">
                    <a:extLst>
                      <a:ext uri="{FF2B5EF4-FFF2-40B4-BE49-F238E27FC236}">
                        <a16:creationId xmlns:a16="http://schemas.microsoft.com/office/drawing/2014/main" id="{7CF297FF-B4D4-8582-7477-F904997AB406}"/>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51" name="Line 15500">
                  <a:extLst>
                    <a:ext uri="{FF2B5EF4-FFF2-40B4-BE49-F238E27FC236}">
                      <a16:creationId xmlns:a16="http://schemas.microsoft.com/office/drawing/2014/main" id="{7C085979-E45E-BFA6-FB5A-88B7DC6A5A74}"/>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28" name="组合 27">
                <a:extLst>
                  <a:ext uri="{FF2B5EF4-FFF2-40B4-BE49-F238E27FC236}">
                    <a16:creationId xmlns:a16="http://schemas.microsoft.com/office/drawing/2014/main" id="{6E8B1CE6-5AFD-6203-9B95-367B9D4B0A0A}"/>
                  </a:ext>
                </a:extLst>
              </p:cNvPr>
              <p:cNvGrpSpPr/>
              <p:nvPr/>
            </p:nvGrpSpPr>
            <p:grpSpPr>
              <a:xfrm>
                <a:off x="4499009" y="1811320"/>
                <a:ext cx="78272" cy="118349"/>
                <a:chOff x="3835073" y="1867466"/>
                <a:chExt cx="78272" cy="118349"/>
              </a:xfrm>
            </p:grpSpPr>
            <p:grpSp>
              <p:nvGrpSpPr>
                <p:cNvPr id="45" name="组合 44">
                  <a:extLst>
                    <a:ext uri="{FF2B5EF4-FFF2-40B4-BE49-F238E27FC236}">
                      <a16:creationId xmlns:a16="http://schemas.microsoft.com/office/drawing/2014/main" id="{195640FC-DC75-47DF-43C6-0C48CBE32725}"/>
                    </a:ext>
                  </a:extLst>
                </p:cNvPr>
                <p:cNvGrpSpPr/>
                <p:nvPr/>
              </p:nvGrpSpPr>
              <p:grpSpPr>
                <a:xfrm>
                  <a:off x="3837657" y="1867466"/>
                  <a:ext cx="75688" cy="118349"/>
                  <a:chOff x="4508871" y="2002273"/>
                  <a:chExt cx="75688" cy="118349"/>
                </a:xfrm>
              </p:grpSpPr>
              <p:sp>
                <p:nvSpPr>
                  <p:cNvPr id="47" name="Rectangle 15492">
                    <a:extLst>
                      <a:ext uri="{FF2B5EF4-FFF2-40B4-BE49-F238E27FC236}">
                        <a16:creationId xmlns:a16="http://schemas.microsoft.com/office/drawing/2014/main" id="{B1923CE4-64F3-22A8-7395-062AA05806BB}"/>
                      </a:ext>
                    </a:extLst>
                  </p:cNvPr>
                  <p:cNvSpPr>
                    <a:spLocks/>
                  </p:cNvSpPr>
                  <p:nvPr/>
                </p:nvSpPr>
                <p:spPr bwMode="auto">
                  <a:xfrm>
                    <a:off x="4515917"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8" name="Line 15499">
                    <a:extLst>
                      <a:ext uri="{FF2B5EF4-FFF2-40B4-BE49-F238E27FC236}">
                        <a16:creationId xmlns:a16="http://schemas.microsoft.com/office/drawing/2014/main" id="{F7B8E355-A11A-B7BA-6164-3E32851E966E}"/>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9" name="Line 15500">
                    <a:extLst>
                      <a:ext uri="{FF2B5EF4-FFF2-40B4-BE49-F238E27FC236}">
                        <a16:creationId xmlns:a16="http://schemas.microsoft.com/office/drawing/2014/main" id="{3BEBBC4F-18B8-4916-26BD-281A5DE527B8}"/>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46" name="Line 15500">
                  <a:extLst>
                    <a:ext uri="{FF2B5EF4-FFF2-40B4-BE49-F238E27FC236}">
                      <a16:creationId xmlns:a16="http://schemas.microsoft.com/office/drawing/2014/main" id="{A95F97C5-3B6F-1BC6-17BB-40CC2C081589}"/>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29" name="组合 28">
                <a:extLst>
                  <a:ext uri="{FF2B5EF4-FFF2-40B4-BE49-F238E27FC236}">
                    <a16:creationId xmlns:a16="http://schemas.microsoft.com/office/drawing/2014/main" id="{3F6A0B82-6ED4-0746-62B3-DE00FB9A76E1}"/>
                  </a:ext>
                </a:extLst>
              </p:cNvPr>
              <p:cNvGrpSpPr/>
              <p:nvPr/>
            </p:nvGrpSpPr>
            <p:grpSpPr>
              <a:xfrm>
                <a:off x="5299850" y="2000630"/>
                <a:ext cx="181074" cy="177523"/>
                <a:chOff x="8654057" y="1161031"/>
                <a:chExt cx="181074" cy="177523"/>
              </a:xfrm>
            </p:grpSpPr>
            <p:sp>
              <p:nvSpPr>
                <p:cNvPr id="35" name="Rectangle 15492">
                  <a:extLst>
                    <a:ext uri="{FF2B5EF4-FFF2-40B4-BE49-F238E27FC236}">
                      <a16:creationId xmlns:a16="http://schemas.microsoft.com/office/drawing/2014/main" id="{4CF6DB95-EADF-6F16-09CB-2527E8335A0F}"/>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6" name="Rectangle 15493">
                  <a:extLst>
                    <a:ext uri="{FF2B5EF4-FFF2-40B4-BE49-F238E27FC236}">
                      <a16:creationId xmlns:a16="http://schemas.microsoft.com/office/drawing/2014/main" id="{08BAD3DB-20FB-CF34-2739-968E75ED23FF}"/>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37" name="Line 15494">
                  <a:extLst>
                    <a:ext uri="{FF2B5EF4-FFF2-40B4-BE49-F238E27FC236}">
                      <a16:creationId xmlns:a16="http://schemas.microsoft.com/office/drawing/2014/main" id="{2B9F9CDA-9C36-2F3B-0529-F39F7910F684}"/>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8" name="Line 15495">
                  <a:extLst>
                    <a:ext uri="{FF2B5EF4-FFF2-40B4-BE49-F238E27FC236}">
                      <a16:creationId xmlns:a16="http://schemas.microsoft.com/office/drawing/2014/main" id="{DC45755E-3772-584C-7788-0EF3CF02D3C7}"/>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9" name="Line 15496">
                  <a:extLst>
                    <a:ext uri="{FF2B5EF4-FFF2-40B4-BE49-F238E27FC236}">
                      <a16:creationId xmlns:a16="http://schemas.microsoft.com/office/drawing/2014/main" id="{2FDC75E4-4867-AC31-AAD2-B69147AA4283}"/>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0" name="Line 15497">
                  <a:extLst>
                    <a:ext uri="{FF2B5EF4-FFF2-40B4-BE49-F238E27FC236}">
                      <a16:creationId xmlns:a16="http://schemas.microsoft.com/office/drawing/2014/main" id="{37F438C1-EFFF-617B-62ED-534A39108913}"/>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1" name="Line 15498">
                  <a:extLst>
                    <a:ext uri="{FF2B5EF4-FFF2-40B4-BE49-F238E27FC236}">
                      <a16:creationId xmlns:a16="http://schemas.microsoft.com/office/drawing/2014/main" id="{364DDB6B-3755-C9BF-2F98-79FF0B388F5F}"/>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2" name="Line 15499">
                  <a:extLst>
                    <a:ext uri="{FF2B5EF4-FFF2-40B4-BE49-F238E27FC236}">
                      <a16:creationId xmlns:a16="http://schemas.microsoft.com/office/drawing/2014/main" id="{90EB772B-DE05-48EE-6C63-79F362BE29B4}"/>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3" name="Line 15500">
                  <a:extLst>
                    <a:ext uri="{FF2B5EF4-FFF2-40B4-BE49-F238E27FC236}">
                      <a16:creationId xmlns:a16="http://schemas.microsoft.com/office/drawing/2014/main" id="{A1CD4C0E-B1B8-6FF1-43C2-D54F0008DFEE}"/>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44" name="Line 15500">
                  <a:extLst>
                    <a:ext uri="{FF2B5EF4-FFF2-40B4-BE49-F238E27FC236}">
                      <a16:creationId xmlns:a16="http://schemas.microsoft.com/office/drawing/2014/main" id="{2C688004-C268-2520-9B5B-47C825937A04}"/>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30" name="Rectangle 15418">
                <a:extLst>
                  <a:ext uri="{FF2B5EF4-FFF2-40B4-BE49-F238E27FC236}">
                    <a16:creationId xmlns:a16="http://schemas.microsoft.com/office/drawing/2014/main" id="{AB19594B-9E92-16F1-3BB3-91186DB1B110}"/>
                  </a:ext>
                </a:extLst>
              </p:cNvPr>
              <p:cNvSpPr>
                <a:spLocks/>
              </p:cNvSpPr>
              <p:nvPr/>
            </p:nvSpPr>
            <p:spPr bwMode="auto">
              <a:xfrm>
                <a:off x="4746222" y="1822945"/>
                <a:ext cx="461561" cy="553873"/>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31" name="Rectangle 15434">
                <a:extLst>
                  <a:ext uri="{FF2B5EF4-FFF2-40B4-BE49-F238E27FC236}">
                    <a16:creationId xmlns:a16="http://schemas.microsoft.com/office/drawing/2014/main" id="{71C88F69-5F7A-BC7B-424A-98876FD331E7}"/>
                  </a:ext>
                </a:extLst>
              </p:cNvPr>
              <p:cNvSpPr>
                <a:spLocks/>
              </p:cNvSpPr>
              <p:nvPr/>
            </p:nvSpPr>
            <p:spPr bwMode="auto">
              <a:xfrm>
                <a:off x="4444432" y="1723532"/>
                <a:ext cx="1040287" cy="120716"/>
              </a:xfrm>
              <a:prstGeom prst="rect">
                <a:avLst/>
              </a:prstGeom>
              <a:gradFill flip="none" rotWithShape="1">
                <a:gsLst>
                  <a:gs pos="62000">
                    <a:srgbClr val="454545"/>
                  </a:gs>
                  <a:gs pos="50000">
                    <a:srgbClr val="767676"/>
                  </a:gs>
                  <a:gs pos="11000">
                    <a:srgbClr val="414141"/>
                  </a:gs>
                  <a:gs pos="7000">
                    <a:srgbClr val="3C3C3C"/>
                  </a:gs>
                  <a:gs pos="0">
                    <a:srgbClr val="626262"/>
                  </a:gs>
                  <a:gs pos="85000">
                    <a:srgbClr val="494949"/>
                  </a:gs>
                  <a:gs pos="31000">
                    <a:schemeClr val="bg1">
                      <a:lumMod val="65000"/>
                    </a:schemeClr>
                  </a:gs>
                  <a:gs pos="16000">
                    <a:srgbClr val="7E7E7E"/>
                  </a:gs>
                  <a:gs pos="90000">
                    <a:srgbClr val="3A3A3A"/>
                  </a:gs>
                  <a:gs pos="100000">
                    <a:srgbClr val="5B5B5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32" name="Rectangle 15537">
                <a:extLst>
                  <a:ext uri="{FF2B5EF4-FFF2-40B4-BE49-F238E27FC236}">
                    <a16:creationId xmlns:a16="http://schemas.microsoft.com/office/drawing/2014/main" id="{ECEDD4C7-F409-54F5-16BD-B9D835796B78}"/>
                  </a:ext>
                </a:extLst>
              </p:cNvPr>
              <p:cNvSpPr>
                <a:spLocks/>
              </p:cNvSpPr>
              <p:nvPr/>
            </p:nvSpPr>
            <p:spPr bwMode="auto">
              <a:xfrm>
                <a:off x="4444432" y="1911707"/>
                <a:ext cx="1040287" cy="120716"/>
              </a:xfrm>
              <a:prstGeom prst="rect">
                <a:avLst/>
              </a:prstGeom>
              <a:gradFill flip="none" rotWithShape="1">
                <a:gsLst>
                  <a:gs pos="7000">
                    <a:schemeClr val="bg1">
                      <a:lumMod val="50000"/>
                    </a:schemeClr>
                  </a:gs>
                  <a:gs pos="88000">
                    <a:srgbClr val="939090"/>
                  </a:gs>
                  <a:gs pos="85000">
                    <a:srgbClr val="A4A1A2"/>
                  </a:gs>
                  <a:gs pos="56000">
                    <a:srgbClr val="C9C7C7"/>
                  </a:gs>
                  <a:gs pos="30000">
                    <a:srgbClr val="DCDCDC"/>
                  </a:gs>
                  <a:gs pos="1000">
                    <a:srgbClr val="CBCBCB"/>
                  </a:gs>
                  <a:gs pos="15000">
                    <a:srgbClr val="C8C8C8"/>
                  </a:gs>
                  <a:gs pos="9000">
                    <a:schemeClr val="bg1">
                      <a:lumMod val="50000"/>
                    </a:schemeClr>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3" name="Rectangle 15566">
                <a:extLst>
                  <a:ext uri="{FF2B5EF4-FFF2-40B4-BE49-F238E27FC236}">
                    <a16:creationId xmlns:a16="http://schemas.microsoft.com/office/drawing/2014/main" id="{1EDDF626-7D6F-1258-62DD-B17DC713C10D}"/>
                  </a:ext>
                </a:extLst>
              </p:cNvPr>
              <p:cNvSpPr>
                <a:spLocks/>
              </p:cNvSpPr>
              <p:nvPr/>
            </p:nvSpPr>
            <p:spPr bwMode="auto">
              <a:xfrm>
                <a:off x="4714268" y="2318897"/>
                <a:ext cx="523102" cy="184624"/>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4" name="梯形 33">
                <a:extLst>
                  <a:ext uri="{FF2B5EF4-FFF2-40B4-BE49-F238E27FC236}">
                    <a16:creationId xmlns:a16="http://schemas.microsoft.com/office/drawing/2014/main" id="{38ED286A-6B57-4696-6F2B-1A1A11AE3B85}"/>
                  </a:ext>
                </a:extLst>
              </p:cNvPr>
              <p:cNvSpPr/>
              <p:nvPr/>
            </p:nvSpPr>
            <p:spPr>
              <a:xfrm>
                <a:off x="4714926" y="2235844"/>
                <a:ext cx="523102" cy="83729"/>
              </a:xfrm>
              <a:prstGeom prst="trapezoid">
                <a:avLst>
                  <a:gd name="adj" fmla="val 36376"/>
                </a:avLst>
              </a:prstGeom>
              <a:gradFill>
                <a:gsLst>
                  <a:gs pos="6000">
                    <a:schemeClr val="tx1">
                      <a:lumMod val="50000"/>
                      <a:lumOff val="50000"/>
                    </a:schemeClr>
                  </a:gs>
                  <a:gs pos="80000">
                    <a:schemeClr val="tx1">
                      <a:lumMod val="50000"/>
                      <a:lumOff val="50000"/>
                    </a:schemeClr>
                  </a:gs>
                  <a:gs pos="65000">
                    <a:schemeClr val="bg1">
                      <a:lumMod val="65000"/>
                    </a:schemeClr>
                  </a:gs>
                  <a:gs pos="35000">
                    <a:schemeClr val="tx1">
                      <a:lumMod val="50000"/>
                      <a:lumOff val="50000"/>
                    </a:schemeClr>
                  </a:gs>
                  <a:gs pos="51000">
                    <a:schemeClr val="bg1">
                      <a:lumMod val="65000"/>
                    </a:schemeClr>
                  </a:gs>
                  <a:gs pos="1000">
                    <a:schemeClr val="bg1">
                      <a:lumMod val="50000"/>
                    </a:schemeClr>
                  </a:gs>
                  <a:gs pos="22000">
                    <a:schemeClr val="bg1">
                      <a:lumMod val="75000"/>
                    </a:schemeClr>
                  </a:gs>
                  <a:gs pos="10000">
                    <a:schemeClr val="bg1">
                      <a:lumMod val="65000"/>
                    </a:schemeClr>
                  </a:gs>
                  <a:gs pos="89000">
                    <a:schemeClr val="tx1">
                      <a:lumMod val="65000"/>
                      <a:lumOff val="35000"/>
                    </a:schemeClr>
                  </a:gs>
                  <a:gs pos="100000">
                    <a:schemeClr val="bg1">
                      <a:lumMod val="50000"/>
                    </a:schemeClr>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5" name="组合 14">
              <a:extLst>
                <a:ext uri="{FF2B5EF4-FFF2-40B4-BE49-F238E27FC236}">
                  <a16:creationId xmlns:a16="http://schemas.microsoft.com/office/drawing/2014/main" id="{6F93CA14-8A17-B7EB-4222-0836B78EC809}"/>
                </a:ext>
              </a:extLst>
            </p:cNvPr>
            <p:cNvGrpSpPr/>
            <p:nvPr/>
          </p:nvGrpSpPr>
          <p:grpSpPr>
            <a:xfrm flipH="1">
              <a:off x="3337916" y="2170084"/>
              <a:ext cx="101582" cy="90666"/>
              <a:chOff x="9253470" y="1351580"/>
              <a:chExt cx="133734" cy="133734"/>
            </a:xfrm>
          </p:grpSpPr>
          <p:sp>
            <p:nvSpPr>
              <p:cNvPr id="22" name="Oval 15540">
                <a:extLst>
                  <a:ext uri="{FF2B5EF4-FFF2-40B4-BE49-F238E27FC236}">
                    <a16:creationId xmlns:a16="http://schemas.microsoft.com/office/drawing/2014/main" id="{8EC4C63F-BDE9-F82F-0E5C-AD7C609C5B2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23" name="Line 15541">
                <a:extLst>
                  <a:ext uri="{FF2B5EF4-FFF2-40B4-BE49-F238E27FC236}">
                    <a16:creationId xmlns:a16="http://schemas.microsoft.com/office/drawing/2014/main" id="{3E3578D6-142D-C79F-5779-A5EDAB6C3ACD}"/>
                  </a:ext>
                </a:extLst>
              </p:cNvPr>
              <p:cNvCxnSpPr>
                <a:cxnSpLocks/>
                <a:stCxn id="22" idx="1"/>
                <a:endCxn id="22" idx="5"/>
              </p:cNvCxnSpPr>
              <p:nvPr/>
            </p:nvCxnSpPr>
            <p:spPr bwMode="auto">
              <a:xfrm>
                <a:off x="9273055" y="1371165"/>
                <a:ext cx="94564" cy="94564"/>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grpSp>
        <p:grpSp>
          <p:nvGrpSpPr>
            <p:cNvPr id="16" name="组合 15">
              <a:extLst>
                <a:ext uri="{FF2B5EF4-FFF2-40B4-BE49-F238E27FC236}">
                  <a16:creationId xmlns:a16="http://schemas.microsoft.com/office/drawing/2014/main" id="{DE0EBED8-5713-303C-8BAD-D87582F9B8C5}"/>
                </a:ext>
              </a:extLst>
            </p:cNvPr>
            <p:cNvGrpSpPr/>
            <p:nvPr/>
          </p:nvGrpSpPr>
          <p:grpSpPr>
            <a:xfrm>
              <a:off x="4288160" y="3765743"/>
              <a:ext cx="2567102" cy="1198624"/>
              <a:chOff x="-692129" y="3936435"/>
              <a:chExt cx="2567102" cy="1198624"/>
            </a:xfrm>
          </p:grpSpPr>
          <p:sp>
            <p:nvSpPr>
              <p:cNvPr id="17" name="圆柱体 16">
                <a:extLst>
                  <a:ext uri="{FF2B5EF4-FFF2-40B4-BE49-F238E27FC236}">
                    <a16:creationId xmlns:a16="http://schemas.microsoft.com/office/drawing/2014/main" id="{B0F0C524-74CA-70E9-229D-7A0442507024}"/>
                  </a:ext>
                </a:extLst>
              </p:cNvPr>
              <p:cNvSpPr/>
              <p:nvPr/>
            </p:nvSpPr>
            <p:spPr>
              <a:xfrm flipH="1">
                <a:off x="1637124" y="4947423"/>
                <a:ext cx="205615"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圆柱体 17">
                <a:extLst>
                  <a:ext uri="{FF2B5EF4-FFF2-40B4-BE49-F238E27FC236}">
                    <a16:creationId xmlns:a16="http://schemas.microsoft.com/office/drawing/2014/main" id="{D3FBEC6E-EED2-C0C3-76F3-2EFAEF16A565}"/>
                  </a:ext>
                </a:extLst>
              </p:cNvPr>
              <p:cNvSpPr/>
              <p:nvPr/>
            </p:nvSpPr>
            <p:spPr>
              <a:xfrm flipH="1">
                <a:off x="-686980" y="4429311"/>
                <a:ext cx="184811"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任意形状 18">
                <a:extLst>
                  <a:ext uri="{FF2B5EF4-FFF2-40B4-BE49-F238E27FC236}">
                    <a16:creationId xmlns:a16="http://schemas.microsoft.com/office/drawing/2014/main" id="{BC3B4AF6-ADBC-1BE8-26D0-66A53DA3E688}"/>
                  </a:ext>
                </a:extLst>
              </p:cNvPr>
              <p:cNvSpPr/>
              <p:nvPr/>
            </p:nvSpPr>
            <p:spPr>
              <a:xfrm flipH="1">
                <a:off x="850022" y="3977287"/>
                <a:ext cx="276510" cy="272659"/>
              </a:xfrm>
              <a:custGeom>
                <a:avLst/>
                <a:gdLst>
                  <a:gd name="connsiteX0" fmla="*/ 257643 w 325977"/>
                  <a:gd name="connsiteY0" fmla="*/ 166 h 431288"/>
                  <a:gd name="connsiteX1" fmla="*/ 121009 w 325977"/>
                  <a:gd name="connsiteY1" fmla="*/ 105270 h 431288"/>
                  <a:gd name="connsiteX2" fmla="*/ 42181 w 325977"/>
                  <a:gd name="connsiteY2" fmla="*/ 205118 h 431288"/>
                  <a:gd name="connsiteX3" fmla="*/ 140 w 325977"/>
                  <a:gd name="connsiteY3" fmla="*/ 331242 h 431288"/>
                  <a:gd name="connsiteX4" fmla="*/ 31671 w 325977"/>
                  <a:gd name="connsiteY4" fmla="*/ 399559 h 431288"/>
                  <a:gd name="connsiteX5" fmla="*/ 110498 w 325977"/>
                  <a:gd name="connsiteY5" fmla="*/ 420580 h 431288"/>
                  <a:gd name="connsiteX6" fmla="*/ 257643 w 325977"/>
                  <a:gd name="connsiteY6" fmla="*/ 231394 h 431288"/>
                  <a:gd name="connsiteX7" fmla="*/ 325961 w 325977"/>
                  <a:gd name="connsiteY7" fmla="*/ 84249 h 431288"/>
                  <a:gd name="connsiteX8" fmla="*/ 257643 w 325977"/>
                  <a:gd name="connsiteY8" fmla="*/ 166 h 431288"/>
                  <a:gd name="connsiteX0" fmla="*/ 324534 w 343004"/>
                  <a:gd name="connsiteY0" fmla="*/ 109 h 468857"/>
                  <a:gd name="connsiteX1" fmla="*/ 121009 w 343004"/>
                  <a:gd name="connsiteY1" fmla="*/ 142839 h 468857"/>
                  <a:gd name="connsiteX2" fmla="*/ 42181 w 343004"/>
                  <a:gd name="connsiteY2" fmla="*/ 242687 h 468857"/>
                  <a:gd name="connsiteX3" fmla="*/ 140 w 343004"/>
                  <a:gd name="connsiteY3" fmla="*/ 368811 h 468857"/>
                  <a:gd name="connsiteX4" fmla="*/ 31671 w 343004"/>
                  <a:gd name="connsiteY4" fmla="*/ 437128 h 468857"/>
                  <a:gd name="connsiteX5" fmla="*/ 110498 w 343004"/>
                  <a:gd name="connsiteY5" fmla="*/ 458149 h 468857"/>
                  <a:gd name="connsiteX6" fmla="*/ 257643 w 343004"/>
                  <a:gd name="connsiteY6" fmla="*/ 268963 h 468857"/>
                  <a:gd name="connsiteX7" fmla="*/ 325961 w 343004"/>
                  <a:gd name="connsiteY7" fmla="*/ 121818 h 468857"/>
                  <a:gd name="connsiteX8" fmla="*/ 324534 w 343004"/>
                  <a:gd name="connsiteY8" fmla="*/ 109 h 468857"/>
                  <a:gd name="connsiteX0" fmla="*/ 332895 w 349091"/>
                  <a:gd name="connsiteY0" fmla="*/ 332 h 402189"/>
                  <a:gd name="connsiteX1" fmla="*/ 121009 w 349091"/>
                  <a:gd name="connsiteY1" fmla="*/ 76171 h 402189"/>
                  <a:gd name="connsiteX2" fmla="*/ 42181 w 349091"/>
                  <a:gd name="connsiteY2" fmla="*/ 176019 h 402189"/>
                  <a:gd name="connsiteX3" fmla="*/ 140 w 349091"/>
                  <a:gd name="connsiteY3" fmla="*/ 302143 h 402189"/>
                  <a:gd name="connsiteX4" fmla="*/ 31671 w 349091"/>
                  <a:gd name="connsiteY4" fmla="*/ 370460 h 402189"/>
                  <a:gd name="connsiteX5" fmla="*/ 110498 w 349091"/>
                  <a:gd name="connsiteY5" fmla="*/ 391481 h 402189"/>
                  <a:gd name="connsiteX6" fmla="*/ 257643 w 349091"/>
                  <a:gd name="connsiteY6" fmla="*/ 202295 h 402189"/>
                  <a:gd name="connsiteX7" fmla="*/ 325961 w 349091"/>
                  <a:gd name="connsiteY7" fmla="*/ 55150 h 402189"/>
                  <a:gd name="connsiteX8" fmla="*/ 332895 w 349091"/>
                  <a:gd name="connsiteY8" fmla="*/ 332 h 402189"/>
                  <a:gd name="connsiteX0" fmla="*/ 332895 w 364028"/>
                  <a:gd name="connsiteY0" fmla="*/ 321 h 402178"/>
                  <a:gd name="connsiteX1" fmla="*/ 121009 w 364028"/>
                  <a:gd name="connsiteY1" fmla="*/ 76160 h 402178"/>
                  <a:gd name="connsiteX2" fmla="*/ 42181 w 364028"/>
                  <a:gd name="connsiteY2" fmla="*/ 176008 h 402178"/>
                  <a:gd name="connsiteX3" fmla="*/ 140 w 364028"/>
                  <a:gd name="connsiteY3" fmla="*/ 302132 h 402178"/>
                  <a:gd name="connsiteX4" fmla="*/ 31671 w 364028"/>
                  <a:gd name="connsiteY4" fmla="*/ 370449 h 402178"/>
                  <a:gd name="connsiteX5" fmla="*/ 110498 w 364028"/>
                  <a:gd name="connsiteY5" fmla="*/ 391470 h 402178"/>
                  <a:gd name="connsiteX6" fmla="*/ 257643 w 364028"/>
                  <a:gd name="connsiteY6" fmla="*/ 202284 h 402178"/>
                  <a:gd name="connsiteX7" fmla="*/ 355226 w 364028"/>
                  <a:gd name="connsiteY7" fmla="*/ 105307 h 402178"/>
                  <a:gd name="connsiteX8" fmla="*/ 332895 w 364028"/>
                  <a:gd name="connsiteY8" fmla="*/ 321 h 402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028" h="402178">
                    <a:moveTo>
                      <a:pt x="332895" y="321"/>
                    </a:moveTo>
                    <a:cubicBezTo>
                      <a:pt x="293859" y="-4537"/>
                      <a:pt x="169461" y="46879"/>
                      <a:pt x="121009" y="76160"/>
                    </a:cubicBezTo>
                    <a:cubicBezTo>
                      <a:pt x="72557" y="105441"/>
                      <a:pt x="62326" y="138346"/>
                      <a:pt x="42181" y="176008"/>
                    </a:cubicBezTo>
                    <a:cubicBezTo>
                      <a:pt x="22036" y="213670"/>
                      <a:pt x="1892" y="269725"/>
                      <a:pt x="140" y="302132"/>
                    </a:cubicBezTo>
                    <a:cubicBezTo>
                      <a:pt x="-1612" y="334539"/>
                      <a:pt x="13278" y="355559"/>
                      <a:pt x="31671" y="370449"/>
                    </a:cubicBezTo>
                    <a:cubicBezTo>
                      <a:pt x="50064" y="385339"/>
                      <a:pt x="72836" y="419497"/>
                      <a:pt x="110498" y="391470"/>
                    </a:cubicBezTo>
                    <a:cubicBezTo>
                      <a:pt x="148160" y="363443"/>
                      <a:pt x="221732" y="258339"/>
                      <a:pt x="257643" y="202284"/>
                    </a:cubicBezTo>
                    <a:cubicBezTo>
                      <a:pt x="293554" y="146229"/>
                      <a:pt x="342684" y="138967"/>
                      <a:pt x="355226" y="105307"/>
                    </a:cubicBezTo>
                    <a:cubicBezTo>
                      <a:pt x="367768" y="71647"/>
                      <a:pt x="371931" y="5179"/>
                      <a:pt x="332895" y="321"/>
                    </a:cubicBezTo>
                    <a:close/>
                  </a:path>
                </a:pathLst>
              </a:cu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任意形状 19">
                <a:extLst>
                  <a:ext uri="{FF2B5EF4-FFF2-40B4-BE49-F238E27FC236}">
                    <a16:creationId xmlns:a16="http://schemas.microsoft.com/office/drawing/2014/main" id="{FBA7C2CF-3B1A-9F2D-4F7E-6DFA4A6AC150}"/>
                  </a:ext>
                </a:extLst>
              </p:cNvPr>
              <p:cNvSpPr/>
              <p:nvPr/>
            </p:nvSpPr>
            <p:spPr>
              <a:xfrm flipH="1">
                <a:off x="-692129" y="4038526"/>
                <a:ext cx="2567102" cy="1054280"/>
              </a:xfrm>
              <a:custGeom>
                <a:avLst/>
                <a:gdLst>
                  <a:gd name="connsiteX0" fmla="*/ 979259 w 2567102"/>
                  <a:gd name="connsiteY0" fmla="*/ 0 h 1054280"/>
                  <a:gd name="connsiteX1" fmla="*/ 967371 w 2567102"/>
                  <a:gd name="connsiteY1" fmla="*/ 20547 h 1054280"/>
                  <a:gd name="connsiteX2" fmla="*/ 953622 w 2567102"/>
                  <a:gd name="connsiteY2" fmla="*/ 39414 h 1054280"/>
                  <a:gd name="connsiteX3" fmla="*/ 859635 w 2567102"/>
                  <a:gd name="connsiteY3" fmla="*/ 128160 h 1054280"/>
                  <a:gd name="connsiteX4" fmla="*/ 758934 w 2567102"/>
                  <a:gd name="connsiteY4" fmla="*/ 216905 h 1054280"/>
                  <a:gd name="connsiteX5" fmla="*/ 678374 w 2567102"/>
                  <a:gd name="connsiteY5" fmla="*/ 270152 h 1054280"/>
                  <a:gd name="connsiteX6" fmla="*/ 544108 w 2567102"/>
                  <a:gd name="connsiteY6" fmla="*/ 347065 h 1054280"/>
                  <a:gd name="connsiteX7" fmla="*/ 456835 w 2567102"/>
                  <a:gd name="connsiteY7" fmla="*/ 388479 h 1054280"/>
                  <a:gd name="connsiteX8" fmla="*/ 289002 w 2567102"/>
                  <a:gd name="connsiteY8" fmla="*/ 483140 h 1054280"/>
                  <a:gd name="connsiteX9" fmla="*/ 141308 w 2567102"/>
                  <a:gd name="connsiteY9" fmla="*/ 571886 h 1054280"/>
                  <a:gd name="connsiteX10" fmla="*/ 40609 w 2567102"/>
                  <a:gd name="connsiteY10" fmla="*/ 702046 h 1054280"/>
                  <a:gd name="connsiteX11" fmla="*/ 329 w 2567102"/>
                  <a:gd name="connsiteY11" fmla="*/ 861787 h 1054280"/>
                  <a:gd name="connsiteX12" fmla="*/ 20469 w 2567102"/>
                  <a:gd name="connsiteY12" fmla="*/ 986030 h 1054280"/>
                  <a:gd name="connsiteX13" fmla="*/ 127882 w 2567102"/>
                  <a:gd name="connsiteY13" fmla="*/ 1045194 h 1054280"/>
                  <a:gd name="connsiteX14" fmla="*/ 329282 w 2567102"/>
                  <a:gd name="connsiteY14" fmla="*/ 1051109 h 1054280"/>
                  <a:gd name="connsiteX15" fmla="*/ 476975 w 2567102"/>
                  <a:gd name="connsiteY15" fmla="*/ 1015612 h 1054280"/>
                  <a:gd name="connsiteX16" fmla="*/ 570962 w 2567102"/>
                  <a:gd name="connsiteY16" fmla="*/ 932783 h 1054280"/>
                  <a:gd name="connsiteX17" fmla="*/ 779075 w 2567102"/>
                  <a:gd name="connsiteY17" fmla="*/ 784874 h 1054280"/>
                  <a:gd name="connsiteX18" fmla="*/ 1121456 w 2567102"/>
                  <a:gd name="connsiteY18" fmla="*/ 625133 h 1054280"/>
                  <a:gd name="connsiteX19" fmla="*/ 1584675 w 2567102"/>
                  <a:gd name="connsiteY19" fmla="*/ 500889 h 1054280"/>
                  <a:gd name="connsiteX20" fmla="*/ 2188874 w 2567102"/>
                  <a:gd name="connsiteY20" fmla="*/ 506806 h 1054280"/>
                  <a:gd name="connsiteX21" fmla="*/ 2390274 w 2567102"/>
                  <a:gd name="connsiteY21" fmla="*/ 560053 h 1054280"/>
                  <a:gd name="connsiteX22" fmla="*/ 2544681 w 2567102"/>
                  <a:gd name="connsiteY22" fmla="*/ 542304 h 1054280"/>
                  <a:gd name="connsiteX23" fmla="*/ 2564821 w 2567102"/>
                  <a:gd name="connsiteY23" fmla="*/ 435810 h 1054280"/>
                  <a:gd name="connsiteX24" fmla="*/ 2531254 w 2567102"/>
                  <a:gd name="connsiteY24" fmla="*/ 311567 h 1054280"/>
                  <a:gd name="connsiteX25" fmla="*/ 2472512 w 2567102"/>
                  <a:gd name="connsiteY25" fmla="*/ 237242 h 1054280"/>
                  <a:gd name="connsiteX26" fmla="*/ 2458069 w 2567102"/>
                  <a:gd name="connsiteY26" fmla="*/ 221899 h 1054280"/>
                  <a:gd name="connsiteX27" fmla="*/ 2416661 w 2567102"/>
                  <a:gd name="connsiteY27" fmla="*/ 179668 h 1054280"/>
                  <a:gd name="connsiteX28" fmla="*/ 2417260 w 2567102"/>
                  <a:gd name="connsiteY28" fmla="*/ 179395 h 1054280"/>
                  <a:gd name="connsiteX29" fmla="*/ 2410312 w 2567102"/>
                  <a:gd name="connsiteY29" fmla="*/ 168079 h 1054280"/>
                  <a:gd name="connsiteX30" fmla="*/ 2409710 w 2567102"/>
                  <a:gd name="connsiteY30" fmla="*/ 150271 h 1054280"/>
                  <a:gd name="connsiteX31" fmla="*/ 2412388 w 2567102"/>
                  <a:gd name="connsiteY31" fmla="*/ 139477 h 1054280"/>
                  <a:gd name="connsiteX32" fmla="*/ 2401657 w 2567102"/>
                  <a:gd name="connsiteY32" fmla="*/ 138311 h 1054280"/>
                  <a:gd name="connsiteX33" fmla="*/ 2173201 w 2567102"/>
                  <a:gd name="connsiteY33" fmla="*/ 138311 h 1054280"/>
                  <a:gd name="connsiteX34" fmla="*/ 2173201 w 2567102"/>
                  <a:gd name="connsiteY34" fmla="*/ 136744 h 1054280"/>
                  <a:gd name="connsiteX35" fmla="*/ 2144637 w 2567102"/>
                  <a:gd name="connsiteY35" fmla="*/ 141951 h 1054280"/>
                  <a:gd name="connsiteX36" fmla="*/ 2106788 w 2567102"/>
                  <a:gd name="connsiteY36" fmla="*/ 163658 h 1054280"/>
                  <a:gd name="connsiteX37" fmla="*/ 1503072 w 2567102"/>
                  <a:gd name="connsiteY37" fmla="*/ 20073 h 1054280"/>
                  <a:gd name="connsiteX38" fmla="*/ 1437269 w 2567102"/>
                  <a:gd name="connsiteY38" fmla="*/ 4205 h 1054280"/>
                  <a:gd name="connsiteX39" fmla="*/ 1437269 w 2567102"/>
                  <a:gd name="connsiteY39" fmla="*/ 5114 h 1054280"/>
                  <a:gd name="connsiteX40" fmla="*/ 979259 w 2567102"/>
                  <a:gd name="connsiteY40" fmla="*/ 5114 h 105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67102" h="1054280">
                    <a:moveTo>
                      <a:pt x="979259" y="0"/>
                    </a:moveTo>
                    <a:lnTo>
                      <a:pt x="967371" y="20547"/>
                    </a:lnTo>
                    <a:cubicBezTo>
                      <a:pt x="964498" y="26795"/>
                      <a:pt x="960672" y="33214"/>
                      <a:pt x="953622" y="39414"/>
                    </a:cubicBezTo>
                    <a:cubicBezTo>
                      <a:pt x="925421" y="64219"/>
                      <a:pt x="892083" y="98578"/>
                      <a:pt x="859635" y="128160"/>
                    </a:cubicBezTo>
                    <a:cubicBezTo>
                      <a:pt x="827188" y="157741"/>
                      <a:pt x="789145" y="193239"/>
                      <a:pt x="758934" y="216905"/>
                    </a:cubicBezTo>
                    <a:cubicBezTo>
                      <a:pt x="728724" y="240571"/>
                      <a:pt x="714179" y="248459"/>
                      <a:pt x="678374" y="270152"/>
                    </a:cubicBezTo>
                    <a:cubicBezTo>
                      <a:pt x="642571" y="291845"/>
                      <a:pt x="581031" y="327343"/>
                      <a:pt x="544108" y="347065"/>
                    </a:cubicBezTo>
                    <a:cubicBezTo>
                      <a:pt x="507185" y="366786"/>
                      <a:pt x="499353" y="365799"/>
                      <a:pt x="456835" y="388479"/>
                    </a:cubicBezTo>
                    <a:cubicBezTo>
                      <a:pt x="414317" y="411158"/>
                      <a:pt x="341590" y="452573"/>
                      <a:pt x="289002" y="483140"/>
                    </a:cubicBezTo>
                    <a:cubicBezTo>
                      <a:pt x="236414" y="513708"/>
                      <a:pt x="182707" y="535401"/>
                      <a:pt x="141308" y="571886"/>
                    </a:cubicBezTo>
                    <a:cubicBezTo>
                      <a:pt x="99909" y="608370"/>
                      <a:pt x="64106" y="653728"/>
                      <a:pt x="40609" y="702046"/>
                    </a:cubicBezTo>
                    <a:cubicBezTo>
                      <a:pt x="17112" y="750362"/>
                      <a:pt x="3685" y="814456"/>
                      <a:pt x="329" y="861787"/>
                    </a:cubicBezTo>
                    <a:cubicBezTo>
                      <a:pt x="-3029" y="909117"/>
                      <a:pt x="20469" y="986030"/>
                      <a:pt x="20469" y="986030"/>
                    </a:cubicBezTo>
                    <a:cubicBezTo>
                      <a:pt x="41727" y="1016597"/>
                      <a:pt x="76413" y="1034347"/>
                      <a:pt x="127882" y="1045194"/>
                    </a:cubicBezTo>
                    <a:cubicBezTo>
                      <a:pt x="179351" y="1056040"/>
                      <a:pt x="271100" y="1056039"/>
                      <a:pt x="329282" y="1051109"/>
                    </a:cubicBezTo>
                    <a:cubicBezTo>
                      <a:pt x="387464" y="1046179"/>
                      <a:pt x="476975" y="1015612"/>
                      <a:pt x="476975" y="1015612"/>
                    </a:cubicBezTo>
                    <a:cubicBezTo>
                      <a:pt x="517255" y="995891"/>
                      <a:pt x="520611" y="971239"/>
                      <a:pt x="570962" y="932783"/>
                    </a:cubicBezTo>
                    <a:cubicBezTo>
                      <a:pt x="621311" y="894327"/>
                      <a:pt x="687326" y="836149"/>
                      <a:pt x="779075" y="784874"/>
                    </a:cubicBezTo>
                    <a:cubicBezTo>
                      <a:pt x="870824" y="733599"/>
                      <a:pt x="987188" y="672463"/>
                      <a:pt x="1121456" y="625133"/>
                    </a:cubicBezTo>
                    <a:cubicBezTo>
                      <a:pt x="1255722" y="577802"/>
                      <a:pt x="1406771" y="520610"/>
                      <a:pt x="1584675" y="500889"/>
                    </a:cubicBezTo>
                    <a:cubicBezTo>
                      <a:pt x="1762577" y="481168"/>
                      <a:pt x="2054608" y="496946"/>
                      <a:pt x="2188874" y="506806"/>
                    </a:cubicBezTo>
                    <a:cubicBezTo>
                      <a:pt x="2323140" y="516667"/>
                      <a:pt x="2390274" y="560053"/>
                      <a:pt x="2390274" y="560053"/>
                    </a:cubicBezTo>
                    <a:cubicBezTo>
                      <a:pt x="2449576" y="565970"/>
                      <a:pt x="2544681" y="542304"/>
                      <a:pt x="2544681" y="542304"/>
                    </a:cubicBezTo>
                    <a:cubicBezTo>
                      <a:pt x="2573772" y="521597"/>
                      <a:pt x="2567059" y="474266"/>
                      <a:pt x="2564821" y="435810"/>
                    </a:cubicBezTo>
                    <a:cubicBezTo>
                      <a:pt x="2562584" y="397353"/>
                      <a:pt x="2531254" y="311567"/>
                      <a:pt x="2531254" y="311567"/>
                    </a:cubicBezTo>
                    <a:cubicBezTo>
                      <a:pt x="2520065" y="291353"/>
                      <a:pt x="2494891" y="261771"/>
                      <a:pt x="2472512" y="237242"/>
                    </a:cubicBezTo>
                    <a:lnTo>
                      <a:pt x="2458069" y="221899"/>
                    </a:lnTo>
                    <a:lnTo>
                      <a:pt x="2416661" y="179668"/>
                    </a:lnTo>
                    <a:lnTo>
                      <a:pt x="2417260" y="179395"/>
                    </a:lnTo>
                    <a:lnTo>
                      <a:pt x="2410312" y="168079"/>
                    </a:lnTo>
                    <a:cubicBezTo>
                      <a:pt x="2409014" y="163116"/>
                      <a:pt x="2408828" y="157160"/>
                      <a:pt x="2409710" y="150271"/>
                    </a:cubicBezTo>
                    <a:lnTo>
                      <a:pt x="2412388" y="139477"/>
                    </a:lnTo>
                    <a:lnTo>
                      <a:pt x="2401657" y="138311"/>
                    </a:lnTo>
                    <a:lnTo>
                      <a:pt x="2173201" y="138311"/>
                    </a:lnTo>
                    <a:lnTo>
                      <a:pt x="2173201" y="136744"/>
                    </a:lnTo>
                    <a:lnTo>
                      <a:pt x="2144637" y="141951"/>
                    </a:lnTo>
                    <a:cubicBezTo>
                      <a:pt x="2117475" y="150296"/>
                      <a:pt x="2224972" y="186685"/>
                      <a:pt x="2106788" y="163658"/>
                    </a:cubicBezTo>
                    <a:cubicBezTo>
                      <a:pt x="2003378" y="143509"/>
                      <a:pt x="1683117" y="63849"/>
                      <a:pt x="1503072" y="20073"/>
                    </a:cubicBezTo>
                    <a:lnTo>
                      <a:pt x="1437269" y="4205"/>
                    </a:lnTo>
                    <a:lnTo>
                      <a:pt x="1437269" y="5114"/>
                    </a:lnTo>
                    <a:lnTo>
                      <a:pt x="979259" y="5114"/>
                    </a:lnTo>
                    <a:close/>
                  </a:path>
                </a:pathLst>
              </a:custGeom>
              <a:gradFill flip="none" rotWithShape="1">
                <a:gsLst>
                  <a:gs pos="61000">
                    <a:schemeClr val="bg2">
                      <a:lumMod val="90000"/>
                    </a:schemeClr>
                  </a:gs>
                  <a:gs pos="41000">
                    <a:srgbClr val="B2B4B4"/>
                  </a:gs>
                  <a:gs pos="22000">
                    <a:schemeClr val="bg2">
                      <a:lumMod val="50000"/>
                    </a:schemeClr>
                  </a:gs>
                  <a:gs pos="0">
                    <a:srgbClr val="585953"/>
                  </a:gs>
                  <a:gs pos="90000">
                    <a:schemeClr val="bg2">
                      <a:lumMod val="75000"/>
                    </a:schemeClr>
                  </a:gs>
                  <a:gs pos="11000">
                    <a:srgbClr val="60605E"/>
                  </a:gs>
                  <a:gs pos="98000">
                    <a:schemeClr val="bg2">
                      <a:lumMod val="50000"/>
                    </a:schemeClr>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21" name="矩形 20">
                <a:extLst>
                  <a:ext uri="{FF2B5EF4-FFF2-40B4-BE49-F238E27FC236}">
                    <a16:creationId xmlns:a16="http://schemas.microsoft.com/office/drawing/2014/main" id="{1AA5E4A2-6E23-481E-2A7C-4DFC4472F7A0}"/>
                  </a:ext>
                </a:extLst>
              </p:cNvPr>
              <p:cNvSpPr/>
              <p:nvPr/>
            </p:nvSpPr>
            <p:spPr>
              <a:xfrm>
                <a:off x="437704" y="3936435"/>
                <a:ext cx="458010" cy="106758"/>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140" name="矩形 139"/>
          <p:cNvSpPr/>
          <p:nvPr/>
        </p:nvSpPr>
        <p:spPr>
          <a:xfrm>
            <a:off x="6250345" y="1122045"/>
            <a:ext cx="6097270" cy="5641340"/>
          </a:xfrm>
          <a:prstGeom prst="rect">
            <a:avLst/>
          </a:prstGeom>
        </p:spPr>
        <p:txBody>
          <a:bodyPr wrap="square">
            <a:noAutofit/>
          </a:bodyPr>
          <a:lstStyle/>
          <a:p>
            <a:pPr marL="0" marR="0" lvl="0" indent="0" algn="l" defTabSz="914400" rtl="0" eaLnBrk="0" fontAlgn="auto" latinLnBrk="0" hangingPunct="0">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分光计调整的目标</a:t>
            </a:r>
            <a:endPar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0" fontAlgn="auto" latinLnBrk="0" hangingPunct="0">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等高共轴，两个焦距，三个垂直</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marR="0" lvl="0" indent="-457200" algn="l" defTabSz="914400" rtl="0" eaLnBrk="0" fontAlgn="auto" latinLnBrk="0" hangingPunct="0">
              <a:lnSpc>
                <a:spcPct val="200000"/>
              </a:lnSpc>
              <a:spcBef>
                <a:spcPts val="0"/>
              </a:spcBef>
              <a:spcAft>
                <a:spcPts val="0"/>
              </a:spcAft>
              <a:buClrTx/>
              <a:buSzTx/>
              <a:buFont typeface="+mj-lt"/>
              <a:buAutoNum type="arabicPeriod"/>
              <a:tabLst/>
              <a:defRPr/>
            </a:pP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望远镜中看清平行光所成的像</a:t>
            </a:r>
            <a:endPar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marR="0" lvl="0" indent="-457200" algn="l" defTabSz="914400" rtl="0" eaLnBrk="0" fontAlgn="auto" latinLnBrk="0" hangingPunct="0">
              <a:lnSpc>
                <a:spcPct val="200000"/>
              </a:lnSpc>
              <a:spcBef>
                <a:spcPts val="0"/>
              </a:spcBef>
              <a:spcAft>
                <a:spcPts val="0"/>
              </a:spcAft>
              <a:buClrTx/>
              <a:buSzTx/>
              <a:buFont typeface="+mj-lt"/>
              <a:buAutoNum type="arabicPeriod"/>
              <a:tabLst/>
              <a:defRPr/>
            </a:pP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平行光管发出平行光</a:t>
            </a:r>
            <a:endPar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marR="0" lvl="0" indent="-457200" algn="l" defTabSz="914400" rtl="0" eaLnBrk="0" fontAlgn="auto" latinLnBrk="0" hangingPunct="0">
              <a:lnSpc>
                <a:spcPct val="200000"/>
              </a:lnSpc>
              <a:spcBef>
                <a:spcPts val="0"/>
              </a:spcBef>
              <a:spcAft>
                <a:spcPts val="0"/>
              </a:spcAft>
              <a:buClrTx/>
              <a:buSzTx/>
              <a:buFont typeface="+mj-lt"/>
              <a:buAutoNum type="arabicPeriod"/>
              <a:tabLst/>
              <a:defRPr/>
            </a:pP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望远镜光轴垂直于仪器主轴  </a:t>
            </a:r>
            <a:endPar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marR="0" lvl="0" indent="-457200" algn="l" defTabSz="914400" rtl="0" eaLnBrk="0" fontAlgn="auto" latinLnBrk="0" hangingPunct="0">
              <a:lnSpc>
                <a:spcPct val="200000"/>
              </a:lnSpc>
              <a:spcBef>
                <a:spcPts val="0"/>
              </a:spcBef>
              <a:spcAft>
                <a:spcPts val="0"/>
              </a:spcAft>
              <a:buClrTx/>
              <a:buSzTx/>
              <a:buFont typeface="+mj-lt"/>
              <a:buAutoNum type="arabicPeriod"/>
              <a:tabLst/>
              <a:defRPr/>
            </a:pP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平行光管光轴垂直于仪器主轴</a:t>
            </a:r>
            <a:endParaRPr kumimoji="0" lang="en-US" altLang="zh-CN"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marR="0" lvl="0" indent="-457200" algn="l" defTabSz="914400" rtl="0" eaLnBrk="0" fontAlgn="auto" latinLnBrk="0" hangingPunct="0">
              <a:lnSpc>
                <a:spcPct val="200000"/>
              </a:lnSpc>
              <a:spcBef>
                <a:spcPts val="0"/>
              </a:spcBef>
              <a:spcAft>
                <a:spcPts val="0"/>
              </a:spcAft>
              <a:buClrTx/>
              <a:buSzTx/>
              <a:buFont typeface="+mj-lt"/>
              <a:buAutoNum type="arabicPeriod"/>
              <a:tabLst/>
              <a:defRPr/>
            </a:pPr>
            <a:r>
              <a:rPr kumimoji="0" lang="zh-CN" altLang="en-US" sz="2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载物台平面垂直于仪器主轴</a:t>
            </a:r>
          </a:p>
        </p:txBody>
      </p:sp>
      <p:grpSp>
        <p:nvGrpSpPr>
          <p:cNvPr id="802" name="组合 801">
            <a:extLst>
              <a:ext uri="{FF2B5EF4-FFF2-40B4-BE49-F238E27FC236}">
                <a16:creationId xmlns:a16="http://schemas.microsoft.com/office/drawing/2014/main" id="{4731A8E2-52A8-F769-18CE-41DD48C74C14}"/>
              </a:ext>
            </a:extLst>
          </p:cNvPr>
          <p:cNvGrpSpPr/>
          <p:nvPr/>
        </p:nvGrpSpPr>
        <p:grpSpPr>
          <a:xfrm>
            <a:off x="-5664" y="234087"/>
            <a:ext cx="12197666" cy="491115"/>
            <a:chOff x="-5664" y="377519"/>
            <a:chExt cx="12197666" cy="491115"/>
          </a:xfrm>
        </p:grpSpPr>
        <p:sp>
          <p:nvSpPr>
            <p:cNvPr id="394" name="矩形 393"/>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95" name="圆角矩形 394"/>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396" name="文本框 395"/>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397" name="矩形 396"/>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399" name="组 398"/>
            <p:cNvGrpSpPr/>
            <p:nvPr/>
          </p:nvGrpSpPr>
          <p:grpSpPr>
            <a:xfrm>
              <a:off x="11454106" y="380935"/>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sp>
        <p:nvSpPr>
          <p:cNvPr id="5" name="灯片编号占位符 4"/>
          <p:cNvSpPr>
            <a:spLocks noGrp="1"/>
          </p:cNvSpPr>
          <p:nvPr>
            <p:ph type="sldNum" sz="quarter" idx="12"/>
          </p:nvPr>
        </p:nvSpPr>
        <p:spPr>
          <a:xfrm>
            <a:off x="8540412" y="6398323"/>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8F8D02-9041-4C59-BC62-13DE0E5C6713}" type="slidenum">
              <a:rPr kumimoji="0" lang="zh-CN" altLang="en-US" sz="1600" b="1" i="0" u="none" strike="noStrike" kern="1200" cap="none" spc="0" normalizeH="0" baseline="0" noProof="0" smtClean="0">
                <a:ln>
                  <a:noFill/>
                </a:ln>
                <a:solidFill>
                  <a:prstClr val="black">
                    <a:tint val="82000"/>
                  </a:prstClr>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600" b="1" i="0" u="none" strike="noStrike" kern="1200" cap="none" spc="0" normalizeH="0" baseline="0" noProof="0" dirty="0">
              <a:ln>
                <a:noFill/>
              </a:ln>
              <a:solidFill>
                <a:prstClr val="black">
                  <a:tint val="82000"/>
                </a:prstClr>
              </a:solidFill>
              <a:effectLst/>
              <a:uLnTx/>
              <a:uFillTx/>
              <a:latin typeface="等线" panose="02110004020202020204"/>
              <a:ea typeface="等线" panose="02010600030101010101" pitchFamily="2" charset="-122"/>
              <a:cs typeface="+mn-cs"/>
            </a:endParaRPr>
          </a:p>
        </p:txBody>
      </p:sp>
      <p:sp>
        <p:nvSpPr>
          <p:cNvPr id="136" name="Line 8"/>
          <p:cNvSpPr>
            <a:spLocks noChangeShapeType="1"/>
          </p:cNvSpPr>
          <p:nvPr/>
        </p:nvSpPr>
        <p:spPr bwMode="auto">
          <a:xfrm flipV="1">
            <a:off x="3986908" y="2326614"/>
            <a:ext cx="2351698" cy="9925"/>
          </a:xfrm>
          <a:prstGeom prst="line">
            <a:avLst/>
          </a:prstGeom>
          <a:noFill/>
          <a:ln w="28575">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37" name="Line 11"/>
          <p:cNvSpPr>
            <a:spLocks noChangeShapeType="1"/>
          </p:cNvSpPr>
          <p:nvPr/>
        </p:nvSpPr>
        <p:spPr bwMode="auto">
          <a:xfrm flipH="1">
            <a:off x="3349728" y="2203530"/>
            <a:ext cx="0" cy="2691845"/>
          </a:xfrm>
          <a:prstGeom prst="line">
            <a:avLst/>
          </a:prstGeom>
          <a:noFill/>
          <a:ln w="28575">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nvGrpSpPr>
          <p:cNvPr id="3" name="组合 2"/>
          <p:cNvGrpSpPr/>
          <p:nvPr/>
        </p:nvGrpSpPr>
        <p:grpSpPr>
          <a:xfrm>
            <a:off x="258812" y="5130271"/>
            <a:ext cx="5727748" cy="1334416"/>
            <a:chOff x="-1568767" y="5423077"/>
            <a:chExt cx="8424862" cy="1962767"/>
          </a:xfrm>
        </p:grpSpPr>
        <p:sp>
          <p:nvSpPr>
            <p:cNvPr id="141" name="Line 15"/>
            <p:cNvSpPr/>
            <p:nvPr/>
          </p:nvSpPr>
          <p:spPr>
            <a:xfrm flipV="1">
              <a:off x="-1568767" y="6847959"/>
              <a:ext cx="8424862" cy="17462"/>
            </a:xfrm>
            <a:prstGeom prst="line">
              <a:avLst/>
            </a:prstGeom>
            <a:ln w="28575" cap="flat" cmpd="sng">
              <a:solidFill>
                <a:schemeClr val="tx1"/>
              </a:solidFill>
              <a:prstDash val="dash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nvGrpSpPr>
            <p:cNvPr id="2" name="组合 1"/>
            <p:cNvGrpSpPr/>
            <p:nvPr/>
          </p:nvGrpSpPr>
          <p:grpSpPr>
            <a:xfrm>
              <a:off x="-1387792" y="5423077"/>
              <a:ext cx="7956550" cy="1962767"/>
              <a:chOff x="-1387792" y="5423077"/>
              <a:chExt cx="7956550" cy="1962767"/>
            </a:xfrm>
          </p:grpSpPr>
          <p:grpSp>
            <p:nvGrpSpPr>
              <p:cNvPr id="142" name="eyescope"/>
              <p:cNvGrpSpPr/>
              <p:nvPr/>
            </p:nvGrpSpPr>
            <p:grpSpPr>
              <a:xfrm flipH="1">
                <a:off x="4193858" y="6547644"/>
                <a:ext cx="2374900" cy="685800"/>
                <a:chOff x="2744" y="3067"/>
                <a:chExt cx="1904" cy="432"/>
              </a:xfrm>
            </p:grpSpPr>
            <p:grpSp>
              <p:nvGrpSpPr>
                <p:cNvPr id="143" name="Group 18"/>
                <p:cNvGrpSpPr/>
                <p:nvPr/>
              </p:nvGrpSpPr>
              <p:grpSpPr>
                <a:xfrm>
                  <a:off x="3379" y="3068"/>
                  <a:ext cx="1269" cy="431"/>
                  <a:chOff x="2720" y="3181"/>
                  <a:chExt cx="861" cy="408"/>
                </a:xfrm>
              </p:grpSpPr>
              <p:sp>
                <p:nvSpPr>
                  <p:cNvPr id="173" name="Rectangle 19"/>
                  <p:cNvSpPr/>
                  <p:nvPr/>
                </p:nvSpPr>
                <p:spPr>
                  <a:xfrm>
                    <a:off x="2722" y="3181"/>
                    <a:ext cx="859" cy="408"/>
                  </a:xfrm>
                  <a:prstGeom prst="rect">
                    <a:avLst/>
                  </a:prstGeom>
                  <a:noFill/>
                  <a:ln w="9525">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nvGrpSpPr>
                  <p:cNvPr id="174" name="Group 20"/>
                  <p:cNvGrpSpPr/>
                  <p:nvPr/>
                </p:nvGrpSpPr>
                <p:grpSpPr>
                  <a:xfrm>
                    <a:off x="2720" y="3181"/>
                    <a:ext cx="861" cy="408"/>
                    <a:chOff x="2699" y="2750"/>
                    <a:chExt cx="861" cy="408"/>
                  </a:xfrm>
                </p:grpSpPr>
                <p:cxnSp>
                  <p:nvCxnSpPr>
                    <p:cNvPr id="175" name="AutoShape 21"/>
                    <p:cNvCxnSpPr/>
                    <p:nvPr/>
                  </p:nvCxnSpPr>
                  <p:spPr>
                    <a:xfrm>
                      <a:off x="2700" y="2750"/>
                      <a:ext cx="860" cy="0"/>
                    </a:xfrm>
                    <a:prstGeom prst="straightConnector1">
                      <a:avLst/>
                    </a:prstGeom>
                    <a:ln w="28575" cap="flat" cmpd="sng">
                      <a:solidFill>
                        <a:schemeClr val="tx1"/>
                      </a:solidFill>
                      <a:prstDash val="solid"/>
                      <a:headEnd type="none" w="med" len="med"/>
                      <a:tailEnd type="none" w="med" len="med"/>
                    </a:ln>
                  </p:spPr>
                </p:cxnSp>
                <p:cxnSp>
                  <p:nvCxnSpPr>
                    <p:cNvPr id="176" name="AutoShape 22"/>
                    <p:cNvCxnSpPr/>
                    <p:nvPr/>
                  </p:nvCxnSpPr>
                  <p:spPr>
                    <a:xfrm>
                      <a:off x="2700" y="3158"/>
                      <a:ext cx="860" cy="0"/>
                    </a:xfrm>
                    <a:prstGeom prst="straightConnector1">
                      <a:avLst/>
                    </a:prstGeom>
                    <a:ln w="28575" cap="flat" cmpd="sng">
                      <a:solidFill>
                        <a:schemeClr val="tx1"/>
                      </a:solidFill>
                      <a:prstDash val="solid"/>
                      <a:headEnd type="none" w="med" len="med"/>
                      <a:tailEnd type="none" w="med" len="med"/>
                    </a:ln>
                  </p:spPr>
                </p:cxnSp>
                <p:cxnSp>
                  <p:nvCxnSpPr>
                    <p:cNvPr id="177" name="AutoShape 23"/>
                    <p:cNvCxnSpPr/>
                    <p:nvPr/>
                  </p:nvCxnSpPr>
                  <p:spPr>
                    <a:xfrm>
                      <a:off x="2699" y="2750"/>
                      <a:ext cx="0" cy="408"/>
                    </a:xfrm>
                    <a:prstGeom prst="straightConnector1">
                      <a:avLst/>
                    </a:prstGeom>
                    <a:ln w="28575" cap="flat" cmpd="sng">
                      <a:solidFill>
                        <a:schemeClr val="tx1"/>
                      </a:solidFill>
                      <a:prstDash val="solid"/>
                      <a:headEnd type="none" w="med" len="med"/>
                      <a:tailEnd type="none" w="med" len="med"/>
                    </a:ln>
                  </p:spPr>
                </p:cxnSp>
              </p:grpSp>
            </p:grpSp>
            <p:grpSp>
              <p:nvGrpSpPr>
                <p:cNvPr id="144" name="Group 24"/>
                <p:cNvGrpSpPr/>
                <p:nvPr/>
              </p:nvGrpSpPr>
              <p:grpSpPr>
                <a:xfrm>
                  <a:off x="2744" y="3102"/>
                  <a:ext cx="953" cy="363"/>
                  <a:chOff x="2789" y="2659"/>
                  <a:chExt cx="1861" cy="1134"/>
                </a:xfrm>
              </p:grpSpPr>
              <p:sp>
                <p:nvSpPr>
                  <p:cNvPr id="149" name="Rectangle 25"/>
                  <p:cNvSpPr/>
                  <p:nvPr/>
                </p:nvSpPr>
                <p:spPr>
                  <a:xfrm>
                    <a:off x="2880" y="2659"/>
                    <a:ext cx="1678" cy="1134"/>
                  </a:xfrm>
                  <a:prstGeom prst="rect">
                    <a:avLst/>
                  </a:prstGeom>
                  <a:noFill/>
                  <a:ln w="9525">
                    <a:noFill/>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nvGrpSpPr>
                  <p:cNvPr id="150" name="Group 26"/>
                  <p:cNvGrpSpPr/>
                  <p:nvPr/>
                </p:nvGrpSpPr>
                <p:grpSpPr>
                  <a:xfrm>
                    <a:off x="2789" y="2659"/>
                    <a:ext cx="1861" cy="1134"/>
                    <a:chOff x="2789" y="2659"/>
                    <a:chExt cx="1861" cy="1134"/>
                  </a:xfrm>
                </p:grpSpPr>
                <p:grpSp>
                  <p:nvGrpSpPr>
                    <p:cNvPr id="151" name="Group 27"/>
                    <p:cNvGrpSpPr/>
                    <p:nvPr/>
                  </p:nvGrpSpPr>
                  <p:grpSpPr>
                    <a:xfrm>
                      <a:off x="2789" y="2659"/>
                      <a:ext cx="182" cy="1134"/>
                      <a:chOff x="1882" y="1956"/>
                      <a:chExt cx="182" cy="1134"/>
                    </a:xfrm>
                  </p:grpSpPr>
                  <p:sp>
                    <p:nvSpPr>
                      <p:cNvPr id="164" name="Oval 28"/>
                      <p:cNvSpPr/>
                      <p:nvPr/>
                    </p:nvSpPr>
                    <p:spPr>
                      <a:xfrm>
                        <a:off x="1882" y="1956"/>
                        <a:ext cx="182" cy="1134"/>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nvGrpSpPr>
                      <p:cNvPr id="165" name="Group 29"/>
                      <p:cNvGrpSpPr/>
                      <p:nvPr/>
                    </p:nvGrpSpPr>
                    <p:grpSpPr>
                      <a:xfrm>
                        <a:off x="1904" y="2160"/>
                        <a:ext cx="137" cy="182"/>
                        <a:chOff x="4785" y="2885"/>
                        <a:chExt cx="137" cy="182"/>
                      </a:xfrm>
                    </p:grpSpPr>
                    <p:sp>
                      <p:nvSpPr>
                        <p:cNvPr id="170" name="Line 30"/>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71" name="Line 31"/>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72" name="Line 32"/>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nvGrpSpPr>
                      <p:cNvPr id="166" name="Group 33"/>
                      <p:cNvGrpSpPr/>
                      <p:nvPr/>
                    </p:nvGrpSpPr>
                    <p:grpSpPr>
                      <a:xfrm>
                        <a:off x="1904" y="2614"/>
                        <a:ext cx="137" cy="182"/>
                        <a:chOff x="4785" y="2885"/>
                        <a:chExt cx="137" cy="182"/>
                      </a:xfrm>
                    </p:grpSpPr>
                    <p:sp>
                      <p:nvSpPr>
                        <p:cNvPr id="167" name="Line 34"/>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68" name="Line 35"/>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69" name="Line 36"/>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grpSp>
                  <p:nvGrpSpPr>
                    <p:cNvPr id="152" name="Group 37"/>
                    <p:cNvGrpSpPr/>
                    <p:nvPr/>
                  </p:nvGrpSpPr>
                  <p:grpSpPr>
                    <a:xfrm>
                      <a:off x="4468" y="2659"/>
                      <a:ext cx="182" cy="1134"/>
                      <a:chOff x="1882" y="1956"/>
                      <a:chExt cx="182" cy="1134"/>
                    </a:xfrm>
                  </p:grpSpPr>
                  <p:sp>
                    <p:nvSpPr>
                      <p:cNvPr id="155" name="Oval 38"/>
                      <p:cNvSpPr/>
                      <p:nvPr/>
                    </p:nvSpPr>
                    <p:spPr>
                      <a:xfrm>
                        <a:off x="1882" y="1956"/>
                        <a:ext cx="182" cy="1134"/>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nvGrpSpPr>
                      <p:cNvPr id="156" name="Group 39"/>
                      <p:cNvGrpSpPr/>
                      <p:nvPr/>
                    </p:nvGrpSpPr>
                    <p:grpSpPr>
                      <a:xfrm>
                        <a:off x="1904" y="2160"/>
                        <a:ext cx="137" cy="182"/>
                        <a:chOff x="4785" y="2885"/>
                        <a:chExt cx="137" cy="182"/>
                      </a:xfrm>
                    </p:grpSpPr>
                    <p:sp>
                      <p:nvSpPr>
                        <p:cNvPr id="161" name="Line 40"/>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62" name="Line 41"/>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63" name="Line 42"/>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nvGrpSpPr>
                      <p:cNvPr id="157" name="Group 43"/>
                      <p:cNvGrpSpPr/>
                      <p:nvPr/>
                    </p:nvGrpSpPr>
                    <p:grpSpPr>
                      <a:xfrm>
                        <a:off x="1904" y="2614"/>
                        <a:ext cx="137" cy="182"/>
                        <a:chOff x="4785" y="2885"/>
                        <a:chExt cx="137" cy="182"/>
                      </a:xfrm>
                    </p:grpSpPr>
                    <p:sp>
                      <p:nvSpPr>
                        <p:cNvPr id="158" name="Line 44"/>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59" name="Line 45"/>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60" name="Line 46"/>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cxnSp>
                  <p:nvCxnSpPr>
                    <p:cNvPr id="153" name="AutoShape 47"/>
                    <p:cNvCxnSpPr>
                      <a:stCxn id="164" idx="0"/>
                      <a:endCxn id="155" idx="0"/>
                    </p:cNvCxnSpPr>
                    <p:nvPr/>
                  </p:nvCxnSpPr>
                  <p:spPr>
                    <a:xfrm>
                      <a:off x="2880" y="2659"/>
                      <a:ext cx="1679" cy="0"/>
                    </a:xfrm>
                    <a:prstGeom prst="straightConnector1">
                      <a:avLst/>
                    </a:prstGeom>
                    <a:ln w="28575" cap="flat" cmpd="sng">
                      <a:solidFill>
                        <a:schemeClr val="tx1"/>
                      </a:solidFill>
                      <a:prstDash val="solid"/>
                      <a:headEnd type="none" w="med" len="med"/>
                      <a:tailEnd type="none" w="med" len="med"/>
                    </a:ln>
                  </p:spPr>
                </p:cxnSp>
                <p:cxnSp>
                  <p:nvCxnSpPr>
                    <p:cNvPr id="154" name="AutoShape 48"/>
                    <p:cNvCxnSpPr>
                      <a:stCxn id="164" idx="4"/>
                      <a:endCxn id="155" idx="4"/>
                    </p:cNvCxnSpPr>
                    <p:nvPr/>
                  </p:nvCxnSpPr>
                  <p:spPr>
                    <a:xfrm>
                      <a:off x="2880" y="3793"/>
                      <a:ext cx="1679" cy="0"/>
                    </a:xfrm>
                    <a:prstGeom prst="straightConnector1">
                      <a:avLst/>
                    </a:prstGeom>
                    <a:ln w="28575" cap="flat" cmpd="sng">
                      <a:solidFill>
                        <a:schemeClr val="tx1"/>
                      </a:solidFill>
                      <a:prstDash val="solid"/>
                      <a:headEnd type="none" w="med" len="med"/>
                      <a:tailEnd type="none" w="med" len="med"/>
                    </a:ln>
                  </p:spPr>
                </p:cxnSp>
              </p:grpSp>
            </p:grpSp>
            <p:grpSp>
              <p:nvGrpSpPr>
                <p:cNvPr id="145" name="Group 49"/>
                <p:cNvGrpSpPr/>
                <p:nvPr/>
              </p:nvGrpSpPr>
              <p:grpSpPr>
                <a:xfrm>
                  <a:off x="4013" y="3067"/>
                  <a:ext cx="91" cy="432"/>
                  <a:chOff x="3333" y="3203"/>
                  <a:chExt cx="91" cy="432"/>
                </a:xfrm>
              </p:grpSpPr>
              <p:sp>
                <p:nvSpPr>
                  <p:cNvPr id="146" name="Line 50"/>
                  <p:cNvSpPr/>
                  <p:nvPr/>
                </p:nvSpPr>
                <p:spPr>
                  <a:xfrm>
                    <a:off x="3424" y="3203"/>
                    <a:ext cx="0" cy="431"/>
                  </a:xfrm>
                  <a:prstGeom prst="line">
                    <a:avLst/>
                  </a:prstGeom>
                  <a:ln w="57150" cap="flat" cmpd="sng">
                    <a:solidFill>
                      <a:srgbClr val="098529"/>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47" name="Line 51"/>
                  <p:cNvSpPr>
                    <a:spLocks noChangeAspect="1"/>
                  </p:cNvSpPr>
                  <p:nvPr/>
                </p:nvSpPr>
                <p:spPr>
                  <a:xfrm rot="-2700000">
                    <a:off x="3333" y="3511"/>
                    <a:ext cx="91" cy="0"/>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48" name="Line 52"/>
                  <p:cNvSpPr>
                    <a:spLocks noChangeAspect="1"/>
                  </p:cNvSpPr>
                  <p:nvPr/>
                </p:nvSpPr>
                <p:spPr>
                  <a:xfrm>
                    <a:off x="3346" y="3544"/>
                    <a:ext cx="1"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grpSp>
            <p:nvGrpSpPr>
              <p:cNvPr id="178" name="Group 57"/>
              <p:cNvGrpSpPr/>
              <p:nvPr/>
            </p:nvGrpSpPr>
            <p:grpSpPr>
              <a:xfrm>
                <a:off x="-854392" y="5437682"/>
                <a:ext cx="2160587" cy="877894"/>
                <a:chOff x="703" y="1453"/>
                <a:chExt cx="1361" cy="553"/>
              </a:xfrm>
            </p:grpSpPr>
            <p:sp>
              <p:nvSpPr>
                <p:cNvPr id="179" name="Text Box 58"/>
                <p:cNvSpPr txBox="1"/>
                <p:nvPr/>
              </p:nvSpPr>
              <p:spPr>
                <a:xfrm>
                  <a:off x="1260" y="1453"/>
                  <a:ext cx="169" cy="288"/>
                </a:xfrm>
                <a:prstGeom prst="rect">
                  <a:avLst/>
                </a:prstGeom>
                <a:noFill/>
                <a:ln w="9525">
                  <a:noFill/>
                </a:ln>
              </p:spPr>
              <p:txBody>
                <a:bodyPr wrap="none">
                  <a:spAutoFit/>
                </a:bodyPr>
                <a:lstStyle/>
                <a:p>
                  <a:pPr marL="342900" marR="0" lvl="0" indent="-342900" algn="l" defTabSz="914400" rtl="0" eaLnBrk="1" fontAlgn="auto" latinLnBrk="0" hangingPunct="1">
                    <a:lnSpc>
                      <a:spcPct val="100000"/>
                    </a:lnSpc>
                    <a:spcBef>
                      <a:spcPct val="20000"/>
                    </a:spcBef>
                    <a:spcAft>
                      <a:spcPts val="0"/>
                    </a:spcAft>
                    <a:buClr>
                      <a:prstClr val="white"/>
                    </a:buClr>
                    <a:buSzPct val="80000"/>
                    <a:buFont typeface="Wingdings" panose="05000000000000000000" pitchFamily="2" charset="2"/>
                    <a:buNone/>
                    <a:tabLst/>
                    <a:defRPr/>
                  </a:pPr>
                  <a:r>
                    <a:rPr kumimoji="0" lang="en-US" altLang="zh-CN" sz="2400" b="0" i="1" u="none" strike="noStrike" kern="1200" cap="none" spc="0" normalizeH="0" baseline="0" noProof="0" dirty="0">
                      <a:ln>
                        <a:noFill/>
                      </a:ln>
                      <a:solidFill>
                        <a:prstClr val="black"/>
                      </a:solidFill>
                      <a:effectLst/>
                      <a:uLnTx/>
                      <a:uFillTx/>
                      <a:latin typeface="Times New Roman" panose="02020503050405090304" pitchFamily="18" charset="0"/>
                      <a:ea typeface="仿宋_GB2312" pitchFamily="49" charset="-122"/>
                      <a:cs typeface="+mn-cs"/>
                    </a:rPr>
                    <a:t>f</a:t>
                  </a:r>
                </a:p>
              </p:txBody>
            </p:sp>
            <p:grpSp>
              <p:nvGrpSpPr>
                <p:cNvPr id="180" name="Group 59"/>
                <p:cNvGrpSpPr/>
                <p:nvPr/>
              </p:nvGrpSpPr>
              <p:grpSpPr>
                <a:xfrm>
                  <a:off x="703" y="1767"/>
                  <a:ext cx="1361" cy="239"/>
                  <a:chOff x="703" y="1767"/>
                  <a:chExt cx="1769" cy="239"/>
                </a:xfrm>
              </p:grpSpPr>
              <p:sp>
                <p:nvSpPr>
                  <p:cNvPr id="181" name="Line 60"/>
                  <p:cNvSpPr/>
                  <p:nvPr/>
                </p:nvSpPr>
                <p:spPr>
                  <a:xfrm>
                    <a:off x="2472" y="1767"/>
                    <a:ext cx="0" cy="227"/>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82" name="Line 61"/>
                  <p:cNvSpPr/>
                  <p:nvPr/>
                </p:nvSpPr>
                <p:spPr>
                  <a:xfrm flipV="1">
                    <a:off x="709" y="1858"/>
                    <a:ext cx="1763" cy="9"/>
                  </a:xfrm>
                  <a:prstGeom prst="line">
                    <a:avLst/>
                  </a:prstGeom>
                  <a:ln w="28575" cap="flat" cmpd="sng">
                    <a:solidFill>
                      <a:schemeClr val="tx1"/>
                    </a:solidFill>
                    <a:prstDash val="solid"/>
                    <a:headEnd type="triangl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83" name="Line 62"/>
                  <p:cNvSpPr/>
                  <p:nvPr/>
                </p:nvSpPr>
                <p:spPr>
                  <a:xfrm>
                    <a:off x="703" y="1779"/>
                    <a:ext cx="0" cy="227"/>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grpSp>
            <p:nvGrpSpPr>
              <p:cNvPr id="184" name="Group 63"/>
              <p:cNvGrpSpPr/>
              <p:nvPr/>
            </p:nvGrpSpPr>
            <p:grpSpPr>
              <a:xfrm>
                <a:off x="2711768" y="5423077"/>
                <a:ext cx="2160587" cy="877894"/>
                <a:chOff x="703" y="1453"/>
                <a:chExt cx="1361" cy="553"/>
              </a:xfrm>
            </p:grpSpPr>
            <p:sp>
              <p:nvSpPr>
                <p:cNvPr id="185" name="Text Box 64"/>
                <p:cNvSpPr txBox="1"/>
                <p:nvPr/>
              </p:nvSpPr>
              <p:spPr>
                <a:xfrm>
                  <a:off x="1260" y="1453"/>
                  <a:ext cx="169" cy="288"/>
                </a:xfrm>
                <a:prstGeom prst="rect">
                  <a:avLst/>
                </a:prstGeom>
                <a:noFill/>
                <a:ln w="9525">
                  <a:noFill/>
                </a:ln>
              </p:spPr>
              <p:txBody>
                <a:bodyPr wrap="none">
                  <a:spAutoFit/>
                </a:bodyPr>
                <a:lstStyle/>
                <a:p>
                  <a:pPr marL="342900" marR="0" lvl="0" indent="-342900" algn="l" defTabSz="914400" rtl="0" eaLnBrk="1" fontAlgn="auto" latinLnBrk="0" hangingPunct="1">
                    <a:lnSpc>
                      <a:spcPct val="100000"/>
                    </a:lnSpc>
                    <a:spcBef>
                      <a:spcPct val="20000"/>
                    </a:spcBef>
                    <a:spcAft>
                      <a:spcPts val="0"/>
                    </a:spcAft>
                    <a:buClr>
                      <a:prstClr val="white"/>
                    </a:buClr>
                    <a:buSzPct val="80000"/>
                    <a:buFont typeface="Wingdings" panose="05000000000000000000" pitchFamily="2" charset="2"/>
                    <a:buNone/>
                    <a:tabLst/>
                    <a:defRPr/>
                  </a:pPr>
                  <a:r>
                    <a:rPr kumimoji="0" lang="en-US" altLang="zh-CN" sz="2400" b="0" i="1" u="none" strike="noStrike" kern="1200" cap="none" spc="0" normalizeH="0" baseline="0" noProof="0" dirty="0">
                      <a:ln>
                        <a:noFill/>
                      </a:ln>
                      <a:solidFill>
                        <a:prstClr val="black"/>
                      </a:solidFill>
                      <a:effectLst/>
                      <a:uLnTx/>
                      <a:uFillTx/>
                      <a:latin typeface="Times New Roman" panose="02020503050405090304" pitchFamily="18" charset="0"/>
                      <a:ea typeface="仿宋_GB2312" pitchFamily="49" charset="-122"/>
                      <a:cs typeface="+mn-cs"/>
                    </a:rPr>
                    <a:t>f</a:t>
                  </a:r>
                </a:p>
              </p:txBody>
            </p:sp>
            <p:grpSp>
              <p:nvGrpSpPr>
                <p:cNvPr id="186" name="Group 65"/>
                <p:cNvGrpSpPr/>
                <p:nvPr/>
              </p:nvGrpSpPr>
              <p:grpSpPr>
                <a:xfrm>
                  <a:off x="703" y="1767"/>
                  <a:ext cx="1361" cy="239"/>
                  <a:chOff x="703" y="1767"/>
                  <a:chExt cx="1769" cy="239"/>
                </a:xfrm>
              </p:grpSpPr>
              <p:sp>
                <p:nvSpPr>
                  <p:cNvPr id="187" name="Line 66"/>
                  <p:cNvSpPr/>
                  <p:nvPr/>
                </p:nvSpPr>
                <p:spPr>
                  <a:xfrm>
                    <a:off x="2472" y="1767"/>
                    <a:ext cx="0" cy="227"/>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88" name="Line 67"/>
                  <p:cNvSpPr/>
                  <p:nvPr/>
                </p:nvSpPr>
                <p:spPr>
                  <a:xfrm flipV="1">
                    <a:off x="709" y="1858"/>
                    <a:ext cx="1763" cy="9"/>
                  </a:xfrm>
                  <a:prstGeom prst="line">
                    <a:avLst/>
                  </a:prstGeom>
                  <a:ln w="28575" cap="flat" cmpd="sng">
                    <a:solidFill>
                      <a:schemeClr val="tx1"/>
                    </a:solidFill>
                    <a:prstDash val="solid"/>
                    <a:headEnd type="triangle" w="med" len="me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89" name="Line 68"/>
                  <p:cNvSpPr/>
                  <p:nvPr/>
                </p:nvSpPr>
                <p:spPr>
                  <a:xfrm>
                    <a:off x="703" y="1779"/>
                    <a:ext cx="0" cy="227"/>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grpSp>
            <p:nvGrpSpPr>
              <p:cNvPr id="190" name="Group 70"/>
              <p:cNvGrpSpPr/>
              <p:nvPr/>
            </p:nvGrpSpPr>
            <p:grpSpPr>
              <a:xfrm>
                <a:off x="-1387792" y="6330156"/>
                <a:ext cx="6267450" cy="1055688"/>
                <a:chOff x="360" y="2122"/>
                <a:chExt cx="3948" cy="665"/>
              </a:xfrm>
            </p:grpSpPr>
            <p:grpSp>
              <p:nvGrpSpPr>
                <p:cNvPr id="191" name="Group 71"/>
                <p:cNvGrpSpPr/>
                <p:nvPr/>
              </p:nvGrpSpPr>
              <p:grpSpPr>
                <a:xfrm>
                  <a:off x="360" y="2218"/>
                  <a:ext cx="318" cy="453"/>
                  <a:chOff x="1882" y="1298"/>
                  <a:chExt cx="318" cy="453"/>
                </a:xfrm>
              </p:grpSpPr>
              <p:sp>
                <p:nvSpPr>
                  <p:cNvPr id="242" name="Rectangle 72"/>
                  <p:cNvSpPr/>
                  <p:nvPr/>
                </p:nvSpPr>
                <p:spPr>
                  <a:xfrm>
                    <a:off x="1882" y="1298"/>
                    <a:ext cx="181" cy="453"/>
                  </a:xfrm>
                  <a:prstGeom prst="rect">
                    <a:avLst/>
                  </a:prstGeom>
                  <a:noFill/>
                  <a:ln w="28575" cap="flat" cmpd="sng">
                    <a:solidFill>
                      <a:schemeClr val="tx1"/>
                    </a:solidFill>
                    <a:prstDash val="solid"/>
                    <a:miter/>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sp>
                <p:nvSpPr>
                  <p:cNvPr id="243" name="Rectangle 73"/>
                  <p:cNvSpPr/>
                  <p:nvPr/>
                </p:nvSpPr>
                <p:spPr>
                  <a:xfrm>
                    <a:off x="2064" y="1389"/>
                    <a:ext cx="136" cy="272"/>
                  </a:xfrm>
                  <a:prstGeom prst="rect">
                    <a:avLst/>
                  </a:prstGeom>
                  <a:noFill/>
                  <a:ln w="28575" cap="flat" cmpd="sng">
                    <a:solidFill>
                      <a:schemeClr val="tx1"/>
                    </a:solidFill>
                    <a:prstDash val="solid"/>
                    <a:miter/>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grpSp>
              <p:nvGrpSpPr>
                <p:cNvPr id="192" name="Group 74"/>
                <p:cNvGrpSpPr/>
                <p:nvPr/>
              </p:nvGrpSpPr>
              <p:grpSpPr>
                <a:xfrm>
                  <a:off x="2057" y="2210"/>
                  <a:ext cx="879" cy="489"/>
                  <a:chOff x="2018" y="2196"/>
                  <a:chExt cx="1678" cy="834"/>
                </a:xfrm>
              </p:grpSpPr>
              <p:sp>
                <p:nvSpPr>
                  <p:cNvPr id="229" name="Line 75"/>
                  <p:cNvSpPr/>
                  <p:nvPr/>
                </p:nvSpPr>
                <p:spPr>
                  <a:xfrm>
                    <a:off x="2018" y="2205"/>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30" name="Line 76"/>
                  <p:cNvSpPr/>
                  <p:nvPr/>
                </p:nvSpPr>
                <p:spPr>
                  <a:xfrm>
                    <a:off x="2018" y="2409"/>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31" name="Line 77"/>
                  <p:cNvSpPr/>
                  <p:nvPr/>
                </p:nvSpPr>
                <p:spPr>
                  <a:xfrm>
                    <a:off x="2018" y="2613"/>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32" name="Line 78"/>
                  <p:cNvSpPr/>
                  <p:nvPr/>
                </p:nvSpPr>
                <p:spPr>
                  <a:xfrm>
                    <a:off x="2018" y="2817"/>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33" name="Line 79"/>
                  <p:cNvSpPr/>
                  <p:nvPr/>
                </p:nvSpPr>
                <p:spPr>
                  <a:xfrm>
                    <a:off x="3696" y="2205"/>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34" name="Line 80"/>
                  <p:cNvSpPr/>
                  <p:nvPr/>
                </p:nvSpPr>
                <p:spPr>
                  <a:xfrm>
                    <a:off x="3696" y="2409"/>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35" name="Line 81"/>
                  <p:cNvSpPr/>
                  <p:nvPr/>
                </p:nvSpPr>
                <p:spPr>
                  <a:xfrm>
                    <a:off x="3696" y="2613"/>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36" name="Line 82"/>
                  <p:cNvSpPr/>
                  <p:nvPr/>
                </p:nvSpPr>
                <p:spPr>
                  <a:xfrm>
                    <a:off x="3696" y="2817"/>
                    <a:ext cx="0" cy="204"/>
                  </a:xfrm>
                  <a:prstGeom prst="line">
                    <a:avLst/>
                  </a:prstGeom>
                  <a:ln w="28575" cap="flat" cmpd="sng">
                    <a:solidFill>
                      <a:schemeClr val="tx1"/>
                    </a:solidFill>
                    <a:prstDash val="sysDot"/>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cxnSp>
                <p:nvCxnSpPr>
                  <p:cNvPr id="237" name="AutoShape 83"/>
                  <p:cNvCxnSpPr>
                    <a:stCxn id="229" idx="0"/>
                    <a:endCxn id="233" idx="0"/>
                  </p:cNvCxnSpPr>
                  <p:nvPr/>
                </p:nvCxnSpPr>
                <p:spPr>
                  <a:xfrm>
                    <a:off x="2018" y="2196"/>
                    <a:ext cx="1678" cy="0"/>
                  </a:xfrm>
                  <a:prstGeom prst="straightConnector1">
                    <a:avLst/>
                  </a:prstGeom>
                  <a:ln w="28575" cap="flat" cmpd="sng">
                    <a:solidFill>
                      <a:schemeClr val="tx1"/>
                    </a:solidFill>
                    <a:prstDash val="solid"/>
                    <a:headEnd type="none" w="med" len="med"/>
                    <a:tailEnd type="none" w="med" len="med"/>
                  </a:ln>
                </p:spPr>
              </p:cxnSp>
              <p:cxnSp>
                <p:nvCxnSpPr>
                  <p:cNvPr id="238" name="AutoShape 84"/>
                  <p:cNvCxnSpPr>
                    <a:stCxn id="229" idx="1"/>
                    <a:endCxn id="233" idx="1"/>
                  </p:cNvCxnSpPr>
                  <p:nvPr/>
                </p:nvCxnSpPr>
                <p:spPr>
                  <a:xfrm>
                    <a:off x="2018" y="2418"/>
                    <a:ext cx="1678" cy="0"/>
                  </a:xfrm>
                  <a:prstGeom prst="straightConnector1">
                    <a:avLst/>
                  </a:prstGeom>
                  <a:ln w="28575" cap="flat" cmpd="sng">
                    <a:solidFill>
                      <a:schemeClr val="tx1"/>
                    </a:solidFill>
                    <a:prstDash val="solid"/>
                    <a:headEnd type="none" w="med" len="med"/>
                    <a:tailEnd type="none" w="med" len="med"/>
                  </a:ln>
                </p:spPr>
              </p:cxnSp>
              <p:cxnSp>
                <p:nvCxnSpPr>
                  <p:cNvPr id="239" name="AutoShape 85"/>
                  <p:cNvCxnSpPr>
                    <a:stCxn id="231" idx="0"/>
                    <a:endCxn id="234" idx="1"/>
                  </p:cNvCxnSpPr>
                  <p:nvPr/>
                </p:nvCxnSpPr>
                <p:spPr>
                  <a:xfrm>
                    <a:off x="2018" y="2604"/>
                    <a:ext cx="1678" cy="18"/>
                  </a:xfrm>
                  <a:prstGeom prst="straightConnector1">
                    <a:avLst/>
                  </a:prstGeom>
                  <a:ln w="28575" cap="flat" cmpd="sng">
                    <a:solidFill>
                      <a:schemeClr val="tx1"/>
                    </a:solidFill>
                    <a:prstDash val="solid"/>
                    <a:headEnd type="none" w="med" len="med"/>
                    <a:tailEnd type="none" w="med" len="med"/>
                  </a:ln>
                </p:spPr>
              </p:cxnSp>
              <p:cxnSp>
                <p:nvCxnSpPr>
                  <p:cNvPr id="240" name="AutoShape 86"/>
                  <p:cNvCxnSpPr>
                    <a:stCxn id="231" idx="1"/>
                    <a:endCxn id="235" idx="1"/>
                  </p:cNvCxnSpPr>
                  <p:nvPr/>
                </p:nvCxnSpPr>
                <p:spPr>
                  <a:xfrm>
                    <a:off x="2018" y="2826"/>
                    <a:ext cx="1678" cy="0"/>
                  </a:xfrm>
                  <a:prstGeom prst="straightConnector1">
                    <a:avLst/>
                  </a:prstGeom>
                  <a:ln w="28575" cap="flat" cmpd="sng">
                    <a:solidFill>
                      <a:schemeClr val="tx1"/>
                    </a:solidFill>
                    <a:prstDash val="solid"/>
                    <a:headEnd type="none" w="med" len="med"/>
                    <a:tailEnd type="none" w="med" len="med"/>
                  </a:ln>
                </p:spPr>
              </p:cxnSp>
              <p:cxnSp>
                <p:nvCxnSpPr>
                  <p:cNvPr id="241" name="AutoShape 87"/>
                  <p:cNvCxnSpPr>
                    <a:stCxn id="232" idx="1"/>
                    <a:endCxn id="236" idx="1"/>
                  </p:cNvCxnSpPr>
                  <p:nvPr/>
                </p:nvCxnSpPr>
                <p:spPr>
                  <a:xfrm>
                    <a:off x="2018" y="3030"/>
                    <a:ext cx="1678" cy="0"/>
                  </a:xfrm>
                  <a:prstGeom prst="straightConnector1">
                    <a:avLst/>
                  </a:prstGeom>
                  <a:ln w="28575" cap="flat" cmpd="sng">
                    <a:solidFill>
                      <a:schemeClr val="tx1"/>
                    </a:solidFill>
                    <a:prstDash val="solid"/>
                    <a:headEnd type="none" w="med" len="med"/>
                    <a:tailEnd type="none" w="med" len="med"/>
                  </a:ln>
                </p:spPr>
              </p:cxnSp>
            </p:grpSp>
            <p:sp>
              <p:nvSpPr>
                <p:cNvPr id="193" name="Rectangle 88"/>
                <p:cNvSpPr/>
                <p:nvPr/>
              </p:nvSpPr>
              <p:spPr>
                <a:xfrm>
                  <a:off x="2937" y="2122"/>
                  <a:ext cx="1371" cy="665"/>
                </a:xfrm>
                <a:prstGeom prst="rect">
                  <a:avLst/>
                </a:prstGeom>
                <a:solidFill>
                  <a:srgbClr val="969696">
                    <a:alpha val="50195"/>
                  </a:srgbClr>
                </a:solidFill>
                <a:ln w="28575" cap="flat" cmpd="sng">
                  <a:solidFill>
                    <a:schemeClr val="tx1"/>
                  </a:solidFill>
                  <a:prstDash val="solid"/>
                  <a:miter/>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nvGrpSpPr>
                <p:cNvPr id="194" name="Group 89"/>
                <p:cNvGrpSpPr/>
                <p:nvPr/>
              </p:nvGrpSpPr>
              <p:grpSpPr>
                <a:xfrm rot="10800000">
                  <a:off x="2937" y="2210"/>
                  <a:ext cx="1371" cy="489"/>
                  <a:chOff x="3288" y="2332"/>
                  <a:chExt cx="1769" cy="834"/>
                </a:xfrm>
              </p:grpSpPr>
              <p:cxnSp>
                <p:nvCxnSpPr>
                  <p:cNvPr id="224" name="AutoShape 90"/>
                  <p:cNvCxnSpPr/>
                  <p:nvPr/>
                </p:nvCxnSpPr>
                <p:spPr>
                  <a:xfrm flipH="1">
                    <a:off x="3334" y="2332"/>
                    <a:ext cx="1723" cy="418"/>
                  </a:xfrm>
                  <a:prstGeom prst="straightConnector1">
                    <a:avLst/>
                  </a:prstGeom>
                  <a:ln w="28575" cap="flat" cmpd="sng">
                    <a:solidFill>
                      <a:schemeClr val="tx1"/>
                    </a:solidFill>
                    <a:prstDash val="solid"/>
                    <a:headEnd type="none" w="med" len="med"/>
                    <a:tailEnd type="none" w="med" len="med"/>
                  </a:ln>
                </p:spPr>
              </p:cxnSp>
              <p:cxnSp>
                <p:nvCxnSpPr>
                  <p:cNvPr id="225" name="AutoShape 91"/>
                  <p:cNvCxnSpPr/>
                  <p:nvPr/>
                </p:nvCxnSpPr>
                <p:spPr>
                  <a:xfrm flipH="1">
                    <a:off x="3334" y="2536"/>
                    <a:ext cx="1723" cy="214"/>
                  </a:xfrm>
                  <a:prstGeom prst="straightConnector1">
                    <a:avLst/>
                  </a:prstGeom>
                  <a:ln w="28575" cap="flat" cmpd="sng">
                    <a:solidFill>
                      <a:schemeClr val="tx1"/>
                    </a:solidFill>
                    <a:prstDash val="solid"/>
                    <a:headEnd type="none" w="med" len="med"/>
                    <a:tailEnd type="none" w="med" len="med"/>
                  </a:ln>
                </p:spPr>
              </p:cxnSp>
              <p:cxnSp>
                <p:nvCxnSpPr>
                  <p:cNvPr id="226" name="AutoShape 92"/>
                  <p:cNvCxnSpPr/>
                  <p:nvPr/>
                </p:nvCxnSpPr>
                <p:spPr>
                  <a:xfrm flipH="1" flipV="1">
                    <a:off x="3334" y="2750"/>
                    <a:ext cx="1723" cy="8"/>
                  </a:xfrm>
                  <a:prstGeom prst="straightConnector1">
                    <a:avLst/>
                  </a:prstGeom>
                  <a:ln w="28575" cap="flat" cmpd="sng">
                    <a:solidFill>
                      <a:schemeClr val="tx1"/>
                    </a:solidFill>
                    <a:prstDash val="solid"/>
                    <a:headEnd type="none" w="med" len="med"/>
                    <a:tailEnd type="none" w="med" len="med"/>
                  </a:ln>
                </p:spPr>
              </p:cxnSp>
              <p:cxnSp>
                <p:nvCxnSpPr>
                  <p:cNvPr id="227" name="AutoShape 93"/>
                  <p:cNvCxnSpPr/>
                  <p:nvPr/>
                </p:nvCxnSpPr>
                <p:spPr>
                  <a:xfrm flipH="1" flipV="1">
                    <a:off x="3334" y="2750"/>
                    <a:ext cx="1723" cy="212"/>
                  </a:xfrm>
                  <a:prstGeom prst="straightConnector1">
                    <a:avLst/>
                  </a:prstGeom>
                  <a:ln w="28575" cap="flat" cmpd="sng">
                    <a:solidFill>
                      <a:schemeClr val="tx1"/>
                    </a:solidFill>
                    <a:prstDash val="solid"/>
                    <a:headEnd type="none" w="med" len="med"/>
                    <a:tailEnd type="none" w="med" len="med"/>
                  </a:ln>
                </p:spPr>
              </p:cxnSp>
              <p:cxnSp>
                <p:nvCxnSpPr>
                  <p:cNvPr id="228" name="AutoShape 94"/>
                  <p:cNvCxnSpPr/>
                  <p:nvPr/>
                </p:nvCxnSpPr>
                <p:spPr>
                  <a:xfrm flipH="1" flipV="1">
                    <a:off x="3288" y="2750"/>
                    <a:ext cx="1769" cy="416"/>
                  </a:xfrm>
                  <a:prstGeom prst="straightConnector1">
                    <a:avLst/>
                  </a:prstGeom>
                  <a:ln w="28575" cap="flat" cmpd="sng">
                    <a:solidFill>
                      <a:schemeClr val="tx1"/>
                    </a:solidFill>
                    <a:prstDash val="solid"/>
                    <a:headEnd type="none" w="med" len="med"/>
                    <a:tailEnd type="none" w="med" len="med"/>
                  </a:ln>
                </p:spPr>
              </p:cxnSp>
            </p:grpSp>
            <p:grpSp>
              <p:nvGrpSpPr>
                <p:cNvPr id="195" name="Group 95"/>
                <p:cNvGrpSpPr/>
                <p:nvPr/>
              </p:nvGrpSpPr>
              <p:grpSpPr>
                <a:xfrm flipH="1">
                  <a:off x="2867" y="2122"/>
                  <a:ext cx="145" cy="665"/>
                  <a:chOff x="1882" y="1956"/>
                  <a:chExt cx="182" cy="1134"/>
                </a:xfrm>
              </p:grpSpPr>
              <p:sp>
                <p:nvSpPr>
                  <p:cNvPr id="215" name="Oval 96"/>
                  <p:cNvSpPr/>
                  <p:nvPr/>
                </p:nvSpPr>
                <p:spPr>
                  <a:xfrm>
                    <a:off x="1882" y="1956"/>
                    <a:ext cx="182" cy="1134"/>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nvGrpSpPr>
                  <p:cNvPr id="216" name="Group 97"/>
                  <p:cNvGrpSpPr/>
                  <p:nvPr/>
                </p:nvGrpSpPr>
                <p:grpSpPr>
                  <a:xfrm>
                    <a:off x="1904" y="2160"/>
                    <a:ext cx="137" cy="182"/>
                    <a:chOff x="4785" y="2885"/>
                    <a:chExt cx="137" cy="182"/>
                  </a:xfrm>
                </p:grpSpPr>
                <p:sp>
                  <p:nvSpPr>
                    <p:cNvPr id="221" name="Line 98"/>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22" name="Line 99"/>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23" name="Line 100"/>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nvGrpSpPr>
                  <p:cNvPr id="217" name="Group 101"/>
                  <p:cNvGrpSpPr/>
                  <p:nvPr/>
                </p:nvGrpSpPr>
                <p:grpSpPr>
                  <a:xfrm>
                    <a:off x="1904" y="2614"/>
                    <a:ext cx="137" cy="182"/>
                    <a:chOff x="4785" y="2885"/>
                    <a:chExt cx="137" cy="182"/>
                  </a:xfrm>
                </p:grpSpPr>
                <p:sp>
                  <p:nvSpPr>
                    <p:cNvPr id="218" name="Line 102"/>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19" name="Line 103"/>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20" name="Line 104"/>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sp>
              <p:nvSpPr>
                <p:cNvPr id="196" name="Rectangle 105"/>
                <p:cNvSpPr/>
                <p:nvPr/>
              </p:nvSpPr>
              <p:spPr>
                <a:xfrm>
                  <a:off x="685" y="2123"/>
                  <a:ext cx="1372" cy="664"/>
                </a:xfrm>
                <a:prstGeom prst="rect">
                  <a:avLst/>
                </a:prstGeom>
                <a:solidFill>
                  <a:srgbClr val="969696">
                    <a:alpha val="50195"/>
                  </a:srgbClr>
                </a:solidFill>
                <a:ln w="28575" cap="flat" cmpd="sng">
                  <a:solidFill>
                    <a:schemeClr val="tx1"/>
                  </a:solidFill>
                  <a:prstDash val="solid"/>
                  <a:miter/>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cxnSp>
              <p:nvCxnSpPr>
                <p:cNvPr id="197" name="AutoShape 106"/>
                <p:cNvCxnSpPr/>
                <p:nvPr/>
              </p:nvCxnSpPr>
              <p:spPr>
                <a:xfrm flipH="1">
                  <a:off x="721" y="2210"/>
                  <a:ext cx="1336" cy="245"/>
                </a:xfrm>
                <a:prstGeom prst="straightConnector1">
                  <a:avLst/>
                </a:prstGeom>
                <a:ln w="28575" cap="flat" cmpd="sng">
                  <a:solidFill>
                    <a:schemeClr val="tx1"/>
                  </a:solidFill>
                  <a:prstDash val="solid"/>
                  <a:headEnd type="none" w="med" len="med"/>
                  <a:tailEnd type="none" w="med" len="med"/>
                </a:ln>
              </p:spPr>
            </p:cxnSp>
            <p:cxnSp>
              <p:nvCxnSpPr>
                <p:cNvPr id="198" name="AutoShape 107"/>
                <p:cNvCxnSpPr/>
                <p:nvPr/>
              </p:nvCxnSpPr>
              <p:spPr>
                <a:xfrm flipH="1">
                  <a:off x="721" y="2330"/>
                  <a:ext cx="1336" cy="125"/>
                </a:xfrm>
                <a:prstGeom prst="straightConnector1">
                  <a:avLst/>
                </a:prstGeom>
                <a:ln w="28575" cap="flat" cmpd="sng">
                  <a:solidFill>
                    <a:schemeClr val="tx1"/>
                  </a:solidFill>
                  <a:prstDash val="solid"/>
                  <a:headEnd type="none" w="med" len="med"/>
                  <a:tailEnd type="none" w="med" len="med"/>
                </a:ln>
              </p:spPr>
            </p:cxnSp>
            <p:cxnSp>
              <p:nvCxnSpPr>
                <p:cNvPr id="199" name="AutoShape 108"/>
                <p:cNvCxnSpPr/>
                <p:nvPr/>
              </p:nvCxnSpPr>
              <p:spPr>
                <a:xfrm flipH="1" flipV="1">
                  <a:off x="721" y="2455"/>
                  <a:ext cx="1336" cy="5"/>
                </a:xfrm>
                <a:prstGeom prst="straightConnector1">
                  <a:avLst/>
                </a:prstGeom>
                <a:ln w="28575" cap="flat" cmpd="sng">
                  <a:solidFill>
                    <a:schemeClr val="tx1"/>
                  </a:solidFill>
                  <a:prstDash val="solid"/>
                  <a:headEnd type="none" w="med" len="med"/>
                  <a:tailEnd type="none" w="med" len="med"/>
                </a:ln>
              </p:spPr>
            </p:cxnSp>
            <p:cxnSp>
              <p:nvCxnSpPr>
                <p:cNvPr id="200" name="AutoShape 109"/>
                <p:cNvCxnSpPr/>
                <p:nvPr/>
              </p:nvCxnSpPr>
              <p:spPr>
                <a:xfrm flipH="1" flipV="1">
                  <a:off x="721" y="2455"/>
                  <a:ext cx="1336" cy="125"/>
                </a:xfrm>
                <a:prstGeom prst="straightConnector1">
                  <a:avLst/>
                </a:prstGeom>
                <a:ln w="28575" cap="flat" cmpd="sng">
                  <a:solidFill>
                    <a:schemeClr val="tx1"/>
                  </a:solidFill>
                  <a:prstDash val="solid"/>
                  <a:headEnd type="none" w="med" len="med"/>
                  <a:tailEnd type="none" w="med" len="med"/>
                </a:ln>
              </p:spPr>
            </p:cxnSp>
            <p:cxnSp>
              <p:nvCxnSpPr>
                <p:cNvPr id="201" name="AutoShape 110"/>
                <p:cNvCxnSpPr/>
                <p:nvPr/>
              </p:nvCxnSpPr>
              <p:spPr>
                <a:xfrm flipH="1" flipV="1">
                  <a:off x="685" y="2455"/>
                  <a:ext cx="1372" cy="244"/>
                </a:xfrm>
                <a:prstGeom prst="straightConnector1">
                  <a:avLst/>
                </a:prstGeom>
                <a:ln w="28575" cap="flat" cmpd="sng">
                  <a:solidFill>
                    <a:schemeClr val="tx1"/>
                  </a:solidFill>
                  <a:prstDash val="solid"/>
                  <a:headEnd type="none" w="med" len="med"/>
                  <a:tailEnd type="none" w="med" len="med"/>
                </a:ln>
              </p:spPr>
            </p:cxnSp>
            <p:grpSp>
              <p:nvGrpSpPr>
                <p:cNvPr id="202" name="Group 111"/>
                <p:cNvGrpSpPr/>
                <p:nvPr/>
              </p:nvGrpSpPr>
              <p:grpSpPr>
                <a:xfrm>
                  <a:off x="1987" y="2122"/>
                  <a:ext cx="144" cy="664"/>
                  <a:chOff x="1882" y="1956"/>
                  <a:chExt cx="182" cy="1134"/>
                </a:xfrm>
              </p:grpSpPr>
              <p:sp>
                <p:nvSpPr>
                  <p:cNvPr id="206" name="Oval 112"/>
                  <p:cNvSpPr/>
                  <p:nvPr/>
                </p:nvSpPr>
                <p:spPr>
                  <a:xfrm>
                    <a:off x="1882" y="1956"/>
                    <a:ext cx="182" cy="1134"/>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Verdana" panose="020B0804030504040204" pitchFamily="34" charset="0"/>
                      <a:ea typeface="等线" panose="02010600030101010101" pitchFamily="2" charset="-122"/>
                      <a:cs typeface="+mn-cs"/>
                    </a:endParaRPr>
                  </a:p>
                </p:txBody>
              </p:sp>
              <p:grpSp>
                <p:nvGrpSpPr>
                  <p:cNvPr id="207" name="Group 113"/>
                  <p:cNvGrpSpPr/>
                  <p:nvPr/>
                </p:nvGrpSpPr>
                <p:grpSpPr>
                  <a:xfrm>
                    <a:off x="1904" y="2160"/>
                    <a:ext cx="137" cy="182"/>
                    <a:chOff x="4785" y="2885"/>
                    <a:chExt cx="137" cy="182"/>
                  </a:xfrm>
                </p:grpSpPr>
                <p:sp>
                  <p:nvSpPr>
                    <p:cNvPr id="212" name="Line 114"/>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13" name="Line 115"/>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14" name="Line 116"/>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nvGrpSpPr>
                  <p:cNvPr id="208" name="Group 117"/>
                  <p:cNvGrpSpPr/>
                  <p:nvPr/>
                </p:nvGrpSpPr>
                <p:grpSpPr>
                  <a:xfrm>
                    <a:off x="1904" y="2614"/>
                    <a:ext cx="137" cy="182"/>
                    <a:chOff x="4785" y="2885"/>
                    <a:chExt cx="137" cy="182"/>
                  </a:xfrm>
                </p:grpSpPr>
                <p:sp>
                  <p:nvSpPr>
                    <p:cNvPr id="209" name="Line 118"/>
                    <p:cNvSpPr/>
                    <p:nvPr/>
                  </p:nvSpPr>
                  <p:spPr>
                    <a:xfrm>
                      <a:off x="4785" y="2931"/>
                      <a:ext cx="137" cy="91"/>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10" name="Line 119"/>
                    <p:cNvSpPr/>
                    <p:nvPr/>
                  </p:nvSpPr>
                  <p:spPr>
                    <a:xfrm>
                      <a:off x="4830" y="2885"/>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11" name="Line 120"/>
                    <p:cNvSpPr/>
                    <p:nvPr/>
                  </p:nvSpPr>
                  <p:spPr>
                    <a:xfrm>
                      <a:off x="4830" y="3022"/>
                      <a:ext cx="68" cy="45"/>
                    </a:xfrm>
                    <a:prstGeom prst="line">
                      <a:avLst/>
                    </a:prstGeom>
                    <a:ln w="28575" cap="flat" cmpd="sng">
                      <a:solidFill>
                        <a:schemeClr val="tx1"/>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grpSp>
              <p:nvGrpSpPr>
                <p:cNvPr id="203" name="Group 121"/>
                <p:cNvGrpSpPr/>
                <p:nvPr/>
              </p:nvGrpSpPr>
              <p:grpSpPr>
                <a:xfrm>
                  <a:off x="685" y="2387"/>
                  <a:ext cx="3623" cy="133"/>
                  <a:chOff x="639" y="2388"/>
                  <a:chExt cx="3623" cy="133"/>
                </a:xfrm>
              </p:grpSpPr>
              <p:sp>
                <p:nvSpPr>
                  <p:cNvPr id="204" name="Line 122"/>
                  <p:cNvSpPr/>
                  <p:nvPr/>
                </p:nvSpPr>
                <p:spPr>
                  <a:xfrm flipH="1">
                    <a:off x="4262" y="2388"/>
                    <a:ext cx="0" cy="133"/>
                  </a:xfrm>
                  <a:prstGeom prst="line">
                    <a:avLst/>
                  </a:prstGeom>
                  <a:ln w="76200" cap="flat" cmpd="sng">
                    <a:solidFill>
                      <a:srgbClr val="FF9900"/>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05" name="Line 123"/>
                  <p:cNvSpPr/>
                  <p:nvPr/>
                </p:nvSpPr>
                <p:spPr>
                  <a:xfrm flipH="1">
                    <a:off x="639" y="2388"/>
                    <a:ext cx="0" cy="133"/>
                  </a:xfrm>
                  <a:prstGeom prst="line">
                    <a:avLst/>
                  </a:prstGeom>
                  <a:ln w="76200" cap="flat" cmpd="sng">
                    <a:solidFill>
                      <a:srgbClr val="FF9900"/>
                    </a:solidFill>
                    <a:prstDash val="solid"/>
                    <a:headEnd type="none" w="med" len="med"/>
                    <a:tailEnd type="non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grpSp>
        </p:grpSp>
      </p:grpSp>
      <p:sp>
        <p:nvSpPr>
          <p:cNvPr id="55" name="矩形 54"/>
          <p:cNvSpPr/>
          <p:nvPr/>
        </p:nvSpPr>
        <p:spPr>
          <a:xfrm>
            <a:off x="224603" y="867301"/>
            <a:ext cx="3360420" cy="5835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3.2 分光计的调整</a:t>
            </a:r>
          </a:p>
        </p:txBody>
      </p:sp>
      <p:grpSp>
        <p:nvGrpSpPr>
          <p:cNvPr id="1120" name="组合 1119">
            <a:extLst>
              <a:ext uri="{FF2B5EF4-FFF2-40B4-BE49-F238E27FC236}">
                <a16:creationId xmlns:a16="http://schemas.microsoft.com/office/drawing/2014/main" id="{E69CF661-8887-5FBF-D96D-721E9D49BF35}"/>
              </a:ext>
            </a:extLst>
          </p:cNvPr>
          <p:cNvGrpSpPr/>
          <p:nvPr/>
        </p:nvGrpSpPr>
        <p:grpSpPr>
          <a:xfrm>
            <a:off x="3825986" y="1413139"/>
            <a:ext cx="2121681" cy="732221"/>
            <a:chOff x="3812131" y="1343867"/>
            <a:chExt cx="2121681" cy="732221"/>
          </a:xfrm>
        </p:grpSpPr>
        <p:sp>
          <p:nvSpPr>
            <p:cNvPr id="792" name="圆角矩形 791">
              <a:extLst>
                <a:ext uri="{FF2B5EF4-FFF2-40B4-BE49-F238E27FC236}">
                  <a16:creationId xmlns:a16="http://schemas.microsoft.com/office/drawing/2014/main" id="{A627DF05-162F-6B8D-CA0D-53ADD04B5A7A}"/>
                </a:ext>
              </a:extLst>
            </p:cNvPr>
            <p:cNvSpPr/>
            <p:nvPr/>
          </p:nvSpPr>
          <p:spPr>
            <a:xfrm>
              <a:off x="3812131" y="1343867"/>
              <a:ext cx="2121681" cy="403017"/>
            </a:xfrm>
            <a:prstGeom prst="roundRect">
              <a:avLst/>
            </a:prstGeom>
            <a:solidFill>
              <a:srgbClr val="4472C4"/>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rPr>
                <a:t>自准直望远镜</a:t>
              </a:r>
            </a:p>
          </p:txBody>
        </p:sp>
        <p:sp>
          <p:nvSpPr>
            <p:cNvPr id="793" name="下箭头 792">
              <a:extLst>
                <a:ext uri="{FF2B5EF4-FFF2-40B4-BE49-F238E27FC236}">
                  <a16:creationId xmlns:a16="http://schemas.microsoft.com/office/drawing/2014/main" id="{A4974D5E-E9A4-0C08-E6AB-C940F3478E09}"/>
                </a:ext>
              </a:extLst>
            </p:cNvPr>
            <p:cNvSpPr/>
            <p:nvPr/>
          </p:nvSpPr>
          <p:spPr>
            <a:xfrm rot="21203517">
              <a:off x="4839938" y="1799588"/>
              <a:ext cx="180039" cy="276500"/>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grpSp>
      <p:sp>
        <p:nvSpPr>
          <p:cNvPr id="794" name="下箭头 793">
            <a:extLst>
              <a:ext uri="{FF2B5EF4-FFF2-40B4-BE49-F238E27FC236}">
                <a16:creationId xmlns:a16="http://schemas.microsoft.com/office/drawing/2014/main" id="{EB1AF349-FE02-6EF3-21D6-D7C93144B1AD}"/>
              </a:ext>
            </a:extLst>
          </p:cNvPr>
          <p:cNvSpPr/>
          <p:nvPr/>
        </p:nvSpPr>
        <p:spPr>
          <a:xfrm rot="20479816">
            <a:off x="3098306" y="2139432"/>
            <a:ext cx="175255" cy="398489"/>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795" name="圆角矩形 794">
            <a:extLst>
              <a:ext uri="{FF2B5EF4-FFF2-40B4-BE49-F238E27FC236}">
                <a16:creationId xmlns:a16="http://schemas.microsoft.com/office/drawing/2014/main" id="{8F63440E-BD79-C862-41B2-3881B60D22DC}"/>
              </a:ext>
            </a:extLst>
          </p:cNvPr>
          <p:cNvSpPr/>
          <p:nvPr/>
        </p:nvSpPr>
        <p:spPr>
          <a:xfrm>
            <a:off x="2043905" y="1655105"/>
            <a:ext cx="1447170" cy="403017"/>
          </a:xfrm>
          <a:prstGeom prst="roundRect">
            <a:avLst/>
          </a:prstGeom>
          <a:solidFill>
            <a:srgbClr val="4472C4"/>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rPr>
              <a:t>载物平台</a:t>
            </a:r>
          </a:p>
        </p:txBody>
      </p:sp>
      <p:grpSp>
        <p:nvGrpSpPr>
          <p:cNvPr id="1121" name="组合 1120">
            <a:extLst>
              <a:ext uri="{FF2B5EF4-FFF2-40B4-BE49-F238E27FC236}">
                <a16:creationId xmlns:a16="http://schemas.microsoft.com/office/drawing/2014/main" id="{D244C177-DBD1-A9D9-7ADE-3C734808641D}"/>
              </a:ext>
            </a:extLst>
          </p:cNvPr>
          <p:cNvGrpSpPr/>
          <p:nvPr/>
        </p:nvGrpSpPr>
        <p:grpSpPr>
          <a:xfrm>
            <a:off x="286822" y="2308928"/>
            <a:ext cx="2427801" cy="1428571"/>
            <a:chOff x="272967" y="2184656"/>
            <a:chExt cx="2427801" cy="1428571"/>
          </a:xfrm>
        </p:grpSpPr>
        <p:sp>
          <p:nvSpPr>
            <p:cNvPr id="139" name="Line 8"/>
            <p:cNvSpPr>
              <a:spLocks noChangeShapeType="1"/>
            </p:cNvSpPr>
            <p:nvPr/>
          </p:nvSpPr>
          <p:spPr bwMode="auto">
            <a:xfrm>
              <a:off x="459488" y="2184656"/>
              <a:ext cx="2241280" cy="20947"/>
            </a:xfrm>
            <a:prstGeom prst="line">
              <a:avLst/>
            </a:prstGeom>
            <a:noFill/>
            <a:ln w="28575">
              <a:solidFill>
                <a:srgbClr val="FF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798" name="圆角矩形 797">
              <a:extLst>
                <a:ext uri="{FF2B5EF4-FFF2-40B4-BE49-F238E27FC236}">
                  <a16:creationId xmlns:a16="http://schemas.microsoft.com/office/drawing/2014/main" id="{2FEE68D9-60A1-5A9F-6ECE-13649A82D7CF}"/>
                </a:ext>
              </a:extLst>
            </p:cNvPr>
            <p:cNvSpPr/>
            <p:nvPr/>
          </p:nvSpPr>
          <p:spPr>
            <a:xfrm>
              <a:off x="272967" y="3210210"/>
              <a:ext cx="1447170" cy="403017"/>
            </a:xfrm>
            <a:prstGeom prst="roundRect">
              <a:avLst/>
            </a:prstGeom>
            <a:solidFill>
              <a:srgbClr val="4472C4"/>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1200" cap="none" spc="0" normalizeH="0" baseline="0" noProof="0" dirty="0">
                  <a:ln>
                    <a:noFill/>
                  </a:ln>
                  <a:solidFill>
                    <a:prstClr val="white"/>
                  </a:solidFill>
                  <a:effectLst/>
                  <a:uLnTx/>
                  <a:uFillTx/>
                  <a:latin typeface="Kaiti SC Black" panose="02010600040101010101" pitchFamily="2" charset="-122"/>
                  <a:ea typeface="Kaiti SC Black" panose="02010600040101010101" pitchFamily="2" charset="-122"/>
                  <a:cs typeface="+mn-cs"/>
                </a:rPr>
                <a:t>平行光管</a:t>
              </a:r>
            </a:p>
          </p:txBody>
        </p:sp>
        <p:sp>
          <p:nvSpPr>
            <p:cNvPr id="799" name="下箭头 798">
              <a:extLst>
                <a:ext uri="{FF2B5EF4-FFF2-40B4-BE49-F238E27FC236}">
                  <a16:creationId xmlns:a16="http://schemas.microsoft.com/office/drawing/2014/main" id="{57B52A6B-49FB-B2C0-119D-B73A8BB323D4}"/>
                </a:ext>
              </a:extLst>
            </p:cNvPr>
            <p:cNvSpPr/>
            <p:nvPr/>
          </p:nvSpPr>
          <p:spPr>
            <a:xfrm rot="11636061">
              <a:off x="832607" y="2636639"/>
              <a:ext cx="164983" cy="511027"/>
            </a:xfrm>
            <a:prstGeom prst="downArrow">
              <a:avLst/>
            </a:prstGeom>
            <a:solidFill>
              <a:srgbClr val="4472C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167005" y="2418080"/>
            <a:ext cx="5141595" cy="2869565"/>
          </a:xfrm>
          <a:prstGeom prst="rect">
            <a:avLst/>
          </a:prstGeom>
          <a:solidFill>
            <a:srgbClr val="DBE4F4"/>
          </a:solidFill>
          <a:ln>
            <a:solidFill>
              <a:schemeClr val="accent1">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7" name="矩形 396"/>
          <p:cNvSpPr/>
          <p:nvPr/>
        </p:nvSpPr>
        <p:spPr>
          <a:xfrm>
            <a:off x="2633447" y="324999"/>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sp>
        <p:nvSpPr>
          <p:cNvPr id="5" name="灯片编号占位符 4"/>
          <p:cNvSpPr>
            <a:spLocks noGrp="1"/>
          </p:cNvSpPr>
          <p:nvPr>
            <p:ph type="sldNum" sz="quarter" idx="12"/>
          </p:nvPr>
        </p:nvSpPr>
        <p:spPr>
          <a:xfrm>
            <a:off x="8540412" y="6398323"/>
            <a:ext cx="2743200" cy="365125"/>
          </a:xfrm>
        </p:spPr>
        <p:txBody>
          <a:bodyPr/>
          <a:lstStyle/>
          <a:p>
            <a:fld id="{888F8D02-9041-4C59-BC62-13DE0E5C6713}" type="slidenum">
              <a:rPr lang="zh-CN" altLang="en-US" sz="1600" b="1" smtClean="0"/>
              <a:t>13</a:t>
            </a:fld>
            <a:endParaRPr lang="zh-CN" altLang="en-US" sz="1600" b="1" dirty="0"/>
          </a:p>
        </p:txBody>
      </p:sp>
      <p:sp>
        <p:nvSpPr>
          <p:cNvPr id="33" name="文本框 32"/>
          <p:cNvSpPr txBox="1"/>
          <p:nvPr/>
        </p:nvSpPr>
        <p:spPr>
          <a:xfrm>
            <a:off x="401955" y="1670743"/>
            <a:ext cx="2557882" cy="523220"/>
          </a:xfrm>
          <a:prstGeom prst="rect">
            <a:avLst/>
          </a:prstGeom>
          <a:noFill/>
          <a:ln w="9525">
            <a:noFill/>
          </a:ln>
        </p:spPr>
        <p:txBody>
          <a:bodyPr wrap="square">
            <a:spAutoFit/>
          </a:bodyPr>
          <a:lstStyle/>
          <a:p>
            <a:r>
              <a:rPr lang="en-US" altLang="zh-CN" sz="2800" b="1" dirty="0">
                <a:solidFill>
                  <a:schemeClr val="tx1"/>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rPr>
              <a:t>3.2.1</a:t>
            </a:r>
            <a:r>
              <a:rPr lang="zh-CN" altLang="en-US" sz="2800" b="1" dirty="0">
                <a:solidFill>
                  <a:schemeClr val="tx1"/>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rPr>
              <a:t>目测预调</a:t>
            </a:r>
          </a:p>
        </p:txBody>
      </p:sp>
      <p:sp>
        <p:nvSpPr>
          <p:cNvPr id="3" name="文本框 2"/>
          <p:cNvSpPr txBox="1"/>
          <p:nvPr/>
        </p:nvSpPr>
        <p:spPr>
          <a:xfrm>
            <a:off x="375920" y="3361690"/>
            <a:ext cx="5024120" cy="847090"/>
          </a:xfrm>
          <a:prstGeom prst="rect">
            <a:avLst/>
          </a:prstGeom>
          <a:noFill/>
        </p:spPr>
        <p:txBody>
          <a:bodyPr wrap="square" rtlCol="0" anchor="t">
            <a:noAutofit/>
          </a:bodyPr>
          <a:lstStyle/>
          <a:p>
            <a:pPr eaLnBrk="1" hangingPunct="1">
              <a:lnSpc>
                <a:spcPct val="150000"/>
              </a:lnSpc>
              <a:buClr>
                <a:srgbClr val="996600"/>
              </a:buClr>
            </a:pPr>
            <a:r>
              <a:rPr lang="zh-CN" altLang="en-US" sz="2800" dirty="0">
                <a:latin typeface="微软雅黑" panose="020B0503020204020204" pitchFamily="34" charset="-122"/>
                <a:ea typeface="微软雅黑" panose="020B0503020204020204" pitchFamily="34" charset="-122"/>
                <a:cs typeface="宋体" pitchFamily="2" charset="-122"/>
                <a:sym typeface="+mn-ea"/>
              </a:rPr>
              <a:t>调节平行光管光轴大致水平</a:t>
            </a:r>
            <a:r>
              <a:rPr lang="en-US" altLang="zh-CN" sz="2800" dirty="0">
                <a:latin typeface="微软雅黑" panose="020B0503020204020204" pitchFamily="34" charset="-122"/>
                <a:ea typeface="微软雅黑" panose="020B0503020204020204" pitchFamily="34" charset="-122"/>
                <a:cs typeface="宋体" pitchFamily="2" charset="-122"/>
                <a:sym typeface="+mn-ea"/>
              </a:rPr>
              <a:t>;</a:t>
            </a:r>
          </a:p>
        </p:txBody>
      </p:sp>
      <p:sp>
        <p:nvSpPr>
          <p:cNvPr id="4" name="文本框 3"/>
          <p:cNvSpPr txBox="1"/>
          <p:nvPr/>
        </p:nvSpPr>
        <p:spPr>
          <a:xfrm>
            <a:off x="401955" y="2541270"/>
            <a:ext cx="4633595" cy="737235"/>
          </a:xfrm>
          <a:prstGeom prst="rect">
            <a:avLst/>
          </a:prstGeom>
          <a:noFill/>
        </p:spPr>
        <p:txBody>
          <a:bodyPr wrap="square" rtlCol="0" anchor="t">
            <a:spAutoFit/>
          </a:bodyPr>
          <a:lstStyle/>
          <a:p>
            <a:pPr eaLnBrk="1" hangingPunct="1">
              <a:lnSpc>
                <a:spcPct val="150000"/>
              </a:lnSpc>
              <a:buClr>
                <a:srgbClr val="996600"/>
              </a:buClr>
            </a:pPr>
            <a:r>
              <a:rPr lang="zh-CN" altLang="en-US" sz="2800" dirty="0">
                <a:latin typeface="微软雅黑" panose="020B0503020204020204" pitchFamily="34" charset="-122"/>
                <a:ea typeface="微软雅黑" panose="020B0503020204020204" pitchFamily="34" charset="-122"/>
                <a:cs typeface="宋体" pitchFamily="2" charset="-122"/>
                <a:sym typeface="+mn-ea"/>
              </a:rPr>
              <a:t>调节望远镜光轴大致水平；</a:t>
            </a:r>
          </a:p>
        </p:txBody>
      </p:sp>
      <p:sp>
        <p:nvSpPr>
          <p:cNvPr id="9" name="矩形 8"/>
          <p:cNvSpPr/>
          <p:nvPr/>
        </p:nvSpPr>
        <p:spPr>
          <a:xfrm>
            <a:off x="224603" y="867301"/>
            <a:ext cx="3360420" cy="583565"/>
          </a:xfrm>
          <a:prstGeom prst="rect">
            <a:avLst/>
          </a:prstGeom>
        </p:spPr>
        <p:txBody>
          <a:bodyPr wrap="none">
            <a:spAutoFit/>
          </a:bodyPr>
          <a:lstStyle/>
          <a:p>
            <a:r>
              <a:rPr lang="en-US"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3.2 </a:t>
            </a: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分光计的调整</a:t>
            </a:r>
          </a:p>
        </p:txBody>
      </p:sp>
      <p:grpSp>
        <p:nvGrpSpPr>
          <p:cNvPr id="36" name="组合 35">
            <a:extLst>
              <a:ext uri="{FF2B5EF4-FFF2-40B4-BE49-F238E27FC236}">
                <a16:creationId xmlns:a16="http://schemas.microsoft.com/office/drawing/2014/main" id="{AA5FDA51-073E-3D70-70A7-5D2198CE7806}"/>
              </a:ext>
            </a:extLst>
          </p:cNvPr>
          <p:cNvGrpSpPr/>
          <p:nvPr/>
        </p:nvGrpSpPr>
        <p:grpSpPr>
          <a:xfrm>
            <a:off x="-5664" y="234087"/>
            <a:ext cx="12197666" cy="491115"/>
            <a:chOff x="-5664" y="377519"/>
            <a:chExt cx="12197666" cy="491115"/>
          </a:xfrm>
        </p:grpSpPr>
        <p:sp>
          <p:nvSpPr>
            <p:cNvPr id="37" name="矩形 36">
              <a:extLst>
                <a:ext uri="{FF2B5EF4-FFF2-40B4-BE49-F238E27FC236}">
                  <a16:creationId xmlns:a16="http://schemas.microsoft.com/office/drawing/2014/main" id="{AF177403-8608-08EC-E303-A0475979A6A6}"/>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37">
              <a:extLst>
                <a:ext uri="{FF2B5EF4-FFF2-40B4-BE49-F238E27FC236}">
                  <a16:creationId xmlns:a16="http://schemas.microsoft.com/office/drawing/2014/main" id="{0C627A0B-8137-0C29-FDB9-BBEC826E819A}"/>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 name="文本框 38">
              <a:extLst>
                <a:ext uri="{FF2B5EF4-FFF2-40B4-BE49-F238E27FC236}">
                  <a16:creationId xmlns:a16="http://schemas.microsoft.com/office/drawing/2014/main" id="{54D45F2F-581D-FDD4-B7E3-260B42EF946B}"/>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40" name="矩形 39">
              <a:extLst>
                <a:ext uri="{FF2B5EF4-FFF2-40B4-BE49-F238E27FC236}">
                  <a16:creationId xmlns:a16="http://schemas.microsoft.com/office/drawing/2014/main" id="{97EFD7E7-CAB4-F7BD-60B9-4671F65728FA}"/>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41" name="组 398">
              <a:extLst>
                <a:ext uri="{FF2B5EF4-FFF2-40B4-BE49-F238E27FC236}">
                  <a16:creationId xmlns:a16="http://schemas.microsoft.com/office/drawing/2014/main" id="{8EADD4B9-85AA-6351-B9E1-A9241DF9D05A}"/>
                </a:ext>
              </a:extLst>
            </p:cNvPr>
            <p:cNvGrpSpPr/>
            <p:nvPr/>
          </p:nvGrpSpPr>
          <p:grpSpPr>
            <a:xfrm>
              <a:off x="11454106" y="380935"/>
              <a:ext cx="737892" cy="484288"/>
              <a:chOff x="11454105" y="252856"/>
              <a:chExt cx="737892" cy="484288"/>
            </a:xfrm>
          </p:grpSpPr>
          <p:grpSp>
            <p:nvGrpSpPr>
              <p:cNvPr id="42" name="组 400">
                <a:extLst>
                  <a:ext uri="{FF2B5EF4-FFF2-40B4-BE49-F238E27FC236}">
                    <a16:creationId xmlns:a16="http://schemas.microsoft.com/office/drawing/2014/main" id="{D9FC6928-68F9-EDC9-52CF-08A48D795166}"/>
                  </a:ext>
                </a:extLst>
              </p:cNvPr>
              <p:cNvGrpSpPr/>
              <p:nvPr/>
            </p:nvGrpSpPr>
            <p:grpSpPr>
              <a:xfrm>
                <a:off x="12039604" y="252856"/>
                <a:ext cx="152393" cy="484287"/>
                <a:chOff x="12039604" y="252856"/>
                <a:chExt cx="152393" cy="484287"/>
              </a:xfrm>
            </p:grpSpPr>
            <p:sp>
              <p:nvSpPr>
                <p:cNvPr id="46" name="圆角矩形 45">
                  <a:extLst>
                    <a:ext uri="{FF2B5EF4-FFF2-40B4-BE49-F238E27FC236}">
                      <a16:creationId xmlns:a16="http://schemas.microsoft.com/office/drawing/2014/main" id="{C95A4DB3-0A40-BE77-E31A-F4BFF1C6F386}"/>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a:extLst>
                    <a:ext uri="{FF2B5EF4-FFF2-40B4-BE49-F238E27FC236}">
                      <a16:creationId xmlns:a16="http://schemas.microsoft.com/office/drawing/2014/main" id="{647A8A3F-698B-2842-CC40-B4969B138805}"/>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a:extLst>
                    <a:ext uri="{FF2B5EF4-FFF2-40B4-BE49-F238E27FC236}">
                      <a16:creationId xmlns:a16="http://schemas.microsoft.com/office/drawing/2014/main" id="{A6B99CAA-3005-B2A0-BE9E-94627982B288}"/>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a:extLst>
                    <a:ext uri="{FF2B5EF4-FFF2-40B4-BE49-F238E27FC236}">
                      <a16:creationId xmlns:a16="http://schemas.microsoft.com/office/drawing/2014/main" id="{221DA05C-795B-FE39-B776-86EAF31D099B}"/>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a:extLst>
                    <a:ext uri="{FF2B5EF4-FFF2-40B4-BE49-F238E27FC236}">
                      <a16:creationId xmlns:a16="http://schemas.microsoft.com/office/drawing/2014/main" id="{4C938680-BDBE-6CCE-A3BC-0A3B774272C5}"/>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99">
                <a:extLst>
                  <a:ext uri="{FF2B5EF4-FFF2-40B4-BE49-F238E27FC236}">
                    <a16:creationId xmlns:a16="http://schemas.microsoft.com/office/drawing/2014/main" id="{65F61556-CDA9-6ED3-6209-28C84E77F22B}"/>
                  </a:ext>
                </a:extLst>
              </p:cNvPr>
              <p:cNvGrpSpPr/>
              <p:nvPr/>
            </p:nvGrpSpPr>
            <p:grpSpPr>
              <a:xfrm>
                <a:off x="11454105" y="252857"/>
                <a:ext cx="491115" cy="484287"/>
                <a:chOff x="1528923" y="220268"/>
                <a:chExt cx="1284096" cy="1266241"/>
              </a:xfrm>
            </p:grpSpPr>
            <p:sp>
              <p:nvSpPr>
                <p:cNvPr id="44" name="圆角矩形 43">
                  <a:extLst>
                    <a:ext uri="{FF2B5EF4-FFF2-40B4-BE49-F238E27FC236}">
                      <a16:creationId xmlns:a16="http://schemas.microsoft.com/office/drawing/2014/main" id="{1CD99D69-3FD6-9480-463B-3E200E956362}"/>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96">
                  <a:extLst>
                    <a:ext uri="{FF2B5EF4-FFF2-40B4-BE49-F238E27FC236}">
                      <a16:creationId xmlns:a16="http://schemas.microsoft.com/office/drawing/2014/main" id="{7C7E6C7E-471F-EDC1-3A9D-BB6ED2358D00}"/>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
        <p:nvSpPr>
          <p:cNvPr id="15" name="圆柱体 14">
            <a:extLst>
              <a:ext uri="{FF2B5EF4-FFF2-40B4-BE49-F238E27FC236}">
                <a16:creationId xmlns:a16="http://schemas.microsoft.com/office/drawing/2014/main" id="{D20845CE-F3CF-DB81-E50A-33F181861657}"/>
              </a:ext>
            </a:extLst>
          </p:cNvPr>
          <p:cNvSpPr/>
          <p:nvPr/>
        </p:nvSpPr>
        <p:spPr>
          <a:xfrm flipH="1">
            <a:off x="8587062" y="3366835"/>
            <a:ext cx="243388" cy="927437"/>
          </a:xfrm>
          <a:prstGeom prst="can">
            <a:avLst>
              <a:gd name="adj" fmla="val 0"/>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Rectangle 15434">
            <a:extLst>
              <a:ext uri="{FF2B5EF4-FFF2-40B4-BE49-F238E27FC236}">
                <a16:creationId xmlns:a16="http://schemas.microsoft.com/office/drawing/2014/main" id="{9E4196A0-E46E-3ED6-AD85-0B0D6C518959}"/>
              </a:ext>
            </a:extLst>
          </p:cNvPr>
          <p:cNvSpPr>
            <a:spLocks/>
          </p:cNvSpPr>
          <p:nvPr/>
        </p:nvSpPr>
        <p:spPr bwMode="auto">
          <a:xfrm flipH="1">
            <a:off x="8530656" y="4053971"/>
            <a:ext cx="358115" cy="136766"/>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9" name="圆柱体 18">
            <a:extLst>
              <a:ext uri="{FF2B5EF4-FFF2-40B4-BE49-F238E27FC236}">
                <a16:creationId xmlns:a16="http://schemas.microsoft.com/office/drawing/2014/main" id="{BEF300A3-B5A3-D0FD-EEE9-0087BE25EF12}"/>
              </a:ext>
            </a:extLst>
          </p:cNvPr>
          <p:cNvSpPr/>
          <p:nvPr/>
        </p:nvSpPr>
        <p:spPr>
          <a:xfrm>
            <a:off x="8549804" y="3571917"/>
            <a:ext cx="329879" cy="400072"/>
          </a:xfrm>
          <a:prstGeom prst="can">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0" name="组合 19">
            <a:extLst>
              <a:ext uri="{FF2B5EF4-FFF2-40B4-BE49-F238E27FC236}">
                <a16:creationId xmlns:a16="http://schemas.microsoft.com/office/drawing/2014/main" id="{EACE8A78-16FF-29A7-F7A2-48F80F7D3090}"/>
              </a:ext>
            </a:extLst>
          </p:cNvPr>
          <p:cNvGrpSpPr/>
          <p:nvPr/>
        </p:nvGrpSpPr>
        <p:grpSpPr>
          <a:xfrm>
            <a:off x="7776471" y="2360026"/>
            <a:ext cx="3872705" cy="1944246"/>
            <a:chOff x="85187" y="3424002"/>
            <a:chExt cx="3872705" cy="1825171"/>
          </a:xfrm>
        </p:grpSpPr>
        <p:sp>
          <p:nvSpPr>
            <p:cNvPr id="875" name="矩形 874">
              <a:extLst>
                <a:ext uri="{FF2B5EF4-FFF2-40B4-BE49-F238E27FC236}">
                  <a16:creationId xmlns:a16="http://schemas.microsoft.com/office/drawing/2014/main" id="{F4E8DFEA-522A-E3B7-EFA8-6274DD774E05}"/>
                </a:ext>
              </a:extLst>
            </p:cNvPr>
            <p:cNvSpPr/>
            <p:nvPr/>
          </p:nvSpPr>
          <p:spPr>
            <a:xfrm>
              <a:off x="799122" y="4979692"/>
              <a:ext cx="1375795" cy="158200"/>
            </a:xfrm>
            <a:prstGeom prst="rect">
              <a:avLst/>
            </a:prstGeom>
            <a:gradFill flip="none" rotWithShape="1">
              <a:gsLst>
                <a:gs pos="73000">
                  <a:srgbClr val="A6A6A6"/>
                </a:gs>
                <a:gs pos="100000">
                  <a:schemeClr val="bg1">
                    <a:lumMod val="65000"/>
                  </a:schemeClr>
                </a:gs>
                <a:gs pos="93000">
                  <a:schemeClr val="bg1">
                    <a:lumMod val="75000"/>
                  </a:schemeClr>
                </a:gs>
                <a:gs pos="81000">
                  <a:srgbClr val="9F9F9F"/>
                </a:gs>
                <a:gs pos="65000">
                  <a:schemeClr val="bg1">
                    <a:lumMod val="75000"/>
                  </a:schemeClr>
                </a:gs>
                <a:gs pos="0">
                  <a:srgbClr val="C5C5C5"/>
                </a:gs>
                <a:gs pos="75000">
                  <a:srgbClr val="DBDBDB"/>
                </a:gs>
                <a:gs pos="70000">
                  <a:schemeClr val="bg1">
                    <a:lumMod val="50000"/>
                  </a:schemeClr>
                </a:gs>
                <a:gs pos="97000">
                  <a:schemeClr val="tx1">
                    <a:lumMod val="50000"/>
                    <a:lumOff val="50000"/>
                  </a:schemeClr>
                </a:gs>
                <a:gs pos="92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876" name="组合 875">
              <a:extLst>
                <a:ext uri="{FF2B5EF4-FFF2-40B4-BE49-F238E27FC236}">
                  <a16:creationId xmlns:a16="http://schemas.microsoft.com/office/drawing/2014/main" id="{9F07CB6A-7EE6-D784-CBDE-BC927599C8EE}"/>
                </a:ext>
              </a:extLst>
            </p:cNvPr>
            <p:cNvGrpSpPr/>
            <p:nvPr/>
          </p:nvGrpSpPr>
          <p:grpSpPr>
            <a:xfrm flipH="1">
              <a:off x="971009" y="5012988"/>
              <a:ext cx="101582" cy="90666"/>
              <a:chOff x="9253470" y="1332848"/>
              <a:chExt cx="133734" cy="133734"/>
            </a:xfrm>
          </p:grpSpPr>
          <p:sp>
            <p:nvSpPr>
              <p:cNvPr id="952" name="Oval 15540">
                <a:extLst>
                  <a:ext uri="{FF2B5EF4-FFF2-40B4-BE49-F238E27FC236}">
                    <a16:creationId xmlns:a16="http://schemas.microsoft.com/office/drawing/2014/main" id="{DE28BDAA-A676-9D3D-030E-8EB5EC0DFEB9}"/>
                  </a:ext>
                </a:extLst>
              </p:cNvPr>
              <p:cNvSpPr>
                <a:spLocks/>
              </p:cNvSpPr>
              <p:nvPr/>
            </p:nvSpPr>
            <p:spPr bwMode="auto">
              <a:xfrm>
                <a:off x="9253470" y="1332848"/>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953" name="Line 15541">
                <a:extLst>
                  <a:ext uri="{FF2B5EF4-FFF2-40B4-BE49-F238E27FC236}">
                    <a16:creationId xmlns:a16="http://schemas.microsoft.com/office/drawing/2014/main" id="{4BA4BAFD-0EE1-34FC-14E0-BCF17DFCA71E}"/>
                  </a:ext>
                </a:extLst>
              </p:cNvPr>
              <p:cNvCxnSpPr>
                <a:cxnSpLocks/>
                <a:stCxn id="952" idx="1"/>
                <a:endCxn id="952" idx="5"/>
              </p:cNvCxnSpPr>
              <p:nvPr/>
            </p:nvCxnSpPr>
            <p:spPr bwMode="auto">
              <a:xfrm>
                <a:off x="9273056" y="1352433"/>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877" name="Oval 15540">
              <a:extLst>
                <a:ext uri="{FF2B5EF4-FFF2-40B4-BE49-F238E27FC236}">
                  <a16:creationId xmlns:a16="http://schemas.microsoft.com/office/drawing/2014/main" id="{CD36D055-7394-EDA9-C538-7CD90330F419}"/>
                </a:ext>
              </a:extLst>
            </p:cNvPr>
            <p:cNvSpPr>
              <a:spLocks/>
            </p:cNvSpPr>
            <p:nvPr/>
          </p:nvSpPr>
          <p:spPr bwMode="auto">
            <a:xfrm flipH="1">
              <a:off x="3187905" y="3629517"/>
              <a:ext cx="263564" cy="235240"/>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878" name="组合 877">
              <a:extLst>
                <a:ext uri="{FF2B5EF4-FFF2-40B4-BE49-F238E27FC236}">
                  <a16:creationId xmlns:a16="http://schemas.microsoft.com/office/drawing/2014/main" id="{2840AF0C-665C-AD99-CD01-4BD488C44BBD}"/>
                </a:ext>
              </a:extLst>
            </p:cNvPr>
            <p:cNvGrpSpPr/>
            <p:nvPr/>
          </p:nvGrpSpPr>
          <p:grpSpPr>
            <a:xfrm flipH="1">
              <a:off x="3270211" y="3707289"/>
              <a:ext cx="101582" cy="90666"/>
              <a:chOff x="9253470" y="1351580"/>
              <a:chExt cx="133734" cy="133734"/>
            </a:xfrm>
          </p:grpSpPr>
          <p:sp>
            <p:nvSpPr>
              <p:cNvPr id="950" name="Oval 15540">
                <a:extLst>
                  <a:ext uri="{FF2B5EF4-FFF2-40B4-BE49-F238E27FC236}">
                    <a16:creationId xmlns:a16="http://schemas.microsoft.com/office/drawing/2014/main" id="{6598C82B-5FDF-888A-F922-6B15057958C2}"/>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951" name="Line 15541">
                <a:extLst>
                  <a:ext uri="{FF2B5EF4-FFF2-40B4-BE49-F238E27FC236}">
                    <a16:creationId xmlns:a16="http://schemas.microsoft.com/office/drawing/2014/main" id="{F92CA5B9-0FFC-BAD1-5E37-DED10C7B7D3D}"/>
                  </a:ext>
                </a:extLst>
              </p:cNvPr>
              <p:cNvCxnSpPr>
                <a:cxnSpLocks/>
                <a:stCxn id="950" idx="1"/>
                <a:endCxn id="950"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879" name="Rectangle 15460">
              <a:extLst>
                <a:ext uri="{FF2B5EF4-FFF2-40B4-BE49-F238E27FC236}">
                  <a16:creationId xmlns:a16="http://schemas.microsoft.com/office/drawing/2014/main" id="{17389EBD-A722-EB36-8BAB-70B380C60263}"/>
                </a:ext>
              </a:extLst>
            </p:cNvPr>
            <p:cNvSpPr>
              <a:spLocks/>
            </p:cNvSpPr>
            <p:nvPr/>
          </p:nvSpPr>
          <p:spPr bwMode="auto">
            <a:xfrm flipH="1" flipV="1">
              <a:off x="3034083" y="3732720"/>
              <a:ext cx="90081" cy="86111"/>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80" name="直角三角形 879">
              <a:extLst>
                <a:ext uri="{FF2B5EF4-FFF2-40B4-BE49-F238E27FC236}">
                  <a16:creationId xmlns:a16="http://schemas.microsoft.com/office/drawing/2014/main" id="{593BBC7F-C97D-9023-DB27-3B69B49BD816}"/>
                </a:ext>
              </a:extLst>
            </p:cNvPr>
            <p:cNvSpPr/>
            <p:nvPr/>
          </p:nvSpPr>
          <p:spPr>
            <a:xfrm>
              <a:off x="2174917" y="3779803"/>
              <a:ext cx="825339" cy="98645"/>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81" name="Rectangle 15501">
              <a:extLst>
                <a:ext uri="{FF2B5EF4-FFF2-40B4-BE49-F238E27FC236}">
                  <a16:creationId xmlns:a16="http://schemas.microsoft.com/office/drawing/2014/main" id="{ECB682C3-6DB0-6B74-0328-CB692C107D5F}"/>
                </a:ext>
              </a:extLst>
            </p:cNvPr>
            <p:cNvSpPr>
              <a:spLocks/>
            </p:cNvSpPr>
            <p:nvPr/>
          </p:nvSpPr>
          <p:spPr bwMode="auto">
            <a:xfrm flipH="1">
              <a:off x="2122704" y="3877698"/>
              <a:ext cx="976869" cy="56863"/>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882" name="组合 881">
              <a:extLst>
                <a:ext uri="{FF2B5EF4-FFF2-40B4-BE49-F238E27FC236}">
                  <a16:creationId xmlns:a16="http://schemas.microsoft.com/office/drawing/2014/main" id="{0B7D2583-77CC-D8AB-3BBD-408160EAA5C0}"/>
                </a:ext>
              </a:extLst>
            </p:cNvPr>
            <p:cNvGrpSpPr/>
            <p:nvPr/>
          </p:nvGrpSpPr>
          <p:grpSpPr>
            <a:xfrm flipH="1">
              <a:off x="3504424" y="3576863"/>
              <a:ext cx="137540" cy="458143"/>
              <a:chOff x="2405519" y="1378395"/>
              <a:chExt cx="181074" cy="675772"/>
            </a:xfrm>
          </p:grpSpPr>
          <p:sp>
            <p:nvSpPr>
              <p:cNvPr id="941" name="Oval 15416">
                <a:extLst>
                  <a:ext uri="{FF2B5EF4-FFF2-40B4-BE49-F238E27FC236}">
                    <a16:creationId xmlns:a16="http://schemas.microsoft.com/office/drawing/2014/main" id="{F338B780-8A2B-4854-72D2-5FAF45A20713}"/>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942" name="Rectangle 15439">
                <a:extLst>
                  <a:ext uri="{FF2B5EF4-FFF2-40B4-BE49-F238E27FC236}">
                    <a16:creationId xmlns:a16="http://schemas.microsoft.com/office/drawing/2014/main" id="{FF710978-5224-7E70-0650-759C548958C1}"/>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943" name="Rectangle 15484">
                <a:extLst>
                  <a:ext uri="{FF2B5EF4-FFF2-40B4-BE49-F238E27FC236}">
                    <a16:creationId xmlns:a16="http://schemas.microsoft.com/office/drawing/2014/main" id="{C16C8430-54A2-F5C9-6C0E-27F2FB23C2EF}"/>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944" name="Line 15485">
                <a:extLst>
                  <a:ext uri="{FF2B5EF4-FFF2-40B4-BE49-F238E27FC236}">
                    <a16:creationId xmlns:a16="http://schemas.microsoft.com/office/drawing/2014/main" id="{23D687E9-791A-53BA-81E0-36F26FDB156A}"/>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45" name="Line 15486">
                <a:extLst>
                  <a:ext uri="{FF2B5EF4-FFF2-40B4-BE49-F238E27FC236}">
                    <a16:creationId xmlns:a16="http://schemas.microsoft.com/office/drawing/2014/main" id="{A514266F-62E4-208A-9627-866F1D3FFB3E}"/>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46" name="Line 15487">
                <a:extLst>
                  <a:ext uri="{FF2B5EF4-FFF2-40B4-BE49-F238E27FC236}">
                    <a16:creationId xmlns:a16="http://schemas.microsoft.com/office/drawing/2014/main" id="{4D1A6E31-E870-BCC0-28E3-C7ED4CF42114}"/>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47" name="Line 15488">
                <a:extLst>
                  <a:ext uri="{FF2B5EF4-FFF2-40B4-BE49-F238E27FC236}">
                    <a16:creationId xmlns:a16="http://schemas.microsoft.com/office/drawing/2014/main" id="{843D653C-6461-0FFA-942C-3A87660A5934}"/>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48" name="Line 15489">
                <a:extLst>
                  <a:ext uri="{FF2B5EF4-FFF2-40B4-BE49-F238E27FC236}">
                    <a16:creationId xmlns:a16="http://schemas.microsoft.com/office/drawing/2014/main" id="{FD9F6FEB-CE45-7028-FC37-E0D9543EEB86}"/>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49" name="Line 15490">
                <a:extLst>
                  <a:ext uri="{FF2B5EF4-FFF2-40B4-BE49-F238E27FC236}">
                    <a16:creationId xmlns:a16="http://schemas.microsoft.com/office/drawing/2014/main" id="{11EFDCCC-6CF2-9E13-0645-CDBBDB499E07}"/>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883" name="Rectangle 15436">
              <a:extLst>
                <a:ext uri="{FF2B5EF4-FFF2-40B4-BE49-F238E27FC236}">
                  <a16:creationId xmlns:a16="http://schemas.microsoft.com/office/drawing/2014/main" id="{D78F9DC9-9D6E-3BC4-10DC-BEC6D9714A6D}"/>
                </a:ext>
              </a:extLst>
            </p:cNvPr>
            <p:cNvSpPr>
              <a:spLocks/>
            </p:cNvSpPr>
            <p:nvPr/>
          </p:nvSpPr>
          <p:spPr bwMode="auto">
            <a:xfrm flipH="1">
              <a:off x="2034502" y="3814263"/>
              <a:ext cx="140838" cy="1330932"/>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84" name="Rectangle 15437">
              <a:extLst>
                <a:ext uri="{FF2B5EF4-FFF2-40B4-BE49-F238E27FC236}">
                  <a16:creationId xmlns:a16="http://schemas.microsoft.com/office/drawing/2014/main" id="{F27E1675-78ED-4142-A81E-BC8AB0E7B8D9}"/>
                </a:ext>
              </a:extLst>
            </p:cNvPr>
            <p:cNvSpPr>
              <a:spLocks/>
            </p:cNvSpPr>
            <p:nvPr/>
          </p:nvSpPr>
          <p:spPr bwMode="auto">
            <a:xfrm flipH="1">
              <a:off x="3234179" y="3482630"/>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85" name="Rectangle 15456">
              <a:extLst>
                <a:ext uri="{FF2B5EF4-FFF2-40B4-BE49-F238E27FC236}">
                  <a16:creationId xmlns:a16="http://schemas.microsoft.com/office/drawing/2014/main" id="{02EA4772-2A2F-FCAF-9149-D195F8241B66}"/>
                </a:ext>
              </a:extLst>
            </p:cNvPr>
            <p:cNvSpPr>
              <a:spLocks/>
            </p:cNvSpPr>
            <p:nvPr/>
          </p:nvSpPr>
          <p:spPr bwMode="auto">
            <a:xfrm flipH="1">
              <a:off x="3479998" y="3466584"/>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886" name="AutoShape 15457">
              <a:extLst>
                <a:ext uri="{FF2B5EF4-FFF2-40B4-BE49-F238E27FC236}">
                  <a16:creationId xmlns:a16="http://schemas.microsoft.com/office/drawing/2014/main" id="{D782BC70-D71D-4180-B974-01EA7A4EE48F}"/>
                </a:ext>
              </a:extLst>
            </p:cNvPr>
            <p:cNvSpPr>
              <a:spLocks/>
            </p:cNvSpPr>
            <p:nvPr/>
          </p:nvSpPr>
          <p:spPr bwMode="auto">
            <a:xfrm rot="5400000" flipH="1">
              <a:off x="3637650" y="3565792"/>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887" name="Rectangle 15460">
              <a:extLst>
                <a:ext uri="{FF2B5EF4-FFF2-40B4-BE49-F238E27FC236}">
                  <a16:creationId xmlns:a16="http://schemas.microsoft.com/office/drawing/2014/main" id="{D45C440C-9A96-2C7D-AE8F-3686B4B95C1F}"/>
                </a:ext>
              </a:extLst>
            </p:cNvPr>
            <p:cNvSpPr>
              <a:spLocks/>
            </p:cNvSpPr>
            <p:nvPr/>
          </p:nvSpPr>
          <p:spPr bwMode="auto">
            <a:xfrm flipH="1" flipV="1">
              <a:off x="3005978" y="3854664"/>
              <a:ext cx="155298" cy="102043"/>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88" name="AutoShape 15462">
              <a:extLst>
                <a:ext uri="{FF2B5EF4-FFF2-40B4-BE49-F238E27FC236}">
                  <a16:creationId xmlns:a16="http://schemas.microsoft.com/office/drawing/2014/main" id="{55F7429E-39E2-9BC2-5631-68D4D7C3B731}"/>
                </a:ext>
              </a:extLst>
            </p:cNvPr>
            <p:cNvSpPr>
              <a:spLocks/>
            </p:cNvSpPr>
            <p:nvPr/>
          </p:nvSpPr>
          <p:spPr bwMode="auto">
            <a:xfrm flipH="1">
              <a:off x="3038341" y="3820246"/>
              <a:ext cx="82090" cy="30995"/>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89" name="Rectangle 15464">
              <a:extLst>
                <a:ext uri="{FF2B5EF4-FFF2-40B4-BE49-F238E27FC236}">
                  <a16:creationId xmlns:a16="http://schemas.microsoft.com/office/drawing/2014/main" id="{26950944-4A64-4DAE-ABD1-9100EBA92591}"/>
                </a:ext>
              </a:extLst>
            </p:cNvPr>
            <p:cNvSpPr>
              <a:spLocks/>
            </p:cNvSpPr>
            <p:nvPr/>
          </p:nvSpPr>
          <p:spPr bwMode="auto">
            <a:xfrm flipH="1">
              <a:off x="1874189" y="3444117"/>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90" name="Rectangle 15515">
              <a:extLst>
                <a:ext uri="{FF2B5EF4-FFF2-40B4-BE49-F238E27FC236}">
                  <a16:creationId xmlns:a16="http://schemas.microsoft.com/office/drawing/2014/main" id="{6EF370F5-04FD-1731-A305-AB85890B68FE}"/>
                </a:ext>
              </a:extLst>
            </p:cNvPr>
            <p:cNvSpPr>
              <a:spLocks/>
            </p:cNvSpPr>
            <p:nvPr/>
          </p:nvSpPr>
          <p:spPr bwMode="auto">
            <a:xfrm flipH="1">
              <a:off x="1703386" y="3439918"/>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891" name="Rectangle 15464">
              <a:extLst>
                <a:ext uri="{FF2B5EF4-FFF2-40B4-BE49-F238E27FC236}">
                  <a16:creationId xmlns:a16="http://schemas.microsoft.com/office/drawing/2014/main" id="{3ACF593B-21AD-4F93-114A-52DB480E5C06}"/>
                </a:ext>
              </a:extLst>
            </p:cNvPr>
            <p:cNvSpPr>
              <a:spLocks/>
            </p:cNvSpPr>
            <p:nvPr/>
          </p:nvSpPr>
          <p:spPr bwMode="auto">
            <a:xfrm flipH="1">
              <a:off x="1921234" y="3424002"/>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92" name="Rectangle 15465">
              <a:extLst>
                <a:ext uri="{FF2B5EF4-FFF2-40B4-BE49-F238E27FC236}">
                  <a16:creationId xmlns:a16="http://schemas.microsoft.com/office/drawing/2014/main" id="{E3DE6E1C-6B3B-08E0-DC5A-2503AA00FFED}"/>
                </a:ext>
              </a:extLst>
            </p:cNvPr>
            <p:cNvSpPr>
              <a:spLocks/>
            </p:cNvSpPr>
            <p:nvPr/>
          </p:nvSpPr>
          <p:spPr bwMode="auto">
            <a:xfrm flipH="1">
              <a:off x="2087397" y="3586526"/>
              <a:ext cx="87563" cy="222539"/>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893" name="组合 892">
              <a:extLst>
                <a:ext uri="{FF2B5EF4-FFF2-40B4-BE49-F238E27FC236}">
                  <a16:creationId xmlns:a16="http://schemas.microsoft.com/office/drawing/2014/main" id="{BB4DEF08-6338-20B2-E161-2416B4A5B3D9}"/>
                </a:ext>
              </a:extLst>
            </p:cNvPr>
            <p:cNvGrpSpPr/>
            <p:nvPr/>
          </p:nvGrpSpPr>
          <p:grpSpPr>
            <a:xfrm flipH="1">
              <a:off x="3787989" y="3448129"/>
              <a:ext cx="169903" cy="279219"/>
              <a:chOff x="6615473" y="904221"/>
              <a:chExt cx="223679" cy="411854"/>
            </a:xfrm>
          </p:grpSpPr>
          <p:sp>
            <p:nvSpPr>
              <p:cNvPr id="929" name="AutoShape 15440">
                <a:extLst>
                  <a:ext uri="{FF2B5EF4-FFF2-40B4-BE49-F238E27FC236}">
                    <a16:creationId xmlns:a16="http://schemas.microsoft.com/office/drawing/2014/main" id="{647970A9-1F50-5CDB-C2E0-E986841613BA}"/>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930" name="Line 15472">
                <a:extLst>
                  <a:ext uri="{FF2B5EF4-FFF2-40B4-BE49-F238E27FC236}">
                    <a16:creationId xmlns:a16="http://schemas.microsoft.com/office/drawing/2014/main" id="{9CAFE42D-B143-7E6A-749C-3A6F24DB1C4B}"/>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1" name="Line 15473">
                <a:extLst>
                  <a:ext uri="{FF2B5EF4-FFF2-40B4-BE49-F238E27FC236}">
                    <a16:creationId xmlns:a16="http://schemas.microsoft.com/office/drawing/2014/main" id="{80432AA5-9A7D-A5B6-D724-B65567180B24}"/>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2" name="Line 15474">
                <a:extLst>
                  <a:ext uri="{FF2B5EF4-FFF2-40B4-BE49-F238E27FC236}">
                    <a16:creationId xmlns:a16="http://schemas.microsoft.com/office/drawing/2014/main" id="{D1D85CBA-E1B4-A94C-A951-53244E85E43B}"/>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3" name="Line 15475">
                <a:extLst>
                  <a:ext uri="{FF2B5EF4-FFF2-40B4-BE49-F238E27FC236}">
                    <a16:creationId xmlns:a16="http://schemas.microsoft.com/office/drawing/2014/main" id="{A2706C54-4A6B-C4CF-D7FC-CE1960889AE0}"/>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4" name="Line 15476">
                <a:extLst>
                  <a:ext uri="{FF2B5EF4-FFF2-40B4-BE49-F238E27FC236}">
                    <a16:creationId xmlns:a16="http://schemas.microsoft.com/office/drawing/2014/main" id="{16A1073A-2D66-3489-811A-E5D69AEC0EE3}"/>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5" name="Line 15477">
                <a:extLst>
                  <a:ext uri="{FF2B5EF4-FFF2-40B4-BE49-F238E27FC236}">
                    <a16:creationId xmlns:a16="http://schemas.microsoft.com/office/drawing/2014/main" id="{927B6DB6-FA60-B411-2CCF-02DF8BBAF1A5}"/>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6" name="Line 15478">
                <a:extLst>
                  <a:ext uri="{FF2B5EF4-FFF2-40B4-BE49-F238E27FC236}">
                    <a16:creationId xmlns:a16="http://schemas.microsoft.com/office/drawing/2014/main" id="{379699B0-6A64-6CB4-3E4A-494C734E06BA}"/>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7" name="Line 15479">
                <a:extLst>
                  <a:ext uri="{FF2B5EF4-FFF2-40B4-BE49-F238E27FC236}">
                    <a16:creationId xmlns:a16="http://schemas.microsoft.com/office/drawing/2014/main" id="{5B1EF1E7-FF54-8D85-B497-1995FBEC644E}"/>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8" name="Line 15480">
                <a:extLst>
                  <a:ext uri="{FF2B5EF4-FFF2-40B4-BE49-F238E27FC236}">
                    <a16:creationId xmlns:a16="http://schemas.microsoft.com/office/drawing/2014/main" id="{C5966977-4C6E-F698-4A20-246697B46C4E}"/>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39" name="Line 15481">
                <a:extLst>
                  <a:ext uri="{FF2B5EF4-FFF2-40B4-BE49-F238E27FC236}">
                    <a16:creationId xmlns:a16="http://schemas.microsoft.com/office/drawing/2014/main" id="{AF083A2A-EC32-7F73-1F90-27BA952AA50F}"/>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40" name="Line 15482">
                <a:extLst>
                  <a:ext uri="{FF2B5EF4-FFF2-40B4-BE49-F238E27FC236}">
                    <a16:creationId xmlns:a16="http://schemas.microsoft.com/office/drawing/2014/main" id="{95D94614-4F0F-1EF4-FA91-FB234297616D}"/>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894" name="Group 15491">
              <a:extLst>
                <a:ext uri="{FF2B5EF4-FFF2-40B4-BE49-F238E27FC236}">
                  <a16:creationId xmlns:a16="http://schemas.microsoft.com/office/drawing/2014/main" id="{0E003EC9-EE3E-D710-F163-E0CC02DC15A1}"/>
                </a:ext>
              </a:extLst>
            </p:cNvPr>
            <p:cNvGrpSpPr>
              <a:grpSpLocks/>
            </p:cNvGrpSpPr>
            <p:nvPr/>
          </p:nvGrpSpPr>
          <p:grpSpPr bwMode="auto">
            <a:xfrm flipH="1">
              <a:off x="3016766" y="4043939"/>
              <a:ext cx="137540" cy="12035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920" name="Rectangle 15492">
                <a:extLst>
                  <a:ext uri="{FF2B5EF4-FFF2-40B4-BE49-F238E27FC236}">
                    <a16:creationId xmlns:a16="http://schemas.microsoft.com/office/drawing/2014/main" id="{F0840AD7-70ED-2C16-F694-D247E4507134}"/>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921" name="Rectangle 15493">
                <a:extLst>
                  <a:ext uri="{FF2B5EF4-FFF2-40B4-BE49-F238E27FC236}">
                    <a16:creationId xmlns:a16="http://schemas.microsoft.com/office/drawing/2014/main" id="{9DB4E97F-1258-A7D4-4E60-0C9354331160}"/>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922" name="Line 15494">
                <a:extLst>
                  <a:ext uri="{FF2B5EF4-FFF2-40B4-BE49-F238E27FC236}">
                    <a16:creationId xmlns:a16="http://schemas.microsoft.com/office/drawing/2014/main" id="{B2195589-D18C-1837-EA61-653F3488C728}"/>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923" name="Line 15495">
                <a:extLst>
                  <a:ext uri="{FF2B5EF4-FFF2-40B4-BE49-F238E27FC236}">
                    <a16:creationId xmlns:a16="http://schemas.microsoft.com/office/drawing/2014/main" id="{0624E629-91DA-99BD-FD9B-116D8873C0F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924" name="Line 15496">
                <a:extLst>
                  <a:ext uri="{FF2B5EF4-FFF2-40B4-BE49-F238E27FC236}">
                    <a16:creationId xmlns:a16="http://schemas.microsoft.com/office/drawing/2014/main" id="{573F967E-5C7A-94DA-2405-AA2CC7CA97B3}"/>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925" name="Line 15497">
                <a:extLst>
                  <a:ext uri="{FF2B5EF4-FFF2-40B4-BE49-F238E27FC236}">
                    <a16:creationId xmlns:a16="http://schemas.microsoft.com/office/drawing/2014/main" id="{1172FBDC-B061-EF56-9066-2ABD627673C1}"/>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926" name="Line 15498">
                <a:extLst>
                  <a:ext uri="{FF2B5EF4-FFF2-40B4-BE49-F238E27FC236}">
                    <a16:creationId xmlns:a16="http://schemas.microsoft.com/office/drawing/2014/main" id="{42DA4735-1A79-08E5-8117-CCE97586509D}"/>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927" name="Line 15499">
                <a:extLst>
                  <a:ext uri="{FF2B5EF4-FFF2-40B4-BE49-F238E27FC236}">
                    <a16:creationId xmlns:a16="http://schemas.microsoft.com/office/drawing/2014/main" id="{D5791260-2530-382E-0049-9945D6FFBD5D}"/>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928" name="Line 15500">
                <a:extLst>
                  <a:ext uri="{FF2B5EF4-FFF2-40B4-BE49-F238E27FC236}">
                    <a16:creationId xmlns:a16="http://schemas.microsoft.com/office/drawing/2014/main" id="{7C8208E8-E077-3598-3F95-71C6B32C00B8}"/>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895" name="Rectangle 15501">
              <a:extLst>
                <a:ext uri="{FF2B5EF4-FFF2-40B4-BE49-F238E27FC236}">
                  <a16:creationId xmlns:a16="http://schemas.microsoft.com/office/drawing/2014/main" id="{A6FF4697-96C8-3383-788F-38A4D3389FFA}"/>
                </a:ext>
              </a:extLst>
            </p:cNvPr>
            <p:cNvSpPr>
              <a:spLocks/>
            </p:cNvSpPr>
            <p:nvPr/>
          </p:nvSpPr>
          <p:spPr bwMode="auto">
            <a:xfrm flipH="1">
              <a:off x="1949143" y="3962255"/>
              <a:ext cx="1236149" cy="82938"/>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96" name="直角三角形 895">
              <a:extLst>
                <a:ext uri="{FF2B5EF4-FFF2-40B4-BE49-F238E27FC236}">
                  <a16:creationId xmlns:a16="http://schemas.microsoft.com/office/drawing/2014/main" id="{023F9918-DE43-C38B-9B4A-03CEE4BC9AAF}"/>
                </a:ext>
              </a:extLst>
            </p:cNvPr>
            <p:cNvSpPr/>
            <p:nvPr/>
          </p:nvSpPr>
          <p:spPr>
            <a:xfrm rot="10800000" flipH="1">
              <a:off x="2175485" y="4046686"/>
              <a:ext cx="830638" cy="308103"/>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97" name="Rectangle 15465">
              <a:extLst>
                <a:ext uri="{FF2B5EF4-FFF2-40B4-BE49-F238E27FC236}">
                  <a16:creationId xmlns:a16="http://schemas.microsoft.com/office/drawing/2014/main" id="{779F0164-6DE9-5C34-F4B9-B0DD0C82B91D}"/>
                </a:ext>
              </a:extLst>
            </p:cNvPr>
            <p:cNvSpPr>
              <a:spLocks/>
            </p:cNvSpPr>
            <p:nvPr/>
          </p:nvSpPr>
          <p:spPr bwMode="auto">
            <a:xfrm flipH="1">
              <a:off x="3003931" y="3427071"/>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898" name="Line 15500">
              <a:extLst>
                <a:ext uri="{FF2B5EF4-FFF2-40B4-BE49-F238E27FC236}">
                  <a16:creationId xmlns:a16="http://schemas.microsoft.com/office/drawing/2014/main" id="{31DC6100-7B4B-8A14-9F18-D15820C3A938}"/>
                </a:ext>
              </a:extLst>
            </p:cNvPr>
            <p:cNvCxnSpPr>
              <a:cxnSpLocks/>
            </p:cNvCxnSpPr>
            <p:nvPr/>
          </p:nvCxnSpPr>
          <p:spPr bwMode="auto">
            <a:xfrm flipH="1">
              <a:off x="3060081" y="4059907"/>
              <a:ext cx="55735" cy="80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899" name="Rectangle 15437">
              <a:extLst>
                <a:ext uri="{FF2B5EF4-FFF2-40B4-BE49-F238E27FC236}">
                  <a16:creationId xmlns:a16="http://schemas.microsoft.com/office/drawing/2014/main" id="{A7D12F07-7D3E-A1A9-33ED-08F737C4F4A7}"/>
                </a:ext>
              </a:extLst>
            </p:cNvPr>
            <p:cNvSpPr>
              <a:spLocks/>
            </p:cNvSpPr>
            <p:nvPr/>
          </p:nvSpPr>
          <p:spPr bwMode="auto">
            <a:xfrm flipH="1">
              <a:off x="2323473" y="3439917"/>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900" name="组合 899">
              <a:extLst>
                <a:ext uri="{FF2B5EF4-FFF2-40B4-BE49-F238E27FC236}">
                  <a16:creationId xmlns:a16="http://schemas.microsoft.com/office/drawing/2014/main" id="{76494A6A-BCDE-2529-5F20-042EF7988C0E}"/>
                </a:ext>
              </a:extLst>
            </p:cNvPr>
            <p:cNvGrpSpPr/>
            <p:nvPr/>
          </p:nvGrpSpPr>
          <p:grpSpPr>
            <a:xfrm flipH="1">
              <a:off x="2033681" y="3505672"/>
              <a:ext cx="185343" cy="165425"/>
              <a:chOff x="3472900" y="2697194"/>
              <a:chExt cx="346984" cy="346984"/>
            </a:xfrm>
          </p:grpSpPr>
          <p:sp>
            <p:nvSpPr>
              <p:cNvPr id="917" name="Oval 15540">
                <a:extLst>
                  <a:ext uri="{FF2B5EF4-FFF2-40B4-BE49-F238E27FC236}">
                    <a16:creationId xmlns:a16="http://schemas.microsoft.com/office/drawing/2014/main" id="{618EBCC9-B078-338C-E6B1-F917BD7D99FD}"/>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918" name="Oval 15540">
                <a:extLst>
                  <a:ext uri="{FF2B5EF4-FFF2-40B4-BE49-F238E27FC236}">
                    <a16:creationId xmlns:a16="http://schemas.microsoft.com/office/drawing/2014/main" id="{4ED4F317-E895-B0A7-2236-20D8F8C0A43A}"/>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919" name="Line 15541">
                <a:extLst>
                  <a:ext uri="{FF2B5EF4-FFF2-40B4-BE49-F238E27FC236}">
                    <a16:creationId xmlns:a16="http://schemas.microsoft.com/office/drawing/2014/main" id="{6AC03A24-72C6-B85B-F2DF-64EF2D4A4EF6}"/>
                  </a:ext>
                </a:extLst>
              </p:cNvPr>
              <p:cNvCxnSpPr>
                <a:cxnSpLocks/>
                <a:stCxn id="918" idx="1"/>
                <a:endCxn id="918"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901" name="组合 900">
              <a:extLst>
                <a:ext uri="{FF2B5EF4-FFF2-40B4-BE49-F238E27FC236}">
                  <a16:creationId xmlns:a16="http://schemas.microsoft.com/office/drawing/2014/main" id="{61CA51CA-03C3-0EA6-DE92-1E6EBBA96EA9}"/>
                </a:ext>
              </a:extLst>
            </p:cNvPr>
            <p:cNvGrpSpPr/>
            <p:nvPr/>
          </p:nvGrpSpPr>
          <p:grpSpPr>
            <a:xfrm flipH="1">
              <a:off x="2059814" y="3858794"/>
              <a:ext cx="101582" cy="90666"/>
              <a:chOff x="9253470" y="1351580"/>
              <a:chExt cx="133734" cy="133734"/>
            </a:xfrm>
          </p:grpSpPr>
          <p:sp>
            <p:nvSpPr>
              <p:cNvPr id="915" name="Oval 15540">
                <a:extLst>
                  <a:ext uri="{FF2B5EF4-FFF2-40B4-BE49-F238E27FC236}">
                    <a16:creationId xmlns:a16="http://schemas.microsoft.com/office/drawing/2014/main" id="{7031DD52-D21D-493E-E7EE-6F816549EB8D}"/>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916" name="Line 15541">
                <a:extLst>
                  <a:ext uri="{FF2B5EF4-FFF2-40B4-BE49-F238E27FC236}">
                    <a16:creationId xmlns:a16="http://schemas.microsoft.com/office/drawing/2014/main" id="{1AAD9E94-E285-5E6E-8B41-FE374F9B9B10}"/>
                  </a:ext>
                </a:extLst>
              </p:cNvPr>
              <p:cNvCxnSpPr>
                <a:cxnSpLocks/>
                <a:stCxn id="915" idx="1"/>
                <a:endCxn id="915"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902" name="组合 901">
              <a:extLst>
                <a:ext uri="{FF2B5EF4-FFF2-40B4-BE49-F238E27FC236}">
                  <a16:creationId xmlns:a16="http://schemas.microsoft.com/office/drawing/2014/main" id="{577CA2ED-7FDD-7AA7-382D-C3E92C780D81}"/>
                </a:ext>
              </a:extLst>
            </p:cNvPr>
            <p:cNvGrpSpPr/>
            <p:nvPr/>
          </p:nvGrpSpPr>
          <p:grpSpPr>
            <a:xfrm flipH="1">
              <a:off x="3212904" y="3548582"/>
              <a:ext cx="101582" cy="90666"/>
              <a:chOff x="9253470" y="1351580"/>
              <a:chExt cx="133734" cy="133734"/>
            </a:xfrm>
          </p:grpSpPr>
          <p:sp>
            <p:nvSpPr>
              <p:cNvPr id="913" name="Oval 15540">
                <a:extLst>
                  <a:ext uri="{FF2B5EF4-FFF2-40B4-BE49-F238E27FC236}">
                    <a16:creationId xmlns:a16="http://schemas.microsoft.com/office/drawing/2014/main" id="{5E594A37-F21A-E325-A9C3-EFE197DCEB36}"/>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914" name="Line 15541">
                <a:extLst>
                  <a:ext uri="{FF2B5EF4-FFF2-40B4-BE49-F238E27FC236}">
                    <a16:creationId xmlns:a16="http://schemas.microsoft.com/office/drawing/2014/main" id="{5F79EB73-98DC-BC0B-BB6A-B9A996DFD527}"/>
                  </a:ext>
                </a:extLst>
              </p:cNvPr>
              <p:cNvCxnSpPr>
                <a:cxnSpLocks/>
                <a:stCxn id="913" idx="1"/>
                <a:endCxn id="913"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903" name="组合 902">
              <a:extLst>
                <a:ext uri="{FF2B5EF4-FFF2-40B4-BE49-F238E27FC236}">
                  <a16:creationId xmlns:a16="http://schemas.microsoft.com/office/drawing/2014/main" id="{8CB969F6-EA18-DBBD-D62D-C02959435431}"/>
                </a:ext>
              </a:extLst>
            </p:cNvPr>
            <p:cNvGrpSpPr/>
            <p:nvPr/>
          </p:nvGrpSpPr>
          <p:grpSpPr>
            <a:xfrm>
              <a:off x="85187" y="4748155"/>
              <a:ext cx="2117961" cy="501018"/>
              <a:chOff x="-257042" y="3530275"/>
              <a:chExt cx="2117961" cy="501018"/>
            </a:xfrm>
          </p:grpSpPr>
          <p:sp>
            <p:nvSpPr>
              <p:cNvPr id="907" name="任意形状 906">
                <a:extLst>
                  <a:ext uri="{FF2B5EF4-FFF2-40B4-BE49-F238E27FC236}">
                    <a16:creationId xmlns:a16="http://schemas.microsoft.com/office/drawing/2014/main" id="{FF17F3A9-C9D8-2251-532A-EF085D057F14}"/>
                  </a:ext>
                </a:extLst>
              </p:cNvPr>
              <p:cNvSpPr/>
              <p:nvPr/>
            </p:nvSpPr>
            <p:spPr>
              <a:xfrm flipH="1">
                <a:off x="-92756" y="3533178"/>
                <a:ext cx="1825216" cy="498115"/>
              </a:xfrm>
              <a:custGeom>
                <a:avLst/>
                <a:gdLst>
                  <a:gd name="connsiteX0" fmla="*/ 1716843 w 1716843"/>
                  <a:gd name="connsiteY0" fmla="*/ 0 h 498115"/>
                  <a:gd name="connsiteX1" fmla="*/ 0 w 1716843"/>
                  <a:gd name="connsiteY1" fmla="*/ 0 h 498115"/>
                  <a:gd name="connsiteX2" fmla="*/ 0 w 1716843"/>
                  <a:gd name="connsiteY2" fmla="*/ 224696 h 498115"/>
                  <a:gd name="connsiteX3" fmla="*/ 1232577 w 1716843"/>
                  <a:gd name="connsiteY3" fmla="*/ 224696 h 498115"/>
                  <a:gd name="connsiteX4" fmla="*/ 1232577 w 1716843"/>
                  <a:gd name="connsiteY4" fmla="*/ 233545 h 498115"/>
                  <a:gd name="connsiteX5" fmla="*/ 1236228 w 1716843"/>
                  <a:gd name="connsiteY5" fmla="*/ 233552 h 498115"/>
                  <a:gd name="connsiteX6" fmla="*/ 1293146 w 1716843"/>
                  <a:gd name="connsiteY6" fmla="*/ 438829 h 498115"/>
                  <a:gd name="connsiteX7" fmla="*/ 1311120 w 1716843"/>
                  <a:gd name="connsiteY7" fmla="*/ 498115 h 498115"/>
                  <a:gd name="connsiteX8" fmla="*/ 1681308 w 1716843"/>
                  <a:gd name="connsiteY8" fmla="*/ 498115 h 498115"/>
                  <a:gd name="connsiteX9" fmla="*/ 1682149 w 1716843"/>
                  <a:gd name="connsiteY9" fmla="*/ 486545 h 498115"/>
                  <a:gd name="connsiteX10" fmla="*/ 1714676 w 1716843"/>
                  <a:gd name="connsiteY10" fmla="*/ 32163 h 498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6843" h="498115">
                    <a:moveTo>
                      <a:pt x="1716843" y="0"/>
                    </a:moveTo>
                    <a:lnTo>
                      <a:pt x="0" y="0"/>
                    </a:lnTo>
                    <a:lnTo>
                      <a:pt x="0" y="224696"/>
                    </a:lnTo>
                    <a:lnTo>
                      <a:pt x="1232577" y="224696"/>
                    </a:lnTo>
                    <a:lnTo>
                      <a:pt x="1232577" y="233545"/>
                    </a:lnTo>
                    <a:lnTo>
                      <a:pt x="1236228" y="233552"/>
                    </a:lnTo>
                    <a:lnTo>
                      <a:pt x="1293146" y="438829"/>
                    </a:lnTo>
                    <a:lnTo>
                      <a:pt x="1311120" y="498115"/>
                    </a:lnTo>
                    <a:lnTo>
                      <a:pt x="1681308" y="498115"/>
                    </a:lnTo>
                    <a:lnTo>
                      <a:pt x="1682149" y="486545"/>
                    </a:lnTo>
                    <a:cubicBezTo>
                      <a:pt x="1687390" y="414327"/>
                      <a:pt x="1706632" y="148860"/>
                      <a:pt x="1714676" y="32163"/>
                    </a:cubicBezTo>
                    <a:close/>
                  </a:path>
                </a:pathLst>
              </a:custGeom>
              <a:gradFill>
                <a:gsLst>
                  <a:gs pos="70000">
                    <a:schemeClr val="tx1">
                      <a:lumMod val="50000"/>
                      <a:lumOff val="50000"/>
                    </a:schemeClr>
                  </a:gs>
                  <a:gs pos="64000">
                    <a:schemeClr val="bg1">
                      <a:lumMod val="75000"/>
                    </a:schemeClr>
                  </a:gs>
                  <a:gs pos="55000">
                    <a:srgbClr val="AEAEAE"/>
                  </a:gs>
                  <a:gs pos="5000">
                    <a:schemeClr val="bg1">
                      <a:lumMod val="50000"/>
                    </a:schemeClr>
                  </a:gs>
                  <a:gs pos="52000">
                    <a:schemeClr val="bg1">
                      <a:lumMod val="85000"/>
                    </a:schemeClr>
                  </a:gs>
                  <a:gs pos="44000">
                    <a:srgbClr val="B5B5B5"/>
                  </a:gs>
                  <a:gs pos="91000">
                    <a:srgbClr val="A9A9A9"/>
                  </a:gs>
                  <a:gs pos="99000">
                    <a:schemeClr val="bg1">
                      <a:lumMod val="85000"/>
                    </a:schemeClr>
                  </a:gs>
                  <a:gs pos="0">
                    <a:srgbClr val="BABABA"/>
                  </a:gs>
                  <a:gs pos="48000">
                    <a:schemeClr val="tx1">
                      <a:lumMod val="50000"/>
                      <a:lumOff val="50000"/>
                    </a:schemeClr>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908" name="任意形状 907">
                <a:extLst>
                  <a:ext uri="{FF2B5EF4-FFF2-40B4-BE49-F238E27FC236}">
                    <a16:creationId xmlns:a16="http://schemas.microsoft.com/office/drawing/2014/main" id="{67BDA96E-FDE1-AF86-7438-22C64D4D849F}"/>
                  </a:ext>
                </a:extLst>
              </p:cNvPr>
              <p:cNvSpPr/>
              <p:nvPr/>
            </p:nvSpPr>
            <p:spPr>
              <a:xfrm flipH="1">
                <a:off x="-257042" y="3532938"/>
                <a:ext cx="199585" cy="497299"/>
              </a:xfrm>
              <a:custGeom>
                <a:avLst/>
                <a:gdLst>
                  <a:gd name="connsiteX0" fmla="*/ 199585 w 199585"/>
                  <a:gd name="connsiteY0" fmla="*/ 0 h 497299"/>
                  <a:gd name="connsiteX1" fmla="*/ 54781 w 199585"/>
                  <a:gd name="connsiteY1" fmla="*/ 41 h 497299"/>
                  <a:gd name="connsiteX2" fmla="*/ 45009 w 199585"/>
                  <a:gd name="connsiteY2" fmla="*/ 2501 h 497299"/>
                  <a:gd name="connsiteX3" fmla="*/ 35191 w 199585"/>
                  <a:gd name="connsiteY3" fmla="*/ 4127 h 497299"/>
                  <a:gd name="connsiteX4" fmla="*/ 34610 w 199585"/>
                  <a:gd name="connsiteY4" fmla="*/ 12902 h 497299"/>
                  <a:gd name="connsiteX5" fmla="*/ 539 w 199585"/>
                  <a:gd name="connsiteY5" fmla="*/ 489887 h 497299"/>
                  <a:gd name="connsiteX6" fmla="*/ 0 w 199585"/>
                  <a:gd name="connsiteY6" fmla="*/ 497299 h 497299"/>
                  <a:gd name="connsiteX7" fmla="*/ 57582 w 199585"/>
                  <a:gd name="connsiteY7" fmla="*/ 486625 h 497299"/>
                  <a:gd name="connsiteX8" fmla="*/ 129543 w 199585"/>
                  <a:gd name="connsiteY8" fmla="*/ 467039 h 497299"/>
                  <a:gd name="connsiteX9" fmla="*/ 130079 w 199585"/>
                  <a:gd name="connsiteY9" fmla="*/ 466795 h 497299"/>
                  <a:gd name="connsiteX10" fmla="*/ 131268 w 199585"/>
                  <a:gd name="connsiteY10" fmla="*/ 463366 h 497299"/>
                  <a:gd name="connsiteX11" fmla="*/ 153218 w 199585"/>
                  <a:gd name="connsiteY11" fmla="*/ 382337 h 497299"/>
                  <a:gd name="connsiteX12" fmla="*/ 174923 w 199585"/>
                  <a:gd name="connsiteY12" fmla="*/ 216594 h 497299"/>
                  <a:gd name="connsiteX13" fmla="*/ 186982 w 199585"/>
                  <a:gd name="connsiteY13" fmla="*/ 117578 h 497299"/>
                  <a:gd name="connsiteX14" fmla="*/ 199040 w 199585"/>
                  <a:gd name="connsiteY14" fmla="*/ 5648 h 49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585" h="497299">
                    <a:moveTo>
                      <a:pt x="199585" y="0"/>
                    </a:moveTo>
                    <a:lnTo>
                      <a:pt x="54781" y="41"/>
                    </a:lnTo>
                    <a:lnTo>
                      <a:pt x="45009" y="2501"/>
                    </a:lnTo>
                    <a:lnTo>
                      <a:pt x="35191" y="4127"/>
                    </a:lnTo>
                    <a:lnTo>
                      <a:pt x="34610" y="12902"/>
                    </a:lnTo>
                    <a:cubicBezTo>
                      <a:pt x="27842" y="113292"/>
                      <a:pt x="6155" y="412511"/>
                      <a:pt x="539" y="489887"/>
                    </a:cubicBezTo>
                    <a:lnTo>
                      <a:pt x="0" y="497299"/>
                    </a:lnTo>
                    <a:lnTo>
                      <a:pt x="57582" y="486625"/>
                    </a:lnTo>
                    <a:cubicBezTo>
                      <a:pt x="85476" y="480421"/>
                      <a:pt x="109606" y="473872"/>
                      <a:pt x="129543" y="467039"/>
                    </a:cubicBezTo>
                    <a:lnTo>
                      <a:pt x="130079" y="466795"/>
                    </a:lnTo>
                    <a:lnTo>
                      <a:pt x="131268" y="463366"/>
                    </a:lnTo>
                    <a:cubicBezTo>
                      <a:pt x="139579" y="437323"/>
                      <a:pt x="147613" y="408027"/>
                      <a:pt x="153218" y="382337"/>
                    </a:cubicBezTo>
                    <a:cubicBezTo>
                      <a:pt x="164429" y="330958"/>
                      <a:pt x="174923" y="216594"/>
                      <a:pt x="174923" y="216594"/>
                    </a:cubicBezTo>
                    <a:cubicBezTo>
                      <a:pt x="180550" y="172468"/>
                      <a:pt x="186982" y="117578"/>
                      <a:pt x="186982" y="117578"/>
                    </a:cubicBezTo>
                    <a:cubicBezTo>
                      <a:pt x="191001" y="82421"/>
                      <a:pt x="199040" y="5648"/>
                      <a:pt x="199040" y="5648"/>
                    </a:cubicBezTo>
                    <a:close/>
                  </a:path>
                </a:pathLst>
              </a:custGeom>
              <a:gradFill flip="none" rotWithShape="1">
                <a:gsLst>
                  <a:gs pos="81000">
                    <a:srgbClr val="8B898A"/>
                  </a:gs>
                  <a:gs pos="25000">
                    <a:srgbClr val="7F7D7E"/>
                  </a:gs>
                  <a:gs pos="18000">
                    <a:srgbClr val="7A7A7A"/>
                  </a:gs>
                  <a:gs pos="0">
                    <a:srgbClr val="7F7F7F"/>
                  </a:gs>
                  <a:gs pos="39000">
                    <a:srgbClr val="636161"/>
                  </a:gs>
                  <a:gs pos="67000">
                    <a:srgbClr val="807F7F"/>
                  </a:gs>
                  <a:gs pos="47000">
                    <a:srgbClr val="5C5859"/>
                  </a:gs>
                  <a:gs pos="98000">
                    <a:srgbClr val="918E8E"/>
                  </a:gs>
                </a:gsLst>
                <a:lin ang="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909" name="组合 908">
                <a:extLst>
                  <a:ext uri="{FF2B5EF4-FFF2-40B4-BE49-F238E27FC236}">
                    <a16:creationId xmlns:a16="http://schemas.microsoft.com/office/drawing/2014/main" id="{E2F173D2-9261-EF5E-678F-C8A15465FBCF}"/>
                  </a:ext>
                </a:extLst>
              </p:cNvPr>
              <p:cNvGrpSpPr/>
              <p:nvPr/>
            </p:nvGrpSpPr>
            <p:grpSpPr>
              <a:xfrm flipH="1">
                <a:off x="625099" y="3630083"/>
                <a:ext cx="101583" cy="90666"/>
                <a:chOff x="9334964" y="1374536"/>
                <a:chExt cx="133735" cy="133734"/>
              </a:xfrm>
            </p:grpSpPr>
            <p:sp>
              <p:nvSpPr>
                <p:cNvPr id="911" name="Oval 15540">
                  <a:extLst>
                    <a:ext uri="{FF2B5EF4-FFF2-40B4-BE49-F238E27FC236}">
                      <a16:creationId xmlns:a16="http://schemas.microsoft.com/office/drawing/2014/main" id="{A242AA4B-EE25-3629-2BE6-A7D47415DD19}"/>
                    </a:ext>
                  </a:extLst>
                </p:cNvPr>
                <p:cNvSpPr>
                  <a:spLocks/>
                </p:cNvSpPr>
                <p:nvPr/>
              </p:nvSpPr>
              <p:spPr bwMode="auto">
                <a:xfrm>
                  <a:off x="9334964" y="1374536"/>
                  <a:ext cx="133735"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ot"/>
                  <a:round/>
                  <a:headEnd/>
                  <a:tailEnd/>
                </a:ln>
              </p:spPr>
              <p:txBody>
                <a:bodyPr rot="0" vert="horz" wrap="square" lIns="91440" tIns="45720" rIns="91440" bIns="45720" anchor="t" anchorCtr="0" upright="1">
                  <a:noAutofit/>
                </a:bodyPr>
                <a:lstStyle/>
                <a:p>
                  <a:endParaRPr lang="zh-CN" altLang="en-US"/>
                </a:p>
              </p:txBody>
            </p:sp>
            <p:cxnSp>
              <p:nvCxnSpPr>
                <p:cNvPr id="912" name="Line 15541">
                  <a:extLst>
                    <a:ext uri="{FF2B5EF4-FFF2-40B4-BE49-F238E27FC236}">
                      <a16:creationId xmlns:a16="http://schemas.microsoft.com/office/drawing/2014/main" id="{27F65885-477C-E7C5-F8C3-75285ACE790C}"/>
                    </a:ext>
                  </a:extLst>
                </p:cNvPr>
                <p:cNvCxnSpPr>
                  <a:cxnSpLocks/>
                </p:cNvCxnSpPr>
                <p:nvPr/>
              </p:nvCxnSpPr>
              <p:spPr bwMode="auto">
                <a:xfrm>
                  <a:off x="9358727" y="1388382"/>
                  <a:ext cx="94565" cy="94562"/>
                </a:xfrm>
                <a:prstGeom prst="line">
                  <a:avLst/>
                </a:prstGeom>
                <a:noFill/>
                <a:ln w="6350">
                  <a:solidFill>
                    <a:srgbClr val="000000"/>
                  </a:solidFill>
                  <a:prstDash val="sysDot"/>
                  <a:round/>
                  <a:headEnd/>
                  <a:tailEnd/>
                </a:ln>
                <a:extLst>
                  <a:ext uri="{909E8E84-426E-40DD-AFC4-6F175D3DCCD1}">
                    <a14:hiddenFill xmlns:a14="http://schemas.microsoft.com/office/drawing/2010/main">
                      <a:noFill/>
                    </a14:hiddenFill>
                  </a:ext>
                </a:extLst>
              </p:spPr>
            </p:cxnSp>
          </p:grpSp>
          <p:sp>
            <p:nvSpPr>
              <p:cNvPr id="910" name="Rectangle 15436">
                <a:extLst>
                  <a:ext uri="{FF2B5EF4-FFF2-40B4-BE49-F238E27FC236}">
                    <a16:creationId xmlns:a16="http://schemas.microsoft.com/office/drawing/2014/main" id="{44402BCD-F6F4-703F-ECDC-79A106BF8B8A}"/>
                  </a:ext>
                </a:extLst>
              </p:cNvPr>
              <p:cNvSpPr>
                <a:spLocks/>
              </p:cNvSpPr>
              <p:nvPr/>
            </p:nvSpPr>
            <p:spPr bwMode="auto">
              <a:xfrm flipH="1">
                <a:off x="1662366" y="3530275"/>
                <a:ext cx="198553" cy="228361"/>
              </a:xfrm>
              <a:prstGeom prst="rect">
                <a:avLst/>
              </a:prstGeom>
              <a:gradFill>
                <a:gsLst>
                  <a:gs pos="35000">
                    <a:schemeClr val="bg2">
                      <a:lumMod val="75000"/>
                    </a:schemeClr>
                  </a:gs>
                  <a:gs pos="12000">
                    <a:srgbClr val="818587"/>
                  </a:gs>
                  <a:gs pos="7000">
                    <a:schemeClr val="tx1">
                      <a:lumMod val="50000"/>
                      <a:lumOff val="50000"/>
                    </a:schemeClr>
                  </a:gs>
                  <a:gs pos="0">
                    <a:schemeClr val="bg2">
                      <a:lumMod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904" name="组合 903">
              <a:extLst>
                <a:ext uri="{FF2B5EF4-FFF2-40B4-BE49-F238E27FC236}">
                  <a16:creationId xmlns:a16="http://schemas.microsoft.com/office/drawing/2014/main" id="{6CA9E01D-58E8-482F-9F60-5BA9725EC6DE}"/>
                </a:ext>
              </a:extLst>
            </p:cNvPr>
            <p:cNvGrpSpPr/>
            <p:nvPr/>
          </p:nvGrpSpPr>
          <p:grpSpPr>
            <a:xfrm flipH="1">
              <a:off x="2057808" y="5017843"/>
              <a:ext cx="101582" cy="90666"/>
              <a:chOff x="9253470" y="1351580"/>
              <a:chExt cx="133734" cy="133734"/>
            </a:xfrm>
          </p:grpSpPr>
          <p:sp>
            <p:nvSpPr>
              <p:cNvPr id="905" name="Oval 15540">
                <a:extLst>
                  <a:ext uri="{FF2B5EF4-FFF2-40B4-BE49-F238E27FC236}">
                    <a16:creationId xmlns:a16="http://schemas.microsoft.com/office/drawing/2014/main" id="{36005EB4-10A2-7F78-52A9-025C46E446AC}"/>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906" name="Line 15541">
                <a:extLst>
                  <a:ext uri="{FF2B5EF4-FFF2-40B4-BE49-F238E27FC236}">
                    <a16:creationId xmlns:a16="http://schemas.microsoft.com/office/drawing/2014/main" id="{3778CCF8-FCFB-3A78-43CA-8C3DF2A16268}"/>
                  </a:ext>
                </a:extLst>
              </p:cNvPr>
              <p:cNvCxnSpPr>
                <a:cxnSpLocks/>
                <a:stCxn id="905" idx="1"/>
                <a:endCxn id="905" idx="5"/>
              </p:cNvCxnSpPr>
              <p:nvPr/>
            </p:nvCxnSpPr>
            <p:spPr bwMode="auto">
              <a:xfrm>
                <a:off x="9273056" y="1371165"/>
                <a:ext cx="94564" cy="94563"/>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sp>
        <p:nvSpPr>
          <p:cNvPr id="21" name="任意形状 20">
            <a:extLst>
              <a:ext uri="{FF2B5EF4-FFF2-40B4-BE49-F238E27FC236}">
                <a16:creationId xmlns:a16="http://schemas.microsoft.com/office/drawing/2014/main" id="{FDD71808-C784-E233-CEEB-B717DB682B8C}"/>
              </a:ext>
            </a:extLst>
          </p:cNvPr>
          <p:cNvSpPr/>
          <p:nvPr/>
        </p:nvSpPr>
        <p:spPr>
          <a:xfrm flipH="1">
            <a:off x="7866088" y="3553244"/>
            <a:ext cx="1699032" cy="232978"/>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22" name="组合 21">
            <a:extLst>
              <a:ext uri="{FF2B5EF4-FFF2-40B4-BE49-F238E27FC236}">
                <a16:creationId xmlns:a16="http://schemas.microsoft.com/office/drawing/2014/main" id="{97516B6C-A1F1-4696-CA0D-4F8F238F45B5}"/>
              </a:ext>
            </a:extLst>
          </p:cNvPr>
          <p:cNvGrpSpPr/>
          <p:nvPr/>
        </p:nvGrpSpPr>
        <p:grpSpPr>
          <a:xfrm>
            <a:off x="7771951" y="3476229"/>
            <a:ext cx="1887814" cy="415657"/>
            <a:chOff x="-250567" y="3268205"/>
            <a:chExt cx="1887814" cy="390200"/>
          </a:xfrm>
        </p:grpSpPr>
        <p:sp>
          <p:nvSpPr>
            <p:cNvPr id="871" name="Oval 15552">
              <a:extLst>
                <a:ext uri="{FF2B5EF4-FFF2-40B4-BE49-F238E27FC236}">
                  <a16:creationId xmlns:a16="http://schemas.microsoft.com/office/drawing/2014/main" id="{E70CE90B-8AC5-FA92-0EFD-5F8678C0FF04}"/>
                </a:ext>
              </a:extLst>
            </p:cNvPr>
            <p:cNvSpPr>
              <a:spLocks/>
            </p:cNvSpPr>
            <p:nvPr/>
          </p:nvSpPr>
          <p:spPr bwMode="auto">
            <a:xfrm flipH="1">
              <a:off x="-250567" y="3268205"/>
              <a:ext cx="1887814" cy="250334"/>
            </a:xfrm>
            <a:prstGeom prst="ellipse">
              <a:avLst/>
            </a:prstGeom>
            <a:gradFill flip="none" rotWithShape="1">
              <a:gsLst>
                <a:gs pos="0">
                  <a:schemeClr val="accent1">
                    <a:lumMod val="0"/>
                    <a:lumOff val="100000"/>
                  </a:schemeClr>
                </a:gs>
                <a:gs pos="35000">
                  <a:schemeClr val="accent1">
                    <a:lumMod val="0"/>
                    <a:lumOff val="100000"/>
                  </a:schemeClr>
                </a:gs>
                <a:gs pos="100000">
                  <a:schemeClr val="bg1">
                    <a:lumMod val="85000"/>
                  </a:schemeClr>
                </a:gs>
              </a:gsLst>
              <a:path path="circle">
                <a:fillToRect l="50000" t="-80000" r="50000" b="18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872" name="任意形状 871">
              <a:extLst>
                <a:ext uri="{FF2B5EF4-FFF2-40B4-BE49-F238E27FC236}">
                  <a16:creationId xmlns:a16="http://schemas.microsoft.com/office/drawing/2014/main" id="{9602A644-B6D6-859C-2C2D-7AF706856153}"/>
                </a:ext>
              </a:extLst>
            </p:cNvPr>
            <p:cNvSpPr/>
            <p:nvPr/>
          </p:nvSpPr>
          <p:spPr>
            <a:xfrm flipH="1">
              <a:off x="-152575" y="3363887"/>
              <a:ext cx="1689603" cy="119701"/>
            </a:xfrm>
            <a:custGeom>
              <a:avLst/>
              <a:gdLst>
                <a:gd name="connsiteX0" fmla="*/ 2224380 w 2224380"/>
                <a:gd name="connsiteY0" fmla="*/ 5623 h 176561"/>
                <a:gd name="connsiteX1" fmla="*/ 2224380 w 2224380"/>
                <a:gd name="connsiteY1" fmla="*/ 19074 h 176561"/>
                <a:gd name="connsiteX2" fmla="*/ 1109440 w 2224380"/>
                <a:gd name="connsiteY2" fmla="*/ 176561 h 176561"/>
                <a:gd name="connsiteX3" fmla="*/ 884741 w 2224380"/>
                <a:gd name="connsiteY3" fmla="*/ 173362 h 176561"/>
                <a:gd name="connsiteX4" fmla="*/ 11914 w 2224380"/>
                <a:gd name="connsiteY4" fmla="*/ 46952 h 176561"/>
                <a:gd name="connsiteX5" fmla="*/ 0 w 2224380"/>
                <a:gd name="connsiteY5" fmla="*/ 27879 h 176561"/>
                <a:gd name="connsiteX6" fmla="*/ 57926 w 2224380"/>
                <a:gd name="connsiteY6" fmla="*/ 53878 h 176561"/>
                <a:gd name="connsiteX7" fmla="*/ 67975 w 2224380"/>
                <a:gd name="connsiteY7" fmla="*/ 56186 h 176561"/>
                <a:gd name="connsiteX8" fmla="*/ 75475 w 2224380"/>
                <a:gd name="connsiteY8" fmla="*/ 60903 h 176561"/>
                <a:gd name="connsiteX9" fmla="*/ 147992 w 2224380"/>
                <a:gd name="connsiteY9" fmla="*/ 74561 h 176561"/>
                <a:gd name="connsiteX10" fmla="*/ 227211 w 2224380"/>
                <a:gd name="connsiteY10" fmla="*/ 92754 h 176561"/>
                <a:gd name="connsiteX11" fmla="*/ 280205 w 2224380"/>
                <a:gd name="connsiteY11" fmla="*/ 99463 h 176561"/>
                <a:gd name="connsiteX12" fmla="*/ 315157 w 2224380"/>
                <a:gd name="connsiteY12" fmla="*/ 106046 h 176561"/>
                <a:gd name="connsiteX13" fmla="*/ 367811 w 2224380"/>
                <a:gd name="connsiteY13" fmla="*/ 110554 h 176561"/>
                <a:gd name="connsiteX14" fmla="*/ 467449 w 2224380"/>
                <a:gd name="connsiteY14" fmla="*/ 123168 h 176561"/>
                <a:gd name="connsiteX15" fmla="*/ 1099425 w 2224380"/>
                <a:gd name="connsiteY15" fmla="*/ 150064 h 176561"/>
                <a:gd name="connsiteX16" fmla="*/ 1488069 w 2224380"/>
                <a:gd name="connsiteY16" fmla="*/ 140508 h 176561"/>
                <a:gd name="connsiteX17" fmla="*/ 1537084 w 2224380"/>
                <a:gd name="connsiteY17" fmla="*/ 136590 h 176561"/>
                <a:gd name="connsiteX18" fmla="*/ 1541314 w 2224380"/>
                <a:gd name="connsiteY18" fmla="*/ 136482 h 176561"/>
                <a:gd name="connsiteX19" fmla="*/ 1581739 w 2224380"/>
                <a:gd name="connsiteY19" fmla="*/ 133021 h 176561"/>
                <a:gd name="connsiteX20" fmla="*/ 1818417 w 2224380"/>
                <a:gd name="connsiteY20" fmla="*/ 114102 h 176561"/>
                <a:gd name="connsiteX21" fmla="*/ 1836271 w 2224380"/>
                <a:gd name="connsiteY21" fmla="*/ 111229 h 176561"/>
                <a:gd name="connsiteX22" fmla="*/ 1896809 w 2224380"/>
                <a:gd name="connsiteY22" fmla="*/ 106046 h 176561"/>
                <a:gd name="connsiteX23" fmla="*/ 2063156 w 2224380"/>
                <a:gd name="connsiteY23" fmla="*/ 74716 h 176561"/>
                <a:gd name="connsiteX24" fmla="*/ 2066110 w 2224380"/>
                <a:gd name="connsiteY24" fmla="*/ 74240 h 176561"/>
                <a:gd name="connsiteX25" fmla="*/ 2066596 w 2224380"/>
                <a:gd name="connsiteY25" fmla="*/ 74068 h 176561"/>
                <a:gd name="connsiteX26" fmla="*/ 2136491 w 2224380"/>
                <a:gd name="connsiteY26" fmla="*/ 60903 h 176561"/>
                <a:gd name="connsiteX27" fmla="*/ 2178959 w 2224380"/>
                <a:gd name="connsiteY27" fmla="*/ 34192 h 176561"/>
                <a:gd name="connsiteX28" fmla="*/ 2206787 w 2224380"/>
                <a:gd name="connsiteY28" fmla="*/ 24316 h 176561"/>
                <a:gd name="connsiteX29" fmla="*/ 2216914 w 2224380"/>
                <a:gd name="connsiteY29" fmla="*/ 10319 h 176561"/>
                <a:gd name="connsiteX30" fmla="*/ 2224380 w 2224380"/>
                <a:gd name="connsiteY30" fmla="*/ 0 h 176561"/>
                <a:gd name="connsiteX31" fmla="*/ 2224380 w 2224380"/>
                <a:gd name="connsiteY31" fmla="*/ 5623 h 176561"/>
                <a:gd name="connsiteX32" fmla="*/ 2221584 w 2224380"/>
                <a:gd name="connsiteY32" fmla="*/ 3865 h 17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24380" h="176561">
                  <a:moveTo>
                    <a:pt x="2224380" y="5623"/>
                  </a:moveTo>
                  <a:lnTo>
                    <a:pt x="2224380" y="19074"/>
                  </a:lnTo>
                  <a:cubicBezTo>
                    <a:pt x="2224380" y="106052"/>
                    <a:pt x="1725204" y="176561"/>
                    <a:pt x="1109440" y="176561"/>
                  </a:cubicBezTo>
                  <a:cubicBezTo>
                    <a:pt x="1032470" y="176561"/>
                    <a:pt x="957321" y="175459"/>
                    <a:pt x="884741" y="173362"/>
                  </a:cubicBezTo>
                  <a:cubicBezTo>
                    <a:pt x="440189" y="160512"/>
                    <a:pt x="92012" y="110291"/>
                    <a:pt x="11914" y="46952"/>
                  </a:cubicBezTo>
                  <a:lnTo>
                    <a:pt x="0" y="27879"/>
                  </a:lnTo>
                  <a:lnTo>
                    <a:pt x="57926" y="53878"/>
                  </a:lnTo>
                  <a:lnTo>
                    <a:pt x="67975" y="56186"/>
                  </a:lnTo>
                  <a:lnTo>
                    <a:pt x="75475" y="60903"/>
                  </a:lnTo>
                  <a:lnTo>
                    <a:pt x="147992" y="74561"/>
                  </a:lnTo>
                  <a:lnTo>
                    <a:pt x="227211" y="92754"/>
                  </a:lnTo>
                  <a:lnTo>
                    <a:pt x="280205" y="99463"/>
                  </a:lnTo>
                  <a:lnTo>
                    <a:pt x="315157" y="106046"/>
                  </a:lnTo>
                  <a:lnTo>
                    <a:pt x="367811" y="110554"/>
                  </a:lnTo>
                  <a:lnTo>
                    <a:pt x="467449" y="123168"/>
                  </a:lnTo>
                  <a:cubicBezTo>
                    <a:pt x="647850" y="140149"/>
                    <a:pt x="865327" y="150064"/>
                    <a:pt x="1099425" y="150064"/>
                  </a:cubicBezTo>
                  <a:cubicBezTo>
                    <a:pt x="1235982" y="150064"/>
                    <a:pt x="1366884" y="146690"/>
                    <a:pt x="1488069" y="140508"/>
                  </a:cubicBezTo>
                  <a:lnTo>
                    <a:pt x="1537084" y="136590"/>
                  </a:lnTo>
                  <a:lnTo>
                    <a:pt x="1541314" y="136482"/>
                  </a:lnTo>
                  <a:lnTo>
                    <a:pt x="1581739" y="133021"/>
                  </a:lnTo>
                  <a:lnTo>
                    <a:pt x="1818417" y="114102"/>
                  </a:lnTo>
                  <a:lnTo>
                    <a:pt x="1836271" y="111229"/>
                  </a:lnTo>
                  <a:lnTo>
                    <a:pt x="1896809" y="106046"/>
                  </a:lnTo>
                  <a:lnTo>
                    <a:pt x="2063156" y="74716"/>
                  </a:lnTo>
                  <a:lnTo>
                    <a:pt x="2066110" y="74240"/>
                  </a:lnTo>
                  <a:lnTo>
                    <a:pt x="2066596" y="74068"/>
                  </a:lnTo>
                  <a:lnTo>
                    <a:pt x="2136491" y="60903"/>
                  </a:lnTo>
                  <a:lnTo>
                    <a:pt x="2178959" y="34192"/>
                  </a:lnTo>
                  <a:lnTo>
                    <a:pt x="2206787" y="24316"/>
                  </a:lnTo>
                  <a:lnTo>
                    <a:pt x="2216914" y="10319"/>
                  </a:lnTo>
                  <a:close/>
                  <a:moveTo>
                    <a:pt x="2224380" y="0"/>
                  </a:moveTo>
                  <a:lnTo>
                    <a:pt x="2224380" y="5623"/>
                  </a:lnTo>
                  <a:lnTo>
                    <a:pt x="2221584" y="3865"/>
                  </a:lnTo>
                  <a:close/>
                </a:path>
              </a:pathLst>
            </a:custGeom>
            <a:solidFill>
              <a:schemeClr val="tx1">
                <a:lumMod val="85000"/>
                <a:lumOff val="1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873" name="Oval 15553">
              <a:extLst>
                <a:ext uri="{FF2B5EF4-FFF2-40B4-BE49-F238E27FC236}">
                  <a16:creationId xmlns:a16="http://schemas.microsoft.com/office/drawing/2014/main" id="{1B4A17F6-2FAF-4799-C7A1-18FA7DEE05A7}"/>
                </a:ext>
              </a:extLst>
            </p:cNvPr>
            <p:cNvSpPr>
              <a:spLocks/>
            </p:cNvSpPr>
            <p:nvPr/>
          </p:nvSpPr>
          <p:spPr bwMode="auto">
            <a:xfrm flipH="1">
              <a:off x="-155283" y="3271416"/>
              <a:ext cx="1699032" cy="192565"/>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874" name="任意形状 873">
              <a:extLst>
                <a:ext uri="{FF2B5EF4-FFF2-40B4-BE49-F238E27FC236}">
                  <a16:creationId xmlns:a16="http://schemas.microsoft.com/office/drawing/2014/main" id="{A64A5BD4-3136-A71A-E041-79A9D416E8AE}"/>
                </a:ext>
              </a:extLst>
            </p:cNvPr>
            <p:cNvSpPr/>
            <p:nvPr/>
          </p:nvSpPr>
          <p:spPr>
            <a:xfrm flipH="1">
              <a:off x="-250567" y="3398641"/>
              <a:ext cx="1887793" cy="259764"/>
            </a:xfrm>
            <a:custGeom>
              <a:avLst/>
              <a:gdLst>
                <a:gd name="connsiteX0" fmla="*/ 0 w 2485300"/>
                <a:gd name="connsiteY0" fmla="*/ 0 h 383157"/>
                <a:gd name="connsiteX1" fmla="*/ 9054 w 2485300"/>
                <a:gd name="connsiteY1" fmla="*/ 15539 h 383157"/>
                <a:gd name="connsiteX2" fmla="*/ 992548 w 2485300"/>
                <a:gd name="connsiteY2" fmla="*/ 168242 h 383157"/>
                <a:gd name="connsiteX3" fmla="*/ 1245737 w 2485300"/>
                <a:gd name="connsiteY3" fmla="*/ 172107 h 383157"/>
                <a:gd name="connsiteX4" fmla="*/ 2476518 w 2485300"/>
                <a:gd name="connsiteY4" fmla="*/ 20203 h 383157"/>
                <a:gd name="connsiteX5" fmla="*/ 2485300 w 2485300"/>
                <a:gd name="connsiteY5" fmla="*/ 11489 h 383157"/>
                <a:gd name="connsiteX6" fmla="*/ 2485300 w 2485300"/>
                <a:gd name="connsiteY6" fmla="*/ 192912 h 383157"/>
                <a:gd name="connsiteX7" fmla="*/ 1242650 w 2485300"/>
                <a:gd name="connsiteY7" fmla="*/ 383157 h 383157"/>
                <a:gd name="connsiteX8" fmla="*/ 363964 w 2485300"/>
                <a:gd name="connsiteY8" fmla="*/ 327436 h 383157"/>
                <a:gd name="connsiteX9" fmla="*/ 0 w 2485300"/>
                <a:gd name="connsiteY9" fmla="*/ 192912 h 38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300" h="383157">
                  <a:moveTo>
                    <a:pt x="0" y="0"/>
                  </a:moveTo>
                  <a:lnTo>
                    <a:pt x="9054" y="15539"/>
                  </a:lnTo>
                  <a:cubicBezTo>
                    <a:pt x="99308" y="92052"/>
                    <a:pt x="491631" y="152720"/>
                    <a:pt x="992548" y="168242"/>
                  </a:cubicBezTo>
                  <a:cubicBezTo>
                    <a:pt x="1074330" y="170776"/>
                    <a:pt x="1159007" y="172107"/>
                    <a:pt x="1245737" y="172107"/>
                  </a:cubicBezTo>
                  <a:cubicBezTo>
                    <a:pt x="1852845" y="172107"/>
                    <a:pt x="2359373" y="106894"/>
                    <a:pt x="2476518" y="20203"/>
                  </a:cubicBezTo>
                  <a:lnTo>
                    <a:pt x="2485300" y="11489"/>
                  </a:lnTo>
                  <a:lnTo>
                    <a:pt x="2485300" y="192912"/>
                  </a:lnTo>
                  <a:cubicBezTo>
                    <a:pt x="2485300" y="297981"/>
                    <a:pt x="1928947" y="383157"/>
                    <a:pt x="1242650" y="383157"/>
                  </a:cubicBezTo>
                  <a:cubicBezTo>
                    <a:pt x="899502" y="383157"/>
                    <a:pt x="588839" y="361863"/>
                    <a:pt x="363964" y="327436"/>
                  </a:cubicBezTo>
                  <a:cubicBezTo>
                    <a:pt x="139088" y="293008"/>
                    <a:pt x="0" y="245447"/>
                    <a:pt x="0" y="192912"/>
                  </a:cubicBezTo>
                  <a:close/>
                </a:path>
              </a:pathLst>
            </a:custGeom>
            <a:gradFill>
              <a:gsLst>
                <a:gs pos="52000">
                  <a:schemeClr val="bg1">
                    <a:lumMod val="85000"/>
                  </a:schemeClr>
                </a:gs>
                <a:gs pos="46000">
                  <a:srgbClr val="C0C0C0"/>
                </a:gs>
                <a:gs pos="39000">
                  <a:srgbClr val="B6B6B6"/>
                </a:gs>
                <a:gs pos="68000">
                  <a:srgbClr val="A9A9A9"/>
                </a:gs>
                <a:gs pos="32000">
                  <a:srgbClr val="DADADA"/>
                </a:gs>
                <a:gs pos="15000">
                  <a:schemeClr val="bg1">
                    <a:lumMod val="85000"/>
                  </a:schemeClr>
                </a:gs>
                <a:gs pos="96000">
                  <a:srgbClr val="A9A9A9"/>
                </a:gs>
                <a:gs pos="99000">
                  <a:schemeClr val="tx1">
                    <a:lumMod val="65000"/>
                    <a:lumOff val="35000"/>
                  </a:schemeClr>
                </a:gs>
                <a:gs pos="2000">
                  <a:srgbClr val="C4C4C4"/>
                </a:gs>
                <a:gs pos="0">
                  <a:srgbClr val="949494"/>
                </a:gs>
              </a:gsLst>
              <a:lin ang="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grpSp>
        <p:nvGrpSpPr>
          <p:cNvPr id="23" name="组合 22">
            <a:extLst>
              <a:ext uri="{FF2B5EF4-FFF2-40B4-BE49-F238E27FC236}">
                <a16:creationId xmlns:a16="http://schemas.microsoft.com/office/drawing/2014/main" id="{C4086FBF-AF47-C673-09BA-C7B15F18A428}"/>
              </a:ext>
            </a:extLst>
          </p:cNvPr>
          <p:cNvGrpSpPr/>
          <p:nvPr/>
        </p:nvGrpSpPr>
        <p:grpSpPr>
          <a:xfrm>
            <a:off x="7867294" y="3300488"/>
            <a:ext cx="1699032" cy="377858"/>
            <a:chOff x="2758920" y="2045770"/>
            <a:chExt cx="1699032" cy="354716"/>
          </a:xfrm>
        </p:grpSpPr>
        <p:sp>
          <p:nvSpPr>
            <p:cNvPr id="868" name="Oval 15553">
              <a:extLst>
                <a:ext uri="{FF2B5EF4-FFF2-40B4-BE49-F238E27FC236}">
                  <a16:creationId xmlns:a16="http://schemas.microsoft.com/office/drawing/2014/main" id="{6E7FBD87-934F-D1F8-C135-8BB1FD380AF1}"/>
                </a:ext>
              </a:extLst>
            </p:cNvPr>
            <p:cNvSpPr>
              <a:spLocks/>
            </p:cNvSpPr>
            <p:nvPr/>
          </p:nvSpPr>
          <p:spPr bwMode="auto">
            <a:xfrm flipH="1">
              <a:off x="2758920" y="2207922"/>
              <a:ext cx="1699032" cy="192564"/>
            </a:xfrm>
            <a:prstGeom prst="ellipse">
              <a:avLst/>
            </a:prstGeom>
            <a:gradFill flip="none" rotWithShape="1">
              <a:gsLst>
                <a:gs pos="0">
                  <a:srgbClr val="636363"/>
                </a:gs>
                <a:gs pos="46000">
                  <a:srgbClr val="636363"/>
                </a:gs>
                <a:gs pos="100000">
                  <a:srgbClr val="656565"/>
                </a:gs>
              </a:gsLst>
              <a:path path="circle">
                <a:fillToRect l="50000" t="50000" r="50000" b="50000"/>
              </a:path>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869" name="任意形状 868">
              <a:extLst>
                <a:ext uri="{FF2B5EF4-FFF2-40B4-BE49-F238E27FC236}">
                  <a16:creationId xmlns:a16="http://schemas.microsoft.com/office/drawing/2014/main" id="{09DA63A3-A701-DFE5-F500-99870DB85DE1}"/>
                </a:ext>
              </a:extLst>
            </p:cNvPr>
            <p:cNvSpPr/>
            <p:nvPr/>
          </p:nvSpPr>
          <p:spPr>
            <a:xfrm flipH="1">
              <a:off x="3465740" y="2351706"/>
              <a:ext cx="281929" cy="45790"/>
            </a:xfrm>
            <a:custGeom>
              <a:avLst/>
              <a:gdLst>
                <a:gd name="connsiteX0" fmla="*/ 2027 w 371162"/>
                <a:gd name="connsiteY0" fmla="*/ 60721 h 67541"/>
                <a:gd name="connsiteX1" fmla="*/ 90927 w 371162"/>
                <a:gd name="connsiteY1" fmla="*/ 67071 h 67541"/>
                <a:gd name="connsiteX2" fmla="*/ 154427 w 371162"/>
                <a:gd name="connsiteY2" fmla="*/ 67071 h 67541"/>
                <a:gd name="connsiteX3" fmla="*/ 224277 w 371162"/>
                <a:gd name="connsiteY3" fmla="*/ 67071 h 67541"/>
                <a:gd name="connsiteX4" fmla="*/ 287777 w 371162"/>
                <a:gd name="connsiteY4" fmla="*/ 67071 h 67541"/>
                <a:gd name="connsiteX5" fmla="*/ 370327 w 371162"/>
                <a:gd name="connsiteY5" fmla="*/ 63896 h 67541"/>
                <a:gd name="connsiteX6" fmla="*/ 329052 w 371162"/>
                <a:gd name="connsiteY6" fmla="*/ 22621 h 67541"/>
                <a:gd name="connsiteX7" fmla="*/ 306827 w 371162"/>
                <a:gd name="connsiteY7" fmla="*/ 9921 h 67541"/>
                <a:gd name="connsiteX8" fmla="*/ 262377 w 371162"/>
                <a:gd name="connsiteY8" fmla="*/ 3571 h 67541"/>
                <a:gd name="connsiteX9" fmla="*/ 208402 w 371162"/>
                <a:gd name="connsiteY9" fmla="*/ 396 h 67541"/>
                <a:gd name="connsiteX10" fmla="*/ 160777 w 371162"/>
                <a:gd name="connsiteY10" fmla="*/ 396 h 67541"/>
                <a:gd name="connsiteX11" fmla="*/ 84577 w 371162"/>
                <a:gd name="connsiteY11" fmla="*/ 3571 h 67541"/>
                <a:gd name="connsiteX12" fmla="*/ 49652 w 371162"/>
                <a:gd name="connsiteY12" fmla="*/ 9921 h 67541"/>
                <a:gd name="connsiteX13" fmla="*/ 30602 w 371162"/>
                <a:gd name="connsiteY13" fmla="*/ 19446 h 67541"/>
                <a:gd name="connsiteX14" fmla="*/ 2027 w 371162"/>
                <a:gd name="connsiteY14" fmla="*/ 60721 h 6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1162" h="67541">
                  <a:moveTo>
                    <a:pt x="2027" y="60721"/>
                  </a:moveTo>
                  <a:cubicBezTo>
                    <a:pt x="12081" y="68658"/>
                    <a:pt x="65527" y="66013"/>
                    <a:pt x="90927" y="67071"/>
                  </a:cubicBezTo>
                  <a:cubicBezTo>
                    <a:pt x="116327" y="68129"/>
                    <a:pt x="154427" y="67071"/>
                    <a:pt x="154427" y="67071"/>
                  </a:cubicBezTo>
                  <a:lnTo>
                    <a:pt x="224277" y="67071"/>
                  </a:lnTo>
                  <a:lnTo>
                    <a:pt x="287777" y="67071"/>
                  </a:lnTo>
                  <a:cubicBezTo>
                    <a:pt x="312119" y="66542"/>
                    <a:pt x="370327" y="63896"/>
                    <a:pt x="370327" y="63896"/>
                  </a:cubicBezTo>
                  <a:cubicBezTo>
                    <a:pt x="377206" y="56488"/>
                    <a:pt x="339635" y="31617"/>
                    <a:pt x="329052" y="22621"/>
                  </a:cubicBezTo>
                  <a:cubicBezTo>
                    <a:pt x="318469" y="13625"/>
                    <a:pt x="317940" y="13096"/>
                    <a:pt x="306827" y="9921"/>
                  </a:cubicBezTo>
                  <a:cubicBezTo>
                    <a:pt x="295714" y="6746"/>
                    <a:pt x="278781" y="5158"/>
                    <a:pt x="262377" y="3571"/>
                  </a:cubicBezTo>
                  <a:cubicBezTo>
                    <a:pt x="245973" y="1984"/>
                    <a:pt x="225335" y="925"/>
                    <a:pt x="208402" y="396"/>
                  </a:cubicBezTo>
                  <a:cubicBezTo>
                    <a:pt x="191469" y="-133"/>
                    <a:pt x="181414" y="-133"/>
                    <a:pt x="160777" y="396"/>
                  </a:cubicBezTo>
                  <a:cubicBezTo>
                    <a:pt x="140140" y="925"/>
                    <a:pt x="103098" y="1984"/>
                    <a:pt x="84577" y="3571"/>
                  </a:cubicBezTo>
                  <a:cubicBezTo>
                    <a:pt x="66056" y="5158"/>
                    <a:pt x="58648" y="7275"/>
                    <a:pt x="49652" y="9921"/>
                  </a:cubicBezTo>
                  <a:cubicBezTo>
                    <a:pt x="40656" y="12567"/>
                    <a:pt x="30602" y="19446"/>
                    <a:pt x="30602" y="19446"/>
                  </a:cubicBezTo>
                  <a:cubicBezTo>
                    <a:pt x="22135" y="26854"/>
                    <a:pt x="-8027" y="52784"/>
                    <a:pt x="2027" y="60721"/>
                  </a:cubicBezTo>
                  <a:close/>
                </a:path>
              </a:pathLst>
            </a:custGeom>
            <a:gradFill>
              <a:gsLst>
                <a:gs pos="8000">
                  <a:schemeClr val="bg1">
                    <a:lumMod val="65000"/>
                  </a:schemeClr>
                </a:gs>
                <a:gs pos="0">
                  <a:schemeClr val="tx1">
                    <a:lumMod val="50000"/>
                    <a:lumOff val="50000"/>
                  </a:schemeClr>
                </a:gs>
                <a:gs pos="77000">
                  <a:schemeClr val="bg1">
                    <a:lumMod val="75000"/>
                  </a:schemeClr>
                </a:gs>
                <a:gs pos="53000">
                  <a:schemeClr val="bg1">
                    <a:lumMod val="75000"/>
                  </a:schemeClr>
                </a:gs>
                <a:gs pos="92000">
                  <a:srgbClr val="A8A8A8"/>
                </a:gs>
                <a:gs pos="100000">
                  <a:srgbClr val="9B9B9B"/>
                </a:gs>
              </a:gsLst>
              <a:lin ang="10800000" scaled="1"/>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70" name="圆柱体 869">
              <a:extLst>
                <a:ext uri="{FF2B5EF4-FFF2-40B4-BE49-F238E27FC236}">
                  <a16:creationId xmlns:a16="http://schemas.microsoft.com/office/drawing/2014/main" id="{F5CE7700-064A-7C2F-45DC-14BB4CD6773C}"/>
                </a:ext>
              </a:extLst>
            </p:cNvPr>
            <p:cNvSpPr/>
            <p:nvPr/>
          </p:nvSpPr>
          <p:spPr>
            <a:xfrm flipH="1">
              <a:off x="3437089" y="2045770"/>
              <a:ext cx="344607" cy="250333"/>
            </a:xfrm>
            <a:prstGeom prst="can">
              <a:avLst>
                <a:gd name="adj" fmla="val 27645"/>
              </a:avLst>
            </a:prstGeom>
            <a:gradFill flip="none" rotWithShape="1">
              <a:gsLst>
                <a:gs pos="0">
                  <a:srgbClr val="D8D4D5"/>
                </a:gs>
                <a:gs pos="74000">
                  <a:srgbClr val="5D5D5C"/>
                </a:gs>
                <a:gs pos="83000">
                  <a:srgbClr val="4D504A"/>
                </a:gs>
                <a:gs pos="100000">
                  <a:srgbClr val="62655D"/>
                </a:gs>
              </a:gsLst>
              <a:lin ang="27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4" name="组合 23">
            <a:extLst>
              <a:ext uri="{FF2B5EF4-FFF2-40B4-BE49-F238E27FC236}">
                <a16:creationId xmlns:a16="http://schemas.microsoft.com/office/drawing/2014/main" id="{E40B46E1-B6CE-9AFC-81BE-1CBC4B814158}"/>
              </a:ext>
            </a:extLst>
          </p:cNvPr>
          <p:cNvGrpSpPr/>
          <p:nvPr/>
        </p:nvGrpSpPr>
        <p:grpSpPr>
          <a:xfrm flipH="1">
            <a:off x="5929255" y="2243526"/>
            <a:ext cx="2984766" cy="2200474"/>
            <a:chOff x="7990108" y="574916"/>
            <a:chExt cx="3929476" cy="3046964"/>
          </a:xfrm>
        </p:grpSpPr>
        <p:sp>
          <p:nvSpPr>
            <p:cNvPr id="394" name="Rectangle 15501">
              <a:extLst>
                <a:ext uri="{FF2B5EF4-FFF2-40B4-BE49-F238E27FC236}">
                  <a16:creationId xmlns:a16="http://schemas.microsoft.com/office/drawing/2014/main" id="{382D893B-C286-8A7C-98AA-5CFC1105FC4E}"/>
                </a:ext>
              </a:extLst>
            </p:cNvPr>
            <p:cNvSpPr>
              <a:spLocks/>
            </p:cNvSpPr>
            <p:nvPr/>
          </p:nvSpPr>
          <p:spPr bwMode="auto">
            <a:xfrm flipH="1">
              <a:off x="9709329" y="1408520"/>
              <a:ext cx="1300895" cy="83874"/>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95" name="Rectangle 15501">
              <a:extLst>
                <a:ext uri="{FF2B5EF4-FFF2-40B4-BE49-F238E27FC236}">
                  <a16:creationId xmlns:a16="http://schemas.microsoft.com/office/drawing/2014/main" id="{F4046B0F-77F3-9B86-DCF2-99CD5572D249}"/>
                </a:ext>
              </a:extLst>
            </p:cNvPr>
            <p:cNvSpPr>
              <a:spLocks/>
            </p:cNvSpPr>
            <p:nvPr/>
          </p:nvSpPr>
          <p:spPr bwMode="auto">
            <a:xfrm>
              <a:off x="7990108" y="2168732"/>
              <a:ext cx="1838276" cy="122335"/>
            </a:xfrm>
            <a:prstGeom prst="rect">
              <a:avLst/>
            </a:prstGeom>
            <a:gradFill>
              <a:gsLst>
                <a:gs pos="2000">
                  <a:srgbClr val="A6A6A6"/>
                </a:gs>
                <a:gs pos="31000">
                  <a:schemeClr val="bg1">
                    <a:lumMod val="65000"/>
                  </a:schemeClr>
                </a:gs>
                <a:gs pos="23000">
                  <a:schemeClr val="bg1">
                    <a:lumMod val="75000"/>
                  </a:schemeClr>
                </a:gs>
                <a:gs pos="10000">
                  <a:srgbClr val="9F9F9F"/>
                </a:gs>
                <a:gs pos="10000">
                  <a:schemeClr val="bg1">
                    <a:lumMod val="75000"/>
                  </a:schemeClr>
                </a:gs>
                <a:gs pos="0">
                  <a:srgbClr val="C5C5C5"/>
                </a:gs>
                <a:gs pos="4000">
                  <a:srgbClr val="DBDBDB"/>
                </a:gs>
                <a:gs pos="3000">
                  <a:srgbClr val="A7A7A7"/>
                </a:gs>
                <a:gs pos="27000">
                  <a:schemeClr val="tx1">
                    <a:lumMod val="50000"/>
                    <a:lumOff val="50000"/>
                  </a:schemeClr>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396" name="组合 395">
              <a:extLst>
                <a:ext uri="{FF2B5EF4-FFF2-40B4-BE49-F238E27FC236}">
                  <a16:creationId xmlns:a16="http://schemas.microsoft.com/office/drawing/2014/main" id="{B3053A21-E3F2-0839-E486-8C351CEDBFAF}"/>
                </a:ext>
              </a:extLst>
            </p:cNvPr>
            <p:cNvGrpSpPr/>
            <p:nvPr/>
          </p:nvGrpSpPr>
          <p:grpSpPr>
            <a:xfrm>
              <a:off x="10892453" y="1636790"/>
              <a:ext cx="181074" cy="177523"/>
              <a:chOff x="1879235" y="2086768"/>
              <a:chExt cx="181074" cy="177523"/>
            </a:xfrm>
          </p:grpSpPr>
          <p:grpSp>
            <p:nvGrpSpPr>
              <p:cNvPr id="857" name="Group 15491">
                <a:extLst>
                  <a:ext uri="{FF2B5EF4-FFF2-40B4-BE49-F238E27FC236}">
                    <a16:creationId xmlns:a16="http://schemas.microsoft.com/office/drawing/2014/main" id="{79054D80-3371-405F-7353-4840C8260864}"/>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859" name="Rectangle 15492">
                  <a:extLst>
                    <a:ext uri="{FF2B5EF4-FFF2-40B4-BE49-F238E27FC236}">
                      <a16:creationId xmlns:a16="http://schemas.microsoft.com/office/drawing/2014/main" id="{57C223FB-FFEE-94E2-150B-9BC17AEAD454}"/>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60" name="Rectangle 15493">
                  <a:extLst>
                    <a:ext uri="{FF2B5EF4-FFF2-40B4-BE49-F238E27FC236}">
                      <a16:creationId xmlns:a16="http://schemas.microsoft.com/office/drawing/2014/main" id="{3752BFA5-FD97-304F-A69F-D829AEC7E042}"/>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861" name="Line 15494">
                  <a:extLst>
                    <a:ext uri="{FF2B5EF4-FFF2-40B4-BE49-F238E27FC236}">
                      <a16:creationId xmlns:a16="http://schemas.microsoft.com/office/drawing/2014/main" id="{65D408A2-AADD-BD23-DCF7-C133EB3D2F0D}"/>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862" name="Line 15495">
                  <a:extLst>
                    <a:ext uri="{FF2B5EF4-FFF2-40B4-BE49-F238E27FC236}">
                      <a16:creationId xmlns:a16="http://schemas.microsoft.com/office/drawing/2014/main" id="{2051A836-0285-5222-3AB0-B45B27F88E42}"/>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863" name="Line 15496">
                  <a:extLst>
                    <a:ext uri="{FF2B5EF4-FFF2-40B4-BE49-F238E27FC236}">
                      <a16:creationId xmlns:a16="http://schemas.microsoft.com/office/drawing/2014/main" id="{EE4FB6EF-72EF-127E-3C58-FE2755EF274A}"/>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864" name="Line 15497">
                  <a:extLst>
                    <a:ext uri="{FF2B5EF4-FFF2-40B4-BE49-F238E27FC236}">
                      <a16:creationId xmlns:a16="http://schemas.microsoft.com/office/drawing/2014/main" id="{AB291AE2-8424-DB79-E78B-8511372C7510}"/>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865" name="Line 15498">
                  <a:extLst>
                    <a:ext uri="{FF2B5EF4-FFF2-40B4-BE49-F238E27FC236}">
                      <a16:creationId xmlns:a16="http://schemas.microsoft.com/office/drawing/2014/main" id="{8D3016FB-9A6D-EE32-54D5-081E6C9CEBD3}"/>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866" name="Line 15499">
                  <a:extLst>
                    <a:ext uri="{FF2B5EF4-FFF2-40B4-BE49-F238E27FC236}">
                      <a16:creationId xmlns:a16="http://schemas.microsoft.com/office/drawing/2014/main" id="{84316383-B2B0-1120-056C-1B2E885AD03D}"/>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867" name="Line 15500">
                  <a:extLst>
                    <a:ext uri="{FF2B5EF4-FFF2-40B4-BE49-F238E27FC236}">
                      <a16:creationId xmlns:a16="http://schemas.microsoft.com/office/drawing/2014/main" id="{B7337AC3-605D-8837-EA36-C2FE960E5BC3}"/>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858" name="Line 15500">
                <a:extLst>
                  <a:ext uri="{FF2B5EF4-FFF2-40B4-BE49-F238E27FC236}">
                    <a16:creationId xmlns:a16="http://schemas.microsoft.com/office/drawing/2014/main" id="{CA1777A3-6E19-8D5A-8751-44A410C32388}"/>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398" name="Rectangle 15436">
              <a:extLst>
                <a:ext uri="{FF2B5EF4-FFF2-40B4-BE49-F238E27FC236}">
                  <a16:creationId xmlns:a16="http://schemas.microsoft.com/office/drawing/2014/main" id="{00C2A326-0580-F58F-0B13-72B337CEEFFA}"/>
                </a:ext>
              </a:extLst>
            </p:cNvPr>
            <p:cNvSpPr>
              <a:spLocks/>
            </p:cNvSpPr>
            <p:nvPr/>
          </p:nvSpPr>
          <p:spPr bwMode="auto">
            <a:xfrm>
              <a:off x="9594978" y="1304915"/>
              <a:ext cx="185415" cy="2141200"/>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99" name="Rectangle 15460">
              <a:extLst>
                <a:ext uri="{FF2B5EF4-FFF2-40B4-BE49-F238E27FC236}">
                  <a16:creationId xmlns:a16="http://schemas.microsoft.com/office/drawing/2014/main" id="{BDA88AEB-AC26-3B03-D0BF-8781170F309A}"/>
                </a:ext>
              </a:extLst>
            </p:cNvPr>
            <p:cNvSpPr>
              <a:spLocks/>
            </p:cNvSpPr>
            <p:nvPr/>
          </p:nvSpPr>
          <p:spPr bwMode="auto">
            <a:xfrm flipH="1" flipV="1">
              <a:off x="10923011" y="1194674"/>
              <a:ext cx="119961" cy="1270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0" name="直角三角形 399">
              <a:extLst>
                <a:ext uri="{FF2B5EF4-FFF2-40B4-BE49-F238E27FC236}">
                  <a16:creationId xmlns:a16="http://schemas.microsoft.com/office/drawing/2014/main" id="{839E1E97-A58C-4E8C-E088-71F4585D7B36}"/>
                </a:ext>
              </a:extLst>
            </p:cNvPr>
            <p:cNvSpPr/>
            <p:nvPr/>
          </p:nvSpPr>
          <p:spPr>
            <a:xfrm>
              <a:off x="9778861" y="1264804"/>
              <a:ext cx="1099103" cy="145504"/>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1" name="Rectangle 15437">
              <a:extLst>
                <a:ext uri="{FF2B5EF4-FFF2-40B4-BE49-F238E27FC236}">
                  <a16:creationId xmlns:a16="http://schemas.microsoft.com/office/drawing/2014/main" id="{AE33C8F1-00CC-2C55-8AB4-E5B2BE778E15}"/>
                </a:ext>
              </a:extLst>
            </p:cNvPr>
            <p:cNvSpPr>
              <a:spLocks/>
            </p:cNvSpPr>
            <p:nvPr/>
          </p:nvSpPr>
          <p:spPr bwMode="auto">
            <a:xfrm flipH="1">
              <a:off x="11176274" y="803762"/>
              <a:ext cx="733917" cy="358169"/>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2" name="Rectangle 15456">
              <a:extLst>
                <a:ext uri="{FF2B5EF4-FFF2-40B4-BE49-F238E27FC236}">
                  <a16:creationId xmlns:a16="http://schemas.microsoft.com/office/drawing/2014/main" id="{1AFBDD66-ADC7-C17D-8F5C-C304D7320D3B}"/>
                </a:ext>
              </a:extLst>
            </p:cNvPr>
            <p:cNvSpPr>
              <a:spLocks/>
            </p:cNvSpPr>
            <p:nvPr/>
          </p:nvSpPr>
          <p:spPr bwMode="auto">
            <a:xfrm flipH="1">
              <a:off x="11641505" y="756579"/>
              <a:ext cx="82628" cy="44991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03" name="Rectangle 15460">
              <a:extLst>
                <a:ext uri="{FF2B5EF4-FFF2-40B4-BE49-F238E27FC236}">
                  <a16:creationId xmlns:a16="http://schemas.microsoft.com/office/drawing/2014/main" id="{5548E37B-ED41-6F29-947D-9EDBA2453627}"/>
                </a:ext>
              </a:extLst>
            </p:cNvPr>
            <p:cNvSpPr>
              <a:spLocks/>
            </p:cNvSpPr>
            <p:nvPr/>
          </p:nvSpPr>
          <p:spPr bwMode="auto">
            <a:xfrm flipH="1" flipV="1">
              <a:off x="10885584" y="1374546"/>
              <a:ext cx="206810" cy="1505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4" name="AutoShape 15462">
              <a:extLst>
                <a:ext uri="{FF2B5EF4-FFF2-40B4-BE49-F238E27FC236}">
                  <a16:creationId xmlns:a16="http://schemas.microsoft.com/office/drawing/2014/main" id="{1062F066-F9A7-96E1-A4D7-29E680901A19}"/>
                </a:ext>
              </a:extLst>
            </p:cNvPr>
            <p:cNvSpPr>
              <a:spLocks/>
            </p:cNvSpPr>
            <p:nvPr/>
          </p:nvSpPr>
          <p:spPr bwMode="auto">
            <a:xfrm flipH="1">
              <a:off x="10928681" y="1323777"/>
              <a:ext cx="109319" cy="4571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5" name="Rectangle 15464">
              <a:extLst>
                <a:ext uri="{FF2B5EF4-FFF2-40B4-BE49-F238E27FC236}">
                  <a16:creationId xmlns:a16="http://schemas.microsoft.com/office/drawing/2014/main" id="{B2A7CF4C-86EC-B6A4-F16D-3E28EA73BA12}"/>
                </a:ext>
              </a:extLst>
            </p:cNvPr>
            <p:cNvSpPr>
              <a:spLocks/>
            </p:cNvSpPr>
            <p:nvPr/>
          </p:nvSpPr>
          <p:spPr bwMode="auto">
            <a:xfrm flipH="1">
              <a:off x="9378382" y="768979"/>
              <a:ext cx="1979705" cy="436707"/>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6" name="Rectangle 15515">
              <a:extLst>
                <a:ext uri="{FF2B5EF4-FFF2-40B4-BE49-F238E27FC236}">
                  <a16:creationId xmlns:a16="http://schemas.microsoft.com/office/drawing/2014/main" id="{B799DB23-6578-2A70-4850-2A8AB4327AB4}"/>
                </a:ext>
              </a:extLst>
            </p:cNvPr>
            <p:cNvSpPr>
              <a:spLocks/>
            </p:cNvSpPr>
            <p:nvPr/>
          </p:nvSpPr>
          <p:spPr bwMode="auto">
            <a:xfrm flipH="1">
              <a:off x="9150925" y="762785"/>
              <a:ext cx="294704" cy="443710"/>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07" name="Rectangle 15464">
              <a:extLst>
                <a:ext uri="{FF2B5EF4-FFF2-40B4-BE49-F238E27FC236}">
                  <a16:creationId xmlns:a16="http://schemas.microsoft.com/office/drawing/2014/main" id="{2A69D288-0AEB-4067-F472-045BFAC589F7}"/>
                </a:ext>
              </a:extLst>
            </p:cNvPr>
            <p:cNvSpPr>
              <a:spLocks/>
            </p:cNvSpPr>
            <p:nvPr/>
          </p:nvSpPr>
          <p:spPr bwMode="auto">
            <a:xfrm flipH="1">
              <a:off x="9441034" y="739309"/>
              <a:ext cx="531545" cy="486262"/>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8" name="Rectangle 15465">
              <a:extLst>
                <a:ext uri="{FF2B5EF4-FFF2-40B4-BE49-F238E27FC236}">
                  <a16:creationId xmlns:a16="http://schemas.microsoft.com/office/drawing/2014/main" id="{D44347BB-F701-6831-C607-8DB6FB16F0ED}"/>
                </a:ext>
              </a:extLst>
            </p:cNvPr>
            <p:cNvSpPr>
              <a:spLocks/>
            </p:cNvSpPr>
            <p:nvPr/>
          </p:nvSpPr>
          <p:spPr bwMode="auto">
            <a:xfrm flipH="1">
              <a:off x="9662312" y="979035"/>
              <a:ext cx="116607" cy="32825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9" name="Rectangle 15501">
              <a:extLst>
                <a:ext uri="{FF2B5EF4-FFF2-40B4-BE49-F238E27FC236}">
                  <a16:creationId xmlns:a16="http://schemas.microsoft.com/office/drawing/2014/main" id="{1243EF5B-5A54-63DD-E2AC-6C084C246206}"/>
                </a:ext>
              </a:extLst>
            </p:cNvPr>
            <p:cNvSpPr>
              <a:spLocks/>
            </p:cNvSpPr>
            <p:nvPr/>
          </p:nvSpPr>
          <p:spPr bwMode="auto">
            <a:xfrm flipH="1">
              <a:off x="9478199" y="1533244"/>
              <a:ext cx="1646177" cy="122335"/>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0" name="直角三角形 409">
              <a:extLst>
                <a:ext uri="{FF2B5EF4-FFF2-40B4-BE49-F238E27FC236}">
                  <a16:creationId xmlns:a16="http://schemas.microsoft.com/office/drawing/2014/main" id="{A337B6D2-E248-D8E8-3E97-C77AF93C6E96}"/>
                </a:ext>
              </a:extLst>
            </p:cNvPr>
            <p:cNvSpPr/>
            <p:nvPr/>
          </p:nvSpPr>
          <p:spPr>
            <a:xfrm rot="10800000" flipH="1">
              <a:off x="9779619" y="1657782"/>
              <a:ext cx="1106159" cy="454458"/>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1" name="Rectangle 15465">
              <a:extLst>
                <a:ext uri="{FF2B5EF4-FFF2-40B4-BE49-F238E27FC236}">
                  <a16:creationId xmlns:a16="http://schemas.microsoft.com/office/drawing/2014/main" id="{27F186E0-2670-1F6B-CEEA-F5438DFCDB0B}"/>
                </a:ext>
              </a:extLst>
            </p:cNvPr>
            <p:cNvSpPr>
              <a:spLocks/>
            </p:cNvSpPr>
            <p:nvPr/>
          </p:nvSpPr>
          <p:spPr bwMode="auto">
            <a:xfrm flipH="1">
              <a:off x="10882858" y="743836"/>
              <a:ext cx="207105" cy="486262"/>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2" name="Oval 15540">
              <a:extLst>
                <a:ext uri="{FF2B5EF4-FFF2-40B4-BE49-F238E27FC236}">
                  <a16:creationId xmlns:a16="http://schemas.microsoft.com/office/drawing/2014/main" id="{AFA0F425-4EA9-10D6-729C-25C0BFA287E5}"/>
                </a:ext>
              </a:extLst>
            </p:cNvPr>
            <p:cNvSpPr>
              <a:spLocks/>
            </p:cNvSpPr>
            <p:nvPr/>
          </p:nvSpPr>
          <p:spPr bwMode="auto">
            <a:xfrm flipH="1">
              <a:off x="11127856" y="1042448"/>
              <a:ext cx="350987"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413" name="Rectangle 15437">
              <a:extLst>
                <a:ext uri="{FF2B5EF4-FFF2-40B4-BE49-F238E27FC236}">
                  <a16:creationId xmlns:a16="http://schemas.microsoft.com/office/drawing/2014/main" id="{F61CD43D-5B69-FB62-B965-55E9735FD8C5}"/>
                </a:ext>
              </a:extLst>
            </p:cNvPr>
            <p:cNvSpPr>
              <a:spLocks/>
            </p:cNvSpPr>
            <p:nvPr/>
          </p:nvSpPr>
          <p:spPr bwMode="auto">
            <a:xfrm flipH="1">
              <a:off x="9976693" y="762784"/>
              <a:ext cx="905487" cy="446998"/>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14" name="Oval 15540">
              <a:extLst>
                <a:ext uri="{FF2B5EF4-FFF2-40B4-BE49-F238E27FC236}">
                  <a16:creationId xmlns:a16="http://schemas.microsoft.com/office/drawing/2014/main" id="{EDCBD59B-71DA-F2CB-2E49-4605434845A5}"/>
                </a:ext>
              </a:extLst>
            </p:cNvPr>
            <p:cNvSpPr>
              <a:spLocks/>
            </p:cNvSpPr>
            <p:nvPr/>
          </p:nvSpPr>
          <p:spPr bwMode="auto">
            <a:xfrm flipH="1">
              <a:off x="9590778" y="859774"/>
              <a:ext cx="246821" cy="244006"/>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415" name="组合 414">
              <a:extLst>
                <a:ext uri="{FF2B5EF4-FFF2-40B4-BE49-F238E27FC236}">
                  <a16:creationId xmlns:a16="http://schemas.microsoft.com/office/drawing/2014/main" id="{0AC61D47-AA2D-2B21-FB0E-46E669512CDC}"/>
                </a:ext>
              </a:extLst>
            </p:cNvPr>
            <p:cNvGrpSpPr/>
            <p:nvPr/>
          </p:nvGrpSpPr>
          <p:grpSpPr>
            <a:xfrm rot="10800000">
              <a:off x="11741684" y="574916"/>
              <a:ext cx="144687" cy="141850"/>
              <a:chOff x="1879235" y="2086768"/>
              <a:chExt cx="181074" cy="177523"/>
            </a:xfrm>
          </p:grpSpPr>
          <p:grpSp>
            <p:nvGrpSpPr>
              <p:cNvPr id="446" name="Group 15491">
                <a:extLst>
                  <a:ext uri="{FF2B5EF4-FFF2-40B4-BE49-F238E27FC236}">
                    <a16:creationId xmlns:a16="http://schemas.microsoft.com/office/drawing/2014/main" id="{236E2CE7-88A6-2A60-5006-DFFF7EF26429}"/>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848" name="Rectangle 15492">
                  <a:extLst>
                    <a:ext uri="{FF2B5EF4-FFF2-40B4-BE49-F238E27FC236}">
                      <a16:creationId xmlns:a16="http://schemas.microsoft.com/office/drawing/2014/main" id="{7D3F362B-526B-20EA-945E-B539D80EA27E}"/>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849" name="Rectangle 15493">
                  <a:extLst>
                    <a:ext uri="{FF2B5EF4-FFF2-40B4-BE49-F238E27FC236}">
                      <a16:creationId xmlns:a16="http://schemas.microsoft.com/office/drawing/2014/main" id="{E4E0CC90-BD40-45CB-DD86-97A151979D03}"/>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850" name="Line 15494">
                  <a:extLst>
                    <a:ext uri="{FF2B5EF4-FFF2-40B4-BE49-F238E27FC236}">
                      <a16:creationId xmlns:a16="http://schemas.microsoft.com/office/drawing/2014/main" id="{C178403C-3E14-18AA-0C4E-29A01D675B6B}"/>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851" name="Line 15495">
                  <a:extLst>
                    <a:ext uri="{FF2B5EF4-FFF2-40B4-BE49-F238E27FC236}">
                      <a16:creationId xmlns:a16="http://schemas.microsoft.com/office/drawing/2014/main" id="{237752F5-85D3-9F9B-5A33-77DA7ED15B0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852" name="Line 15496">
                  <a:extLst>
                    <a:ext uri="{FF2B5EF4-FFF2-40B4-BE49-F238E27FC236}">
                      <a16:creationId xmlns:a16="http://schemas.microsoft.com/office/drawing/2014/main" id="{D6E09B8A-61C7-5615-D7FC-2C98882670A0}"/>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853" name="Line 15497">
                  <a:extLst>
                    <a:ext uri="{FF2B5EF4-FFF2-40B4-BE49-F238E27FC236}">
                      <a16:creationId xmlns:a16="http://schemas.microsoft.com/office/drawing/2014/main" id="{2E676A12-558F-4D17-CE53-78D707A2ACE6}"/>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854" name="Line 15498">
                  <a:extLst>
                    <a:ext uri="{FF2B5EF4-FFF2-40B4-BE49-F238E27FC236}">
                      <a16:creationId xmlns:a16="http://schemas.microsoft.com/office/drawing/2014/main" id="{980BEE87-0856-2310-EE07-2882DA9837CB}"/>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855" name="Line 15499">
                  <a:extLst>
                    <a:ext uri="{FF2B5EF4-FFF2-40B4-BE49-F238E27FC236}">
                      <a16:creationId xmlns:a16="http://schemas.microsoft.com/office/drawing/2014/main" id="{7CF7DD84-3EA9-03E6-2FCF-DB10B4C85027}"/>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856" name="Line 15500">
                  <a:extLst>
                    <a:ext uri="{FF2B5EF4-FFF2-40B4-BE49-F238E27FC236}">
                      <a16:creationId xmlns:a16="http://schemas.microsoft.com/office/drawing/2014/main" id="{148F8DF4-751C-708D-9B64-E7B5591B76D2}"/>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447" name="Line 15500">
                <a:extLst>
                  <a:ext uri="{FF2B5EF4-FFF2-40B4-BE49-F238E27FC236}">
                    <a16:creationId xmlns:a16="http://schemas.microsoft.com/office/drawing/2014/main" id="{87E0335E-0712-1D2D-38C4-6BE0EB446357}"/>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416" name="Oval 15547">
              <a:extLst>
                <a:ext uri="{FF2B5EF4-FFF2-40B4-BE49-F238E27FC236}">
                  <a16:creationId xmlns:a16="http://schemas.microsoft.com/office/drawing/2014/main" id="{FB03DB31-DD62-EFA4-6125-7D6F13E22C47}"/>
                </a:ext>
              </a:extLst>
            </p:cNvPr>
            <p:cNvSpPr>
              <a:spLocks/>
            </p:cNvSpPr>
            <p:nvPr/>
          </p:nvSpPr>
          <p:spPr bwMode="auto">
            <a:xfrm>
              <a:off x="9622003" y="2160626"/>
              <a:ext cx="133734" cy="133734"/>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17" name="Line 15548">
              <a:extLst>
                <a:ext uri="{FF2B5EF4-FFF2-40B4-BE49-F238E27FC236}">
                  <a16:creationId xmlns:a16="http://schemas.microsoft.com/office/drawing/2014/main" id="{4BC325F8-CA10-8474-D76D-FDE9117D8450}"/>
                </a:ext>
              </a:extLst>
            </p:cNvPr>
            <p:cNvCxnSpPr>
              <a:cxnSpLocks/>
            </p:cNvCxnSpPr>
            <p:nvPr/>
          </p:nvCxnSpPr>
          <p:spPr bwMode="auto">
            <a:xfrm>
              <a:off x="9657507" y="2173644"/>
              <a:ext cx="60358" cy="120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418" name="组合 417">
              <a:extLst>
                <a:ext uri="{FF2B5EF4-FFF2-40B4-BE49-F238E27FC236}">
                  <a16:creationId xmlns:a16="http://schemas.microsoft.com/office/drawing/2014/main" id="{ECC99D71-AC8A-16C9-9696-05A45C5F8E03}"/>
                </a:ext>
              </a:extLst>
            </p:cNvPr>
            <p:cNvGrpSpPr/>
            <p:nvPr/>
          </p:nvGrpSpPr>
          <p:grpSpPr>
            <a:xfrm rot="16200000">
              <a:off x="9784521" y="2139131"/>
              <a:ext cx="181074" cy="177523"/>
              <a:chOff x="1879235" y="2086768"/>
              <a:chExt cx="181074" cy="177523"/>
            </a:xfrm>
          </p:grpSpPr>
          <p:grpSp>
            <p:nvGrpSpPr>
              <p:cNvPr id="435" name="Group 15491">
                <a:extLst>
                  <a:ext uri="{FF2B5EF4-FFF2-40B4-BE49-F238E27FC236}">
                    <a16:creationId xmlns:a16="http://schemas.microsoft.com/office/drawing/2014/main" id="{A76D0AEB-2BBE-7CF3-082D-E8DF015001A2}"/>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437" name="Rectangle 15492">
                  <a:extLst>
                    <a:ext uri="{FF2B5EF4-FFF2-40B4-BE49-F238E27FC236}">
                      <a16:creationId xmlns:a16="http://schemas.microsoft.com/office/drawing/2014/main" id="{B54CEFF7-82F1-40E6-8DD9-162CF7304E8D}"/>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38" name="Rectangle 15493">
                  <a:extLst>
                    <a:ext uri="{FF2B5EF4-FFF2-40B4-BE49-F238E27FC236}">
                      <a16:creationId xmlns:a16="http://schemas.microsoft.com/office/drawing/2014/main" id="{625F1A13-4AD7-94D7-9CA7-99BEADC88AFF}"/>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39" name="Line 15494">
                  <a:extLst>
                    <a:ext uri="{FF2B5EF4-FFF2-40B4-BE49-F238E27FC236}">
                      <a16:creationId xmlns:a16="http://schemas.microsoft.com/office/drawing/2014/main" id="{CE7EEB1A-59C4-8A3F-111B-EA4A587C027D}"/>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440" name="Line 15495">
                  <a:extLst>
                    <a:ext uri="{FF2B5EF4-FFF2-40B4-BE49-F238E27FC236}">
                      <a16:creationId xmlns:a16="http://schemas.microsoft.com/office/drawing/2014/main" id="{EA9167A1-8446-E63D-4051-4341AAC4D3E7}"/>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441" name="Line 15496">
                  <a:extLst>
                    <a:ext uri="{FF2B5EF4-FFF2-40B4-BE49-F238E27FC236}">
                      <a16:creationId xmlns:a16="http://schemas.microsoft.com/office/drawing/2014/main" id="{6975DE1F-E2C1-51D0-E0E3-ED7798EE9AE2}"/>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442" name="Line 15497">
                  <a:extLst>
                    <a:ext uri="{FF2B5EF4-FFF2-40B4-BE49-F238E27FC236}">
                      <a16:creationId xmlns:a16="http://schemas.microsoft.com/office/drawing/2014/main" id="{AF92F362-3C07-88B2-B78D-5E776E717905}"/>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443" name="Line 15498">
                  <a:extLst>
                    <a:ext uri="{FF2B5EF4-FFF2-40B4-BE49-F238E27FC236}">
                      <a16:creationId xmlns:a16="http://schemas.microsoft.com/office/drawing/2014/main" id="{CBAB0594-4BA8-16C8-F216-CB7C8DCB02AE}"/>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444" name="Line 15499">
                  <a:extLst>
                    <a:ext uri="{FF2B5EF4-FFF2-40B4-BE49-F238E27FC236}">
                      <a16:creationId xmlns:a16="http://schemas.microsoft.com/office/drawing/2014/main" id="{CA93B0C8-A98C-D263-CE9B-04E0A1C2A954}"/>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445" name="Line 15500">
                  <a:extLst>
                    <a:ext uri="{FF2B5EF4-FFF2-40B4-BE49-F238E27FC236}">
                      <a16:creationId xmlns:a16="http://schemas.microsoft.com/office/drawing/2014/main" id="{59BB7766-4376-A989-BE28-D2697B0915C0}"/>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436" name="Line 15500">
                <a:extLst>
                  <a:ext uri="{FF2B5EF4-FFF2-40B4-BE49-F238E27FC236}">
                    <a16:creationId xmlns:a16="http://schemas.microsoft.com/office/drawing/2014/main" id="{462F51FB-B55A-F27D-1FA2-3FCF6B327E30}"/>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419" name="AutoShape 15440">
              <a:extLst>
                <a:ext uri="{FF2B5EF4-FFF2-40B4-BE49-F238E27FC236}">
                  <a16:creationId xmlns:a16="http://schemas.microsoft.com/office/drawing/2014/main" id="{98EE946B-34CF-54C3-410C-BACBEEE59DEA}"/>
                </a:ext>
              </a:extLst>
            </p:cNvPr>
            <p:cNvSpPr>
              <a:spLocks/>
            </p:cNvSpPr>
            <p:nvPr/>
          </p:nvSpPr>
          <p:spPr bwMode="auto">
            <a:xfrm>
              <a:off x="11724954" y="685728"/>
              <a:ext cx="194630" cy="557607"/>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0" name="Rectangle 15436">
              <a:extLst>
                <a:ext uri="{FF2B5EF4-FFF2-40B4-BE49-F238E27FC236}">
                  <a16:creationId xmlns:a16="http://schemas.microsoft.com/office/drawing/2014/main" id="{654CEB4B-612B-78AC-3926-21C68E0A346B}"/>
                </a:ext>
              </a:extLst>
            </p:cNvPr>
            <p:cNvSpPr>
              <a:spLocks/>
            </p:cNvSpPr>
            <p:nvPr/>
          </p:nvSpPr>
          <p:spPr bwMode="auto">
            <a:xfrm>
              <a:off x="9551615" y="2120662"/>
              <a:ext cx="274144" cy="220225"/>
            </a:xfrm>
            <a:prstGeom prst="rect">
              <a:avLst/>
            </a:prstGeom>
            <a:gradFill flip="none" rotWithShape="1">
              <a:gsLst>
                <a:gs pos="20000">
                  <a:srgbClr val="8C8D8F"/>
                </a:gs>
                <a:gs pos="12000">
                  <a:srgbClr val="818587"/>
                </a:gs>
                <a:gs pos="0">
                  <a:schemeClr val="tx1">
                    <a:lumMod val="65000"/>
                    <a:lumOff val="35000"/>
                  </a:schemeClr>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1" name="Rectangle 15436">
              <a:extLst>
                <a:ext uri="{FF2B5EF4-FFF2-40B4-BE49-F238E27FC236}">
                  <a16:creationId xmlns:a16="http://schemas.microsoft.com/office/drawing/2014/main" id="{1F5629FA-D3AF-68E1-AE3C-C2C46D78C70D}"/>
                </a:ext>
              </a:extLst>
            </p:cNvPr>
            <p:cNvSpPr>
              <a:spLocks/>
            </p:cNvSpPr>
            <p:nvPr/>
          </p:nvSpPr>
          <p:spPr bwMode="auto">
            <a:xfrm>
              <a:off x="9532418" y="3418392"/>
              <a:ext cx="298059" cy="9674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422" name="组合 421">
              <a:extLst>
                <a:ext uri="{FF2B5EF4-FFF2-40B4-BE49-F238E27FC236}">
                  <a16:creationId xmlns:a16="http://schemas.microsoft.com/office/drawing/2014/main" id="{8FB40BC7-83DD-47A8-0D4F-6318B17F2EA9}"/>
                </a:ext>
              </a:extLst>
            </p:cNvPr>
            <p:cNvGrpSpPr/>
            <p:nvPr/>
          </p:nvGrpSpPr>
          <p:grpSpPr>
            <a:xfrm>
              <a:off x="9622003" y="2169604"/>
              <a:ext cx="133734" cy="133734"/>
              <a:chOff x="9253470" y="1351580"/>
              <a:chExt cx="133734" cy="133734"/>
            </a:xfrm>
          </p:grpSpPr>
          <p:sp>
            <p:nvSpPr>
              <p:cNvPr id="433" name="Oval 15540">
                <a:extLst>
                  <a:ext uri="{FF2B5EF4-FFF2-40B4-BE49-F238E27FC236}">
                    <a16:creationId xmlns:a16="http://schemas.microsoft.com/office/drawing/2014/main" id="{9C37E49F-65CE-4266-B30B-F643B6A36340}"/>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4" name="Line 15541">
                <a:extLst>
                  <a:ext uri="{FF2B5EF4-FFF2-40B4-BE49-F238E27FC236}">
                    <a16:creationId xmlns:a16="http://schemas.microsoft.com/office/drawing/2014/main" id="{F7150BB5-3BD6-69C6-F6AB-7686044BD9D9}"/>
                  </a:ext>
                </a:extLst>
              </p:cNvPr>
              <p:cNvCxnSpPr>
                <a:cxnSpLocks/>
                <a:stCxn id="433" idx="1"/>
                <a:endCxn id="433"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3" name="组合 422">
              <a:extLst>
                <a:ext uri="{FF2B5EF4-FFF2-40B4-BE49-F238E27FC236}">
                  <a16:creationId xmlns:a16="http://schemas.microsoft.com/office/drawing/2014/main" id="{F0913CCC-3EE7-9029-8ABF-7EB1ED5553E6}"/>
                </a:ext>
              </a:extLst>
            </p:cNvPr>
            <p:cNvGrpSpPr/>
            <p:nvPr/>
          </p:nvGrpSpPr>
          <p:grpSpPr>
            <a:xfrm>
              <a:off x="9623651" y="1377910"/>
              <a:ext cx="133734" cy="133734"/>
              <a:chOff x="9253470" y="1351580"/>
              <a:chExt cx="133734" cy="133734"/>
            </a:xfrm>
          </p:grpSpPr>
          <p:sp>
            <p:nvSpPr>
              <p:cNvPr id="431" name="Oval 15540">
                <a:extLst>
                  <a:ext uri="{FF2B5EF4-FFF2-40B4-BE49-F238E27FC236}">
                    <a16:creationId xmlns:a16="http://schemas.microsoft.com/office/drawing/2014/main" id="{BC2627CF-5300-8262-9DE2-097CA6FA21FA}"/>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2" name="Line 15541">
                <a:extLst>
                  <a:ext uri="{FF2B5EF4-FFF2-40B4-BE49-F238E27FC236}">
                    <a16:creationId xmlns:a16="http://schemas.microsoft.com/office/drawing/2014/main" id="{BF86E190-17AD-A7DC-B5A3-892C249DA392}"/>
                  </a:ext>
                </a:extLst>
              </p:cNvPr>
              <p:cNvCxnSpPr>
                <a:cxnSpLocks/>
                <a:stCxn id="431" idx="1"/>
                <a:endCxn id="43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4" name="组合 423">
              <a:extLst>
                <a:ext uri="{FF2B5EF4-FFF2-40B4-BE49-F238E27FC236}">
                  <a16:creationId xmlns:a16="http://schemas.microsoft.com/office/drawing/2014/main" id="{5030C577-C1EF-1847-B5B1-C53A7BFDBD8C}"/>
                </a:ext>
              </a:extLst>
            </p:cNvPr>
            <p:cNvGrpSpPr/>
            <p:nvPr/>
          </p:nvGrpSpPr>
          <p:grpSpPr>
            <a:xfrm>
              <a:off x="11236482" y="1150222"/>
              <a:ext cx="133734" cy="133734"/>
              <a:chOff x="9253470" y="1351580"/>
              <a:chExt cx="133734" cy="133734"/>
            </a:xfrm>
          </p:grpSpPr>
          <p:sp>
            <p:nvSpPr>
              <p:cNvPr id="429" name="Oval 15540">
                <a:extLst>
                  <a:ext uri="{FF2B5EF4-FFF2-40B4-BE49-F238E27FC236}">
                    <a16:creationId xmlns:a16="http://schemas.microsoft.com/office/drawing/2014/main" id="{0CDFD9A4-B552-F256-550C-AE7D0CE42FCE}"/>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0" name="Line 15541">
                <a:extLst>
                  <a:ext uri="{FF2B5EF4-FFF2-40B4-BE49-F238E27FC236}">
                    <a16:creationId xmlns:a16="http://schemas.microsoft.com/office/drawing/2014/main" id="{501F739B-8F2E-5EFB-C263-F23113EE894D}"/>
                  </a:ext>
                </a:extLst>
              </p:cNvPr>
              <p:cNvCxnSpPr>
                <a:cxnSpLocks/>
                <a:stCxn id="429" idx="1"/>
                <a:endCxn id="429"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5" name="组合 424">
              <a:extLst>
                <a:ext uri="{FF2B5EF4-FFF2-40B4-BE49-F238E27FC236}">
                  <a16:creationId xmlns:a16="http://schemas.microsoft.com/office/drawing/2014/main" id="{373C2D53-10A2-FFFE-C6B3-9492F374A9FF}"/>
                </a:ext>
              </a:extLst>
            </p:cNvPr>
            <p:cNvGrpSpPr/>
            <p:nvPr/>
          </p:nvGrpSpPr>
          <p:grpSpPr>
            <a:xfrm>
              <a:off x="9666907" y="934993"/>
              <a:ext cx="94044" cy="94044"/>
              <a:chOff x="6860651" y="1146968"/>
              <a:chExt cx="94044" cy="94044"/>
            </a:xfrm>
          </p:grpSpPr>
          <p:sp>
            <p:nvSpPr>
              <p:cNvPr id="427" name="Oval 15540">
                <a:extLst>
                  <a:ext uri="{FF2B5EF4-FFF2-40B4-BE49-F238E27FC236}">
                    <a16:creationId xmlns:a16="http://schemas.microsoft.com/office/drawing/2014/main" id="{B1D0EF8B-C519-578E-D33C-2ED1F71E1DCA}"/>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28" name="Line 15541">
                <a:extLst>
                  <a:ext uri="{FF2B5EF4-FFF2-40B4-BE49-F238E27FC236}">
                    <a16:creationId xmlns:a16="http://schemas.microsoft.com/office/drawing/2014/main" id="{0EC125FA-338A-68BA-A7D0-E1F321D5533D}"/>
                  </a:ext>
                </a:extLst>
              </p:cNvPr>
              <p:cNvCxnSpPr>
                <a:cxnSpLocks/>
                <a:stCxn id="427" idx="1"/>
                <a:endCxn id="427"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426" name="Rectangle 15436">
              <a:extLst>
                <a:ext uri="{FF2B5EF4-FFF2-40B4-BE49-F238E27FC236}">
                  <a16:creationId xmlns:a16="http://schemas.microsoft.com/office/drawing/2014/main" id="{CCB3C5DE-8364-A55D-7511-E87E42D9DB1C}"/>
                </a:ext>
              </a:extLst>
            </p:cNvPr>
            <p:cNvSpPr>
              <a:spLocks/>
            </p:cNvSpPr>
            <p:nvPr/>
          </p:nvSpPr>
          <p:spPr bwMode="auto">
            <a:xfrm>
              <a:off x="9522798" y="3508001"/>
              <a:ext cx="322704" cy="113879"/>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grpSp>
        <p:nvGrpSpPr>
          <p:cNvPr id="25" name="组合 24">
            <a:extLst>
              <a:ext uri="{FF2B5EF4-FFF2-40B4-BE49-F238E27FC236}">
                <a16:creationId xmlns:a16="http://schemas.microsoft.com/office/drawing/2014/main" id="{9C76E9EE-6909-E706-FE31-3FB16AF7A741}"/>
              </a:ext>
            </a:extLst>
          </p:cNvPr>
          <p:cNvGrpSpPr/>
          <p:nvPr/>
        </p:nvGrpSpPr>
        <p:grpSpPr>
          <a:xfrm flipH="1">
            <a:off x="8268221" y="2819137"/>
            <a:ext cx="854539" cy="564548"/>
            <a:chOff x="4444432" y="1721801"/>
            <a:chExt cx="1125009" cy="781720"/>
          </a:xfrm>
        </p:grpSpPr>
        <p:grpSp>
          <p:nvGrpSpPr>
            <p:cNvPr id="53" name="组合 52">
              <a:extLst>
                <a:ext uri="{FF2B5EF4-FFF2-40B4-BE49-F238E27FC236}">
                  <a16:creationId xmlns:a16="http://schemas.microsoft.com/office/drawing/2014/main" id="{07F63FC2-8D6D-3EE7-C903-86F221561071}"/>
                </a:ext>
              </a:extLst>
            </p:cNvPr>
            <p:cNvGrpSpPr/>
            <p:nvPr/>
          </p:nvGrpSpPr>
          <p:grpSpPr>
            <a:xfrm rot="16200000">
              <a:off x="5224653" y="2337467"/>
              <a:ext cx="123188" cy="120772"/>
              <a:chOff x="8654057" y="1161031"/>
              <a:chExt cx="181074" cy="177523"/>
            </a:xfrm>
          </p:grpSpPr>
          <p:sp>
            <p:nvSpPr>
              <p:cNvPr id="384" name="Rectangle 15492">
                <a:extLst>
                  <a:ext uri="{FF2B5EF4-FFF2-40B4-BE49-F238E27FC236}">
                    <a16:creationId xmlns:a16="http://schemas.microsoft.com/office/drawing/2014/main" id="{F4B97CB7-CC6C-CED8-C7B5-84F4E3D6B476}"/>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85" name="Rectangle 15493">
                <a:extLst>
                  <a:ext uri="{FF2B5EF4-FFF2-40B4-BE49-F238E27FC236}">
                    <a16:creationId xmlns:a16="http://schemas.microsoft.com/office/drawing/2014/main" id="{AEF905D4-E6E5-C549-FBDE-0B1D54939909}"/>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386" name="Line 15494">
                <a:extLst>
                  <a:ext uri="{FF2B5EF4-FFF2-40B4-BE49-F238E27FC236}">
                    <a16:creationId xmlns:a16="http://schemas.microsoft.com/office/drawing/2014/main" id="{0EFCC413-2143-C485-840B-912186F67A82}"/>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87" name="Line 15495">
                <a:extLst>
                  <a:ext uri="{FF2B5EF4-FFF2-40B4-BE49-F238E27FC236}">
                    <a16:creationId xmlns:a16="http://schemas.microsoft.com/office/drawing/2014/main" id="{9F765AE7-11A6-BBFB-383D-F36D9946E0A6}"/>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88" name="Line 15496">
                <a:extLst>
                  <a:ext uri="{FF2B5EF4-FFF2-40B4-BE49-F238E27FC236}">
                    <a16:creationId xmlns:a16="http://schemas.microsoft.com/office/drawing/2014/main" id="{8E9E6539-8A94-1B52-1CDA-2DDBDDF53D8E}"/>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89" name="Line 15497">
                <a:extLst>
                  <a:ext uri="{FF2B5EF4-FFF2-40B4-BE49-F238E27FC236}">
                    <a16:creationId xmlns:a16="http://schemas.microsoft.com/office/drawing/2014/main" id="{370754E1-3ED3-A6BA-F0C7-C9177D47B26C}"/>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90" name="Line 15498">
                <a:extLst>
                  <a:ext uri="{FF2B5EF4-FFF2-40B4-BE49-F238E27FC236}">
                    <a16:creationId xmlns:a16="http://schemas.microsoft.com/office/drawing/2014/main" id="{61892D5B-A312-584C-63CD-1F85AA7A13E8}"/>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91" name="Line 15499">
                <a:extLst>
                  <a:ext uri="{FF2B5EF4-FFF2-40B4-BE49-F238E27FC236}">
                    <a16:creationId xmlns:a16="http://schemas.microsoft.com/office/drawing/2014/main" id="{2D5BB7A4-E390-4B00-2652-565433CDE6F7}"/>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92" name="Line 15500">
                <a:extLst>
                  <a:ext uri="{FF2B5EF4-FFF2-40B4-BE49-F238E27FC236}">
                    <a16:creationId xmlns:a16="http://schemas.microsoft.com/office/drawing/2014/main" id="{400FA76C-123A-846C-8E75-0EE9D358BC10}"/>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393" name="Line 15500">
                <a:extLst>
                  <a:ext uri="{FF2B5EF4-FFF2-40B4-BE49-F238E27FC236}">
                    <a16:creationId xmlns:a16="http://schemas.microsoft.com/office/drawing/2014/main" id="{BEA82F3B-0847-007B-EEFD-23CDCF4CC791}"/>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54" name="组合 53">
              <a:extLst>
                <a:ext uri="{FF2B5EF4-FFF2-40B4-BE49-F238E27FC236}">
                  <a16:creationId xmlns:a16="http://schemas.microsoft.com/office/drawing/2014/main" id="{1A76079C-F3C2-F5E4-F0E5-280D4657A862}"/>
                </a:ext>
              </a:extLst>
            </p:cNvPr>
            <p:cNvGrpSpPr/>
            <p:nvPr/>
          </p:nvGrpSpPr>
          <p:grpSpPr>
            <a:xfrm rot="16200000">
              <a:off x="5447461" y="1723009"/>
              <a:ext cx="123188" cy="120772"/>
              <a:chOff x="8654057" y="1161031"/>
              <a:chExt cx="181074" cy="177523"/>
            </a:xfrm>
          </p:grpSpPr>
          <p:sp>
            <p:nvSpPr>
              <p:cNvPr id="606" name="Rectangle 15492">
                <a:extLst>
                  <a:ext uri="{FF2B5EF4-FFF2-40B4-BE49-F238E27FC236}">
                    <a16:creationId xmlns:a16="http://schemas.microsoft.com/office/drawing/2014/main" id="{2CBCC831-7A48-4FF3-DC7E-B9098D428BCB}"/>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07" name="Rectangle 15493">
                <a:extLst>
                  <a:ext uri="{FF2B5EF4-FFF2-40B4-BE49-F238E27FC236}">
                    <a16:creationId xmlns:a16="http://schemas.microsoft.com/office/drawing/2014/main" id="{4F3F3B0F-4946-27E4-D039-D2ED706129E0}"/>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08" name="Line 15494">
                <a:extLst>
                  <a:ext uri="{FF2B5EF4-FFF2-40B4-BE49-F238E27FC236}">
                    <a16:creationId xmlns:a16="http://schemas.microsoft.com/office/drawing/2014/main" id="{70189A87-3600-2A3A-8A09-42A25973DE34}"/>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9" name="Line 15495">
                <a:extLst>
                  <a:ext uri="{FF2B5EF4-FFF2-40B4-BE49-F238E27FC236}">
                    <a16:creationId xmlns:a16="http://schemas.microsoft.com/office/drawing/2014/main" id="{C1136D69-A672-F5F4-6523-62F83756850E}"/>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0" name="Line 15496">
                <a:extLst>
                  <a:ext uri="{FF2B5EF4-FFF2-40B4-BE49-F238E27FC236}">
                    <a16:creationId xmlns:a16="http://schemas.microsoft.com/office/drawing/2014/main" id="{CF465C43-01C1-D8BB-C204-A270913038FF}"/>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1" name="Line 15497">
                <a:extLst>
                  <a:ext uri="{FF2B5EF4-FFF2-40B4-BE49-F238E27FC236}">
                    <a16:creationId xmlns:a16="http://schemas.microsoft.com/office/drawing/2014/main" id="{3F620B36-B55C-C080-7A9A-47BF001FDB32}"/>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2" name="Line 15498">
                <a:extLst>
                  <a:ext uri="{FF2B5EF4-FFF2-40B4-BE49-F238E27FC236}">
                    <a16:creationId xmlns:a16="http://schemas.microsoft.com/office/drawing/2014/main" id="{ECAACA38-3A00-3FDD-3893-76BFF1B07DCC}"/>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3" name="Line 15499">
                <a:extLst>
                  <a:ext uri="{FF2B5EF4-FFF2-40B4-BE49-F238E27FC236}">
                    <a16:creationId xmlns:a16="http://schemas.microsoft.com/office/drawing/2014/main" id="{0F7C6B53-2C64-8DF7-1CBD-E1351920431B}"/>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4" name="Line 15500">
                <a:extLst>
                  <a:ext uri="{FF2B5EF4-FFF2-40B4-BE49-F238E27FC236}">
                    <a16:creationId xmlns:a16="http://schemas.microsoft.com/office/drawing/2014/main" id="{9AD5D06C-4C60-E189-4B9A-A41E9BEF3119}"/>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15" name="Line 15500">
                <a:extLst>
                  <a:ext uri="{FF2B5EF4-FFF2-40B4-BE49-F238E27FC236}">
                    <a16:creationId xmlns:a16="http://schemas.microsoft.com/office/drawing/2014/main" id="{8B33001B-6D5E-C8DE-39DB-A21080D34E66}"/>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55" name="组合 54">
              <a:extLst>
                <a:ext uri="{FF2B5EF4-FFF2-40B4-BE49-F238E27FC236}">
                  <a16:creationId xmlns:a16="http://schemas.microsoft.com/office/drawing/2014/main" id="{38390846-EFCD-4566-DA09-96A25C78E87E}"/>
                </a:ext>
              </a:extLst>
            </p:cNvPr>
            <p:cNvGrpSpPr/>
            <p:nvPr/>
          </p:nvGrpSpPr>
          <p:grpSpPr>
            <a:xfrm>
              <a:off x="4452394" y="2000630"/>
              <a:ext cx="181074" cy="177523"/>
              <a:chOff x="8654057" y="1161031"/>
              <a:chExt cx="181074" cy="177523"/>
            </a:xfrm>
          </p:grpSpPr>
          <p:sp>
            <p:nvSpPr>
              <p:cNvPr id="596" name="Rectangle 15492">
                <a:extLst>
                  <a:ext uri="{FF2B5EF4-FFF2-40B4-BE49-F238E27FC236}">
                    <a16:creationId xmlns:a16="http://schemas.microsoft.com/office/drawing/2014/main" id="{6EFCFF7A-00CA-4723-E585-0EDD693DC287}"/>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97" name="Rectangle 15493">
                <a:extLst>
                  <a:ext uri="{FF2B5EF4-FFF2-40B4-BE49-F238E27FC236}">
                    <a16:creationId xmlns:a16="http://schemas.microsoft.com/office/drawing/2014/main" id="{9EECAED2-A042-4DB7-8410-16C787183A3A}"/>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98" name="Line 15494">
                <a:extLst>
                  <a:ext uri="{FF2B5EF4-FFF2-40B4-BE49-F238E27FC236}">
                    <a16:creationId xmlns:a16="http://schemas.microsoft.com/office/drawing/2014/main" id="{95BD707A-C3BD-0C22-2279-BD3162D5A06B}"/>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99" name="Line 15495">
                <a:extLst>
                  <a:ext uri="{FF2B5EF4-FFF2-40B4-BE49-F238E27FC236}">
                    <a16:creationId xmlns:a16="http://schemas.microsoft.com/office/drawing/2014/main" id="{408082F2-B295-3501-AB37-DF95E189A973}"/>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0" name="Line 15496">
                <a:extLst>
                  <a:ext uri="{FF2B5EF4-FFF2-40B4-BE49-F238E27FC236}">
                    <a16:creationId xmlns:a16="http://schemas.microsoft.com/office/drawing/2014/main" id="{96DA0C52-1BE5-FCDC-E211-DB73A07B2A50}"/>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1" name="Line 15497">
                <a:extLst>
                  <a:ext uri="{FF2B5EF4-FFF2-40B4-BE49-F238E27FC236}">
                    <a16:creationId xmlns:a16="http://schemas.microsoft.com/office/drawing/2014/main" id="{A1B1A4D8-2E20-7BE5-424E-99625710D835}"/>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2" name="Line 15498">
                <a:extLst>
                  <a:ext uri="{FF2B5EF4-FFF2-40B4-BE49-F238E27FC236}">
                    <a16:creationId xmlns:a16="http://schemas.microsoft.com/office/drawing/2014/main" id="{29BDB245-7403-28DA-7F0B-B96371F95320}"/>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3" name="Line 15499">
                <a:extLst>
                  <a:ext uri="{FF2B5EF4-FFF2-40B4-BE49-F238E27FC236}">
                    <a16:creationId xmlns:a16="http://schemas.microsoft.com/office/drawing/2014/main" id="{F46A780A-15AC-99E1-7D07-DF9A990DE366}"/>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4" name="Line 15500">
                <a:extLst>
                  <a:ext uri="{FF2B5EF4-FFF2-40B4-BE49-F238E27FC236}">
                    <a16:creationId xmlns:a16="http://schemas.microsoft.com/office/drawing/2014/main" id="{A6B79640-1394-E171-331B-46A447D57A0E}"/>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605" name="Line 15500">
                <a:extLst>
                  <a:ext uri="{FF2B5EF4-FFF2-40B4-BE49-F238E27FC236}">
                    <a16:creationId xmlns:a16="http://schemas.microsoft.com/office/drawing/2014/main" id="{FBC49AF8-6B24-0CDA-E055-8EBD54D772D4}"/>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56" name="组合 55">
              <a:extLst>
                <a:ext uri="{FF2B5EF4-FFF2-40B4-BE49-F238E27FC236}">
                  <a16:creationId xmlns:a16="http://schemas.microsoft.com/office/drawing/2014/main" id="{1F5B1E5C-921D-9097-8924-110184912438}"/>
                </a:ext>
              </a:extLst>
            </p:cNvPr>
            <p:cNvGrpSpPr/>
            <p:nvPr/>
          </p:nvGrpSpPr>
          <p:grpSpPr>
            <a:xfrm>
              <a:off x="5350523" y="1822131"/>
              <a:ext cx="75960" cy="118349"/>
              <a:chOff x="3835073" y="1867466"/>
              <a:chExt cx="75960" cy="118349"/>
            </a:xfrm>
          </p:grpSpPr>
          <p:grpSp>
            <p:nvGrpSpPr>
              <p:cNvPr id="591" name="组合 590">
                <a:extLst>
                  <a:ext uri="{FF2B5EF4-FFF2-40B4-BE49-F238E27FC236}">
                    <a16:creationId xmlns:a16="http://schemas.microsoft.com/office/drawing/2014/main" id="{081FB042-9630-3A8C-56B0-2AE5BCF36311}"/>
                  </a:ext>
                </a:extLst>
              </p:cNvPr>
              <p:cNvGrpSpPr/>
              <p:nvPr/>
            </p:nvGrpSpPr>
            <p:grpSpPr>
              <a:xfrm>
                <a:off x="3837657" y="1867466"/>
                <a:ext cx="73376" cy="118349"/>
                <a:chOff x="4508871" y="2002273"/>
                <a:chExt cx="73376" cy="118349"/>
              </a:xfrm>
            </p:grpSpPr>
            <p:sp>
              <p:nvSpPr>
                <p:cNvPr id="593" name="Rectangle 15492">
                  <a:extLst>
                    <a:ext uri="{FF2B5EF4-FFF2-40B4-BE49-F238E27FC236}">
                      <a16:creationId xmlns:a16="http://schemas.microsoft.com/office/drawing/2014/main" id="{78DB850A-BC51-ED5A-5E4D-5A802AFA59ED}"/>
                    </a:ext>
                  </a:extLst>
                </p:cNvPr>
                <p:cNvSpPr>
                  <a:spLocks/>
                </p:cNvSpPr>
                <p:nvPr/>
              </p:nvSpPr>
              <p:spPr bwMode="auto">
                <a:xfrm>
                  <a:off x="4510055"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94" name="Line 15499">
                  <a:extLst>
                    <a:ext uri="{FF2B5EF4-FFF2-40B4-BE49-F238E27FC236}">
                      <a16:creationId xmlns:a16="http://schemas.microsoft.com/office/drawing/2014/main" id="{DE5E2598-D7AB-D8BC-A451-A100DDCFD094}"/>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95" name="Line 15500">
                  <a:extLst>
                    <a:ext uri="{FF2B5EF4-FFF2-40B4-BE49-F238E27FC236}">
                      <a16:creationId xmlns:a16="http://schemas.microsoft.com/office/drawing/2014/main" id="{CC1A5FBF-88D5-48EB-D5A6-68554401DD5B}"/>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592" name="Line 15500">
                <a:extLst>
                  <a:ext uri="{FF2B5EF4-FFF2-40B4-BE49-F238E27FC236}">
                    <a16:creationId xmlns:a16="http://schemas.microsoft.com/office/drawing/2014/main" id="{85CCE4CF-9ED6-45C9-4742-41EB32AFD8FB}"/>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57" name="组合 56">
              <a:extLst>
                <a:ext uri="{FF2B5EF4-FFF2-40B4-BE49-F238E27FC236}">
                  <a16:creationId xmlns:a16="http://schemas.microsoft.com/office/drawing/2014/main" id="{291B914B-89D6-074A-8B92-9015C1D9374A}"/>
                </a:ext>
              </a:extLst>
            </p:cNvPr>
            <p:cNvGrpSpPr/>
            <p:nvPr/>
          </p:nvGrpSpPr>
          <p:grpSpPr>
            <a:xfrm>
              <a:off x="4499009" y="1811320"/>
              <a:ext cx="78272" cy="118349"/>
              <a:chOff x="3835073" y="1867466"/>
              <a:chExt cx="78272" cy="118349"/>
            </a:xfrm>
          </p:grpSpPr>
          <p:grpSp>
            <p:nvGrpSpPr>
              <p:cNvPr id="586" name="组合 585">
                <a:extLst>
                  <a:ext uri="{FF2B5EF4-FFF2-40B4-BE49-F238E27FC236}">
                    <a16:creationId xmlns:a16="http://schemas.microsoft.com/office/drawing/2014/main" id="{93CB6B72-FDC6-1B9D-D63A-F9B8A5EE289D}"/>
                  </a:ext>
                </a:extLst>
              </p:cNvPr>
              <p:cNvGrpSpPr/>
              <p:nvPr/>
            </p:nvGrpSpPr>
            <p:grpSpPr>
              <a:xfrm>
                <a:off x="3837657" y="1867466"/>
                <a:ext cx="75688" cy="118349"/>
                <a:chOff x="4508871" y="2002273"/>
                <a:chExt cx="75688" cy="118349"/>
              </a:xfrm>
            </p:grpSpPr>
            <p:sp>
              <p:nvSpPr>
                <p:cNvPr id="588" name="Rectangle 15492">
                  <a:extLst>
                    <a:ext uri="{FF2B5EF4-FFF2-40B4-BE49-F238E27FC236}">
                      <a16:creationId xmlns:a16="http://schemas.microsoft.com/office/drawing/2014/main" id="{62AA1C6F-1DDE-F53F-B8BD-4B1FB34A6F99}"/>
                    </a:ext>
                  </a:extLst>
                </p:cNvPr>
                <p:cNvSpPr>
                  <a:spLocks/>
                </p:cNvSpPr>
                <p:nvPr/>
              </p:nvSpPr>
              <p:spPr bwMode="auto">
                <a:xfrm>
                  <a:off x="4515917" y="2002273"/>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89" name="Line 15499">
                  <a:extLst>
                    <a:ext uri="{FF2B5EF4-FFF2-40B4-BE49-F238E27FC236}">
                      <a16:creationId xmlns:a16="http://schemas.microsoft.com/office/drawing/2014/main" id="{EF701A00-9742-975A-8D5E-8E4091694C4D}"/>
                    </a:ext>
                  </a:extLst>
                </p:cNvPr>
                <p:cNvCxnSpPr>
                  <a:cxnSpLocks/>
                </p:cNvCxnSpPr>
                <p:nvPr/>
              </p:nvCxnSpPr>
              <p:spPr bwMode="auto">
                <a:xfrm>
                  <a:off x="4508871" y="2083934"/>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90" name="Line 15500">
                  <a:extLst>
                    <a:ext uri="{FF2B5EF4-FFF2-40B4-BE49-F238E27FC236}">
                      <a16:creationId xmlns:a16="http://schemas.microsoft.com/office/drawing/2014/main" id="{D5C69B4D-BE7C-E21F-96FF-C3C874F9F546}"/>
                    </a:ext>
                  </a:extLst>
                </p:cNvPr>
                <p:cNvCxnSpPr>
                  <a:cxnSpLocks/>
                </p:cNvCxnSpPr>
                <p:nvPr/>
              </p:nvCxnSpPr>
              <p:spPr bwMode="auto">
                <a:xfrm>
                  <a:off x="4508871" y="2055530"/>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cxnSp>
            <p:nvCxnSpPr>
              <p:cNvPr id="587" name="Line 15500">
                <a:extLst>
                  <a:ext uri="{FF2B5EF4-FFF2-40B4-BE49-F238E27FC236}">
                    <a16:creationId xmlns:a16="http://schemas.microsoft.com/office/drawing/2014/main" id="{2CB6E989-3E43-0BF9-A299-D4C572DD0F5B}"/>
                  </a:ext>
                </a:extLst>
              </p:cNvPr>
              <p:cNvCxnSpPr>
                <a:cxnSpLocks/>
              </p:cNvCxnSpPr>
              <p:nvPr/>
            </p:nvCxnSpPr>
            <p:spPr bwMode="auto">
              <a:xfrm>
                <a:off x="3835073" y="1891019"/>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58" name="组合 57">
              <a:extLst>
                <a:ext uri="{FF2B5EF4-FFF2-40B4-BE49-F238E27FC236}">
                  <a16:creationId xmlns:a16="http://schemas.microsoft.com/office/drawing/2014/main" id="{517F99A0-34DC-B3B6-A413-5CF3B63D72C5}"/>
                </a:ext>
              </a:extLst>
            </p:cNvPr>
            <p:cNvGrpSpPr/>
            <p:nvPr/>
          </p:nvGrpSpPr>
          <p:grpSpPr>
            <a:xfrm>
              <a:off x="5299850" y="2000630"/>
              <a:ext cx="181074" cy="177523"/>
              <a:chOff x="8654057" y="1161031"/>
              <a:chExt cx="181074" cy="177523"/>
            </a:xfrm>
          </p:grpSpPr>
          <p:sp>
            <p:nvSpPr>
              <p:cNvPr id="576" name="Rectangle 15492">
                <a:extLst>
                  <a:ext uri="{FF2B5EF4-FFF2-40B4-BE49-F238E27FC236}">
                    <a16:creationId xmlns:a16="http://schemas.microsoft.com/office/drawing/2014/main" id="{6BDEDADC-BF8C-A566-1790-A08A44FF6FCA}"/>
                  </a:ext>
                </a:extLst>
              </p:cNvPr>
              <p:cNvSpPr>
                <a:spLocks/>
              </p:cNvSpPr>
              <p:nvPr/>
            </p:nvSpPr>
            <p:spPr bwMode="auto">
              <a:xfrm>
                <a:off x="8708498" y="1161031"/>
                <a:ext cx="68642" cy="1183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77" name="Rectangle 15493">
                <a:extLst>
                  <a:ext uri="{FF2B5EF4-FFF2-40B4-BE49-F238E27FC236}">
                    <a16:creationId xmlns:a16="http://schemas.microsoft.com/office/drawing/2014/main" id="{96515681-0D62-9021-1DE1-7C012D08B54E}"/>
                  </a:ext>
                </a:extLst>
              </p:cNvPr>
              <p:cNvSpPr>
                <a:spLocks/>
              </p:cNvSpPr>
              <p:nvPr/>
            </p:nvSpPr>
            <p:spPr bwMode="auto">
              <a:xfrm>
                <a:off x="8654057" y="1271095"/>
                <a:ext cx="181074" cy="6745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78" name="Line 15494">
                <a:extLst>
                  <a:ext uri="{FF2B5EF4-FFF2-40B4-BE49-F238E27FC236}">
                    <a16:creationId xmlns:a16="http://schemas.microsoft.com/office/drawing/2014/main" id="{A93B26AA-5108-A38E-6898-56FE930579AE}"/>
                  </a:ext>
                </a:extLst>
              </p:cNvPr>
              <p:cNvCxnSpPr>
                <a:cxnSpLocks/>
              </p:cNvCxnSpPr>
              <p:nvPr/>
            </p:nvCxnSpPr>
            <p:spPr bwMode="auto">
              <a:xfrm>
                <a:off x="8686011"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79" name="Line 15495">
                <a:extLst>
                  <a:ext uri="{FF2B5EF4-FFF2-40B4-BE49-F238E27FC236}">
                    <a16:creationId xmlns:a16="http://schemas.microsoft.com/office/drawing/2014/main" id="{63656BB9-95C0-1C43-CCA9-B20E9896D92B}"/>
                  </a:ext>
                </a:extLst>
              </p:cNvPr>
              <p:cNvCxnSpPr>
                <a:cxnSpLocks/>
              </p:cNvCxnSpPr>
              <p:nvPr/>
            </p:nvCxnSpPr>
            <p:spPr bwMode="auto">
              <a:xfrm>
                <a:off x="8714415"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80" name="Line 15496">
                <a:extLst>
                  <a:ext uri="{FF2B5EF4-FFF2-40B4-BE49-F238E27FC236}">
                    <a16:creationId xmlns:a16="http://schemas.microsoft.com/office/drawing/2014/main" id="{C1C7E2D6-6AE5-E316-6EDB-6A0721CA4735}"/>
                  </a:ext>
                </a:extLst>
              </p:cNvPr>
              <p:cNvCxnSpPr>
                <a:cxnSpLocks/>
              </p:cNvCxnSpPr>
              <p:nvPr/>
            </p:nvCxnSpPr>
            <p:spPr bwMode="auto">
              <a:xfrm>
                <a:off x="8739268" y="1281747"/>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81" name="Line 15497">
                <a:extLst>
                  <a:ext uri="{FF2B5EF4-FFF2-40B4-BE49-F238E27FC236}">
                    <a16:creationId xmlns:a16="http://schemas.microsoft.com/office/drawing/2014/main" id="{8700F99D-7297-F75D-EEF9-62CF70935800}"/>
                  </a:ext>
                </a:extLst>
              </p:cNvPr>
              <p:cNvCxnSpPr>
                <a:cxnSpLocks/>
              </p:cNvCxnSpPr>
              <p:nvPr/>
            </p:nvCxnSpPr>
            <p:spPr bwMode="auto">
              <a:xfrm>
                <a:off x="8771223"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82" name="Line 15498">
                <a:extLst>
                  <a:ext uri="{FF2B5EF4-FFF2-40B4-BE49-F238E27FC236}">
                    <a16:creationId xmlns:a16="http://schemas.microsoft.com/office/drawing/2014/main" id="{BC14039C-AA42-0949-2AB0-FA3A4F030B65}"/>
                  </a:ext>
                </a:extLst>
              </p:cNvPr>
              <p:cNvCxnSpPr>
                <a:cxnSpLocks/>
              </p:cNvCxnSpPr>
              <p:nvPr/>
            </p:nvCxnSpPr>
            <p:spPr bwMode="auto">
              <a:xfrm>
                <a:off x="8796076" y="1278196"/>
                <a:ext cx="1183" cy="53257"/>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83" name="Line 15499">
                <a:extLst>
                  <a:ext uri="{FF2B5EF4-FFF2-40B4-BE49-F238E27FC236}">
                    <a16:creationId xmlns:a16="http://schemas.microsoft.com/office/drawing/2014/main" id="{12D21BC3-08A1-72A4-7108-5E81C7864232}"/>
                  </a:ext>
                </a:extLst>
              </p:cNvPr>
              <p:cNvCxnSpPr>
                <a:cxnSpLocks/>
              </p:cNvCxnSpPr>
              <p:nvPr/>
            </p:nvCxnSpPr>
            <p:spPr bwMode="auto">
              <a:xfrm>
                <a:off x="8707314" y="1242692"/>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84" name="Line 15500">
                <a:extLst>
                  <a:ext uri="{FF2B5EF4-FFF2-40B4-BE49-F238E27FC236}">
                    <a16:creationId xmlns:a16="http://schemas.microsoft.com/office/drawing/2014/main" id="{9C37C081-6965-8FE3-B2AF-C54539F9F23D}"/>
                  </a:ext>
                </a:extLst>
              </p:cNvPr>
              <p:cNvCxnSpPr>
                <a:cxnSpLocks/>
              </p:cNvCxnSpPr>
              <p:nvPr/>
            </p:nvCxnSpPr>
            <p:spPr bwMode="auto">
              <a:xfrm>
                <a:off x="8707314" y="1214288"/>
                <a:ext cx="73376" cy="1183"/>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cxnSp>
            <p:nvCxnSpPr>
              <p:cNvPr id="585" name="Line 15500">
                <a:extLst>
                  <a:ext uri="{FF2B5EF4-FFF2-40B4-BE49-F238E27FC236}">
                    <a16:creationId xmlns:a16="http://schemas.microsoft.com/office/drawing/2014/main" id="{9A430077-4030-CC14-5B5D-516B7ACBB2CF}"/>
                  </a:ext>
                </a:extLst>
              </p:cNvPr>
              <p:cNvCxnSpPr>
                <a:cxnSpLocks/>
              </p:cNvCxnSpPr>
              <p:nvPr/>
            </p:nvCxnSpPr>
            <p:spPr bwMode="auto">
              <a:xfrm>
                <a:off x="8704730" y="1184584"/>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59" name="Rectangle 15418">
              <a:extLst>
                <a:ext uri="{FF2B5EF4-FFF2-40B4-BE49-F238E27FC236}">
                  <a16:creationId xmlns:a16="http://schemas.microsoft.com/office/drawing/2014/main" id="{7C270CA8-C715-A5E8-3FC7-774B8DC10770}"/>
                </a:ext>
              </a:extLst>
            </p:cNvPr>
            <p:cNvSpPr>
              <a:spLocks/>
            </p:cNvSpPr>
            <p:nvPr/>
          </p:nvSpPr>
          <p:spPr bwMode="auto">
            <a:xfrm>
              <a:off x="4746222" y="1822945"/>
              <a:ext cx="461561" cy="553873"/>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60" name="Rectangle 15434">
              <a:extLst>
                <a:ext uri="{FF2B5EF4-FFF2-40B4-BE49-F238E27FC236}">
                  <a16:creationId xmlns:a16="http://schemas.microsoft.com/office/drawing/2014/main" id="{14063604-FE16-18AA-6C0D-3A68C392389E}"/>
                </a:ext>
              </a:extLst>
            </p:cNvPr>
            <p:cNvSpPr>
              <a:spLocks/>
            </p:cNvSpPr>
            <p:nvPr/>
          </p:nvSpPr>
          <p:spPr bwMode="auto">
            <a:xfrm>
              <a:off x="4444432" y="1723532"/>
              <a:ext cx="1040287" cy="120716"/>
            </a:xfrm>
            <a:prstGeom prst="rect">
              <a:avLst/>
            </a:prstGeom>
            <a:gradFill flip="none" rotWithShape="1">
              <a:gsLst>
                <a:gs pos="62000">
                  <a:srgbClr val="454545"/>
                </a:gs>
                <a:gs pos="50000">
                  <a:srgbClr val="767676"/>
                </a:gs>
                <a:gs pos="11000">
                  <a:srgbClr val="414141"/>
                </a:gs>
                <a:gs pos="7000">
                  <a:srgbClr val="3C3C3C"/>
                </a:gs>
                <a:gs pos="0">
                  <a:srgbClr val="626262"/>
                </a:gs>
                <a:gs pos="85000">
                  <a:srgbClr val="494949"/>
                </a:gs>
                <a:gs pos="31000">
                  <a:schemeClr val="bg1">
                    <a:lumMod val="65000"/>
                  </a:schemeClr>
                </a:gs>
                <a:gs pos="16000">
                  <a:srgbClr val="7E7E7E"/>
                </a:gs>
                <a:gs pos="90000">
                  <a:srgbClr val="3A3A3A"/>
                </a:gs>
                <a:gs pos="100000">
                  <a:srgbClr val="5B5B5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61" name="Rectangle 15537">
              <a:extLst>
                <a:ext uri="{FF2B5EF4-FFF2-40B4-BE49-F238E27FC236}">
                  <a16:creationId xmlns:a16="http://schemas.microsoft.com/office/drawing/2014/main" id="{420C81D7-2962-2B07-9EBE-CEE04BB34942}"/>
                </a:ext>
              </a:extLst>
            </p:cNvPr>
            <p:cNvSpPr>
              <a:spLocks/>
            </p:cNvSpPr>
            <p:nvPr/>
          </p:nvSpPr>
          <p:spPr bwMode="auto">
            <a:xfrm>
              <a:off x="4444432" y="1911707"/>
              <a:ext cx="1040287" cy="120716"/>
            </a:xfrm>
            <a:prstGeom prst="rect">
              <a:avLst/>
            </a:prstGeom>
            <a:gradFill flip="none" rotWithShape="1">
              <a:gsLst>
                <a:gs pos="7000">
                  <a:schemeClr val="bg1">
                    <a:lumMod val="50000"/>
                  </a:schemeClr>
                </a:gs>
                <a:gs pos="88000">
                  <a:srgbClr val="939090"/>
                </a:gs>
                <a:gs pos="85000">
                  <a:srgbClr val="A4A1A2"/>
                </a:gs>
                <a:gs pos="56000">
                  <a:srgbClr val="C9C7C7"/>
                </a:gs>
                <a:gs pos="30000">
                  <a:srgbClr val="DCDCDC"/>
                </a:gs>
                <a:gs pos="1000">
                  <a:srgbClr val="CBCBCB"/>
                </a:gs>
                <a:gs pos="15000">
                  <a:srgbClr val="C8C8C8"/>
                </a:gs>
                <a:gs pos="9000">
                  <a:schemeClr val="bg1">
                    <a:lumMod val="50000"/>
                  </a:schemeClr>
                </a:gs>
                <a:gs pos="90000">
                  <a:srgbClr val="939090"/>
                </a:gs>
                <a:gs pos="96000">
                  <a:srgbClr val="C1C0C0"/>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 name="Rectangle 15566">
              <a:extLst>
                <a:ext uri="{FF2B5EF4-FFF2-40B4-BE49-F238E27FC236}">
                  <a16:creationId xmlns:a16="http://schemas.microsoft.com/office/drawing/2014/main" id="{E6E9466C-2EE5-946E-723C-9DA8162E2007}"/>
                </a:ext>
              </a:extLst>
            </p:cNvPr>
            <p:cNvSpPr>
              <a:spLocks/>
            </p:cNvSpPr>
            <p:nvPr/>
          </p:nvSpPr>
          <p:spPr bwMode="auto">
            <a:xfrm>
              <a:off x="4714268" y="2318897"/>
              <a:ext cx="523102" cy="184624"/>
            </a:xfrm>
            <a:prstGeom prst="rect">
              <a:avLst/>
            </a:prstGeom>
            <a:gradFill>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3" name="梯形 62">
              <a:extLst>
                <a:ext uri="{FF2B5EF4-FFF2-40B4-BE49-F238E27FC236}">
                  <a16:creationId xmlns:a16="http://schemas.microsoft.com/office/drawing/2014/main" id="{1A7FA3F8-16A3-8921-0F81-7C7BC7D54CC1}"/>
                </a:ext>
              </a:extLst>
            </p:cNvPr>
            <p:cNvSpPr/>
            <p:nvPr/>
          </p:nvSpPr>
          <p:spPr>
            <a:xfrm>
              <a:off x="4714926" y="2235844"/>
              <a:ext cx="523102" cy="83729"/>
            </a:xfrm>
            <a:prstGeom prst="trapezoid">
              <a:avLst>
                <a:gd name="adj" fmla="val 36376"/>
              </a:avLst>
            </a:prstGeom>
            <a:gradFill>
              <a:gsLst>
                <a:gs pos="6000">
                  <a:schemeClr val="tx1">
                    <a:lumMod val="50000"/>
                    <a:lumOff val="50000"/>
                  </a:schemeClr>
                </a:gs>
                <a:gs pos="80000">
                  <a:schemeClr val="tx1">
                    <a:lumMod val="50000"/>
                    <a:lumOff val="50000"/>
                  </a:schemeClr>
                </a:gs>
                <a:gs pos="65000">
                  <a:schemeClr val="bg1">
                    <a:lumMod val="65000"/>
                  </a:schemeClr>
                </a:gs>
                <a:gs pos="35000">
                  <a:schemeClr val="tx1">
                    <a:lumMod val="50000"/>
                    <a:lumOff val="50000"/>
                  </a:schemeClr>
                </a:gs>
                <a:gs pos="51000">
                  <a:schemeClr val="bg1">
                    <a:lumMod val="65000"/>
                  </a:schemeClr>
                </a:gs>
                <a:gs pos="1000">
                  <a:schemeClr val="bg1">
                    <a:lumMod val="50000"/>
                  </a:schemeClr>
                </a:gs>
                <a:gs pos="22000">
                  <a:schemeClr val="bg1">
                    <a:lumMod val="75000"/>
                  </a:schemeClr>
                </a:gs>
                <a:gs pos="10000">
                  <a:schemeClr val="bg1">
                    <a:lumMod val="65000"/>
                  </a:schemeClr>
                </a:gs>
                <a:gs pos="89000">
                  <a:schemeClr val="tx1">
                    <a:lumMod val="65000"/>
                    <a:lumOff val="35000"/>
                  </a:schemeClr>
                </a:gs>
                <a:gs pos="100000">
                  <a:schemeClr val="bg1">
                    <a:lumMod val="50000"/>
                  </a:schemeClr>
                </a:gs>
              </a:gsLst>
              <a:lin ang="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27" name="组合 26">
            <a:extLst>
              <a:ext uri="{FF2B5EF4-FFF2-40B4-BE49-F238E27FC236}">
                <a16:creationId xmlns:a16="http://schemas.microsoft.com/office/drawing/2014/main" id="{C99AACE1-7F64-3921-B3B2-D52438061520}"/>
              </a:ext>
            </a:extLst>
          </p:cNvPr>
          <p:cNvGrpSpPr/>
          <p:nvPr/>
        </p:nvGrpSpPr>
        <p:grpSpPr>
          <a:xfrm flipH="1">
            <a:off x="6396376" y="2489505"/>
            <a:ext cx="101582" cy="96581"/>
            <a:chOff x="9253470" y="1351580"/>
            <a:chExt cx="133734" cy="133734"/>
          </a:xfrm>
        </p:grpSpPr>
        <p:sp>
          <p:nvSpPr>
            <p:cNvPr id="51" name="Oval 15540">
              <a:extLst>
                <a:ext uri="{FF2B5EF4-FFF2-40B4-BE49-F238E27FC236}">
                  <a16:creationId xmlns:a16="http://schemas.microsoft.com/office/drawing/2014/main" id="{FB069CF1-DBF1-6355-9BE1-BE7E6624F6C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52" name="Line 15541">
              <a:extLst>
                <a:ext uri="{FF2B5EF4-FFF2-40B4-BE49-F238E27FC236}">
                  <a16:creationId xmlns:a16="http://schemas.microsoft.com/office/drawing/2014/main" id="{67625B42-466A-8B96-9CC7-C38B4126D153}"/>
                </a:ext>
              </a:extLst>
            </p:cNvPr>
            <p:cNvCxnSpPr>
              <a:cxnSpLocks/>
              <a:stCxn id="51" idx="1"/>
              <a:endCxn id="51" idx="5"/>
            </p:cNvCxnSpPr>
            <p:nvPr/>
          </p:nvCxnSpPr>
          <p:spPr bwMode="auto">
            <a:xfrm>
              <a:off x="9273055" y="1371165"/>
              <a:ext cx="94564" cy="94564"/>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grpSp>
      <p:grpSp>
        <p:nvGrpSpPr>
          <p:cNvPr id="29" name="组合 28">
            <a:extLst>
              <a:ext uri="{FF2B5EF4-FFF2-40B4-BE49-F238E27FC236}">
                <a16:creationId xmlns:a16="http://schemas.microsoft.com/office/drawing/2014/main" id="{7FC9EB2C-B170-CDE6-692C-04AE7D0D4DED}"/>
              </a:ext>
            </a:extLst>
          </p:cNvPr>
          <p:cNvGrpSpPr/>
          <p:nvPr/>
        </p:nvGrpSpPr>
        <p:grpSpPr>
          <a:xfrm>
            <a:off x="7346620" y="4189266"/>
            <a:ext cx="2567102" cy="1276823"/>
            <a:chOff x="-692129" y="3936435"/>
            <a:chExt cx="2567102" cy="1198624"/>
          </a:xfrm>
        </p:grpSpPr>
        <p:sp>
          <p:nvSpPr>
            <p:cNvPr id="30" name="圆柱体 29">
              <a:extLst>
                <a:ext uri="{FF2B5EF4-FFF2-40B4-BE49-F238E27FC236}">
                  <a16:creationId xmlns:a16="http://schemas.microsoft.com/office/drawing/2014/main" id="{0945D5DB-B2DE-2435-4CDB-E868A66756E7}"/>
                </a:ext>
              </a:extLst>
            </p:cNvPr>
            <p:cNvSpPr/>
            <p:nvPr/>
          </p:nvSpPr>
          <p:spPr>
            <a:xfrm flipH="1">
              <a:off x="1637124" y="4947423"/>
              <a:ext cx="205615"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圆柱体 30">
              <a:extLst>
                <a:ext uri="{FF2B5EF4-FFF2-40B4-BE49-F238E27FC236}">
                  <a16:creationId xmlns:a16="http://schemas.microsoft.com/office/drawing/2014/main" id="{E03ADA57-5731-B6A7-1523-12411E07254E}"/>
                </a:ext>
              </a:extLst>
            </p:cNvPr>
            <p:cNvSpPr/>
            <p:nvPr/>
          </p:nvSpPr>
          <p:spPr>
            <a:xfrm flipH="1">
              <a:off x="-686980" y="4429311"/>
              <a:ext cx="184811" cy="187636"/>
            </a:xfrm>
            <a:prstGeom prst="can">
              <a:avLst>
                <a:gd name="adj" fmla="val 50000"/>
              </a:avLst>
            </a:prstGeom>
            <a:gradFill>
              <a:gsLst>
                <a:gs pos="0">
                  <a:srgbClr val="121212"/>
                </a:gs>
                <a:gs pos="69000">
                  <a:srgbClr val="6B6B6B"/>
                </a:gs>
                <a:gs pos="83000">
                  <a:srgbClr val="4E4E4E"/>
                </a:gs>
                <a:gs pos="100000">
                  <a:srgbClr val="424242"/>
                </a:gs>
              </a:gsLst>
              <a:lin ang="16200000" scaled="1"/>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任意形状 31">
              <a:extLst>
                <a:ext uri="{FF2B5EF4-FFF2-40B4-BE49-F238E27FC236}">
                  <a16:creationId xmlns:a16="http://schemas.microsoft.com/office/drawing/2014/main" id="{65E42CC3-499E-4EB1-D646-15A5CA774468}"/>
                </a:ext>
              </a:extLst>
            </p:cNvPr>
            <p:cNvSpPr/>
            <p:nvPr/>
          </p:nvSpPr>
          <p:spPr>
            <a:xfrm flipH="1">
              <a:off x="850022" y="3977287"/>
              <a:ext cx="276510" cy="272659"/>
            </a:xfrm>
            <a:custGeom>
              <a:avLst/>
              <a:gdLst>
                <a:gd name="connsiteX0" fmla="*/ 257643 w 325977"/>
                <a:gd name="connsiteY0" fmla="*/ 166 h 431288"/>
                <a:gd name="connsiteX1" fmla="*/ 121009 w 325977"/>
                <a:gd name="connsiteY1" fmla="*/ 105270 h 431288"/>
                <a:gd name="connsiteX2" fmla="*/ 42181 w 325977"/>
                <a:gd name="connsiteY2" fmla="*/ 205118 h 431288"/>
                <a:gd name="connsiteX3" fmla="*/ 140 w 325977"/>
                <a:gd name="connsiteY3" fmla="*/ 331242 h 431288"/>
                <a:gd name="connsiteX4" fmla="*/ 31671 w 325977"/>
                <a:gd name="connsiteY4" fmla="*/ 399559 h 431288"/>
                <a:gd name="connsiteX5" fmla="*/ 110498 w 325977"/>
                <a:gd name="connsiteY5" fmla="*/ 420580 h 431288"/>
                <a:gd name="connsiteX6" fmla="*/ 257643 w 325977"/>
                <a:gd name="connsiteY6" fmla="*/ 231394 h 431288"/>
                <a:gd name="connsiteX7" fmla="*/ 325961 w 325977"/>
                <a:gd name="connsiteY7" fmla="*/ 84249 h 431288"/>
                <a:gd name="connsiteX8" fmla="*/ 257643 w 325977"/>
                <a:gd name="connsiteY8" fmla="*/ 166 h 431288"/>
                <a:gd name="connsiteX0" fmla="*/ 324534 w 343004"/>
                <a:gd name="connsiteY0" fmla="*/ 109 h 468857"/>
                <a:gd name="connsiteX1" fmla="*/ 121009 w 343004"/>
                <a:gd name="connsiteY1" fmla="*/ 142839 h 468857"/>
                <a:gd name="connsiteX2" fmla="*/ 42181 w 343004"/>
                <a:gd name="connsiteY2" fmla="*/ 242687 h 468857"/>
                <a:gd name="connsiteX3" fmla="*/ 140 w 343004"/>
                <a:gd name="connsiteY3" fmla="*/ 368811 h 468857"/>
                <a:gd name="connsiteX4" fmla="*/ 31671 w 343004"/>
                <a:gd name="connsiteY4" fmla="*/ 437128 h 468857"/>
                <a:gd name="connsiteX5" fmla="*/ 110498 w 343004"/>
                <a:gd name="connsiteY5" fmla="*/ 458149 h 468857"/>
                <a:gd name="connsiteX6" fmla="*/ 257643 w 343004"/>
                <a:gd name="connsiteY6" fmla="*/ 268963 h 468857"/>
                <a:gd name="connsiteX7" fmla="*/ 325961 w 343004"/>
                <a:gd name="connsiteY7" fmla="*/ 121818 h 468857"/>
                <a:gd name="connsiteX8" fmla="*/ 324534 w 343004"/>
                <a:gd name="connsiteY8" fmla="*/ 109 h 468857"/>
                <a:gd name="connsiteX0" fmla="*/ 332895 w 349091"/>
                <a:gd name="connsiteY0" fmla="*/ 332 h 402189"/>
                <a:gd name="connsiteX1" fmla="*/ 121009 w 349091"/>
                <a:gd name="connsiteY1" fmla="*/ 76171 h 402189"/>
                <a:gd name="connsiteX2" fmla="*/ 42181 w 349091"/>
                <a:gd name="connsiteY2" fmla="*/ 176019 h 402189"/>
                <a:gd name="connsiteX3" fmla="*/ 140 w 349091"/>
                <a:gd name="connsiteY3" fmla="*/ 302143 h 402189"/>
                <a:gd name="connsiteX4" fmla="*/ 31671 w 349091"/>
                <a:gd name="connsiteY4" fmla="*/ 370460 h 402189"/>
                <a:gd name="connsiteX5" fmla="*/ 110498 w 349091"/>
                <a:gd name="connsiteY5" fmla="*/ 391481 h 402189"/>
                <a:gd name="connsiteX6" fmla="*/ 257643 w 349091"/>
                <a:gd name="connsiteY6" fmla="*/ 202295 h 402189"/>
                <a:gd name="connsiteX7" fmla="*/ 325961 w 349091"/>
                <a:gd name="connsiteY7" fmla="*/ 55150 h 402189"/>
                <a:gd name="connsiteX8" fmla="*/ 332895 w 349091"/>
                <a:gd name="connsiteY8" fmla="*/ 332 h 402189"/>
                <a:gd name="connsiteX0" fmla="*/ 332895 w 364028"/>
                <a:gd name="connsiteY0" fmla="*/ 321 h 402178"/>
                <a:gd name="connsiteX1" fmla="*/ 121009 w 364028"/>
                <a:gd name="connsiteY1" fmla="*/ 76160 h 402178"/>
                <a:gd name="connsiteX2" fmla="*/ 42181 w 364028"/>
                <a:gd name="connsiteY2" fmla="*/ 176008 h 402178"/>
                <a:gd name="connsiteX3" fmla="*/ 140 w 364028"/>
                <a:gd name="connsiteY3" fmla="*/ 302132 h 402178"/>
                <a:gd name="connsiteX4" fmla="*/ 31671 w 364028"/>
                <a:gd name="connsiteY4" fmla="*/ 370449 h 402178"/>
                <a:gd name="connsiteX5" fmla="*/ 110498 w 364028"/>
                <a:gd name="connsiteY5" fmla="*/ 391470 h 402178"/>
                <a:gd name="connsiteX6" fmla="*/ 257643 w 364028"/>
                <a:gd name="connsiteY6" fmla="*/ 202284 h 402178"/>
                <a:gd name="connsiteX7" fmla="*/ 355226 w 364028"/>
                <a:gd name="connsiteY7" fmla="*/ 105307 h 402178"/>
                <a:gd name="connsiteX8" fmla="*/ 332895 w 364028"/>
                <a:gd name="connsiteY8" fmla="*/ 321 h 402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028" h="402178">
                  <a:moveTo>
                    <a:pt x="332895" y="321"/>
                  </a:moveTo>
                  <a:cubicBezTo>
                    <a:pt x="293859" y="-4537"/>
                    <a:pt x="169461" y="46879"/>
                    <a:pt x="121009" y="76160"/>
                  </a:cubicBezTo>
                  <a:cubicBezTo>
                    <a:pt x="72557" y="105441"/>
                    <a:pt x="62326" y="138346"/>
                    <a:pt x="42181" y="176008"/>
                  </a:cubicBezTo>
                  <a:cubicBezTo>
                    <a:pt x="22036" y="213670"/>
                    <a:pt x="1892" y="269725"/>
                    <a:pt x="140" y="302132"/>
                  </a:cubicBezTo>
                  <a:cubicBezTo>
                    <a:pt x="-1612" y="334539"/>
                    <a:pt x="13278" y="355559"/>
                    <a:pt x="31671" y="370449"/>
                  </a:cubicBezTo>
                  <a:cubicBezTo>
                    <a:pt x="50064" y="385339"/>
                    <a:pt x="72836" y="419497"/>
                    <a:pt x="110498" y="391470"/>
                  </a:cubicBezTo>
                  <a:cubicBezTo>
                    <a:pt x="148160" y="363443"/>
                    <a:pt x="221732" y="258339"/>
                    <a:pt x="257643" y="202284"/>
                  </a:cubicBezTo>
                  <a:cubicBezTo>
                    <a:pt x="293554" y="146229"/>
                    <a:pt x="342684" y="138967"/>
                    <a:pt x="355226" y="105307"/>
                  </a:cubicBezTo>
                  <a:cubicBezTo>
                    <a:pt x="367768" y="71647"/>
                    <a:pt x="371931" y="5179"/>
                    <a:pt x="332895" y="321"/>
                  </a:cubicBezTo>
                  <a:close/>
                </a:path>
              </a:pathLst>
            </a:cu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任意形状 33">
              <a:extLst>
                <a:ext uri="{FF2B5EF4-FFF2-40B4-BE49-F238E27FC236}">
                  <a16:creationId xmlns:a16="http://schemas.microsoft.com/office/drawing/2014/main" id="{DBF58C11-0E35-14AA-D8CA-2444029DCEC7}"/>
                </a:ext>
              </a:extLst>
            </p:cNvPr>
            <p:cNvSpPr/>
            <p:nvPr/>
          </p:nvSpPr>
          <p:spPr>
            <a:xfrm flipH="1">
              <a:off x="-692129" y="4038526"/>
              <a:ext cx="2567102" cy="1054280"/>
            </a:xfrm>
            <a:custGeom>
              <a:avLst/>
              <a:gdLst>
                <a:gd name="connsiteX0" fmla="*/ 979259 w 2567102"/>
                <a:gd name="connsiteY0" fmla="*/ 0 h 1054280"/>
                <a:gd name="connsiteX1" fmla="*/ 967371 w 2567102"/>
                <a:gd name="connsiteY1" fmla="*/ 20547 h 1054280"/>
                <a:gd name="connsiteX2" fmla="*/ 953622 w 2567102"/>
                <a:gd name="connsiteY2" fmla="*/ 39414 h 1054280"/>
                <a:gd name="connsiteX3" fmla="*/ 859635 w 2567102"/>
                <a:gd name="connsiteY3" fmla="*/ 128160 h 1054280"/>
                <a:gd name="connsiteX4" fmla="*/ 758934 w 2567102"/>
                <a:gd name="connsiteY4" fmla="*/ 216905 h 1054280"/>
                <a:gd name="connsiteX5" fmla="*/ 678374 w 2567102"/>
                <a:gd name="connsiteY5" fmla="*/ 270152 h 1054280"/>
                <a:gd name="connsiteX6" fmla="*/ 544108 w 2567102"/>
                <a:gd name="connsiteY6" fmla="*/ 347065 h 1054280"/>
                <a:gd name="connsiteX7" fmla="*/ 456835 w 2567102"/>
                <a:gd name="connsiteY7" fmla="*/ 388479 h 1054280"/>
                <a:gd name="connsiteX8" fmla="*/ 289002 w 2567102"/>
                <a:gd name="connsiteY8" fmla="*/ 483140 h 1054280"/>
                <a:gd name="connsiteX9" fmla="*/ 141308 w 2567102"/>
                <a:gd name="connsiteY9" fmla="*/ 571886 h 1054280"/>
                <a:gd name="connsiteX10" fmla="*/ 40609 w 2567102"/>
                <a:gd name="connsiteY10" fmla="*/ 702046 h 1054280"/>
                <a:gd name="connsiteX11" fmla="*/ 329 w 2567102"/>
                <a:gd name="connsiteY11" fmla="*/ 861787 h 1054280"/>
                <a:gd name="connsiteX12" fmla="*/ 20469 w 2567102"/>
                <a:gd name="connsiteY12" fmla="*/ 986030 h 1054280"/>
                <a:gd name="connsiteX13" fmla="*/ 127882 w 2567102"/>
                <a:gd name="connsiteY13" fmla="*/ 1045194 h 1054280"/>
                <a:gd name="connsiteX14" fmla="*/ 329282 w 2567102"/>
                <a:gd name="connsiteY14" fmla="*/ 1051109 h 1054280"/>
                <a:gd name="connsiteX15" fmla="*/ 476975 w 2567102"/>
                <a:gd name="connsiteY15" fmla="*/ 1015612 h 1054280"/>
                <a:gd name="connsiteX16" fmla="*/ 570962 w 2567102"/>
                <a:gd name="connsiteY16" fmla="*/ 932783 h 1054280"/>
                <a:gd name="connsiteX17" fmla="*/ 779075 w 2567102"/>
                <a:gd name="connsiteY17" fmla="*/ 784874 h 1054280"/>
                <a:gd name="connsiteX18" fmla="*/ 1121456 w 2567102"/>
                <a:gd name="connsiteY18" fmla="*/ 625133 h 1054280"/>
                <a:gd name="connsiteX19" fmla="*/ 1584675 w 2567102"/>
                <a:gd name="connsiteY19" fmla="*/ 500889 h 1054280"/>
                <a:gd name="connsiteX20" fmla="*/ 2188874 w 2567102"/>
                <a:gd name="connsiteY20" fmla="*/ 506806 h 1054280"/>
                <a:gd name="connsiteX21" fmla="*/ 2390274 w 2567102"/>
                <a:gd name="connsiteY21" fmla="*/ 560053 h 1054280"/>
                <a:gd name="connsiteX22" fmla="*/ 2544681 w 2567102"/>
                <a:gd name="connsiteY22" fmla="*/ 542304 h 1054280"/>
                <a:gd name="connsiteX23" fmla="*/ 2564821 w 2567102"/>
                <a:gd name="connsiteY23" fmla="*/ 435810 h 1054280"/>
                <a:gd name="connsiteX24" fmla="*/ 2531254 w 2567102"/>
                <a:gd name="connsiteY24" fmla="*/ 311567 h 1054280"/>
                <a:gd name="connsiteX25" fmla="*/ 2472512 w 2567102"/>
                <a:gd name="connsiteY25" fmla="*/ 237242 h 1054280"/>
                <a:gd name="connsiteX26" fmla="*/ 2458069 w 2567102"/>
                <a:gd name="connsiteY26" fmla="*/ 221899 h 1054280"/>
                <a:gd name="connsiteX27" fmla="*/ 2416661 w 2567102"/>
                <a:gd name="connsiteY27" fmla="*/ 179668 h 1054280"/>
                <a:gd name="connsiteX28" fmla="*/ 2417260 w 2567102"/>
                <a:gd name="connsiteY28" fmla="*/ 179395 h 1054280"/>
                <a:gd name="connsiteX29" fmla="*/ 2410312 w 2567102"/>
                <a:gd name="connsiteY29" fmla="*/ 168079 h 1054280"/>
                <a:gd name="connsiteX30" fmla="*/ 2409710 w 2567102"/>
                <a:gd name="connsiteY30" fmla="*/ 150271 h 1054280"/>
                <a:gd name="connsiteX31" fmla="*/ 2412388 w 2567102"/>
                <a:gd name="connsiteY31" fmla="*/ 139477 h 1054280"/>
                <a:gd name="connsiteX32" fmla="*/ 2401657 w 2567102"/>
                <a:gd name="connsiteY32" fmla="*/ 138311 h 1054280"/>
                <a:gd name="connsiteX33" fmla="*/ 2173201 w 2567102"/>
                <a:gd name="connsiteY33" fmla="*/ 138311 h 1054280"/>
                <a:gd name="connsiteX34" fmla="*/ 2173201 w 2567102"/>
                <a:gd name="connsiteY34" fmla="*/ 136744 h 1054280"/>
                <a:gd name="connsiteX35" fmla="*/ 2144637 w 2567102"/>
                <a:gd name="connsiteY35" fmla="*/ 141951 h 1054280"/>
                <a:gd name="connsiteX36" fmla="*/ 2106788 w 2567102"/>
                <a:gd name="connsiteY36" fmla="*/ 163658 h 1054280"/>
                <a:gd name="connsiteX37" fmla="*/ 1503072 w 2567102"/>
                <a:gd name="connsiteY37" fmla="*/ 20073 h 1054280"/>
                <a:gd name="connsiteX38" fmla="*/ 1437269 w 2567102"/>
                <a:gd name="connsiteY38" fmla="*/ 4205 h 1054280"/>
                <a:gd name="connsiteX39" fmla="*/ 1437269 w 2567102"/>
                <a:gd name="connsiteY39" fmla="*/ 5114 h 1054280"/>
                <a:gd name="connsiteX40" fmla="*/ 979259 w 2567102"/>
                <a:gd name="connsiteY40" fmla="*/ 5114 h 105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67102" h="1054280">
                  <a:moveTo>
                    <a:pt x="979259" y="0"/>
                  </a:moveTo>
                  <a:lnTo>
                    <a:pt x="967371" y="20547"/>
                  </a:lnTo>
                  <a:cubicBezTo>
                    <a:pt x="964498" y="26795"/>
                    <a:pt x="960672" y="33214"/>
                    <a:pt x="953622" y="39414"/>
                  </a:cubicBezTo>
                  <a:cubicBezTo>
                    <a:pt x="925421" y="64219"/>
                    <a:pt x="892083" y="98578"/>
                    <a:pt x="859635" y="128160"/>
                  </a:cubicBezTo>
                  <a:cubicBezTo>
                    <a:pt x="827188" y="157741"/>
                    <a:pt x="789145" y="193239"/>
                    <a:pt x="758934" y="216905"/>
                  </a:cubicBezTo>
                  <a:cubicBezTo>
                    <a:pt x="728724" y="240571"/>
                    <a:pt x="714179" y="248459"/>
                    <a:pt x="678374" y="270152"/>
                  </a:cubicBezTo>
                  <a:cubicBezTo>
                    <a:pt x="642571" y="291845"/>
                    <a:pt x="581031" y="327343"/>
                    <a:pt x="544108" y="347065"/>
                  </a:cubicBezTo>
                  <a:cubicBezTo>
                    <a:pt x="507185" y="366786"/>
                    <a:pt x="499353" y="365799"/>
                    <a:pt x="456835" y="388479"/>
                  </a:cubicBezTo>
                  <a:cubicBezTo>
                    <a:pt x="414317" y="411158"/>
                    <a:pt x="341590" y="452573"/>
                    <a:pt x="289002" y="483140"/>
                  </a:cubicBezTo>
                  <a:cubicBezTo>
                    <a:pt x="236414" y="513708"/>
                    <a:pt x="182707" y="535401"/>
                    <a:pt x="141308" y="571886"/>
                  </a:cubicBezTo>
                  <a:cubicBezTo>
                    <a:pt x="99909" y="608370"/>
                    <a:pt x="64106" y="653728"/>
                    <a:pt x="40609" y="702046"/>
                  </a:cubicBezTo>
                  <a:cubicBezTo>
                    <a:pt x="17112" y="750362"/>
                    <a:pt x="3685" y="814456"/>
                    <a:pt x="329" y="861787"/>
                  </a:cubicBezTo>
                  <a:cubicBezTo>
                    <a:pt x="-3029" y="909117"/>
                    <a:pt x="20469" y="986030"/>
                    <a:pt x="20469" y="986030"/>
                  </a:cubicBezTo>
                  <a:cubicBezTo>
                    <a:pt x="41727" y="1016597"/>
                    <a:pt x="76413" y="1034347"/>
                    <a:pt x="127882" y="1045194"/>
                  </a:cubicBezTo>
                  <a:cubicBezTo>
                    <a:pt x="179351" y="1056040"/>
                    <a:pt x="271100" y="1056039"/>
                    <a:pt x="329282" y="1051109"/>
                  </a:cubicBezTo>
                  <a:cubicBezTo>
                    <a:pt x="387464" y="1046179"/>
                    <a:pt x="476975" y="1015612"/>
                    <a:pt x="476975" y="1015612"/>
                  </a:cubicBezTo>
                  <a:cubicBezTo>
                    <a:pt x="517255" y="995891"/>
                    <a:pt x="520611" y="971239"/>
                    <a:pt x="570962" y="932783"/>
                  </a:cubicBezTo>
                  <a:cubicBezTo>
                    <a:pt x="621311" y="894327"/>
                    <a:pt x="687326" y="836149"/>
                    <a:pt x="779075" y="784874"/>
                  </a:cubicBezTo>
                  <a:cubicBezTo>
                    <a:pt x="870824" y="733599"/>
                    <a:pt x="987188" y="672463"/>
                    <a:pt x="1121456" y="625133"/>
                  </a:cubicBezTo>
                  <a:cubicBezTo>
                    <a:pt x="1255722" y="577802"/>
                    <a:pt x="1406771" y="520610"/>
                    <a:pt x="1584675" y="500889"/>
                  </a:cubicBezTo>
                  <a:cubicBezTo>
                    <a:pt x="1762577" y="481168"/>
                    <a:pt x="2054608" y="496946"/>
                    <a:pt x="2188874" y="506806"/>
                  </a:cubicBezTo>
                  <a:cubicBezTo>
                    <a:pt x="2323140" y="516667"/>
                    <a:pt x="2390274" y="560053"/>
                    <a:pt x="2390274" y="560053"/>
                  </a:cubicBezTo>
                  <a:cubicBezTo>
                    <a:pt x="2449576" y="565970"/>
                    <a:pt x="2544681" y="542304"/>
                    <a:pt x="2544681" y="542304"/>
                  </a:cubicBezTo>
                  <a:cubicBezTo>
                    <a:pt x="2573772" y="521597"/>
                    <a:pt x="2567059" y="474266"/>
                    <a:pt x="2564821" y="435810"/>
                  </a:cubicBezTo>
                  <a:cubicBezTo>
                    <a:pt x="2562584" y="397353"/>
                    <a:pt x="2531254" y="311567"/>
                    <a:pt x="2531254" y="311567"/>
                  </a:cubicBezTo>
                  <a:cubicBezTo>
                    <a:pt x="2520065" y="291353"/>
                    <a:pt x="2494891" y="261771"/>
                    <a:pt x="2472512" y="237242"/>
                  </a:cubicBezTo>
                  <a:lnTo>
                    <a:pt x="2458069" y="221899"/>
                  </a:lnTo>
                  <a:lnTo>
                    <a:pt x="2416661" y="179668"/>
                  </a:lnTo>
                  <a:lnTo>
                    <a:pt x="2417260" y="179395"/>
                  </a:lnTo>
                  <a:lnTo>
                    <a:pt x="2410312" y="168079"/>
                  </a:lnTo>
                  <a:cubicBezTo>
                    <a:pt x="2409014" y="163116"/>
                    <a:pt x="2408828" y="157160"/>
                    <a:pt x="2409710" y="150271"/>
                  </a:cubicBezTo>
                  <a:lnTo>
                    <a:pt x="2412388" y="139477"/>
                  </a:lnTo>
                  <a:lnTo>
                    <a:pt x="2401657" y="138311"/>
                  </a:lnTo>
                  <a:lnTo>
                    <a:pt x="2173201" y="138311"/>
                  </a:lnTo>
                  <a:lnTo>
                    <a:pt x="2173201" y="136744"/>
                  </a:lnTo>
                  <a:lnTo>
                    <a:pt x="2144637" y="141951"/>
                  </a:lnTo>
                  <a:cubicBezTo>
                    <a:pt x="2117475" y="150296"/>
                    <a:pt x="2224972" y="186685"/>
                    <a:pt x="2106788" y="163658"/>
                  </a:cubicBezTo>
                  <a:cubicBezTo>
                    <a:pt x="2003378" y="143509"/>
                    <a:pt x="1683117" y="63849"/>
                    <a:pt x="1503072" y="20073"/>
                  </a:cubicBezTo>
                  <a:lnTo>
                    <a:pt x="1437269" y="4205"/>
                  </a:lnTo>
                  <a:lnTo>
                    <a:pt x="1437269" y="5114"/>
                  </a:lnTo>
                  <a:lnTo>
                    <a:pt x="979259" y="5114"/>
                  </a:lnTo>
                  <a:close/>
                </a:path>
              </a:pathLst>
            </a:custGeom>
            <a:gradFill flip="none" rotWithShape="1">
              <a:gsLst>
                <a:gs pos="61000">
                  <a:schemeClr val="bg2">
                    <a:lumMod val="90000"/>
                  </a:schemeClr>
                </a:gs>
                <a:gs pos="41000">
                  <a:srgbClr val="B2B4B4"/>
                </a:gs>
                <a:gs pos="22000">
                  <a:schemeClr val="bg2">
                    <a:lumMod val="50000"/>
                  </a:schemeClr>
                </a:gs>
                <a:gs pos="0">
                  <a:srgbClr val="585953"/>
                </a:gs>
                <a:gs pos="90000">
                  <a:schemeClr val="bg2">
                    <a:lumMod val="75000"/>
                  </a:schemeClr>
                </a:gs>
                <a:gs pos="11000">
                  <a:srgbClr val="60605E"/>
                </a:gs>
                <a:gs pos="98000">
                  <a:schemeClr val="bg2">
                    <a:lumMod val="50000"/>
                  </a:schemeClr>
                </a:gs>
              </a:gsLst>
              <a:lin ang="5400000" scaled="1"/>
              <a:tileRect/>
            </a:gradFill>
            <a:ln w="6350"/>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35" name="矩形 34">
              <a:extLst>
                <a:ext uri="{FF2B5EF4-FFF2-40B4-BE49-F238E27FC236}">
                  <a16:creationId xmlns:a16="http://schemas.microsoft.com/office/drawing/2014/main" id="{DD232077-7448-DEFB-2A7B-11CA9990DEAC}"/>
                </a:ext>
              </a:extLst>
            </p:cNvPr>
            <p:cNvSpPr/>
            <p:nvPr/>
          </p:nvSpPr>
          <p:spPr>
            <a:xfrm>
              <a:off x="437704" y="3936435"/>
              <a:ext cx="458010" cy="106758"/>
            </a:xfrm>
            <a:prstGeom prst="rect">
              <a:avLst/>
            </a:prstGeom>
            <a:gradFill flip="none" rotWithShape="1">
              <a:gsLst>
                <a:gs pos="7000">
                  <a:srgbClr val="A6A6A6"/>
                </a:gs>
                <a:gs pos="84000">
                  <a:schemeClr val="bg1">
                    <a:lumMod val="65000"/>
                  </a:schemeClr>
                </a:gs>
                <a:gs pos="63000">
                  <a:schemeClr val="bg1">
                    <a:lumMod val="75000"/>
                  </a:schemeClr>
                </a:gs>
                <a:gs pos="35000">
                  <a:srgbClr val="9F9F9F"/>
                </a:gs>
                <a:gs pos="28000">
                  <a:schemeClr val="bg1">
                    <a:lumMod val="75000"/>
                  </a:schemeClr>
                </a:gs>
                <a:gs pos="1000">
                  <a:srgbClr val="C5C5C5"/>
                </a:gs>
                <a:gs pos="14000">
                  <a:srgbClr val="DBDBDB"/>
                </a:gs>
                <a:gs pos="10000">
                  <a:srgbClr val="A7A7A7"/>
                </a:gs>
                <a:gs pos="90000">
                  <a:srgbClr val="939090"/>
                </a:gs>
                <a:gs pos="96000">
                  <a:srgbClr val="C1C0C0"/>
                </a:gs>
              </a:gsLst>
              <a:lin ang="108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 name="椭圆 1"/>
          <p:cNvSpPr/>
          <p:nvPr/>
        </p:nvSpPr>
        <p:spPr>
          <a:xfrm>
            <a:off x="6489403" y="2977321"/>
            <a:ext cx="323850" cy="231338"/>
          </a:xfrm>
          <a:prstGeom prst="ellipse">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7" name="椭圆 6"/>
          <p:cNvSpPr/>
          <p:nvPr/>
        </p:nvSpPr>
        <p:spPr>
          <a:xfrm>
            <a:off x="8303731" y="2705576"/>
            <a:ext cx="882273" cy="288488"/>
          </a:xfrm>
          <a:prstGeom prst="ellipse">
            <a:avLst/>
          </a:prstGeom>
          <a:noFill/>
          <a:ln w="28575" cmpd="sng">
            <a:solidFill>
              <a:srgbClr val="FF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8" name="椭圆 7"/>
          <p:cNvSpPr/>
          <p:nvPr/>
        </p:nvSpPr>
        <p:spPr>
          <a:xfrm>
            <a:off x="10590875" y="2975068"/>
            <a:ext cx="388620" cy="239455"/>
          </a:xfrm>
          <a:prstGeom prst="ellipse">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cxnSp>
        <p:nvCxnSpPr>
          <p:cNvPr id="10" name="直接连接符 9"/>
          <p:cNvCxnSpPr/>
          <p:nvPr/>
        </p:nvCxnSpPr>
        <p:spPr>
          <a:xfrm>
            <a:off x="6208314" y="2846772"/>
            <a:ext cx="1847215" cy="0"/>
          </a:xfrm>
          <a:prstGeom prst="line">
            <a:avLst/>
          </a:prstGeom>
          <a:ln w="22225">
            <a:solidFill>
              <a:srgbClr val="FF0000"/>
            </a:solidFill>
            <a:prstDash val="dash"/>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6218474" y="2720055"/>
            <a:ext cx="1847215" cy="0"/>
          </a:xfrm>
          <a:prstGeom prst="line">
            <a:avLst/>
          </a:prstGeom>
          <a:ln w="22225">
            <a:solidFill>
              <a:srgbClr val="FF0000"/>
            </a:solidFill>
            <a:prstDash val="dash"/>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9266474" y="2842714"/>
            <a:ext cx="1847215" cy="0"/>
          </a:xfrm>
          <a:prstGeom prst="line">
            <a:avLst/>
          </a:prstGeom>
          <a:ln w="22225">
            <a:solidFill>
              <a:srgbClr val="FF0000"/>
            </a:solidFill>
            <a:prstDash val="dash"/>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9263934" y="2705851"/>
            <a:ext cx="1847215" cy="0"/>
          </a:xfrm>
          <a:prstGeom prst="line">
            <a:avLst/>
          </a:prstGeom>
          <a:ln w="22225">
            <a:solidFill>
              <a:srgbClr val="FF0000"/>
            </a:solidFill>
            <a:prstDash val="dash"/>
          </a:ln>
        </p:spPr>
        <p:style>
          <a:lnRef idx="2">
            <a:schemeClr val="accent1"/>
          </a:lnRef>
          <a:fillRef idx="0">
            <a:srgbClr val="FFFFFF"/>
          </a:fillRef>
          <a:effectRef idx="0">
            <a:srgbClr val="FFFFFF"/>
          </a:effectRef>
          <a:fontRef idx="minor">
            <a:schemeClr val="tx1"/>
          </a:fontRef>
        </p:style>
      </p:cxnSp>
      <p:sp>
        <p:nvSpPr>
          <p:cNvPr id="26" name="椭圆 25"/>
          <p:cNvSpPr/>
          <p:nvPr/>
        </p:nvSpPr>
        <p:spPr>
          <a:xfrm>
            <a:off x="8298678" y="3039120"/>
            <a:ext cx="207701" cy="131975"/>
          </a:xfrm>
          <a:prstGeom prst="ellipse">
            <a:avLst/>
          </a:prstGeom>
          <a:no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28" name="椭圆 27"/>
          <p:cNvSpPr/>
          <p:nvPr/>
        </p:nvSpPr>
        <p:spPr>
          <a:xfrm>
            <a:off x="8608148" y="3033831"/>
            <a:ext cx="217404" cy="135702"/>
          </a:xfrm>
          <a:prstGeom prst="ellipse">
            <a:avLst/>
          </a:prstGeom>
          <a:noFill/>
          <a:ln w="19050">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847" name="椭圆 846">
            <a:extLst>
              <a:ext uri="{FF2B5EF4-FFF2-40B4-BE49-F238E27FC236}">
                <a16:creationId xmlns:a16="http://schemas.microsoft.com/office/drawing/2014/main" id="{DB1BB072-594E-76AE-F434-32380C0BEFBC}"/>
              </a:ext>
            </a:extLst>
          </p:cNvPr>
          <p:cNvSpPr/>
          <p:nvPr/>
        </p:nvSpPr>
        <p:spPr>
          <a:xfrm>
            <a:off x="8947834" y="3041706"/>
            <a:ext cx="207701" cy="131975"/>
          </a:xfrm>
          <a:prstGeom prst="ellipse">
            <a:avLst/>
          </a:prstGeom>
          <a:no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14" name="文本框 13">
            <a:extLst>
              <a:ext uri="{FF2B5EF4-FFF2-40B4-BE49-F238E27FC236}">
                <a16:creationId xmlns:a16="http://schemas.microsoft.com/office/drawing/2014/main" id="{66CE2723-B771-79FF-66A9-12F66DCEFDEF}"/>
              </a:ext>
            </a:extLst>
          </p:cNvPr>
          <p:cNvSpPr txBox="1"/>
          <p:nvPr/>
        </p:nvSpPr>
        <p:spPr>
          <a:xfrm>
            <a:off x="393906" y="4216750"/>
            <a:ext cx="5024120" cy="847090"/>
          </a:xfrm>
          <a:prstGeom prst="rect">
            <a:avLst/>
          </a:prstGeom>
          <a:noFill/>
        </p:spPr>
        <p:txBody>
          <a:bodyPr wrap="square" rtlCol="0" anchor="t">
            <a:noAutofit/>
          </a:bodyPr>
          <a:lstStyle/>
          <a:p>
            <a:pPr eaLnBrk="1" hangingPunct="1">
              <a:lnSpc>
                <a:spcPct val="150000"/>
              </a:lnSpc>
              <a:buClr>
                <a:srgbClr val="996600"/>
              </a:buClr>
            </a:pPr>
            <a:r>
              <a:rPr lang="zh-CN" altLang="en-US" sz="2800" dirty="0">
                <a:latin typeface="微软雅黑" panose="020B0503020204020204" pitchFamily="34" charset="-122"/>
                <a:ea typeface="微软雅黑" panose="020B0503020204020204" pitchFamily="34" charset="-122"/>
                <a:cs typeface="宋体" pitchFamily="2" charset="-122"/>
                <a:sym typeface="+mn-ea"/>
              </a:rPr>
              <a:t>调节载物平台大致水平</a:t>
            </a:r>
            <a:r>
              <a:rPr lang="en-US" altLang="zh-CN" sz="2800" dirty="0">
                <a:latin typeface="微软雅黑" panose="020B0503020204020204" pitchFamily="34" charset="-122"/>
                <a:ea typeface="微软雅黑" panose="020B0503020204020204" pitchFamily="34" charset="-122"/>
                <a:cs typeface="宋体" pitchFamily="2" charset="-122"/>
                <a:sym typeface="+mn-ea"/>
              </a:rPr>
              <a:t>;</a:t>
            </a:r>
          </a:p>
        </p:txBody>
      </p:sp>
      <p:cxnSp>
        <p:nvCxnSpPr>
          <p:cNvPr id="18" name="直线箭头连接符 17">
            <a:extLst>
              <a:ext uri="{FF2B5EF4-FFF2-40B4-BE49-F238E27FC236}">
                <a16:creationId xmlns:a16="http://schemas.microsoft.com/office/drawing/2014/main" id="{BAD0C382-7040-C61E-6613-77B6F71A1603}"/>
              </a:ext>
            </a:extLst>
          </p:cNvPr>
          <p:cNvCxnSpPr/>
          <p:nvPr/>
        </p:nvCxnSpPr>
        <p:spPr>
          <a:xfrm>
            <a:off x="5771990" y="2489505"/>
            <a:ext cx="6067968" cy="18444"/>
          </a:xfrm>
          <a:prstGeom prst="straightConnector1">
            <a:avLst/>
          </a:prstGeom>
          <a:ln w="31750">
            <a:solidFill>
              <a:srgbClr val="FF0000"/>
            </a:solidFill>
            <a:tailEnd type="triangle"/>
          </a:ln>
        </p:spPr>
        <p:style>
          <a:lnRef idx="2">
            <a:schemeClr val="accent6"/>
          </a:lnRef>
          <a:fillRef idx="0">
            <a:schemeClr val="accent6"/>
          </a:fillRef>
          <a:effectRef idx="1">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par>
                                <p:cTn id="21" presetID="2" presetClass="entr" presetSubtype="4" fill="hold" grpId="1"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par>
                                <p:cTn id="25" presetID="2" presetClass="entr" presetSubtype="4" fill="hold" grpId="1"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1" nodeType="with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par>
                                <p:cTn id="41" presetID="2" presetClass="entr" presetSubtype="4" fill="hold" grpId="1"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ppt_x"/>
                                          </p:val>
                                        </p:tav>
                                        <p:tav tm="100000">
                                          <p:val>
                                            <p:strVal val="#ppt_x"/>
                                          </p:val>
                                        </p:tav>
                                      </p:tavLst>
                                    </p:anim>
                                    <p:anim calcmode="lin" valueType="num">
                                      <p:cBhvr additive="base">
                                        <p:cTn id="44" dur="500" fill="hold"/>
                                        <p:tgtEl>
                                          <p:spTgt spid="26"/>
                                        </p:tgtEl>
                                        <p:attrNameLst>
                                          <p:attrName>ppt_y</p:attrName>
                                        </p:attrNameLst>
                                      </p:cBhvr>
                                      <p:tavLst>
                                        <p:tav tm="0">
                                          <p:val>
                                            <p:strVal val="1+#ppt_h/2"/>
                                          </p:val>
                                        </p:tav>
                                        <p:tav tm="100000">
                                          <p:val>
                                            <p:strVal val="#ppt_y"/>
                                          </p:val>
                                        </p:tav>
                                      </p:tavLst>
                                    </p:anim>
                                  </p:childTnLst>
                                </p:cTn>
                              </p:par>
                              <p:par>
                                <p:cTn id="45" presetID="2" presetClass="entr" presetSubtype="4" fill="hold" grpId="1" nodeType="withEffect">
                                  <p:stCondLst>
                                    <p:cond delay="0"/>
                                  </p:stCondLst>
                                  <p:childTnLst>
                                    <p:set>
                                      <p:cBhvr>
                                        <p:cTn id="46" dur="1" fill="hold">
                                          <p:stCondLst>
                                            <p:cond delay="0"/>
                                          </p:stCondLst>
                                        </p:cTn>
                                        <p:tgtEl>
                                          <p:spTgt spid="847"/>
                                        </p:tgtEl>
                                        <p:attrNameLst>
                                          <p:attrName>style.visibility</p:attrName>
                                        </p:attrNameLst>
                                      </p:cBhvr>
                                      <p:to>
                                        <p:strVal val="visible"/>
                                      </p:to>
                                    </p:set>
                                    <p:anim calcmode="lin" valueType="num">
                                      <p:cBhvr additive="base">
                                        <p:cTn id="47" dur="500" fill="hold"/>
                                        <p:tgtEl>
                                          <p:spTgt spid="847"/>
                                        </p:tgtEl>
                                        <p:attrNameLst>
                                          <p:attrName>ppt_x</p:attrName>
                                        </p:attrNameLst>
                                      </p:cBhvr>
                                      <p:tavLst>
                                        <p:tav tm="0">
                                          <p:val>
                                            <p:strVal val="#ppt_x"/>
                                          </p:val>
                                        </p:tav>
                                        <p:tav tm="100000">
                                          <p:val>
                                            <p:strVal val="#ppt_x"/>
                                          </p:val>
                                        </p:tav>
                                      </p:tavLst>
                                    </p:anim>
                                    <p:anim calcmode="lin" valueType="num">
                                      <p:cBhvr additive="base">
                                        <p:cTn id="48" dur="500" fill="hold"/>
                                        <p:tgtEl>
                                          <p:spTgt spid="847"/>
                                        </p:tgtEl>
                                        <p:attrNameLst>
                                          <p:attrName>ppt_y</p:attrName>
                                        </p:attrNameLst>
                                      </p:cBhvr>
                                      <p:tavLst>
                                        <p:tav tm="0">
                                          <p:val>
                                            <p:strVal val="1+#ppt_h/2"/>
                                          </p:val>
                                        </p:tav>
                                        <p:tav tm="100000">
                                          <p:val>
                                            <p:strVal val="#ppt_y"/>
                                          </p:val>
                                        </p:tav>
                                      </p:tavLst>
                                    </p:anim>
                                  </p:childTnLst>
                                </p:cTn>
                              </p:par>
                              <p:par>
                                <p:cTn id="49" presetID="2" presetClass="entr" presetSubtype="4" fill="hold" grpId="1"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fill="hold"/>
                                        <p:tgtEl>
                                          <p:spTgt spid="28"/>
                                        </p:tgtEl>
                                        <p:attrNameLst>
                                          <p:attrName>ppt_x</p:attrName>
                                        </p:attrNameLst>
                                      </p:cBhvr>
                                      <p:tavLst>
                                        <p:tav tm="0">
                                          <p:val>
                                            <p:strVal val="#ppt_x"/>
                                          </p:val>
                                        </p:tav>
                                        <p:tav tm="100000">
                                          <p:val>
                                            <p:strVal val="#ppt_x"/>
                                          </p:val>
                                        </p:tav>
                                      </p:tavLst>
                                    </p:anim>
                                    <p:anim calcmode="lin" valueType="num">
                                      <p:cBhvr additive="base">
                                        <p:cTn id="52" dur="500" fill="hold"/>
                                        <p:tgtEl>
                                          <p:spTgt spid="2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0-#ppt_w/2"/>
                                          </p:val>
                                        </p:tav>
                                        <p:tav tm="100000">
                                          <p:val>
                                            <p:strVal val="#ppt_x"/>
                                          </p:val>
                                        </p:tav>
                                      </p:tavLst>
                                    </p:anim>
                                    <p:anim calcmode="lin" valueType="num">
                                      <p:cBhvr additive="base">
                                        <p:cTn id="62"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2" grpId="0" animBg="1"/>
      <p:bldP spid="2" grpId="1" animBg="1"/>
      <p:bldP spid="7" grpId="0" animBg="1"/>
      <p:bldP spid="7" grpId="1" animBg="1"/>
      <p:bldP spid="8" grpId="0" animBg="1"/>
      <p:bldP spid="8" grpId="1" animBg="1"/>
      <p:bldP spid="26" grpId="0" animBg="1"/>
      <p:bldP spid="26" grpId="1" animBg="1"/>
      <p:bldP spid="28" grpId="0" animBg="1"/>
      <p:bldP spid="28" grpId="1" animBg="1"/>
      <p:bldP spid="847" grpId="0" animBg="1"/>
      <p:bldP spid="847" grpId="1" animBg="1"/>
      <p:bldP spid="14" grpId="0"/>
      <p:bldP spid="1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 name="组合 235">
            <a:extLst>
              <a:ext uri="{FF2B5EF4-FFF2-40B4-BE49-F238E27FC236}">
                <a16:creationId xmlns:a16="http://schemas.microsoft.com/office/drawing/2014/main" id="{EF902310-7A87-CBB9-49C3-80D19B787CB2}"/>
              </a:ext>
            </a:extLst>
          </p:cNvPr>
          <p:cNvGrpSpPr/>
          <p:nvPr/>
        </p:nvGrpSpPr>
        <p:grpSpPr>
          <a:xfrm>
            <a:off x="10923125" y="2410797"/>
            <a:ext cx="577610" cy="610193"/>
            <a:chOff x="3701295" y="2692339"/>
            <a:chExt cx="1239005" cy="1231566"/>
          </a:xfrm>
        </p:grpSpPr>
        <p:sp>
          <p:nvSpPr>
            <p:cNvPr id="126" name="Rectangle 15437">
              <a:extLst>
                <a:ext uri="{FF2B5EF4-FFF2-40B4-BE49-F238E27FC236}">
                  <a16:creationId xmlns:a16="http://schemas.microsoft.com/office/drawing/2014/main" id="{48114815-A0CB-A525-2965-C94AD6856283}"/>
                </a:ext>
              </a:extLst>
            </p:cNvPr>
            <p:cNvSpPr>
              <a:spLocks/>
            </p:cNvSpPr>
            <p:nvPr/>
          </p:nvSpPr>
          <p:spPr bwMode="auto">
            <a:xfrm flipH="1">
              <a:off x="3701295" y="2729573"/>
              <a:ext cx="1191604" cy="457993"/>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 name="AutoShape 15457">
              <a:extLst>
                <a:ext uri="{FF2B5EF4-FFF2-40B4-BE49-F238E27FC236}">
                  <a16:creationId xmlns:a16="http://schemas.microsoft.com/office/drawing/2014/main" id="{EC020034-791D-BB42-AA0B-7C0D851FBB87}"/>
                </a:ext>
              </a:extLst>
            </p:cNvPr>
            <p:cNvSpPr>
              <a:spLocks/>
            </p:cNvSpPr>
            <p:nvPr/>
          </p:nvSpPr>
          <p:spPr bwMode="auto">
            <a:xfrm rot="5400000" flipH="1">
              <a:off x="4598897" y="2888180"/>
              <a:ext cx="537244" cy="145562"/>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24" name="组合 123">
              <a:extLst>
                <a:ext uri="{FF2B5EF4-FFF2-40B4-BE49-F238E27FC236}">
                  <a16:creationId xmlns:a16="http://schemas.microsoft.com/office/drawing/2014/main" id="{596BA182-213A-0CFD-422E-6580D704C58D}"/>
                </a:ext>
              </a:extLst>
            </p:cNvPr>
            <p:cNvGrpSpPr/>
            <p:nvPr/>
          </p:nvGrpSpPr>
          <p:grpSpPr>
            <a:xfrm flipH="1">
              <a:off x="4285613" y="2933321"/>
              <a:ext cx="297386" cy="990584"/>
              <a:chOff x="2405519" y="1378395"/>
              <a:chExt cx="181074" cy="675772"/>
            </a:xfrm>
          </p:grpSpPr>
          <p:sp>
            <p:nvSpPr>
              <p:cNvPr id="184" name="Oval 15416">
                <a:extLst>
                  <a:ext uri="{FF2B5EF4-FFF2-40B4-BE49-F238E27FC236}">
                    <a16:creationId xmlns:a16="http://schemas.microsoft.com/office/drawing/2014/main" id="{A1C9268E-6DA3-0F6D-15BC-6E362DD092E2}"/>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85" name="Rectangle 15439">
                <a:extLst>
                  <a:ext uri="{FF2B5EF4-FFF2-40B4-BE49-F238E27FC236}">
                    <a16:creationId xmlns:a16="http://schemas.microsoft.com/office/drawing/2014/main" id="{FE0651CF-E32C-8EDA-662E-C08007505C7D}"/>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86" name="Rectangle 15484">
                <a:extLst>
                  <a:ext uri="{FF2B5EF4-FFF2-40B4-BE49-F238E27FC236}">
                    <a16:creationId xmlns:a16="http://schemas.microsoft.com/office/drawing/2014/main" id="{91C70B25-338B-9C4A-4CE9-0715BBB8B099}"/>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87" name="Line 15485">
                <a:extLst>
                  <a:ext uri="{FF2B5EF4-FFF2-40B4-BE49-F238E27FC236}">
                    <a16:creationId xmlns:a16="http://schemas.microsoft.com/office/drawing/2014/main" id="{F8E1B229-C28D-4D0A-D915-31BA3E8E6DAA}"/>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8" name="Line 15486">
                <a:extLst>
                  <a:ext uri="{FF2B5EF4-FFF2-40B4-BE49-F238E27FC236}">
                    <a16:creationId xmlns:a16="http://schemas.microsoft.com/office/drawing/2014/main" id="{C9CA4790-940A-FE04-D55F-2BBC0DCB3E2C}"/>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9" name="Line 15487">
                <a:extLst>
                  <a:ext uri="{FF2B5EF4-FFF2-40B4-BE49-F238E27FC236}">
                    <a16:creationId xmlns:a16="http://schemas.microsoft.com/office/drawing/2014/main" id="{67A5A97D-623A-B922-6AAA-7A96FEBFAAD8}"/>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0" name="Line 15488">
                <a:extLst>
                  <a:ext uri="{FF2B5EF4-FFF2-40B4-BE49-F238E27FC236}">
                    <a16:creationId xmlns:a16="http://schemas.microsoft.com/office/drawing/2014/main" id="{7D9F1CDE-CD1F-75E8-8EF2-A73E18025016}"/>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1" name="Line 15489">
                <a:extLst>
                  <a:ext uri="{FF2B5EF4-FFF2-40B4-BE49-F238E27FC236}">
                    <a16:creationId xmlns:a16="http://schemas.microsoft.com/office/drawing/2014/main" id="{EAAAE3FE-D565-6AB3-4D9A-D23F0C33C185}"/>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2" name="Line 15490">
                <a:extLst>
                  <a:ext uri="{FF2B5EF4-FFF2-40B4-BE49-F238E27FC236}">
                    <a16:creationId xmlns:a16="http://schemas.microsoft.com/office/drawing/2014/main" id="{2A5F6920-1FAD-3918-C77A-8C1B0CB542CC}"/>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27" name="Rectangle 15456">
              <a:extLst>
                <a:ext uri="{FF2B5EF4-FFF2-40B4-BE49-F238E27FC236}">
                  <a16:creationId xmlns:a16="http://schemas.microsoft.com/office/drawing/2014/main" id="{BC54F9F6-475B-D2E2-11DF-DC4E719F9E9F}"/>
                </a:ext>
              </a:extLst>
            </p:cNvPr>
            <p:cNvSpPr>
              <a:spLocks/>
            </p:cNvSpPr>
            <p:nvPr/>
          </p:nvSpPr>
          <p:spPr bwMode="auto">
            <a:xfrm flipH="1">
              <a:off x="4232799" y="2694878"/>
              <a:ext cx="408177" cy="541268"/>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grpSp>
        <p:nvGrpSpPr>
          <p:cNvPr id="232" name="组合 231">
            <a:extLst>
              <a:ext uri="{FF2B5EF4-FFF2-40B4-BE49-F238E27FC236}">
                <a16:creationId xmlns:a16="http://schemas.microsoft.com/office/drawing/2014/main" id="{B6198C4F-7C9D-753E-03A6-C1A8EDF32599}"/>
              </a:ext>
            </a:extLst>
          </p:cNvPr>
          <p:cNvGrpSpPr/>
          <p:nvPr/>
        </p:nvGrpSpPr>
        <p:grpSpPr>
          <a:xfrm>
            <a:off x="11485978" y="2310824"/>
            <a:ext cx="167221" cy="509410"/>
            <a:chOff x="4908645" y="2490562"/>
            <a:chExt cx="358699" cy="1028153"/>
          </a:xfrm>
        </p:grpSpPr>
        <p:grpSp>
          <p:nvGrpSpPr>
            <p:cNvPr id="135" name="组合 134">
              <a:extLst>
                <a:ext uri="{FF2B5EF4-FFF2-40B4-BE49-F238E27FC236}">
                  <a16:creationId xmlns:a16="http://schemas.microsoft.com/office/drawing/2014/main" id="{23524886-750B-A395-926F-996A116989BD}"/>
                </a:ext>
              </a:extLst>
            </p:cNvPr>
            <p:cNvGrpSpPr/>
            <p:nvPr/>
          </p:nvGrpSpPr>
          <p:grpSpPr>
            <a:xfrm flipH="1">
              <a:off x="4909394" y="2490562"/>
              <a:ext cx="351817" cy="1028153"/>
              <a:chOff x="6615473" y="792059"/>
              <a:chExt cx="214216" cy="701401"/>
            </a:xfrm>
          </p:grpSpPr>
          <p:sp>
            <p:nvSpPr>
              <p:cNvPr id="172" name="AutoShape 15440">
                <a:extLst>
                  <a:ext uri="{FF2B5EF4-FFF2-40B4-BE49-F238E27FC236}">
                    <a16:creationId xmlns:a16="http://schemas.microsoft.com/office/drawing/2014/main" id="{E4D08D80-5888-FCFB-8A5E-17A205D2CCF7}"/>
                  </a:ext>
                </a:extLst>
              </p:cNvPr>
              <p:cNvSpPr>
                <a:spLocks/>
              </p:cNvSpPr>
              <p:nvPr/>
            </p:nvSpPr>
            <p:spPr bwMode="auto">
              <a:xfrm>
                <a:off x="6615474" y="792059"/>
                <a:ext cx="212503" cy="701401"/>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noFill/>
                <a:miter lim="800000"/>
                <a:headEnd/>
                <a:tailEnd/>
              </a:ln>
            </p:spPr>
            <p:txBody>
              <a:bodyPr rot="0" vert="horz" wrap="square" lIns="91440" tIns="45720" rIns="91440" bIns="45720" anchor="t" anchorCtr="0" upright="1">
                <a:noAutofit/>
              </a:bodyPr>
              <a:lstStyle/>
              <a:p>
                <a:endParaRPr lang="zh-CN" altLang="en-US" dirty="0"/>
              </a:p>
            </p:txBody>
          </p:sp>
          <p:cxnSp>
            <p:nvCxnSpPr>
              <p:cNvPr id="173" name="Line 15472">
                <a:extLst>
                  <a:ext uri="{FF2B5EF4-FFF2-40B4-BE49-F238E27FC236}">
                    <a16:creationId xmlns:a16="http://schemas.microsoft.com/office/drawing/2014/main" id="{99FCDE1A-3053-C914-541E-2F8E25C73333}"/>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4" name="Line 15473">
                <a:extLst>
                  <a:ext uri="{FF2B5EF4-FFF2-40B4-BE49-F238E27FC236}">
                    <a16:creationId xmlns:a16="http://schemas.microsoft.com/office/drawing/2014/main" id="{D2773E8A-5661-3E81-F02B-AC730CA1EE60}"/>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5" name="Line 15474">
                <a:extLst>
                  <a:ext uri="{FF2B5EF4-FFF2-40B4-BE49-F238E27FC236}">
                    <a16:creationId xmlns:a16="http://schemas.microsoft.com/office/drawing/2014/main" id="{492C8E24-7102-5C70-E330-9D0B611F8B83}"/>
                  </a:ext>
                </a:extLst>
              </p:cNvPr>
              <p:cNvCxnSpPr>
                <a:cxnSpLocks/>
              </p:cNvCxnSpPr>
              <p:nvPr/>
            </p:nvCxnSpPr>
            <p:spPr bwMode="auto">
              <a:xfrm>
                <a:off x="6615477"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6" name="Line 15475">
                <a:extLst>
                  <a:ext uri="{FF2B5EF4-FFF2-40B4-BE49-F238E27FC236}">
                    <a16:creationId xmlns:a16="http://schemas.microsoft.com/office/drawing/2014/main" id="{36AAC5C0-09D0-B1CC-6A78-7765DD8B20B6}"/>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7" name="Line 15476">
                <a:extLst>
                  <a:ext uri="{FF2B5EF4-FFF2-40B4-BE49-F238E27FC236}">
                    <a16:creationId xmlns:a16="http://schemas.microsoft.com/office/drawing/2014/main" id="{BAD36980-B8B9-96CF-9AF3-4E4D4DDF83A4}"/>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8" name="Line 15477">
                <a:extLst>
                  <a:ext uri="{FF2B5EF4-FFF2-40B4-BE49-F238E27FC236}">
                    <a16:creationId xmlns:a16="http://schemas.microsoft.com/office/drawing/2014/main" id="{1C882AFF-E8EF-FCA9-789C-773639D6EFD3}"/>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9" name="Line 15478">
                <a:extLst>
                  <a:ext uri="{FF2B5EF4-FFF2-40B4-BE49-F238E27FC236}">
                    <a16:creationId xmlns:a16="http://schemas.microsoft.com/office/drawing/2014/main" id="{2DC37E6D-3DB4-7F7E-E92D-7D3E593DD0FA}"/>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0" name="Line 15479">
                <a:extLst>
                  <a:ext uri="{FF2B5EF4-FFF2-40B4-BE49-F238E27FC236}">
                    <a16:creationId xmlns:a16="http://schemas.microsoft.com/office/drawing/2014/main" id="{7E5EB8FE-F5DD-F84B-6B54-759ED4249A81}"/>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1" name="Line 15480">
                <a:extLst>
                  <a:ext uri="{FF2B5EF4-FFF2-40B4-BE49-F238E27FC236}">
                    <a16:creationId xmlns:a16="http://schemas.microsoft.com/office/drawing/2014/main" id="{D76F00FF-9B59-32EA-08AC-D66A3DAB6B56}"/>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2" name="Line 15481">
                <a:extLst>
                  <a:ext uri="{FF2B5EF4-FFF2-40B4-BE49-F238E27FC236}">
                    <a16:creationId xmlns:a16="http://schemas.microsoft.com/office/drawing/2014/main" id="{98DFDB52-8F8E-B8F9-B4B4-4059CA204005}"/>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3" name="Line 15482">
                <a:extLst>
                  <a:ext uri="{FF2B5EF4-FFF2-40B4-BE49-F238E27FC236}">
                    <a16:creationId xmlns:a16="http://schemas.microsoft.com/office/drawing/2014/main" id="{A43D5BB4-E990-5331-3905-3F1D80AEE150}"/>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cxnSp>
          <p:nvCxnSpPr>
            <p:cNvPr id="227" name="Line 15482">
              <a:extLst>
                <a:ext uri="{FF2B5EF4-FFF2-40B4-BE49-F238E27FC236}">
                  <a16:creationId xmlns:a16="http://schemas.microsoft.com/office/drawing/2014/main" id="{891D99B7-82AC-6927-803F-791DB9747B8B}"/>
                </a:ext>
              </a:extLst>
            </p:cNvPr>
            <p:cNvCxnSpPr>
              <a:cxnSpLocks/>
            </p:cNvCxnSpPr>
            <p:nvPr/>
          </p:nvCxnSpPr>
          <p:spPr bwMode="auto">
            <a:xfrm flipH="1">
              <a:off x="4915533" y="3268475"/>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28" name="Line 15478">
              <a:extLst>
                <a:ext uri="{FF2B5EF4-FFF2-40B4-BE49-F238E27FC236}">
                  <a16:creationId xmlns:a16="http://schemas.microsoft.com/office/drawing/2014/main" id="{C498A116-90D8-3A27-ACD7-35102717CB2B}"/>
                </a:ext>
              </a:extLst>
            </p:cNvPr>
            <p:cNvCxnSpPr>
              <a:cxnSpLocks/>
            </p:cNvCxnSpPr>
            <p:nvPr/>
          </p:nvCxnSpPr>
          <p:spPr bwMode="auto">
            <a:xfrm flipH="1">
              <a:off x="4914800" y="3319636"/>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29" name="Line 15478">
              <a:extLst>
                <a:ext uri="{FF2B5EF4-FFF2-40B4-BE49-F238E27FC236}">
                  <a16:creationId xmlns:a16="http://schemas.microsoft.com/office/drawing/2014/main" id="{C65B1915-F196-42C0-9C57-799F9820BD2A}"/>
                </a:ext>
              </a:extLst>
            </p:cNvPr>
            <p:cNvCxnSpPr>
              <a:cxnSpLocks/>
            </p:cNvCxnSpPr>
            <p:nvPr/>
          </p:nvCxnSpPr>
          <p:spPr bwMode="auto">
            <a:xfrm flipH="1">
              <a:off x="4908645" y="3375047"/>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31" name="Line 15478">
              <a:extLst>
                <a:ext uri="{FF2B5EF4-FFF2-40B4-BE49-F238E27FC236}">
                  <a16:creationId xmlns:a16="http://schemas.microsoft.com/office/drawing/2014/main" id="{B9BECF39-A40E-C783-7DAE-652F064E76AE}"/>
                </a:ext>
              </a:extLst>
            </p:cNvPr>
            <p:cNvCxnSpPr>
              <a:cxnSpLocks/>
            </p:cNvCxnSpPr>
            <p:nvPr/>
          </p:nvCxnSpPr>
          <p:spPr bwMode="auto">
            <a:xfrm flipH="1">
              <a:off x="4912960" y="3435092"/>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cxnSp>
        <p:nvCxnSpPr>
          <p:cNvPr id="140" name="Line 15500">
            <a:extLst>
              <a:ext uri="{FF2B5EF4-FFF2-40B4-BE49-F238E27FC236}">
                <a16:creationId xmlns:a16="http://schemas.microsoft.com/office/drawing/2014/main" id="{C9F6BFC2-DC1F-FB19-104A-D26EC089A672}"/>
              </a:ext>
            </a:extLst>
          </p:cNvPr>
          <p:cNvCxnSpPr>
            <a:cxnSpLocks/>
          </p:cNvCxnSpPr>
          <p:nvPr/>
        </p:nvCxnSpPr>
        <p:spPr bwMode="auto">
          <a:xfrm flipH="1">
            <a:off x="10747639" y="3047666"/>
            <a:ext cx="56180" cy="85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142" name="Rectangle 15437">
            <a:extLst>
              <a:ext uri="{FF2B5EF4-FFF2-40B4-BE49-F238E27FC236}">
                <a16:creationId xmlns:a16="http://schemas.microsoft.com/office/drawing/2014/main" id="{258A5995-B077-672B-3C56-830BED9BF4B2}"/>
              </a:ext>
            </a:extLst>
          </p:cNvPr>
          <p:cNvSpPr>
            <a:spLocks/>
          </p:cNvSpPr>
          <p:nvPr/>
        </p:nvSpPr>
        <p:spPr bwMode="auto">
          <a:xfrm flipH="1">
            <a:off x="10005153" y="2383487"/>
            <a:ext cx="685375" cy="324644"/>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1" name="Rectangle 15460">
            <a:extLst>
              <a:ext uri="{FF2B5EF4-FFF2-40B4-BE49-F238E27FC236}">
                <a16:creationId xmlns:a16="http://schemas.microsoft.com/office/drawing/2014/main" id="{4F526274-734A-94B8-62DC-1239E3E2EB21}"/>
              </a:ext>
            </a:extLst>
          </p:cNvPr>
          <p:cNvSpPr>
            <a:spLocks/>
          </p:cNvSpPr>
          <p:nvPr/>
        </p:nvSpPr>
        <p:spPr bwMode="auto">
          <a:xfrm flipH="1" flipV="1">
            <a:off x="10721433" y="2697160"/>
            <a:ext cx="90799" cy="92248"/>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2" name="直角三角形 121">
            <a:extLst>
              <a:ext uri="{FF2B5EF4-FFF2-40B4-BE49-F238E27FC236}">
                <a16:creationId xmlns:a16="http://schemas.microsoft.com/office/drawing/2014/main" id="{64375CD7-47B4-2777-A923-0E48AF46CB53}"/>
              </a:ext>
            </a:extLst>
          </p:cNvPr>
          <p:cNvSpPr/>
          <p:nvPr/>
        </p:nvSpPr>
        <p:spPr>
          <a:xfrm>
            <a:off x="9855411" y="2747598"/>
            <a:ext cx="831925" cy="105675"/>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3" name="Rectangle 15501">
            <a:extLst>
              <a:ext uri="{FF2B5EF4-FFF2-40B4-BE49-F238E27FC236}">
                <a16:creationId xmlns:a16="http://schemas.microsoft.com/office/drawing/2014/main" id="{CF9AF290-FA01-271C-EFB2-4EAA464FD5ED}"/>
              </a:ext>
            </a:extLst>
          </p:cNvPr>
          <p:cNvSpPr>
            <a:spLocks/>
          </p:cNvSpPr>
          <p:nvPr/>
        </p:nvSpPr>
        <p:spPr bwMode="auto">
          <a:xfrm flipH="1">
            <a:off x="9802782" y="2852471"/>
            <a:ext cx="984664" cy="60915"/>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5" name="Rectangle 15436">
            <a:extLst>
              <a:ext uri="{FF2B5EF4-FFF2-40B4-BE49-F238E27FC236}">
                <a16:creationId xmlns:a16="http://schemas.microsoft.com/office/drawing/2014/main" id="{195FC895-9B6C-D47F-3B55-F5CD962EAEF5}"/>
              </a:ext>
            </a:extLst>
          </p:cNvPr>
          <p:cNvSpPr>
            <a:spLocks/>
          </p:cNvSpPr>
          <p:nvPr/>
        </p:nvSpPr>
        <p:spPr bwMode="auto">
          <a:xfrm flipH="1">
            <a:off x="9713876" y="2784514"/>
            <a:ext cx="141962" cy="757242"/>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9" name="Rectangle 15460">
            <a:extLst>
              <a:ext uri="{FF2B5EF4-FFF2-40B4-BE49-F238E27FC236}">
                <a16:creationId xmlns:a16="http://schemas.microsoft.com/office/drawing/2014/main" id="{77934C7D-ECD9-710D-08DF-5F6ED65994A1}"/>
              </a:ext>
            </a:extLst>
          </p:cNvPr>
          <p:cNvSpPr>
            <a:spLocks/>
          </p:cNvSpPr>
          <p:nvPr/>
        </p:nvSpPr>
        <p:spPr bwMode="auto">
          <a:xfrm flipH="1" flipV="1">
            <a:off x="10693104" y="2827795"/>
            <a:ext cx="156537" cy="10931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0" name="AutoShape 15462">
            <a:extLst>
              <a:ext uri="{FF2B5EF4-FFF2-40B4-BE49-F238E27FC236}">
                <a16:creationId xmlns:a16="http://schemas.microsoft.com/office/drawing/2014/main" id="{174E3E9C-6034-9846-3445-2512FBB97EC0}"/>
              </a:ext>
            </a:extLst>
          </p:cNvPr>
          <p:cNvSpPr>
            <a:spLocks/>
          </p:cNvSpPr>
          <p:nvPr/>
        </p:nvSpPr>
        <p:spPr bwMode="auto">
          <a:xfrm flipH="1">
            <a:off x="10725725" y="2790924"/>
            <a:ext cx="82745" cy="33204"/>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1" name="Rectangle 15464">
            <a:extLst>
              <a:ext uri="{FF2B5EF4-FFF2-40B4-BE49-F238E27FC236}">
                <a16:creationId xmlns:a16="http://schemas.microsoft.com/office/drawing/2014/main" id="{2875125C-890E-FB90-9F52-62E0D5F04527}"/>
              </a:ext>
            </a:extLst>
          </p:cNvPr>
          <p:cNvSpPr>
            <a:spLocks/>
          </p:cNvSpPr>
          <p:nvPr/>
        </p:nvSpPr>
        <p:spPr bwMode="auto">
          <a:xfrm flipH="1">
            <a:off x="9552284" y="2387987"/>
            <a:ext cx="1498464" cy="317169"/>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2" name="Rectangle 15515">
            <a:extLst>
              <a:ext uri="{FF2B5EF4-FFF2-40B4-BE49-F238E27FC236}">
                <a16:creationId xmlns:a16="http://schemas.microsoft.com/office/drawing/2014/main" id="{C18DF60A-6564-DCE7-15AD-139127946566}"/>
              </a:ext>
            </a:extLst>
          </p:cNvPr>
          <p:cNvSpPr>
            <a:spLocks/>
          </p:cNvSpPr>
          <p:nvPr/>
        </p:nvSpPr>
        <p:spPr bwMode="auto">
          <a:xfrm flipH="1">
            <a:off x="9380118" y="2383489"/>
            <a:ext cx="223065" cy="32225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33" name="Rectangle 15464">
            <a:extLst>
              <a:ext uri="{FF2B5EF4-FFF2-40B4-BE49-F238E27FC236}">
                <a16:creationId xmlns:a16="http://schemas.microsoft.com/office/drawing/2014/main" id="{8FFF4368-100C-0799-4E49-01D89D4DDD4A}"/>
              </a:ext>
            </a:extLst>
          </p:cNvPr>
          <p:cNvSpPr>
            <a:spLocks/>
          </p:cNvSpPr>
          <p:nvPr/>
        </p:nvSpPr>
        <p:spPr bwMode="auto">
          <a:xfrm flipH="1">
            <a:off x="9599704" y="2366438"/>
            <a:ext cx="402334" cy="35316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4" name="Rectangle 15465">
            <a:extLst>
              <a:ext uri="{FF2B5EF4-FFF2-40B4-BE49-F238E27FC236}">
                <a16:creationId xmlns:a16="http://schemas.microsoft.com/office/drawing/2014/main" id="{713D26B4-CACA-E1E9-8BFB-FCD731C0A2B9}"/>
              </a:ext>
            </a:extLst>
          </p:cNvPr>
          <p:cNvSpPr>
            <a:spLocks/>
          </p:cNvSpPr>
          <p:nvPr/>
        </p:nvSpPr>
        <p:spPr bwMode="auto">
          <a:xfrm flipH="1">
            <a:off x="9767194" y="2543692"/>
            <a:ext cx="88262" cy="23840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36" name="Group 15491">
            <a:extLst>
              <a:ext uri="{FF2B5EF4-FFF2-40B4-BE49-F238E27FC236}">
                <a16:creationId xmlns:a16="http://schemas.microsoft.com/office/drawing/2014/main" id="{9B6CBE64-789A-A58B-9296-EA8B395E929D}"/>
              </a:ext>
            </a:extLst>
          </p:cNvPr>
          <p:cNvGrpSpPr>
            <a:grpSpLocks/>
          </p:cNvGrpSpPr>
          <p:nvPr/>
        </p:nvGrpSpPr>
        <p:grpSpPr bwMode="auto">
          <a:xfrm flipH="1">
            <a:off x="10703978" y="3025841"/>
            <a:ext cx="138638" cy="128931"/>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63" name="Rectangle 15492">
              <a:extLst>
                <a:ext uri="{FF2B5EF4-FFF2-40B4-BE49-F238E27FC236}">
                  <a16:creationId xmlns:a16="http://schemas.microsoft.com/office/drawing/2014/main" id="{7119947A-32FB-3FA6-B0D3-325282ECDF25}"/>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64" name="Rectangle 15493">
              <a:extLst>
                <a:ext uri="{FF2B5EF4-FFF2-40B4-BE49-F238E27FC236}">
                  <a16:creationId xmlns:a16="http://schemas.microsoft.com/office/drawing/2014/main" id="{ECCD9A60-B65D-A97E-3CA8-1AD6AC51C778}"/>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65" name="Line 15494">
              <a:extLst>
                <a:ext uri="{FF2B5EF4-FFF2-40B4-BE49-F238E27FC236}">
                  <a16:creationId xmlns:a16="http://schemas.microsoft.com/office/drawing/2014/main" id="{F54D769B-4971-C6E2-B282-914A5CF4776C}"/>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66" name="Line 15495">
              <a:extLst>
                <a:ext uri="{FF2B5EF4-FFF2-40B4-BE49-F238E27FC236}">
                  <a16:creationId xmlns:a16="http://schemas.microsoft.com/office/drawing/2014/main" id="{999981BD-C26A-8498-C371-578B08DDEC8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67" name="Line 15496">
              <a:extLst>
                <a:ext uri="{FF2B5EF4-FFF2-40B4-BE49-F238E27FC236}">
                  <a16:creationId xmlns:a16="http://schemas.microsoft.com/office/drawing/2014/main" id="{CAB64EA2-F780-BE47-EB53-8B4F27058DCF}"/>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68" name="Line 15497">
              <a:extLst>
                <a:ext uri="{FF2B5EF4-FFF2-40B4-BE49-F238E27FC236}">
                  <a16:creationId xmlns:a16="http://schemas.microsoft.com/office/drawing/2014/main" id="{92614595-1B87-D2F9-58C7-CCDFC3B7C3F6}"/>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69" name="Line 15498">
              <a:extLst>
                <a:ext uri="{FF2B5EF4-FFF2-40B4-BE49-F238E27FC236}">
                  <a16:creationId xmlns:a16="http://schemas.microsoft.com/office/drawing/2014/main" id="{1E631A79-AB3F-9119-D3CD-833E334E3FFF}"/>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70" name="Line 15499">
              <a:extLst>
                <a:ext uri="{FF2B5EF4-FFF2-40B4-BE49-F238E27FC236}">
                  <a16:creationId xmlns:a16="http://schemas.microsoft.com/office/drawing/2014/main" id="{EC9872AA-229C-4FCE-C1E5-6211C4D8E445}"/>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71" name="Line 15500">
              <a:extLst>
                <a:ext uri="{FF2B5EF4-FFF2-40B4-BE49-F238E27FC236}">
                  <a16:creationId xmlns:a16="http://schemas.microsoft.com/office/drawing/2014/main" id="{B6EF4BC8-B4D0-85CA-039E-A53E5A8AF0B4}"/>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137" name="Rectangle 15501">
            <a:extLst>
              <a:ext uri="{FF2B5EF4-FFF2-40B4-BE49-F238E27FC236}">
                <a16:creationId xmlns:a16="http://schemas.microsoft.com/office/drawing/2014/main" id="{A0E1D24A-C07E-C388-A9FE-13C791179E75}"/>
              </a:ext>
            </a:extLst>
          </p:cNvPr>
          <p:cNvSpPr>
            <a:spLocks/>
          </p:cNvSpPr>
          <p:nvPr/>
        </p:nvSpPr>
        <p:spPr bwMode="auto">
          <a:xfrm flipH="1">
            <a:off x="9627836" y="2938335"/>
            <a:ext cx="1246012" cy="88850"/>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8" name="直角三角形 137">
            <a:extLst>
              <a:ext uri="{FF2B5EF4-FFF2-40B4-BE49-F238E27FC236}">
                <a16:creationId xmlns:a16="http://schemas.microsoft.com/office/drawing/2014/main" id="{1BEE18D0-3FEE-D96E-D20E-AEF699AA110D}"/>
              </a:ext>
            </a:extLst>
          </p:cNvPr>
          <p:cNvSpPr/>
          <p:nvPr/>
        </p:nvSpPr>
        <p:spPr>
          <a:xfrm rot="10800000" flipH="1">
            <a:off x="9855984" y="3028784"/>
            <a:ext cx="837266" cy="330062"/>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9" name="Rectangle 15465">
            <a:extLst>
              <a:ext uri="{FF2B5EF4-FFF2-40B4-BE49-F238E27FC236}">
                <a16:creationId xmlns:a16="http://schemas.microsoft.com/office/drawing/2014/main" id="{E2613DCD-BCCB-BABB-A406-39AC2C6EAB95}"/>
              </a:ext>
            </a:extLst>
          </p:cNvPr>
          <p:cNvSpPr>
            <a:spLocks/>
          </p:cNvSpPr>
          <p:nvPr/>
        </p:nvSpPr>
        <p:spPr bwMode="auto">
          <a:xfrm flipH="1">
            <a:off x="10691040" y="2369726"/>
            <a:ext cx="156760" cy="353160"/>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43" name="组合 142">
            <a:extLst>
              <a:ext uri="{FF2B5EF4-FFF2-40B4-BE49-F238E27FC236}">
                <a16:creationId xmlns:a16="http://schemas.microsoft.com/office/drawing/2014/main" id="{1EA1986B-36B7-5B48-B678-2F55A97CE408}"/>
              </a:ext>
            </a:extLst>
          </p:cNvPr>
          <p:cNvGrpSpPr/>
          <p:nvPr/>
        </p:nvGrpSpPr>
        <p:grpSpPr>
          <a:xfrm flipH="1">
            <a:off x="9713049" y="2453929"/>
            <a:ext cx="186822" cy="177216"/>
            <a:chOff x="3472900" y="2697194"/>
            <a:chExt cx="346984" cy="346984"/>
          </a:xfrm>
        </p:grpSpPr>
        <p:sp>
          <p:nvSpPr>
            <p:cNvPr id="160" name="Oval 15540">
              <a:extLst>
                <a:ext uri="{FF2B5EF4-FFF2-40B4-BE49-F238E27FC236}">
                  <a16:creationId xmlns:a16="http://schemas.microsoft.com/office/drawing/2014/main" id="{6AABEBBE-7E21-774E-5177-189B721CA2EA}"/>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61" name="Oval 15540">
              <a:extLst>
                <a:ext uri="{FF2B5EF4-FFF2-40B4-BE49-F238E27FC236}">
                  <a16:creationId xmlns:a16="http://schemas.microsoft.com/office/drawing/2014/main" id="{DF0EE18F-BF1A-64E6-905E-B8370774F7B9}"/>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62" name="Line 15541">
              <a:extLst>
                <a:ext uri="{FF2B5EF4-FFF2-40B4-BE49-F238E27FC236}">
                  <a16:creationId xmlns:a16="http://schemas.microsoft.com/office/drawing/2014/main" id="{3D4167F3-E755-9DA5-23E9-F9C6DC8683C8}"/>
                </a:ext>
              </a:extLst>
            </p:cNvPr>
            <p:cNvCxnSpPr>
              <a:cxnSpLocks/>
              <a:stCxn id="161" idx="1"/>
              <a:endCxn id="161"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44" name="组合 143">
            <a:extLst>
              <a:ext uri="{FF2B5EF4-FFF2-40B4-BE49-F238E27FC236}">
                <a16:creationId xmlns:a16="http://schemas.microsoft.com/office/drawing/2014/main" id="{A9A1ED16-D3F8-C5AD-6076-4A154C82F9A0}"/>
              </a:ext>
            </a:extLst>
          </p:cNvPr>
          <p:cNvGrpSpPr/>
          <p:nvPr/>
        </p:nvGrpSpPr>
        <p:grpSpPr>
          <a:xfrm flipH="1">
            <a:off x="9739390" y="2832219"/>
            <a:ext cx="102393" cy="97128"/>
            <a:chOff x="9253470" y="1351580"/>
            <a:chExt cx="133734" cy="133734"/>
          </a:xfrm>
        </p:grpSpPr>
        <p:sp>
          <p:nvSpPr>
            <p:cNvPr id="158" name="Oval 15540">
              <a:extLst>
                <a:ext uri="{FF2B5EF4-FFF2-40B4-BE49-F238E27FC236}">
                  <a16:creationId xmlns:a16="http://schemas.microsoft.com/office/drawing/2014/main" id="{874F7619-6B75-9B1B-34AE-86B0DEECA827}"/>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59" name="Line 15541">
              <a:extLst>
                <a:ext uri="{FF2B5EF4-FFF2-40B4-BE49-F238E27FC236}">
                  <a16:creationId xmlns:a16="http://schemas.microsoft.com/office/drawing/2014/main" id="{8427E6F7-9DB9-12D3-9F82-78E235F01065}"/>
                </a:ext>
              </a:extLst>
            </p:cNvPr>
            <p:cNvCxnSpPr>
              <a:cxnSpLocks/>
              <a:stCxn id="158" idx="1"/>
              <a:endCxn id="15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45" name="组合 144">
            <a:extLst>
              <a:ext uri="{FF2B5EF4-FFF2-40B4-BE49-F238E27FC236}">
                <a16:creationId xmlns:a16="http://schemas.microsoft.com/office/drawing/2014/main" id="{C422B5AB-5D3A-F644-E01A-DADA09BCBE61}"/>
              </a:ext>
            </a:extLst>
          </p:cNvPr>
          <p:cNvGrpSpPr/>
          <p:nvPr/>
        </p:nvGrpSpPr>
        <p:grpSpPr>
          <a:xfrm flipH="1">
            <a:off x="10901681" y="2499898"/>
            <a:ext cx="102393" cy="97128"/>
            <a:chOff x="9253470" y="1351580"/>
            <a:chExt cx="133734" cy="133734"/>
          </a:xfrm>
        </p:grpSpPr>
        <p:sp>
          <p:nvSpPr>
            <p:cNvPr id="156" name="Oval 15540">
              <a:extLst>
                <a:ext uri="{FF2B5EF4-FFF2-40B4-BE49-F238E27FC236}">
                  <a16:creationId xmlns:a16="http://schemas.microsoft.com/office/drawing/2014/main" id="{AE83DE9B-9185-CFE0-8D1C-37AFC893435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57" name="Line 15541">
              <a:extLst>
                <a:ext uri="{FF2B5EF4-FFF2-40B4-BE49-F238E27FC236}">
                  <a16:creationId xmlns:a16="http://schemas.microsoft.com/office/drawing/2014/main" id="{DEE52216-D01F-CB28-6CB2-E8500996180F}"/>
                </a:ext>
              </a:extLst>
            </p:cNvPr>
            <p:cNvCxnSpPr>
              <a:cxnSpLocks/>
              <a:stCxn id="156" idx="1"/>
              <a:endCxn id="156"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19" name="Oval 15540">
            <a:extLst>
              <a:ext uri="{FF2B5EF4-FFF2-40B4-BE49-F238E27FC236}">
                <a16:creationId xmlns:a16="http://schemas.microsoft.com/office/drawing/2014/main" id="{36AAF737-9309-EB18-F856-F2D85861425D}"/>
              </a:ext>
            </a:extLst>
          </p:cNvPr>
          <p:cNvSpPr>
            <a:spLocks/>
          </p:cNvSpPr>
          <p:nvPr/>
        </p:nvSpPr>
        <p:spPr bwMode="auto">
          <a:xfrm flipH="1">
            <a:off x="10885160" y="2592476"/>
            <a:ext cx="256904" cy="252006"/>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03" name="任意形状 202">
            <a:extLst>
              <a:ext uri="{FF2B5EF4-FFF2-40B4-BE49-F238E27FC236}">
                <a16:creationId xmlns:a16="http://schemas.microsoft.com/office/drawing/2014/main" id="{897A97B8-FEBC-F415-4E48-AFDEBFCE0744}"/>
              </a:ext>
            </a:extLst>
          </p:cNvPr>
          <p:cNvSpPr/>
          <p:nvPr/>
        </p:nvSpPr>
        <p:spPr>
          <a:xfrm rot="16200000">
            <a:off x="11454017" y="2716828"/>
            <a:ext cx="270470" cy="233280"/>
          </a:xfrm>
          <a:custGeom>
            <a:avLst/>
            <a:gdLst>
              <a:gd name="connsiteX0" fmla="*/ 545896 w 545896"/>
              <a:gd name="connsiteY0" fmla="*/ 0 h 484440"/>
              <a:gd name="connsiteX1" fmla="*/ 545896 w 545896"/>
              <a:gd name="connsiteY1" fmla="*/ 26130 h 484440"/>
              <a:gd name="connsiteX2" fmla="*/ 542783 w 545896"/>
              <a:gd name="connsiteY2" fmla="*/ 28229 h 484440"/>
              <a:gd name="connsiteX3" fmla="*/ 524850 w 545896"/>
              <a:gd name="connsiteY3" fmla="*/ 71523 h 484440"/>
              <a:gd name="connsiteX4" fmla="*/ 524851 w 545896"/>
              <a:gd name="connsiteY4" fmla="*/ 316428 h 484440"/>
              <a:gd name="connsiteX5" fmla="*/ 542784 w 545896"/>
              <a:gd name="connsiteY5" fmla="*/ 359722 h 484440"/>
              <a:gd name="connsiteX6" fmla="*/ 545896 w 545896"/>
              <a:gd name="connsiteY6" fmla="*/ 361821 h 484440"/>
              <a:gd name="connsiteX7" fmla="*/ 545896 w 545896"/>
              <a:gd name="connsiteY7" fmla="*/ 484440 h 484440"/>
              <a:gd name="connsiteX8" fmla="*/ 430830 w 545896"/>
              <a:gd name="connsiteY8" fmla="*/ 484440 h 484440"/>
              <a:gd name="connsiteX9" fmla="*/ 430591 w 545896"/>
              <a:gd name="connsiteY9" fmla="*/ 483288 h 484440"/>
              <a:gd name="connsiteX10" fmla="*/ 372435 w 545896"/>
              <a:gd name="connsiteY10" fmla="*/ 445893 h 484440"/>
              <a:gd name="connsiteX11" fmla="*/ 119973 w 545896"/>
              <a:gd name="connsiteY11" fmla="*/ 445893 h 484440"/>
              <a:gd name="connsiteX12" fmla="*/ 61817 w 545896"/>
              <a:gd name="connsiteY12" fmla="*/ 483288 h 484440"/>
              <a:gd name="connsiteX13" fmla="*/ 61577 w 545896"/>
              <a:gd name="connsiteY13" fmla="*/ 484440 h 484440"/>
              <a:gd name="connsiteX14" fmla="*/ 0 w 545896"/>
              <a:gd name="connsiteY14" fmla="*/ 484440 h 484440"/>
              <a:gd name="connsiteX15" fmla="*/ 0 w 545896"/>
              <a:gd name="connsiteY15"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896" h="484440">
                <a:moveTo>
                  <a:pt x="545896" y="0"/>
                </a:moveTo>
                <a:lnTo>
                  <a:pt x="545896" y="26130"/>
                </a:lnTo>
                <a:lnTo>
                  <a:pt x="542783" y="28229"/>
                </a:lnTo>
                <a:cubicBezTo>
                  <a:pt x="531703" y="39309"/>
                  <a:pt x="524850" y="54616"/>
                  <a:pt x="524850" y="71523"/>
                </a:cubicBezTo>
                <a:lnTo>
                  <a:pt x="524851" y="316428"/>
                </a:lnTo>
                <a:cubicBezTo>
                  <a:pt x="524851" y="333336"/>
                  <a:pt x="531704" y="348642"/>
                  <a:pt x="542784" y="359722"/>
                </a:cubicBezTo>
                <a:lnTo>
                  <a:pt x="545896" y="361821"/>
                </a:lnTo>
                <a:lnTo>
                  <a:pt x="545896" y="484440"/>
                </a:lnTo>
                <a:lnTo>
                  <a:pt x="430830" y="484440"/>
                </a:lnTo>
                <a:lnTo>
                  <a:pt x="430591" y="483288"/>
                </a:lnTo>
                <a:cubicBezTo>
                  <a:pt x="421009" y="461312"/>
                  <a:pt x="398578" y="445893"/>
                  <a:pt x="372435" y="445893"/>
                </a:cubicBezTo>
                <a:lnTo>
                  <a:pt x="119973" y="445893"/>
                </a:lnTo>
                <a:cubicBezTo>
                  <a:pt x="93829" y="445893"/>
                  <a:pt x="71398" y="461312"/>
                  <a:pt x="61817" y="483288"/>
                </a:cubicBezTo>
                <a:lnTo>
                  <a:pt x="61577" y="484440"/>
                </a:lnTo>
                <a:lnTo>
                  <a:pt x="0" y="484440"/>
                </a:lnTo>
                <a:lnTo>
                  <a:pt x="0"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225" name="任意形状 224">
            <a:extLst>
              <a:ext uri="{FF2B5EF4-FFF2-40B4-BE49-F238E27FC236}">
                <a16:creationId xmlns:a16="http://schemas.microsoft.com/office/drawing/2014/main" id="{8AECFC84-0094-71FF-CEF2-469B02BB0FEC}"/>
              </a:ext>
            </a:extLst>
          </p:cNvPr>
          <p:cNvSpPr/>
          <p:nvPr/>
        </p:nvSpPr>
        <p:spPr>
          <a:xfrm rot="10800000">
            <a:off x="11450369" y="2161953"/>
            <a:ext cx="253232" cy="240021"/>
          </a:xfrm>
          <a:custGeom>
            <a:avLst/>
            <a:gdLst>
              <a:gd name="connsiteX0" fmla="*/ 543196 w 543196"/>
              <a:gd name="connsiteY0" fmla="*/ 484440 h 484440"/>
              <a:gd name="connsiteX1" fmla="*/ 428700 w 543196"/>
              <a:gd name="connsiteY1" fmla="*/ 484440 h 484440"/>
              <a:gd name="connsiteX2" fmla="*/ 428462 w 543196"/>
              <a:gd name="connsiteY2" fmla="*/ 483288 h 484440"/>
              <a:gd name="connsiteX3" fmla="*/ 370593 w 543196"/>
              <a:gd name="connsiteY3" fmla="*/ 445893 h 484440"/>
              <a:gd name="connsiteX4" fmla="*/ 119379 w 543196"/>
              <a:gd name="connsiteY4" fmla="*/ 445893 h 484440"/>
              <a:gd name="connsiteX5" fmla="*/ 84266 w 543196"/>
              <a:gd name="connsiteY5" fmla="*/ 456350 h 484440"/>
              <a:gd name="connsiteX6" fmla="*/ 65403 w 543196"/>
              <a:gd name="connsiteY6" fmla="*/ 478681 h 484440"/>
              <a:gd name="connsiteX7" fmla="*/ 65403 w 543196"/>
              <a:gd name="connsiteY7" fmla="*/ 643 h 484440"/>
              <a:gd name="connsiteX8" fmla="*/ 0 w 543196"/>
              <a:gd name="connsiteY8" fmla="*/ 643 h 484440"/>
              <a:gd name="connsiteX9" fmla="*/ 0 w 543196"/>
              <a:gd name="connsiteY9" fmla="*/ 0 h 484440"/>
              <a:gd name="connsiteX10" fmla="*/ 115250 w 543196"/>
              <a:gd name="connsiteY10" fmla="*/ 0 h 484440"/>
              <a:gd name="connsiteX11" fmla="*/ 117196 w 543196"/>
              <a:gd name="connsiteY11" fmla="*/ 9638 h 484440"/>
              <a:gd name="connsiteX12" fmla="*/ 172172 w 543196"/>
              <a:gd name="connsiteY12" fmla="*/ 46079 h 484440"/>
              <a:gd name="connsiteX13" fmla="*/ 410834 w 543196"/>
              <a:gd name="connsiteY13" fmla="*/ 46079 h 484440"/>
              <a:gd name="connsiteX14" fmla="*/ 465810 w 543196"/>
              <a:gd name="connsiteY14" fmla="*/ 9638 h 484440"/>
              <a:gd name="connsiteX15" fmla="*/ 467756 w 543196"/>
              <a:gd name="connsiteY15" fmla="*/ 0 h 484440"/>
              <a:gd name="connsiteX16" fmla="*/ 543196 w 543196"/>
              <a:gd name="connsiteY16"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3196" h="484440">
                <a:moveTo>
                  <a:pt x="543196" y="484440"/>
                </a:moveTo>
                <a:lnTo>
                  <a:pt x="428700" y="484440"/>
                </a:lnTo>
                <a:lnTo>
                  <a:pt x="428462" y="483288"/>
                </a:lnTo>
                <a:cubicBezTo>
                  <a:pt x="418927" y="461312"/>
                  <a:pt x="396607" y="445893"/>
                  <a:pt x="370593" y="445893"/>
                </a:cubicBezTo>
                <a:lnTo>
                  <a:pt x="119379" y="445893"/>
                </a:lnTo>
                <a:cubicBezTo>
                  <a:pt x="106373" y="445893"/>
                  <a:pt x="94289" y="449748"/>
                  <a:pt x="84266" y="456350"/>
                </a:cubicBezTo>
                <a:lnTo>
                  <a:pt x="65403" y="478681"/>
                </a:lnTo>
                <a:lnTo>
                  <a:pt x="65403" y="643"/>
                </a:lnTo>
                <a:lnTo>
                  <a:pt x="0" y="643"/>
                </a:lnTo>
                <a:lnTo>
                  <a:pt x="0" y="0"/>
                </a:lnTo>
                <a:lnTo>
                  <a:pt x="115250" y="0"/>
                </a:lnTo>
                <a:lnTo>
                  <a:pt x="117196" y="9638"/>
                </a:lnTo>
                <a:cubicBezTo>
                  <a:pt x="126254" y="31053"/>
                  <a:pt x="147458" y="46079"/>
                  <a:pt x="172172" y="46079"/>
                </a:cubicBezTo>
                <a:lnTo>
                  <a:pt x="410834" y="46079"/>
                </a:lnTo>
                <a:cubicBezTo>
                  <a:pt x="435548" y="46079"/>
                  <a:pt x="456753" y="31053"/>
                  <a:pt x="465810" y="9638"/>
                </a:cubicBezTo>
                <a:lnTo>
                  <a:pt x="467756" y="0"/>
                </a:lnTo>
                <a:lnTo>
                  <a:pt x="543196"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26" name="任意形状 225">
            <a:extLst>
              <a:ext uri="{FF2B5EF4-FFF2-40B4-BE49-F238E27FC236}">
                <a16:creationId xmlns:a16="http://schemas.microsoft.com/office/drawing/2014/main" id="{B1F96A4C-F9B7-807B-DD79-64F7C80CE4FF}"/>
              </a:ext>
            </a:extLst>
          </p:cNvPr>
          <p:cNvSpPr/>
          <p:nvPr/>
        </p:nvSpPr>
        <p:spPr>
          <a:xfrm rot="16200000">
            <a:off x="11575761" y="2479601"/>
            <a:ext cx="286756" cy="140575"/>
          </a:xfrm>
          <a:custGeom>
            <a:avLst/>
            <a:gdLst>
              <a:gd name="connsiteX0" fmla="*/ 545896 w 545896"/>
              <a:gd name="connsiteY0" fmla="*/ 0 h 484440"/>
              <a:gd name="connsiteX1" fmla="*/ 545896 w 545896"/>
              <a:gd name="connsiteY1" fmla="*/ 26130 h 484440"/>
              <a:gd name="connsiteX2" fmla="*/ 542783 w 545896"/>
              <a:gd name="connsiteY2" fmla="*/ 28229 h 484440"/>
              <a:gd name="connsiteX3" fmla="*/ 524850 w 545896"/>
              <a:gd name="connsiteY3" fmla="*/ 71523 h 484440"/>
              <a:gd name="connsiteX4" fmla="*/ 524851 w 545896"/>
              <a:gd name="connsiteY4" fmla="*/ 316428 h 484440"/>
              <a:gd name="connsiteX5" fmla="*/ 542784 w 545896"/>
              <a:gd name="connsiteY5" fmla="*/ 359722 h 484440"/>
              <a:gd name="connsiteX6" fmla="*/ 545896 w 545896"/>
              <a:gd name="connsiteY6" fmla="*/ 361821 h 484440"/>
              <a:gd name="connsiteX7" fmla="*/ 545896 w 545896"/>
              <a:gd name="connsiteY7" fmla="*/ 484440 h 484440"/>
              <a:gd name="connsiteX8" fmla="*/ 430830 w 545896"/>
              <a:gd name="connsiteY8" fmla="*/ 484440 h 484440"/>
              <a:gd name="connsiteX9" fmla="*/ 430591 w 545896"/>
              <a:gd name="connsiteY9" fmla="*/ 483288 h 484440"/>
              <a:gd name="connsiteX10" fmla="*/ 372435 w 545896"/>
              <a:gd name="connsiteY10" fmla="*/ 445893 h 484440"/>
              <a:gd name="connsiteX11" fmla="*/ 119973 w 545896"/>
              <a:gd name="connsiteY11" fmla="*/ 445893 h 484440"/>
              <a:gd name="connsiteX12" fmla="*/ 61817 w 545896"/>
              <a:gd name="connsiteY12" fmla="*/ 483288 h 484440"/>
              <a:gd name="connsiteX13" fmla="*/ 61577 w 545896"/>
              <a:gd name="connsiteY13" fmla="*/ 484440 h 484440"/>
              <a:gd name="connsiteX14" fmla="*/ 0 w 545896"/>
              <a:gd name="connsiteY14" fmla="*/ 484440 h 484440"/>
              <a:gd name="connsiteX15" fmla="*/ 0 w 545896"/>
              <a:gd name="connsiteY15"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896" h="484440">
                <a:moveTo>
                  <a:pt x="545896" y="0"/>
                </a:moveTo>
                <a:lnTo>
                  <a:pt x="545896" y="26130"/>
                </a:lnTo>
                <a:lnTo>
                  <a:pt x="542783" y="28229"/>
                </a:lnTo>
                <a:cubicBezTo>
                  <a:pt x="531703" y="39309"/>
                  <a:pt x="524850" y="54616"/>
                  <a:pt x="524850" y="71523"/>
                </a:cubicBezTo>
                <a:lnTo>
                  <a:pt x="524851" y="316428"/>
                </a:lnTo>
                <a:cubicBezTo>
                  <a:pt x="524851" y="333336"/>
                  <a:pt x="531704" y="348642"/>
                  <a:pt x="542784" y="359722"/>
                </a:cubicBezTo>
                <a:lnTo>
                  <a:pt x="545896" y="361821"/>
                </a:lnTo>
                <a:lnTo>
                  <a:pt x="545896" y="484440"/>
                </a:lnTo>
                <a:lnTo>
                  <a:pt x="430830" y="484440"/>
                </a:lnTo>
                <a:lnTo>
                  <a:pt x="430591" y="483288"/>
                </a:lnTo>
                <a:cubicBezTo>
                  <a:pt x="421009" y="461312"/>
                  <a:pt x="398578" y="445893"/>
                  <a:pt x="372435" y="445893"/>
                </a:cubicBezTo>
                <a:lnTo>
                  <a:pt x="119973" y="445893"/>
                </a:lnTo>
                <a:cubicBezTo>
                  <a:pt x="93829" y="445893"/>
                  <a:pt x="71398" y="461312"/>
                  <a:pt x="61817" y="483288"/>
                </a:cubicBezTo>
                <a:lnTo>
                  <a:pt x="61577" y="484440"/>
                </a:lnTo>
                <a:lnTo>
                  <a:pt x="0" y="484440"/>
                </a:lnTo>
                <a:lnTo>
                  <a:pt x="0"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237" name="组合 236">
            <a:extLst>
              <a:ext uri="{FF2B5EF4-FFF2-40B4-BE49-F238E27FC236}">
                <a16:creationId xmlns:a16="http://schemas.microsoft.com/office/drawing/2014/main" id="{B0F43280-5EB4-A9F7-AAF4-6041989779E6}"/>
              </a:ext>
            </a:extLst>
          </p:cNvPr>
          <p:cNvGrpSpPr/>
          <p:nvPr/>
        </p:nvGrpSpPr>
        <p:grpSpPr>
          <a:xfrm flipH="1">
            <a:off x="10958861" y="2660036"/>
            <a:ext cx="102393" cy="109407"/>
            <a:chOff x="9253470" y="1351580"/>
            <a:chExt cx="133734" cy="133734"/>
          </a:xfrm>
        </p:grpSpPr>
        <p:sp>
          <p:nvSpPr>
            <p:cNvPr id="238" name="Oval 15540">
              <a:extLst>
                <a:ext uri="{FF2B5EF4-FFF2-40B4-BE49-F238E27FC236}">
                  <a16:creationId xmlns:a16="http://schemas.microsoft.com/office/drawing/2014/main" id="{95B4AF2A-FE1A-384A-79DB-DB5F43292852}"/>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39" name="Line 15541">
              <a:extLst>
                <a:ext uri="{FF2B5EF4-FFF2-40B4-BE49-F238E27FC236}">
                  <a16:creationId xmlns:a16="http://schemas.microsoft.com/office/drawing/2014/main" id="{8B13E8A3-2591-2C6F-23A9-DE4124B71248}"/>
                </a:ext>
              </a:extLst>
            </p:cNvPr>
            <p:cNvCxnSpPr>
              <a:cxnSpLocks/>
              <a:stCxn id="238" idx="1"/>
              <a:endCxn id="23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330" name="Rectangle 15437">
            <a:extLst>
              <a:ext uri="{FF2B5EF4-FFF2-40B4-BE49-F238E27FC236}">
                <a16:creationId xmlns:a16="http://schemas.microsoft.com/office/drawing/2014/main" id="{CC13E04E-49EA-4D99-2053-9665215DAA4F}"/>
              </a:ext>
            </a:extLst>
          </p:cNvPr>
          <p:cNvSpPr>
            <a:spLocks/>
          </p:cNvSpPr>
          <p:nvPr/>
        </p:nvSpPr>
        <p:spPr bwMode="auto">
          <a:xfrm flipH="1">
            <a:off x="10002878" y="2381468"/>
            <a:ext cx="689244" cy="327368"/>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331" name="Line 15500">
            <a:extLst>
              <a:ext uri="{FF2B5EF4-FFF2-40B4-BE49-F238E27FC236}">
                <a16:creationId xmlns:a16="http://schemas.microsoft.com/office/drawing/2014/main" id="{D4408C0D-1221-F7EF-36AC-DC951E7A8A07}"/>
              </a:ext>
            </a:extLst>
          </p:cNvPr>
          <p:cNvCxnSpPr>
            <a:cxnSpLocks/>
          </p:cNvCxnSpPr>
          <p:nvPr/>
        </p:nvCxnSpPr>
        <p:spPr bwMode="auto">
          <a:xfrm flipH="1">
            <a:off x="10746717" y="3046546"/>
            <a:ext cx="55722" cy="86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5" name="灯片编号占位符 4"/>
          <p:cNvSpPr>
            <a:spLocks noGrp="1"/>
          </p:cNvSpPr>
          <p:nvPr>
            <p:ph type="sldNum" sz="quarter" idx="12"/>
          </p:nvPr>
        </p:nvSpPr>
        <p:spPr>
          <a:xfrm>
            <a:off x="9150012" y="6398323"/>
            <a:ext cx="2743200" cy="365125"/>
          </a:xfrm>
        </p:spPr>
        <p:txBody>
          <a:bodyPr/>
          <a:lstStyle/>
          <a:p>
            <a:fld id="{888F8D02-9041-4C59-BC62-13DE0E5C6713}" type="slidenum">
              <a:rPr lang="zh-CN" altLang="en-US" sz="1600" b="1" smtClean="0"/>
              <a:t>14</a:t>
            </a:fld>
            <a:endParaRPr lang="zh-CN" altLang="en-US" sz="1600" b="1" dirty="0"/>
          </a:p>
        </p:txBody>
      </p:sp>
      <p:grpSp>
        <p:nvGrpSpPr>
          <p:cNvPr id="6" name="组合 5">
            <a:extLst>
              <a:ext uri="{FF2B5EF4-FFF2-40B4-BE49-F238E27FC236}">
                <a16:creationId xmlns:a16="http://schemas.microsoft.com/office/drawing/2014/main" id="{453DD794-550D-FBCF-DBA8-9A1A21D74945}"/>
              </a:ext>
            </a:extLst>
          </p:cNvPr>
          <p:cNvGrpSpPr/>
          <p:nvPr/>
        </p:nvGrpSpPr>
        <p:grpSpPr>
          <a:xfrm>
            <a:off x="0" y="178307"/>
            <a:ext cx="12197666" cy="491115"/>
            <a:chOff x="-5664" y="377519"/>
            <a:chExt cx="12197666" cy="491115"/>
          </a:xfrm>
        </p:grpSpPr>
        <p:sp>
          <p:nvSpPr>
            <p:cNvPr id="9" name="矩形 8">
              <a:extLst>
                <a:ext uri="{FF2B5EF4-FFF2-40B4-BE49-F238E27FC236}">
                  <a16:creationId xmlns:a16="http://schemas.microsoft.com/office/drawing/2014/main" id="{3A26751B-EF99-A7CE-9A1E-6734566A84ED}"/>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0" name="圆角矩形 9">
              <a:extLst>
                <a:ext uri="{FF2B5EF4-FFF2-40B4-BE49-F238E27FC236}">
                  <a16:creationId xmlns:a16="http://schemas.microsoft.com/office/drawing/2014/main" id="{E009195D-3978-2DB4-4CBF-1D4919FFF510}"/>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12" name="文本框 11">
              <a:extLst>
                <a:ext uri="{FF2B5EF4-FFF2-40B4-BE49-F238E27FC236}">
                  <a16:creationId xmlns:a16="http://schemas.microsoft.com/office/drawing/2014/main" id="{A55CA8FD-C055-A65F-3227-945E1E177A1B}"/>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22" name="矩形 21">
              <a:extLst>
                <a:ext uri="{FF2B5EF4-FFF2-40B4-BE49-F238E27FC236}">
                  <a16:creationId xmlns:a16="http://schemas.microsoft.com/office/drawing/2014/main" id="{089DF5D6-282C-A7DA-A4E2-62FF3276CB27}"/>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23" name="组 398">
              <a:extLst>
                <a:ext uri="{FF2B5EF4-FFF2-40B4-BE49-F238E27FC236}">
                  <a16:creationId xmlns:a16="http://schemas.microsoft.com/office/drawing/2014/main" id="{A3201947-F8BC-D74B-F809-7605B767426E}"/>
                </a:ext>
              </a:extLst>
            </p:cNvPr>
            <p:cNvGrpSpPr/>
            <p:nvPr/>
          </p:nvGrpSpPr>
          <p:grpSpPr>
            <a:xfrm>
              <a:off x="11454106" y="380935"/>
              <a:ext cx="737892" cy="484288"/>
              <a:chOff x="11454105" y="252856"/>
              <a:chExt cx="737892" cy="484288"/>
            </a:xfrm>
          </p:grpSpPr>
          <p:grpSp>
            <p:nvGrpSpPr>
              <p:cNvPr id="24" name="组 400">
                <a:extLst>
                  <a:ext uri="{FF2B5EF4-FFF2-40B4-BE49-F238E27FC236}">
                    <a16:creationId xmlns:a16="http://schemas.microsoft.com/office/drawing/2014/main" id="{EDD5B4C0-101C-AA48-ADF9-2B9D6B127DDA}"/>
                  </a:ext>
                </a:extLst>
              </p:cNvPr>
              <p:cNvGrpSpPr/>
              <p:nvPr/>
            </p:nvGrpSpPr>
            <p:grpSpPr>
              <a:xfrm>
                <a:off x="12039604" y="252856"/>
                <a:ext cx="152393" cy="484287"/>
                <a:chOff x="12039604" y="252856"/>
                <a:chExt cx="152393" cy="484287"/>
              </a:xfrm>
            </p:grpSpPr>
            <p:sp>
              <p:nvSpPr>
                <p:cNvPr id="73" name="圆角矩形 72">
                  <a:extLst>
                    <a:ext uri="{FF2B5EF4-FFF2-40B4-BE49-F238E27FC236}">
                      <a16:creationId xmlns:a16="http://schemas.microsoft.com/office/drawing/2014/main" id="{F6C52284-4544-35FC-1C28-90395CB01C2A}"/>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a:extLst>
                    <a:ext uri="{FF2B5EF4-FFF2-40B4-BE49-F238E27FC236}">
                      <a16:creationId xmlns:a16="http://schemas.microsoft.com/office/drawing/2014/main" id="{432041BC-3353-E0A5-889D-210E4479A04C}"/>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a:extLst>
                    <a:ext uri="{FF2B5EF4-FFF2-40B4-BE49-F238E27FC236}">
                      <a16:creationId xmlns:a16="http://schemas.microsoft.com/office/drawing/2014/main" id="{F4F16069-7CEA-671C-59C3-29BAFFD0CD5B}"/>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圆角矩形 111">
                  <a:extLst>
                    <a:ext uri="{FF2B5EF4-FFF2-40B4-BE49-F238E27FC236}">
                      <a16:creationId xmlns:a16="http://schemas.microsoft.com/office/drawing/2014/main" id="{2C5249A1-289C-01CF-6BB1-C8CC64E7CBDD}"/>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a:extLst>
                    <a:ext uri="{FF2B5EF4-FFF2-40B4-BE49-F238E27FC236}">
                      <a16:creationId xmlns:a16="http://schemas.microsoft.com/office/drawing/2014/main" id="{DAE4FA23-86AE-9096-ACBF-2D7F03396513}"/>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99">
                <a:extLst>
                  <a:ext uri="{FF2B5EF4-FFF2-40B4-BE49-F238E27FC236}">
                    <a16:creationId xmlns:a16="http://schemas.microsoft.com/office/drawing/2014/main" id="{8FEFEABF-CFB1-8CA5-28E8-D25690BC3B7D}"/>
                  </a:ext>
                </a:extLst>
              </p:cNvPr>
              <p:cNvGrpSpPr/>
              <p:nvPr/>
            </p:nvGrpSpPr>
            <p:grpSpPr>
              <a:xfrm>
                <a:off x="11454105" y="252857"/>
                <a:ext cx="491115" cy="484287"/>
                <a:chOff x="1528923" y="220268"/>
                <a:chExt cx="1284096" cy="1266241"/>
              </a:xfrm>
            </p:grpSpPr>
            <p:sp>
              <p:nvSpPr>
                <p:cNvPr id="46" name="圆角矩形 45">
                  <a:extLst>
                    <a:ext uri="{FF2B5EF4-FFF2-40B4-BE49-F238E27FC236}">
                      <a16:creationId xmlns:a16="http://schemas.microsoft.com/office/drawing/2014/main" id="{680271FA-1439-9A9E-F81B-C2C0DD8A9401}"/>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Freeform 96">
                  <a:extLst>
                    <a:ext uri="{FF2B5EF4-FFF2-40B4-BE49-F238E27FC236}">
                      <a16:creationId xmlns:a16="http://schemas.microsoft.com/office/drawing/2014/main" id="{6FEF32AE-4335-98DB-0655-ED0388BD5467}"/>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Tree>
    <p:extLst>
      <p:ext uri="{BB962C8B-B14F-4D97-AF65-F5344CB8AC3E}">
        <p14:creationId xmlns:p14="http://schemas.microsoft.com/office/powerpoint/2010/main" val="732354352"/>
      </p:ext>
    </p:extLst>
  </p:cSld>
  <p:clrMapOvr>
    <a:masterClrMapping/>
  </p:clrMapOvr>
  <mc:AlternateContent xmlns:mc="http://schemas.openxmlformats.org/markup-compatibility/2006" xmlns:p14="http://schemas.microsoft.com/office/powerpoint/2010/main">
    <mc:Choice Requires="p14">
      <p:transition p14:dur="0" advTm="100"/>
    </mc:Choice>
    <mc:Fallback xmlns="">
      <p:transition advTm="1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 name="组合 235">
            <a:extLst>
              <a:ext uri="{FF2B5EF4-FFF2-40B4-BE49-F238E27FC236}">
                <a16:creationId xmlns:a16="http://schemas.microsoft.com/office/drawing/2014/main" id="{EF902310-7A87-CBB9-49C3-80D19B787CB2}"/>
              </a:ext>
            </a:extLst>
          </p:cNvPr>
          <p:cNvGrpSpPr/>
          <p:nvPr/>
        </p:nvGrpSpPr>
        <p:grpSpPr>
          <a:xfrm>
            <a:off x="3701295" y="2692339"/>
            <a:ext cx="1239005" cy="1231566"/>
            <a:chOff x="3701295" y="2692339"/>
            <a:chExt cx="1239005" cy="1231566"/>
          </a:xfrm>
        </p:grpSpPr>
        <p:sp>
          <p:nvSpPr>
            <p:cNvPr id="126" name="Rectangle 15437">
              <a:extLst>
                <a:ext uri="{FF2B5EF4-FFF2-40B4-BE49-F238E27FC236}">
                  <a16:creationId xmlns:a16="http://schemas.microsoft.com/office/drawing/2014/main" id="{48114815-A0CB-A525-2965-C94AD6856283}"/>
                </a:ext>
              </a:extLst>
            </p:cNvPr>
            <p:cNvSpPr>
              <a:spLocks/>
            </p:cNvSpPr>
            <p:nvPr/>
          </p:nvSpPr>
          <p:spPr bwMode="auto">
            <a:xfrm flipH="1">
              <a:off x="3701295" y="2729573"/>
              <a:ext cx="1191604" cy="457993"/>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 name="AutoShape 15457">
              <a:extLst>
                <a:ext uri="{FF2B5EF4-FFF2-40B4-BE49-F238E27FC236}">
                  <a16:creationId xmlns:a16="http://schemas.microsoft.com/office/drawing/2014/main" id="{EC020034-791D-BB42-AA0B-7C0D851FBB87}"/>
                </a:ext>
              </a:extLst>
            </p:cNvPr>
            <p:cNvSpPr>
              <a:spLocks/>
            </p:cNvSpPr>
            <p:nvPr/>
          </p:nvSpPr>
          <p:spPr bwMode="auto">
            <a:xfrm rot="5400000" flipH="1">
              <a:off x="4598897" y="2888180"/>
              <a:ext cx="537244" cy="145562"/>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24" name="组合 123">
              <a:extLst>
                <a:ext uri="{FF2B5EF4-FFF2-40B4-BE49-F238E27FC236}">
                  <a16:creationId xmlns:a16="http://schemas.microsoft.com/office/drawing/2014/main" id="{596BA182-213A-0CFD-422E-6580D704C58D}"/>
                </a:ext>
              </a:extLst>
            </p:cNvPr>
            <p:cNvGrpSpPr/>
            <p:nvPr/>
          </p:nvGrpSpPr>
          <p:grpSpPr>
            <a:xfrm flipH="1">
              <a:off x="4285613" y="2933321"/>
              <a:ext cx="297386" cy="990584"/>
              <a:chOff x="2405519" y="1378395"/>
              <a:chExt cx="181074" cy="675772"/>
            </a:xfrm>
          </p:grpSpPr>
          <p:sp>
            <p:nvSpPr>
              <p:cNvPr id="184" name="Oval 15416">
                <a:extLst>
                  <a:ext uri="{FF2B5EF4-FFF2-40B4-BE49-F238E27FC236}">
                    <a16:creationId xmlns:a16="http://schemas.microsoft.com/office/drawing/2014/main" id="{A1C9268E-6DA3-0F6D-15BC-6E362DD092E2}"/>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85" name="Rectangle 15439">
                <a:extLst>
                  <a:ext uri="{FF2B5EF4-FFF2-40B4-BE49-F238E27FC236}">
                    <a16:creationId xmlns:a16="http://schemas.microsoft.com/office/drawing/2014/main" id="{FE0651CF-E32C-8EDA-662E-C08007505C7D}"/>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86" name="Rectangle 15484">
                <a:extLst>
                  <a:ext uri="{FF2B5EF4-FFF2-40B4-BE49-F238E27FC236}">
                    <a16:creationId xmlns:a16="http://schemas.microsoft.com/office/drawing/2014/main" id="{91C70B25-338B-9C4A-4CE9-0715BBB8B099}"/>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87" name="Line 15485">
                <a:extLst>
                  <a:ext uri="{FF2B5EF4-FFF2-40B4-BE49-F238E27FC236}">
                    <a16:creationId xmlns:a16="http://schemas.microsoft.com/office/drawing/2014/main" id="{F8E1B229-C28D-4D0A-D915-31BA3E8E6DAA}"/>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8" name="Line 15486">
                <a:extLst>
                  <a:ext uri="{FF2B5EF4-FFF2-40B4-BE49-F238E27FC236}">
                    <a16:creationId xmlns:a16="http://schemas.microsoft.com/office/drawing/2014/main" id="{C9CA4790-940A-FE04-D55F-2BBC0DCB3E2C}"/>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9" name="Line 15487">
                <a:extLst>
                  <a:ext uri="{FF2B5EF4-FFF2-40B4-BE49-F238E27FC236}">
                    <a16:creationId xmlns:a16="http://schemas.microsoft.com/office/drawing/2014/main" id="{67A5A97D-623A-B922-6AAA-7A96FEBFAAD8}"/>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0" name="Line 15488">
                <a:extLst>
                  <a:ext uri="{FF2B5EF4-FFF2-40B4-BE49-F238E27FC236}">
                    <a16:creationId xmlns:a16="http://schemas.microsoft.com/office/drawing/2014/main" id="{7D9F1CDE-CD1F-75E8-8EF2-A73E18025016}"/>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1" name="Line 15489">
                <a:extLst>
                  <a:ext uri="{FF2B5EF4-FFF2-40B4-BE49-F238E27FC236}">
                    <a16:creationId xmlns:a16="http://schemas.microsoft.com/office/drawing/2014/main" id="{EAAAE3FE-D565-6AB3-4D9A-D23F0C33C185}"/>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2" name="Line 15490">
                <a:extLst>
                  <a:ext uri="{FF2B5EF4-FFF2-40B4-BE49-F238E27FC236}">
                    <a16:creationId xmlns:a16="http://schemas.microsoft.com/office/drawing/2014/main" id="{2A5F6920-1FAD-3918-C77A-8C1B0CB542CC}"/>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27" name="Rectangle 15456">
              <a:extLst>
                <a:ext uri="{FF2B5EF4-FFF2-40B4-BE49-F238E27FC236}">
                  <a16:creationId xmlns:a16="http://schemas.microsoft.com/office/drawing/2014/main" id="{BC54F9F6-475B-D2E2-11DF-DC4E719F9E9F}"/>
                </a:ext>
              </a:extLst>
            </p:cNvPr>
            <p:cNvSpPr>
              <a:spLocks/>
            </p:cNvSpPr>
            <p:nvPr/>
          </p:nvSpPr>
          <p:spPr bwMode="auto">
            <a:xfrm flipH="1">
              <a:off x="4232799" y="2694878"/>
              <a:ext cx="408177" cy="541268"/>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grpSp>
        <p:nvGrpSpPr>
          <p:cNvPr id="232" name="组合 231">
            <a:extLst>
              <a:ext uri="{FF2B5EF4-FFF2-40B4-BE49-F238E27FC236}">
                <a16:creationId xmlns:a16="http://schemas.microsoft.com/office/drawing/2014/main" id="{B6198C4F-7C9D-753E-03A6-C1A8EDF32599}"/>
              </a:ext>
            </a:extLst>
          </p:cNvPr>
          <p:cNvGrpSpPr/>
          <p:nvPr/>
        </p:nvGrpSpPr>
        <p:grpSpPr>
          <a:xfrm>
            <a:off x="4908645" y="2490562"/>
            <a:ext cx="358699" cy="1028153"/>
            <a:chOff x="4908645" y="2490562"/>
            <a:chExt cx="358699" cy="1028153"/>
          </a:xfrm>
        </p:grpSpPr>
        <p:grpSp>
          <p:nvGrpSpPr>
            <p:cNvPr id="135" name="组合 134">
              <a:extLst>
                <a:ext uri="{FF2B5EF4-FFF2-40B4-BE49-F238E27FC236}">
                  <a16:creationId xmlns:a16="http://schemas.microsoft.com/office/drawing/2014/main" id="{23524886-750B-A395-926F-996A116989BD}"/>
                </a:ext>
              </a:extLst>
            </p:cNvPr>
            <p:cNvGrpSpPr/>
            <p:nvPr/>
          </p:nvGrpSpPr>
          <p:grpSpPr>
            <a:xfrm flipH="1">
              <a:off x="4909394" y="2490562"/>
              <a:ext cx="351817" cy="1028153"/>
              <a:chOff x="6615473" y="792059"/>
              <a:chExt cx="214216" cy="701401"/>
            </a:xfrm>
          </p:grpSpPr>
          <p:sp>
            <p:nvSpPr>
              <p:cNvPr id="172" name="AutoShape 15440">
                <a:extLst>
                  <a:ext uri="{FF2B5EF4-FFF2-40B4-BE49-F238E27FC236}">
                    <a16:creationId xmlns:a16="http://schemas.microsoft.com/office/drawing/2014/main" id="{E4D08D80-5888-FCFB-8A5E-17A205D2CCF7}"/>
                  </a:ext>
                </a:extLst>
              </p:cNvPr>
              <p:cNvSpPr>
                <a:spLocks/>
              </p:cNvSpPr>
              <p:nvPr/>
            </p:nvSpPr>
            <p:spPr bwMode="auto">
              <a:xfrm>
                <a:off x="6615474" y="792059"/>
                <a:ext cx="212503" cy="701401"/>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noFill/>
                <a:miter lim="800000"/>
                <a:headEnd/>
                <a:tailEnd/>
              </a:ln>
            </p:spPr>
            <p:txBody>
              <a:bodyPr rot="0" vert="horz" wrap="square" lIns="91440" tIns="45720" rIns="91440" bIns="45720" anchor="t" anchorCtr="0" upright="1">
                <a:noAutofit/>
              </a:bodyPr>
              <a:lstStyle/>
              <a:p>
                <a:endParaRPr lang="zh-CN" altLang="en-US" dirty="0"/>
              </a:p>
            </p:txBody>
          </p:sp>
          <p:cxnSp>
            <p:nvCxnSpPr>
              <p:cNvPr id="173" name="Line 15472">
                <a:extLst>
                  <a:ext uri="{FF2B5EF4-FFF2-40B4-BE49-F238E27FC236}">
                    <a16:creationId xmlns:a16="http://schemas.microsoft.com/office/drawing/2014/main" id="{99FCDE1A-3053-C914-541E-2F8E25C73333}"/>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4" name="Line 15473">
                <a:extLst>
                  <a:ext uri="{FF2B5EF4-FFF2-40B4-BE49-F238E27FC236}">
                    <a16:creationId xmlns:a16="http://schemas.microsoft.com/office/drawing/2014/main" id="{D2773E8A-5661-3E81-F02B-AC730CA1EE60}"/>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5" name="Line 15474">
                <a:extLst>
                  <a:ext uri="{FF2B5EF4-FFF2-40B4-BE49-F238E27FC236}">
                    <a16:creationId xmlns:a16="http://schemas.microsoft.com/office/drawing/2014/main" id="{492C8E24-7102-5C70-E330-9D0B611F8B83}"/>
                  </a:ext>
                </a:extLst>
              </p:cNvPr>
              <p:cNvCxnSpPr>
                <a:cxnSpLocks/>
              </p:cNvCxnSpPr>
              <p:nvPr/>
            </p:nvCxnSpPr>
            <p:spPr bwMode="auto">
              <a:xfrm>
                <a:off x="6615477"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6" name="Line 15475">
                <a:extLst>
                  <a:ext uri="{FF2B5EF4-FFF2-40B4-BE49-F238E27FC236}">
                    <a16:creationId xmlns:a16="http://schemas.microsoft.com/office/drawing/2014/main" id="{36AAC5C0-09D0-B1CC-6A78-7765DD8B20B6}"/>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7" name="Line 15476">
                <a:extLst>
                  <a:ext uri="{FF2B5EF4-FFF2-40B4-BE49-F238E27FC236}">
                    <a16:creationId xmlns:a16="http://schemas.microsoft.com/office/drawing/2014/main" id="{BAD36980-B8B9-96CF-9AF3-4E4D4DDF83A4}"/>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8" name="Line 15477">
                <a:extLst>
                  <a:ext uri="{FF2B5EF4-FFF2-40B4-BE49-F238E27FC236}">
                    <a16:creationId xmlns:a16="http://schemas.microsoft.com/office/drawing/2014/main" id="{1C882AFF-E8EF-FCA9-789C-773639D6EFD3}"/>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9" name="Line 15478">
                <a:extLst>
                  <a:ext uri="{FF2B5EF4-FFF2-40B4-BE49-F238E27FC236}">
                    <a16:creationId xmlns:a16="http://schemas.microsoft.com/office/drawing/2014/main" id="{2DC37E6D-3DB4-7F7E-E92D-7D3E593DD0FA}"/>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0" name="Line 15479">
                <a:extLst>
                  <a:ext uri="{FF2B5EF4-FFF2-40B4-BE49-F238E27FC236}">
                    <a16:creationId xmlns:a16="http://schemas.microsoft.com/office/drawing/2014/main" id="{7E5EB8FE-F5DD-F84B-6B54-759ED4249A81}"/>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1" name="Line 15480">
                <a:extLst>
                  <a:ext uri="{FF2B5EF4-FFF2-40B4-BE49-F238E27FC236}">
                    <a16:creationId xmlns:a16="http://schemas.microsoft.com/office/drawing/2014/main" id="{D76F00FF-9B59-32EA-08AC-D66A3DAB6B56}"/>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2" name="Line 15481">
                <a:extLst>
                  <a:ext uri="{FF2B5EF4-FFF2-40B4-BE49-F238E27FC236}">
                    <a16:creationId xmlns:a16="http://schemas.microsoft.com/office/drawing/2014/main" id="{98DFDB52-8F8E-B8F9-B4B4-4059CA204005}"/>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3" name="Line 15482">
                <a:extLst>
                  <a:ext uri="{FF2B5EF4-FFF2-40B4-BE49-F238E27FC236}">
                    <a16:creationId xmlns:a16="http://schemas.microsoft.com/office/drawing/2014/main" id="{A43D5BB4-E990-5331-3905-3F1D80AEE150}"/>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cxnSp>
          <p:nvCxnSpPr>
            <p:cNvPr id="227" name="Line 15482">
              <a:extLst>
                <a:ext uri="{FF2B5EF4-FFF2-40B4-BE49-F238E27FC236}">
                  <a16:creationId xmlns:a16="http://schemas.microsoft.com/office/drawing/2014/main" id="{891D99B7-82AC-6927-803F-791DB9747B8B}"/>
                </a:ext>
              </a:extLst>
            </p:cNvPr>
            <p:cNvCxnSpPr>
              <a:cxnSpLocks/>
            </p:cNvCxnSpPr>
            <p:nvPr/>
          </p:nvCxnSpPr>
          <p:spPr bwMode="auto">
            <a:xfrm flipH="1">
              <a:off x="4915533" y="3268475"/>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28" name="Line 15478">
              <a:extLst>
                <a:ext uri="{FF2B5EF4-FFF2-40B4-BE49-F238E27FC236}">
                  <a16:creationId xmlns:a16="http://schemas.microsoft.com/office/drawing/2014/main" id="{C498A116-90D8-3A27-ACD7-35102717CB2B}"/>
                </a:ext>
              </a:extLst>
            </p:cNvPr>
            <p:cNvCxnSpPr>
              <a:cxnSpLocks/>
            </p:cNvCxnSpPr>
            <p:nvPr/>
          </p:nvCxnSpPr>
          <p:spPr bwMode="auto">
            <a:xfrm flipH="1">
              <a:off x="4914800" y="3319636"/>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29" name="Line 15478">
              <a:extLst>
                <a:ext uri="{FF2B5EF4-FFF2-40B4-BE49-F238E27FC236}">
                  <a16:creationId xmlns:a16="http://schemas.microsoft.com/office/drawing/2014/main" id="{C65B1915-F196-42C0-9C57-799F9820BD2A}"/>
                </a:ext>
              </a:extLst>
            </p:cNvPr>
            <p:cNvCxnSpPr>
              <a:cxnSpLocks/>
            </p:cNvCxnSpPr>
            <p:nvPr/>
          </p:nvCxnSpPr>
          <p:spPr bwMode="auto">
            <a:xfrm flipH="1">
              <a:off x="4908645" y="3375047"/>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31" name="Line 15478">
              <a:extLst>
                <a:ext uri="{FF2B5EF4-FFF2-40B4-BE49-F238E27FC236}">
                  <a16:creationId xmlns:a16="http://schemas.microsoft.com/office/drawing/2014/main" id="{B9BECF39-A40E-C783-7DAE-652F064E76AE}"/>
                </a:ext>
              </a:extLst>
            </p:cNvPr>
            <p:cNvCxnSpPr>
              <a:cxnSpLocks/>
            </p:cNvCxnSpPr>
            <p:nvPr/>
          </p:nvCxnSpPr>
          <p:spPr bwMode="auto">
            <a:xfrm flipH="1">
              <a:off x="4912960" y="3435092"/>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cxnSp>
        <p:nvCxnSpPr>
          <p:cNvPr id="140" name="Line 15500">
            <a:extLst>
              <a:ext uri="{FF2B5EF4-FFF2-40B4-BE49-F238E27FC236}">
                <a16:creationId xmlns:a16="http://schemas.microsoft.com/office/drawing/2014/main" id="{C9F6BFC2-DC1F-FB19-104A-D26EC089A672}"/>
              </a:ext>
            </a:extLst>
          </p:cNvPr>
          <p:cNvCxnSpPr>
            <a:cxnSpLocks/>
          </p:cNvCxnSpPr>
          <p:nvPr/>
        </p:nvCxnSpPr>
        <p:spPr bwMode="auto">
          <a:xfrm flipH="1">
            <a:off x="3324867" y="3977745"/>
            <a:ext cx="120509"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142" name="Rectangle 15437">
            <a:extLst>
              <a:ext uri="{FF2B5EF4-FFF2-40B4-BE49-F238E27FC236}">
                <a16:creationId xmlns:a16="http://schemas.microsoft.com/office/drawing/2014/main" id="{258A5995-B077-672B-3C56-830BED9BF4B2}"/>
              </a:ext>
            </a:extLst>
          </p:cNvPr>
          <p:cNvSpPr>
            <a:spLocks/>
          </p:cNvSpPr>
          <p:nvPr/>
        </p:nvSpPr>
        <p:spPr bwMode="auto">
          <a:xfrm flipH="1">
            <a:off x="1732193" y="2637219"/>
            <a:ext cx="1470167" cy="65523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1" name="Rectangle 15460">
            <a:extLst>
              <a:ext uri="{FF2B5EF4-FFF2-40B4-BE49-F238E27FC236}">
                <a16:creationId xmlns:a16="http://schemas.microsoft.com/office/drawing/2014/main" id="{4F526274-734A-94B8-62DC-1239E3E2EB21}"/>
              </a:ext>
            </a:extLst>
          </p:cNvPr>
          <p:cNvSpPr>
            <a:spLocks/>
          </p:cNvSpPr>
          <p:nvPr/>
        </p:nvSpPr>
        <p:spPr bwMode="auto">
          <a:xfrm flipH="1" flipV="1">
            <a:off x="3268654" y="3270311"/>
            <a:ext cx="194770" cy="186187"/>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2" name="直角三角形 121">
            <a:extLst>
              <a:ext uri="{FF2B5EF4-FFF2-40B4-BE49-F238E27FC236}">
                <a16:creationId xmlns:a16="http://schemas.microsoft.com/office/drawing/2014/main" id="{64375CD7-47B4-2777-A923-0E48AF46CB53}"/>
              </a:ext>
            </a:extLst>
          </p:cNvPr>
          <p:cNvSpPr/>
          <p:nvPr/>
        </p:nvSpPr>
        <p:spPr>
          <a:xfrm>
            <a:off x="1410988" y="3372112"/>
            <a:ext cx="1784525" cy="213287"/>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3" name="Rectangle 15501">
            <a:extLst>
              <a:ext uri="{FF2B5EF4-FFF2-40B4-BE49-F238E27FC236}">
                <a16:creationId xmlns:a16="http://schemas.microsoft.com/office/drawing/2014/main" id="{CF9AF290-FA01-271C-EFB2-4EAA464FD5ED}"/>
              </a:ext>
            </a:extLst>
          </p:cNvPr>
          <p:cNvSpPr>
            <a:spLocks/>
          </p:cNvSpPr>
          <p:nvPr/>
        </p:nvSpPr>
        <p:spPr bwMode="auto">
          <a:xfrm flipH="1">
            <a:off x="1298095" y="3583778"/>
            <a:ext cx="2112159" cy="122947"/>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5" name="Rectangle 15436">
            <a:extLst>
              <a:ext uri="{FF2B5EF4-FFF2-40B4-BE49-F238E27FC236}">
                <a16:creationId xmlns:a16="http://schemas.microsoft.com/office/drawing/2014/main" id="{195FC895-9B6C-D47F-3B55-F5CD962EAEF5}"/>
              </a:ext>
            </a:extLst>
          </p:cNvPr>
          <p:cNvSpPr>
            <a:spLocks/>
          </p:cNvSpPr>
          <p:nvPr/>
        </p:nvSpPr>
        <p:spPr bwMode="auto">
          <a:xfrm flipH="1">
            <a:off x="1107387" y="3446620"/>
            <a:ext cx="304517" cy="1528357"/>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9" name="Rectangle 15460">
            <a:extLst>
              <a:ext uri="{FF2B5EF4-FFF2-40B4-BE49-F238E27FC236}">
                <a16:creationId xmlns:a16="http://schemas.microsoft.com/office/drawing/2014/main" id="{77934C7D-ECD9-710D-08DF-5F6ED65994A1}"/>
              </a:ext>
            </a:extLst>
          </p:cNvPr>
          <p:cNvSpPr>
            <a:spLocks/>
          </p:cNvSpPr>
          <p:nvPr/>
        </p:nvSpPr>
        <p:spPr bwMode="auto">
          <a:xfrm flipH="1" flipV="1">
            <a:off x="3207886" y="3533974"/>
            <a:ext cx="335781" cy="220635"/>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0" name="AutoShape 15462">
            <a:extLst>
              <a:ext uri="{FF2B5EF4-FFF2-40B4-BE49-F238E27FC236}">
                <a16:creationId xmlns:a16="http://schemas.microsoft.com/office/drawing/2014/main" id="{174E3E9C-6034-9846-3445-2512FBB97EC0}"/>
              </a:ext>
            </a:extLst>
          </p:cNvPr>
          <p:cNvSpPr>
            <a:spLocks/>
          </p:cNvSpPr>
          <p:nvPr/>
        </p:nvSpPr>
        <p:spPr bwMode="auto">
          <a:xfrm flipH="1">
            <a:off x="3277861" y="3459557"/>
            <a:ext cx="177493" cy="67017"/>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1" name="Rectangle 15464">
            <a:extLst>
              <a:ext uri="{FF2B5EF4-FFF2-40B4-BE49-F238E27FC236}">
                <a16:creationId xmlns:a16="http://schemas.microsoft.com/office/drawing/2014/main" id="{2875125C-890E-FB90-9F52-62E0D5F04527}"/>
              </a:ext>
            </a:extLst>
          </p:cNvPr>
          <p:cNvSpPr>
            <a:spLocks/>
          </p:cNvSpPr>
          <p:nvPr/>
        </p:nvSpPr>
        <p:spPr bwMode="auto">
          <a:xfrm flipH="1">
            <a:off x="760763" y="2646301"/>
            <a:ext cx="3214289" cy="640149"/>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2" name="Rectangle 15515">
            <a:extLst>
              <a:ext uri="{FF2B5EF4-FFF2-40B4-BE49-F238E27FC236}">
                <a16:creationId xmlns:a16="http://schemas.microsoft.com/office/drawing/2014/main" id="{C18DF60A-6564-DCE7-15AD-139127946566}"/>
              </a:ext>
            </a:extLst>
          </p:cNvPr>
          <p:cNvSpPr>
            <a:spLocks/>
          </p:cNvSpPr>
          <p:nvPr/>
        </p:nvSpPr>
        <p:spPr bwMode="auto">
          <a:xfrm flipH="1">
            <a:off x="391458" y="2637222"/>
            <a:ext cx="478487" cy="6504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33" name="Rectangle 15464">
            <a:extLst>
              <a:ext uri="{FF2B5EF4-FFF2-40B4-BE49-F238E27FC236}">
                <a16:creationId xmlns:a16="http://schemas.microsoft.com/office/drawing/2014/main" id="{8FFF4368-100C-0799-4E49-01D89D4DDD4A}"/>
              </a:ext>
            </a:extLst>
          </p:cNvPr>
          <p:cNvSpPr>
            <a:spLocks/>
          </p:cNvSpPr>
          <p:nvPr/>
        </p:nvSpPr>
        <p:spPr bwMode="auto">
          <a:xfrm flipH="1">
            <a:off x="862483" y="2602809"/>
            <a:ext cx="863029" cy="71279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4" name="Rectangle 15465">
            <a:extLst>
              <a:ext uri="{FF2B5EF4-FFF2-40B4-BE49-F238E27FC236}">
                <a16:creationId xmlns:a16="http://schemas.microsoft.com/office/drawing/2014/main" id="{713D26B4-CACA-E1E9-8BFB-FCD731C0A2B9}"/>
              </a:ext>
            </a:extLst>
          </p:cNvPr>
          <p:cNvSpPr>
            <a:spLocks/>
          </p:cNvSpPr>
          <p:nvPr/>
        </p:nvSpPr>
        <p:spPr bwMode="auto">
          <a:xfrm flipH="1">
            <a:off x="1221757" y="2960563"/>
            <a:ext cx="189327" cy="481168"/>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36" name="Group 15491">
            <a:extLst>
              <a:ext uri="{FF2B5EF4-FFF2-40B4-BE49-F238E27FC236}">
                <a16:creationId xmlns:a16="http://schemas.microsoft.com/office/drawing/2014/main" id="{9B6CBE64-789A-A58B-9296-EA8B395E929D}"/>
              </a:ext>
            </a:extLst>
          </p:cNvPr>
          <p:cNvGrpSpPr>
            <a:grpSpLocks/>
          </p:cNvGrpSpPr>
          <p:nvPr/>
        </p:nvGrpSpPr>
        <p:grpSpPr bwMode="auto">
          <a:xfrm flipH="1">
            <a:off x="3231212" y="3933695"/>
            <a:ext cx="297386" cy="260224"/>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63" name="Rectangle 15492">
              <a:extLst>
                <a:ext uri="{FF2B5EF4-FFF2-40B4-BE49-F238E27FC236}">
                  <a16:creationId xmlns:a16="http://schemas.microsoft.com/office/drawing/2014/main" id="{7119947A-32FB-3FA6-B0D3-325282ECDF25}"/>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64" name="Rectangle 15493">
              <a:extLst>
                <a:ext uri="{FF2B5EF4-FFF2-40B4-BE49-F238E27FC236}">
                  <a16:creationId xmlns:a16="http://schemas.microsoft.com/office/drawing/2014/main" id="{ECCD9A60-B65D-A97E-3CA8-1AD6AC51C778}"/>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65" name="Line 15494">
              <a:extLst>
                <a:ext uri="{FF2B5EF4-FFF2-40B4-BE49-F238E27FC236}">
                  <a16:creationId xmlns:a16="http://schemas.microsoft.com/office/drawing/2014/main" id="{F54D769B-4971-C6E2-B282-914A5CF4776C}"/>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66" name="Line 15495">
              <a:extLst>
                <a:ext uri="{FF2B5EF4-FFF2-40B4-BE49-F238E27FC236}">
                  <a16:creationId xmlns:a16="http://schemas.microsoft.com/office/drawing/2014/main" id="{999981BD-C26A-8498-C371-578B08DDEC8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67" name="Line 15496">
              <a:extLst>
                <a:ext uri="{FF2B5EF4-FFF2-40B4-BE49-F238E27FC236}">
                  <a16:creationId xmlns:a16="http://schemas.microsoft.com/office/drawing/2014/main" id="{CAB64EA2-F780-BE47-EB53-8B4F27058DCF}"/>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68" name="Line 15497">
              <a:extLst>
                <a:ext uri="{FF2B5EF4-FFF2-40B4-BE49-F238E27FC236}">
                  <a16:creationId xmlns:a16="http://schemas.microsoft.com/office/drawing/2014/main" id="{92614595-1B87-D2F9-58C7-CCDFC3B7C3F6}"/>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69" name="Line 15498">
              <a:extLst>
                <a:ext uri="{FF2B5EF4-FFF2-40B4-BE49-F238E27FC236}">
                  <a16:creationId xmlns:a16="http://schemas.microsoft.com/office/drawing/2014/main" id="{1E631A79-AB3F-9119-D3CD-833E334E3FFF}"/>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70" name="Line 15499">
              <a:extLst>
                <a:ext uri="{FF2B5EF4-FFF2-40B4-BE49-F238E27FC236}">
                  <a16:creationId xmlns:a16="http://schemas.microsoft.com/office/drawing/2014/main" id="{EC9872AA-229C-4FCE-C1E5-6211C4D8E445}"/>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71" name="Line 15500">
              <a:extLst>
                <a:ext uri="{FF2B5EF4-FFF2-40B4-BE49-F238E27FC236}">
                  <a16:creationId xmlns:a16="http://schemas.microsoft.com/office/drawing/2014/main" id="{B6EF4BC8-B4D0-85CA-039E-A53E5A8AF0B4}"/>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137" name="Rectangle 15501">
            <a:extLst>
              <a:ext uri="{FF2B5EF4-FFF2-40B4-BE49-F238E27FC236}">
                <a16:creationId xmlns:a16="http://schemas.microsoft.com/office/drawing/2014/main" id="{A0E1D24A-C07E-C388-A9FE-13C791179E75}"/>
              </a:ext>
            </a:extLst>
          </p:cNvPr>
          <p:cNvSpPr>
            <a:spLocks/>
          </p:cNvSpPr>
          <p:nvPr/>
        </p:nvSpPr>
        <p:spPr bwMode="auto">
          <a:xfrm flipH="1">
            <a:off x="922826" y="3757080"/>
            <a:ext cx="2672766" cy="179327"/>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8" name="直角三角形 137">
            <a:extLst>
              <a:ext uri="{FF2B5EF4-FFF2-40B4-BE49-F238E27FC236}">
                <a16:creationId xmlns:a16="http://schemas.microsoft.com/office/drawing/2014/main" id="{1BEE18D0-3FEE-D96E-D20E-AEF699AA110D}"/>
              </a:ext>
            </a:extLst>
          </p:cNvPr>
          <p:cNvSpPr/>
          <p:nvPr/>
        </p:nvSpPr>
        <p:spPr>
          <a:xfrm rot="10800000" flipH="1">
            <a:off x="1412217" y="3939634"/>
            <a:ext cx="1795982" cy="666171"/>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9" name="Rectangle 15465">
            <a:extLst>
              <a:ext uri="{FF2B5EF4-FFF2-40B4-BE49-F238E27FC236}">
                <a16:creationId xmlns:a16="http://schemas.microsoft.com/office/drawing/2014/main" id="{E2613DCD-BCCB-BABB-A406-39AC2C6EAB95}"/>
              </a:ext>
            </a:extLst>
          </p:cNvPr>
          <p:cNvSpPr>
            <a:spLocks/>
          </p:cNvSpPr>
          <p:nvPr/>
        </p:nvSpPr>
        <p:spPr bwMode="auto">
          <a:xfrm flipH="1">
            <a:off x="3203460" y="2609445"/>
            <a:ext cx="336260" cy="712790"/>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43" name="组合 142">
            <a:extLst>
              <a:ext uri="{FF2B5EF4-FFF2-40B4-BE49-F238E27FC236}">
                <a16:creationId xmlns:a16="http://schemas.microsoft.com/office/drawing/2014/main" id="{1EA1986B-36B7-5B48-B678-2F55A97CE408}"/>
              </a:ext>
            </a:extLst>
          </p:cNvPr>
          <p:cNvGrpSpPr/>
          <p:nvPr/>
        </p:nvGrpSpPr>
        <p:grpSpPr>
          <a:xfrm flipH="1">
            <a:off x="1105613" y="2779393"/>
            <a:ext cx="400743" cy="357678"/>
            <a:chOff x="3472900" y="2697194"/>
            <a:chExt cx="346984" cy="346984"/>
          </a:xfrm>
        </p:grpSpPr>
        <p:sp>
          <p:nvSpPr>
            <p:cNvPr id="160" name="Oval 15540">
              <a:extLst>
                <a:ext uri="{FF2B5EF4-FFF2-40B4-BE49-F238E27FC236}">
                  <a16:creationId xmlns:a16="http://schemas.microsoft.com/office/drawing/2014/main" id="{6AABEBBE-7E21-774E-5177-189B721CA2EA}"/>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61" name="Oval 15540">
              <a:extLst>
                <a:ext uri="{FF2B5EF4-FFF2-40B4-BE49-F238E27FC236}">
                  <a16:creationId xmlns:a16="http://schemas.microsoft.com/office/drawing/2014/main" id="{DF0EE18F-BF1A-64E6-905E-B8370774F7B9}"/>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62" name="Line 15541">
              <a:extLst>
                <a:ext uri="{FF2B5EF4-FFF2-40B4-BE49-F238E27FC236}">
                  <a16:creationId xmlns:a16="http://schemas.microsoft.com/office/drawing/2014/main" id="{3D4167F3-E755-9DA5-23E9-F9C6DC8683C8}"/>
                </a:ext>
              </a:extLst>
            </p:cNvPr>
            <p:cNvCxnSpPr>
              <a:cxnSpLocks/>
              <a:stCxn id="161" idx="1"/>
              <a:endCxn id="161"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44" name="组合 143">
            <a:extLst>
              <a:ext uri="{FF2B5EF4-FFF2-40B4-BE49-F238E27FC236}">
                <a16:creationId xmlns:a16="http://schemas.microsoft.com/office/drawing/2014/main" id="{A9A1ED16-D3F8-C5AD-6076-4A154C82F9A0}"/>
              </a:ext>
            </a:extLst>
          </p:cNvPr>
          <p:cNvGrpSpPr/>
          <p:nvPr/>
        </p:nvGrpSpPr>
        <p:grpSpPr>
          <a:xfrm flipH="1">
            <a:off x="1162116" y="3542904"/>
            <a:ext cx="219638" cy="196035"/>
            <a:chOff x="9253470" y="1351580"/>
            <a:chExt cx="133734" cy="133734"/>
          </a:xfrm>
        </p:grpSpPr>
        <p:sp>
          <p:nvSpPr>
            <p:cNvPr id="158" name="Oval 15540">
              <a:extLst>
                <a:ext uri="{FF2B5EF4-FFF2-40B4-BE49-F238E27FC236}">
                  <a16:creationId xmlns:a16="http://schemas.microsoft.com/office/drawing/2014/main" id="{874F7619-6B75-9B1B-34AE-86B0DEECA827}"/>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59" name="Line 15541">
              <a:extLst>
                <a:ext uri="{FF2B5EF4-FFF2-40B4-BE49-F238E27FC236}">
                  <a16:creationId xmlns:a16="http://schemas.microsoft.com/office/drawing/2014/main" id="{8427E6F7-9DB9-12D3-9F82-78E235F01065}"/>
                </a:ext>
              </a:extLst>
            </p:cNvPr>
            <p:cNvCxnSpPr>
              <a:cxnSpLocks/>
              <a:stCxn id="158" idx="1"/>
              <a:endCxn id="15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45" name="组合 144">
            <a:extLst>
              <a:ext uri="{FF2B5EF4-FFF2-40B4-BE49-F238E27FC236}">
                <a16:creationId xmlns:a16="http://schemas.microsoft.com/office/drawing/2014/main" id="{C422B5AB-5D3A-F644-E01A-DADA09BCBE61}"/>
              </a:ext>
            </a:extLst>
          </p:cNvPr>
          <p:cNvGrpSpPr/>
          <p:nvPr/>
        </p:nvGrpSpPr>
        <p:grpSpPr>
          <a:xfrm flipH="1">
            <a:off x="3655296" y="2872173"/>
            <a:ext cx="219638" cy="196035"/>
            <a:chOff x="9253470" y="1351580"/>
            <a:chExt cx="133734" cy="133734"/>
          </a:xfrm>
        </p:grpSpPr>
        <p:sp>
          <p:nvSpPr>
            <p:cNvPr id="156" name="Oval 15540">
              <a:extLst>
                <a:ext uri="{FF2B5EF4-FFF2-40B4-BE49-F238E27FC236}">
                  <a16:creationId xmlns:a16="http://schemas.microsoft.com/office/drawing/2014/main" id="{AE83DE9B-9185-CFE0-8D1C-37AFC893435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57" name="Line 15541">
              <a:extLst>
                <a:ext uri="{FF2B5EF4-FFF2-40B4-BE49-F238E27FC236}">
                  <a16:creationId xmlns:a16="http://schemas.microsoft.com/office/drawing/2014/main" id="{DEE52216-D01F-CB28-6CB2-E8500996180F}"/>
                </a:ext>
              </a:extLst>
            </p:cNvPr>
            <p:cNvCxnSpPr>
              <a:cxnSpLocks/>
              <a:stCxn id="156" idx="1"/>
              <a:endCxn id="156"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5" name="灯片编号占位符 4"/>
          <p:cNvSpPr>
            <a:spLocks noGrp="1"/>
          </p:cNvSpPr>
          <p:nvPr>
            <p:ph type="sldNum" sz="quarter" idx="12"/>
          </p:nvPr>
        </p:nvSpPr>
        <p:spPr>
          <a:xfrm>
            <a:off x="9150012" y="6398323"/>
            <a:ext cx="2743200" cy="365125"/>
          </a:xfrm>
        </p:spPr>
        <p:txBody>
          <a:bodyPr/>
          <a:lstStyle/>
          <a:p>
            <a:fld id="{888F8D02-9041-4C59-BC62-13DE0E5C6713}" type="slidenum">
              <a:rPr lang="zh-CN" altLang="en-US" sz="1600" b="1" smtClean="0"/>
              <a:t>15</a:t>
            </a:fld>
            <a:endParaRPr lang="zh-CN" altLang="en-US" sz="1600" b="1" dirty="0"/>
          </a:p>
        </p:txBody>
      </p:sp>
      <p:sp>
        <p:nvSpPr>
          <p:cNvPr id="119" name="Oval 15540">
            <a:extLst>
              <a:ext uri="{FF2B5EF4-FFF2-40B4-BE49-F238E27FC236}">
                <a16:creationId xmlns:a16="http://schemas.microsoft.com/office/drawing/2014/main" id="{36AAF737-9309-EB18-F856-F2D85861425D}"/>
              </a:ext>
            </a:extLst>
          </p:cNvPr>
          <p:cNvSpPr>
            <a:spLocks/>
          </p:cNvSpPr>
          <p:nvPr/>
        </p:nvSpPr>
        <p:spPr bwMode="auto">
          <a:xfrm flipH="1">
            <a:off x="3619858" y="3059026"/>
            <a:ext cx="551073" cy="508629"/>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03" name="任意形状 202">
            <a:extLst>
              <a:ext uri="{FF2B5EF4-FFF2-40B4-BE49-F238E27FC236}">
                <a16:creationId xmlns:a16="http://schemas.microsoft.com/office/drawing/2014/main" id="{897A97B8-FEBC-F415-4E48-AFDEBFCE0744}"/>
              </a:ext>
            </a:extLst>
          </p:cNvPr>
          <p:cNvSpPr/>
          <p:nvPr/>
        </p:nvSpPr>
        <p:spPr>
          <a:xfrm rot="16200000">
            <a:off x="4857227" y="3295226"/>
            <a:ext cx="545896" cy="500399"/>
          </a:xfrm>
          <a:custGeom>
            <a:avLst/>
            <a:gdLst>
              <a:gd name="connsiteX0" fmla="*/ 545896 w 545896"/>
              <a:gd name="connsiteY0" fmla="*/ 0 h 484440"/>
              <a:gd name="connsiteX1" fmla="*/ 545896 w 545896"/>
              <a:gd name="connsiteY1" fmla="*/ 26130 h 484440"/>
              <a:gd name="connsiteX2" fmla="*/ 542783 w 545896"/>
              <a:gd name="connsiteY2" fmla="*/ 28229 h 484440"/>
              <a:gd name="connsiteX3" fmla="*/ 524850 w 545896"/>
              <a:gd name="connsiteY3" fmla="*/ 71523 h 484440"/>
              <a:gd name="connsiteX4" fmla="*/ 524851 w 545896"/>
              <a:gd name="connsiteY4" fmla="*/ 316428 h 484440"/>
              <a:gd name="connsiteX5" fmla="*/ 542784 w 545896"/>
              <a:gd name="connsiteY5" fmla="*/ 359722 h 484440"/>
              <a:gd name="connsiteX6" fmla="*/ 545896 w 545896"/>
              <a:gd name="connsiteY6" fmla="*/ 361821 h 484440"/>
              <a:gd name="connsiteX7" fmla="*/ 545896 w 545896"/>
              <a:gd name="connsiteY7" fmla="*/ 484440 h 484440"/>
              <a:gd name="connsiteX8" fmla="*/ 430830 w 545896"/>
              <a:gd name="connsiteY8" fmla="*/ 484440 h 484440"/>
              <a:gd name="connsiteX9" fmla="*/ 430591 w 545896"/>
              <a:gd name="connsiteY9" fmla="*/ 483288 h 484440"/>
              <a:gd name="connsiteX10" fmla="*/ 372435 w 545896"/>
              <a:gd name="connsiteY10" fmla="*/ 445893 h 484440"/>
              <a:gd name="connsiteX11" fmla="*/ 119973 w 545896"/>
              <a:gd name="connsiteY11" fmla="*/ 445893 h 484440"/>
              <a:gd name="connsiteX12" fmla="*/ 61817 w 545896"/>
              <a:gd name="connsiteY12" fmla="*/ 483288 h 484440"/>
              <a:gd name="connsiteX13" fmla="*/ 61577 w 545896"/>
              <a:gd name="connsiteY13" fmla="*/ 484440 h 484440"/>
              <a:gd name="connsiteX14" fmla="*/ 0 w 545896"/>
              <a:gd name="connsiteY14" fmla="*/ 484440 h 484440"/>
              <a:gd name="connsiteX15" fmla="*/ 0 w 545896"/>
              <a:gd name="connsiteY15"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896" h="484440">
                <a:moveTo>
                  <a:pt x="545896" y="0"/>
                </a:moveTo>
                <a:lnTo>
                  <a:pt x="545896" y="26130"/>
                </a:lnTo>
                <a:lnTo>
                  <a:pt x="542783" y="28229"/>
                </a:lnTo>
                <a:cubicBezTo>
                  <a:pt x="531703" y="39309"/>
                  <a:pt x="524850" y="54616"/>
                  <a:pt x="524850" y="71523"/>
                </a:cubicBezTo>
                <a:lnTo>
                  <a:pt x="524851" y="316428"/>
                </a:lnTo>
                <a:cubicBezTo>
                  <a:pt x="524851" y="333336"/>
                  <a:pt x="531704" y="348642"/>
                  <a:pt x="542784" y="359722"/>
                </a:cubicBezTo>
                <a:lnTo>
                  <a:pt x="545896" y="361821"/>
                </a:lnTo>
                <a:lnTo>
                  <a:pt x="545896" y="484440"/>
                </a:lnTo>
                <a:lnTo>
                  <a:pt x="430830" y="484440"/>
                </a:lnTo>
                <a:lnTo>
                  <a:pt x="430591" y="483288"/>
                </a:lnTo>
                <a:cubicBezTo>
                  <a:pt x="421009" y="461312"/>
                  <a:pt x="398578" y="445893"/>
                  <a:pt x="372435" y="445893"/>
                </a:cubicBezTo>
                <a:lnTo>
                  <a:pt x="119973" y="445893"/>
                </a:lnTo>
                <a:cubicBezTo>
                  <a:pt x="93829" y="445893"/>
                  <a:pt x="71398" y="461312"/>
                  <a:pt x="61817" y="483288"/>
                </a:cubicBezTo>
                <a:lnTo>
                  <a:pt x="61577" y="484440"/>
                </a:lnTo>
                <a:lnTo>
                  <a:pt x="0" y="484440"/>
                </a:lnTo>
                <a:lnTo>
                  <a:pt x="0"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225" name="任意形状 224">
            <a:extLst>
              <a:ext uri="{FF2B5EF4-FFF2-40B4-BE49-F238E27FC236}">
                <a16:creationId xmlns:a16="http://schemas.microsoft.com/office/drawing/2014/main" id="{8AECFC84-0094-71FF-CEF2-469B02BB0FEC}"/>
              </a:ext>
            </a:extLst>
          </p:cNvPr>
          <p:cNvSpPr/>
          <p:nvPr/>
        </p:nvSpPr>
        <p:spPr>
          <a:xfrm rot="10800000">
            <a:off x="4832263" y="2190092"/>
            <a:ext cx="543196" cy="484440"/>
          </a:xfrm>
          <a:custGeom>
            <a:avLst/>
            <a:gdLst>
              <a:gd name="connsiteX0" fmla="*/ 543196 w 543196"/>
              <a:gd name="connsiteY0" fmla="*/ 484440 h 484440"/>
              <a:gd name="connsiteX1" fmla="*/ 428700 w 543196"/>
              <a:gd name="connsiteY1" fmla="*/ 484440 h 484440"/>
              <a:gd name="connsiteX2" fmla="*/ 428462 w 543196"/>
              <a:gd name="connsiteY2" fmla="*/ 483288 h 484440"/>
              <a:gd name="connsiteX3" fmla="*/ 370593 w 543196"/>
              <a:gd name="connsiteY3" fmla="*/ 445893 h 484440"/>
              <a:gd name="connsiteX4" fmla="*/ 119379 w 543196"/>
              <a:gd name="connsiteY4" fmla="*/ 445893 h 484440"/>
              <a:gd name="connsiteX5" fmla="*/ 84266 w 543196"/>
              <a:gd name="connsiteY5" fmla="*/ 456350 h 484440"/>
              <a:gd name="connsiteX6" fmla="*/ 65403 w 543196"/>
              <a:gd name="connsiteY6" fmla="*/ 478681 h 484440"/>
              <a:gd name="connsiteX7" fmla="*/ 65403 w 543196"/>
              <a:gd name="connsiteY7" fmla="*/ 643 h 484440"/>
              <a:gd name="connsiteX8" fmla="*/ 0 w 543196"/>
              <a:gd name="connsiteY8" fmla="*/ 643 h 484440"/>
              <a:gd name="connsiteX9" fmla="*/ 0 w 543196"/>
              <a:gd name="connsiteY9" fmla="*/ 0 h 484440"/>
              <a:gd name="connsiteX10" fmla="*/ 115250 w 543196"/>
              <a:gd name="connsiteY10" fmla="*/ 0 h 484440"/>
              <a:gd name="connsiteX11" fmla="*/ 117196 w 543196"/>
              <a:gd name="connsiteY11" fmla="*/ 9638 h 484440"/>
              <a:gd name="connsiteX12" fmla="*/ 172172 w 543196"/>
              <a:gd name="connsiteY12" fmla="*/ 46079 h 484440"/>
              <a:gd name="connsiteX13" fmla="*/ 410834 w 543196"/>
              <a:gd name="connsiteY13" fmla="*/ 46079 h 484440"/>
              <a:gd name="connsiteX14" fmla="*/ 465810 w 543196"/>
              <a:gd name="connsiteY14" fmla="*/ 9638 h 484440"/>
              <a:gd name="connsiteX15" fmla="*/ 467756 w 543196"/>
              <a:gd name="connsiteY15" fmla="*/ 0 h 484440"/>
              <a:gd name="connsiteX16" fmla="*/ 543196 w 543196"/>
              <a:gd name="connsiteY16"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3196" h="484440">
                <a:moveTo>
                  <a:pt x="543196" y="484440"/>
                </a:moveTo>
                <a:lnTo>
                  <a:pt x="428700" y="484440"/>
                </a:lnTo>
                <a:lnTo>
                  <a:pt x="428462" y="483288"/>
                </a:lnTo>
                <a:cubicBezTo>
                  <a:pt x="418927" y="461312"/>
                  <a:pt x="396607" y="445893"/>
                  <a:pt x="370593" y="445893"/>
                </a:cubicBezTo>
                <a:lnTo>
                  <a:pt x="119379" y="445893"/>
                </a:lnTo>
                <a:cubicBezTo>
                  <a:pt x="106373" y="445893"/>
                  <a:pt x="94289" y="449748"/>
                  <a:pt x="84266" y="456350"/>
                </a:cubicBezTo>
                <a:lnTo>
                  <a:pt x="65403" y="478681"/>
                </a:lnTo>
                <a:lnTo>
                  <a:pt x="65403" y="643"/>
                </a:lnTo>
                <a:lnTo>
                  <a:pt x="0" y="643"/>
                </a:lnTo>
                <a:lnTo>
                  <a:pt x="0" y="0"/>
                </a:lnTo>
                <a:lnTo>
                  <a:pt x="115250" y="0"/>
                </a:lnTo>
                <a:lnTo>
                  <a:pt x="117196" y="9638"/>
                </a:lnTo>
                <a:cubicBezTo>
                  <a:pt x="126254" y="31053"/>
                  <a:pt x="147458" y="46079"/>
                  <a:pt x="172172" y="46079"/>
                </a:cubicBezTo>
                <a:lnTo>
                  <a:pt x="410834" y="46079"/>
                </a:lnTo>
                <a:cubicBezTo>
                  <a:pt x="435548" y="46079"/>
                  <a:pt x="456753" y="31053"/>
                  <a:pt x="465810" y="9638"/>
                </a:cubicBezTo>
                <a:lnTo>
                  <a:pt x="467756" y="0"/>
                </a:lnTo>
                <a:lnTo>
                  <a:pt x="543196"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26" name="任意形状 225">
            <a:extLst>
              <a:ext uri="{FF2B5EF4-FFF2-40B4-BE49-F238E27FC236}">
                <a16:creationId xmlns:a16="http://schemas.microsoft.com/office/drawing/2014/main" id="{B1F96A4C-F9B7-807B-DD79-64F7C80CE4FF}"/>
              </a:ext>
            </a:extLst>
          </p:cNvPr>
          <p:cNvSpPr/>
          <p:nvPr/>
        </p:nvSpPr>
        <p:spPr>
          <a:xfrm rot="16200000">
            <a:off x="5119406" y="2822299"/>
            <a:ext cx="578766" cy="301541"/>
          </a:xfrm>
          <a:custGeom>
            <a:avLst/>
            <a:gdLst>
              <a:gd name="connsiteX0" fmla="*/ 545896 w 545896"/>
              <a:gd name="connsiteY0" fmla="*/ 0 h 484440"/>
              <a:gd name="connsiteX1" fmla="*/ 545896 w 545896"/>
              <a:gd name="connsiteY1" fmla="*/ 26130 h 484440"/>
              <a:gd name="connsiteX2" fmla="*/ 542783 w 545896"/>
              <a:gd name="connsiteY2" fmla="*/ 28229 h 484440"/>
              <a:gd name="connsiteX3" fmla="*/ 524850 w 545896"/>
              <a:gd name="connsiteY3" fmla="*/ 71523 h 484440"/>
              <a:gd name="connsiteX4" fmla="*/ 524851 w 545896"/>
              <a:gd name="connsiteY4" fmla="*/ 316428 h 484440"/>
              <a:gd name="connsiteX5" fmla="*/ 542784 w 545896"/>
              <a:gd name="connsiteY5" fmla="*/ 359722 h 484440"/>
              <a:gd name="connsiteX6" fmla="*/ 545896 w 545896"/>
              <a:gd name="connsiteY6" fmla="*/ 361821 h 484440"/>
              <a:gd name="connsiteX7" fmla="*/ 545896 w 545896"/>
              <a:gd name="connsiteY7" fmla="*/ 484440 h 484440"/>
              <a:gd name="connsiteX8" fmla="*/ 430830 w 545896"/>
              <a:gd name="connsiteY8" fmla="*/ 484440 h 484440"/>
              <a:gd name="connsiteX9" fmla="*/ 430591 w 545896"/>
              <a:gd name="connsiteY9" fmla="*/ 483288 h 484440"/>
              <a:gd name="connsiteX10" fmla="*/ 372435 w 545896"/>
              <a:gd name="connsiteY10" fmla="*/ 445893 h 484440"/>
              <a:gd name="connsiteX11" fmla="*/ 119973 w 545896"/>
              <a:gd name="connsiteY11" fmla="*/ 445893 h 484440"/>
              <a:gd name="connsiteX12" fmla="*/ 61817 w 545896"/>
              <a:gd name="connsiteY12" fmla="*/ 483288 h 484440"/>
              <a:gd name="connsiteX13" fmla="*/ 61577 w 545896"/>
              <a:gd name="connsiteY13" fmla="*/ 484440 h 484440"/>
              <a:gd name="connsiteX14" fmla="*/ 0 w 545896"/>
              <a:gd name="connsiteY14" fmla="*/ 484440 h 484440"/>
              <a:gd name="connsiteX15" fmla="*/ 0 w 545896"/>
              <a:gd name="connsiteY15"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896" h="484440">
                <a:moveTo>
                  <a:pt x="545896" y="0"/>
                </a:moveTo>
                <a:lnTo>
                  <a:pt x="545896" y="26130"/>
                </a:lnTo>
                <a:lnTo>
                  <a:pt x="542783" y="28229"/>
                </a:lnTo>
                <a:cubicBezTo>
                  <a:pt x="531703" y="39309"/>
                  <a:pt x="524850" y="54616"/>
                  <a:pt x="524850" y="71523"/>
                </a:cubicBezTo>
                <a:lnTo>
                  <a:pt x="524851" y="316428"/>
                </a:lnTo>
                <a:cubicBezTo>
                  <a:pt x="524851" y="333336"/>
                  <a:pt x="531704" y="348642"/>
                  <a:pt x="542784" y="359722"/>
                </a:cubicBezTo>
                <a:lnTo>
                  <a:pt x="545896" y="361821"/>
                </a:lnTo>
                <a:lnTo>
                  <a:pt x="545896" y="484440"/>
                </a:lnTo>
                <a:lnTo>
                  <a:pt x="430830" y="484440"/>
                </a:lnTo>
                <a:lnTo>
                  <a:pt x="430591" y="483288"/>
                </a:lnTo>
                <a:cubicBezTo>
                  <a:pt x="421009" y="461312"/>
                  <a:pt x="398578" y="445893"/>
                  <a:pt x="372435" y="445893"/>
                </a:cubicBezTo>
                <a:lnTo>
                  <a:pt x="119973" y="445893"/>
                </a:lnTo>
                <a:cubicBezTo>
                  <a:pt x="93829" y="445893"/>
                  <a:pt x="71398" y="461312"/>
                  <a:pt x="61817" y="483288"/>
                </a:cubicBezTo>
                <a:lnTo>
                  <a:pt x="61577" y="484440"/>
                </a:lnTo>
                <a:lnTo>
                  <a:pt x="0" y="484440"/>
                </a:lnTo>
                <a:lnTo>
                  <a:pt x="0"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237" name="组合 236">
            <a:extLst>
              <a:ext uri="{FF2B5EF4-FFF2-40B4-BE49-F238E27FC236}">
                <a16:creationId xmlns:a16="http://schemas.microsoft.com/office/drawing/2014/main" id="{B0F43280-5EB4-A9F7-AAF4-6041989779E6}"/>
              </a:ext>
            </a:extLst>
          </p:cNvPr>
          <p:cNvGrpSpPr/>
          <p:nvPr/>
        </p:nvGrpSpPr>
        <p:grpSpPr>
          <a:xfrm flipH="1">
            <a:off x="3777951" y="3195383"/>
            <a:ext cx="219638" cy="220818"/>
            <a:chOff x="9253470" y="1351580"/>
            <a:chExt cx="133734" cy="133734"/>
          </a:xfrm>
        </p:grpSpPr>
        <p:sp>
          <p:nvSpPr>
            <p:cNvPr id="238" name="Oval 15540">
              <a:extLst>
                <a:ext uri="{FF2B5EF4-FFF2-40B4-BE49-F238E27FC236}">
                  <a16:creationId xmlns:a16="http://schemas.microsoft.com/office/drawing/2014/main" id="{95B4AF2A-FE1A-384A-79DB-DB5F43292852}"/>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39" name="Line 15541">
              <a:extLst>
                <a:ext uri="{FF2B5EF4-FFF2-40B4-BE49-F238E27FC236}">
                  <a16:creationId xmlns:a16="http://schemas.microsoft.com/office/drawing/2014/main" id="{8B13E8A3-2591-2C6F-23A9-DE4124B71248}"/>
                </a:ext>
              </a:extLst>
            </p:cNvPr>
            <p:cNvCxnSpPr>
              <a:cxnSpLocks/>
              <a:stCxn id="238" idx="1"/>
              <a:endCxn id="23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6" name="组合 5">
            <a:extLst>
              <a:ext uri="{FF2B5EF4-FFF2-40B4-BE49-F238E27FC236}">
                <a16:creationId xmlns:a16="http://schemas.microsoft.com/office/drawing/2014/main" id="{453DD794-550D-FBCF-DBA8-9A1A21D74945}"/>
              </a:ext>
            </a:extLst>
          </p:cNvPr>
          <p:cNvGrpSpPr/>
          <p:nvPr/>
        </p:nvGrpSpPr>
        <p:grpSpPr>
          <a:xfrm>
            <a:off x="0" y="178307"/>
            <a:ext cx="12197666" cy="491115"/>
            <a:chOff x="-5664" y="377519"/>
            <a:chExt cx="12197666" cy="491115"/>
          </a:xfrm>
        </p:grpSpPr>
        <p:sp>
          <p:nvSpPr>
            <p:cNvPr id="9" name="矩形 8">
              <a:extLst>
                <a:ext uri="{FF2B5EF4-FFF2-40B4-BE49-F238E27FC236}">
                  <a16:creationId xmlns:a16="http://schemas.microsoft.com/office/drawing/2014/main" id="{3A26751B-EF99-A7CE-9A1E-6734566A84ED}"/>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0" name="圆角矩形 9">
              <a:extLst>
                <a:ext uri="{FF2B5EF4-FFF2-40B4-BE49-F238E27FC236}">
                  <a16:creationId xmlns:a16="http://schemas.microsoft.com/office/drawing/2014/main" id="{E009195D-3978-2DB4-4CBF-1D4919FFF510}"/>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12" name="文本框 11">
              <a:extLst>
                <a:ext uri="{FF2B5EF4-FFF2-40B4-BE49-F238E27FC236}">
                  <a16:creationId xmlns:a16="http://schemas.microsoft.com/office/drawing/2014/main" id="{A55CA8FD-C055-A65F-3227-945E1E177A1B}"/>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22" name="矩形 21">
              <a:extLst>
                <a:ext uri="{FF2B5EF4-FFF2-40B4-BE49-F238E27FC236}">
                  <a16:creationId xmlns:a16="http://schemas.microsoft.com/office/drawing/2014/main" id="{089DF5D6-282C-A7DA-A4E2-62FF3276CB27}"/>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23" name="组 398">
              <a:extLst>
                <a:ext uri="{FF2B5EF4-FFF2-40B4-BE49-F238E27FC236}">
                  <a16:creationId xmlns:a16="http://schemas.microsoft.com/office/drawing/2014/main" id="{A3201947-F8BC-D74B-F809-7605B767426E}"/>
                </a:ext>
              </a:extLst>
            </p:cNvPr>
            <p:cNvGrpSpPr/>
            <p:nvPr/>
          </p:nvGrpSpPr>
          <p:grpSpPr>
            <a:xfrm>
              <a:off x="11454106" y="380935"/>
              <a:ext cx="737892" cy="484288"/>
              <a:chOff x="11454105" y="252856"/>
              <a:chExt cx="737892" cy="484288"/>
            </a:xfrm>
          </p:grpSpPr>
          <p:grpSp>
            <p:nvGrpSpPr>
              <p:cNvPr id="24" name="组 400">
                <a:extLst>
                  <a:ext uri="{FF2B5EF4-FFF2-40B4-BE49-F238E27FC236}">
                    <a16:creationId xmlns:a16="http://schemas.microsoft.com/office/drawing/2014/main" id="{EDD5B4C0-101C-AA48-ADF9-2B9D6B127DDA}"/>
                  </a:ext>
                </a:extLst>
              </p:cNvPr>
              <p:cNvGrpSpPr/>
              <p:nvPr/>
            </p:nvGrpSpPr>
            <p:grpSpPr>
              <a:xfrm>
                <a:off x="12039604" y="252856"/>
                <a:ext cx="152393" cy="484287"/>
                <a:chOff x="12039604" y="252856"/>
                <a:chExt cx="152393" cy="484287"/>
              </a:xfrm>
            </p:grpSpPr>
            <p:sp>
              <p:nvSpPr>
                <p:cNvPr id="73" name="圆角矩形 72">
                  <a:extLst>
                    <a:ext uri="{FF2B5EF4-FFF2-40B4-BE49-F238E27FC236}">
                      <a16:creationId xmlns:a16="http://schemas.microsoft.com/office/drawing/2014/main" id="{F6C52284-4544-35FC-1C28-90395CB01C2A}"/>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a:extLst>
                    <a:ext uri="{FF2B5EF4-FFF2-40B4-BE49-F238E27FC236}">
                      <a16:creationId xmlns:a16="http://schemas.microsoft.com/office/drawing/2014/main" id="{432041BC-3353-E0A5-889D-210E4479A04C}"/>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a:extLst>
                    <a:ext uri="{FF2B5EF4-FFF2-40B4-BE49-F238E27FC236}">
                      <a16:creationId xmlns:a16="http://schemas.microsoft.com/office/drawing/2014/main" id="{F4F16069-7CEA-671C-59C3-29BAFFD0CD5B}"/>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圆角矩形 111">
                  <a:extLst>
                    <a:ext uri="{FF2B5EF4-FFF2-40B4-BE49-F238E27FC236}">
                      <a16:creationId xmlns:a16="http://schemas.microsoft.com/office/drawing/2014/main" id="{2C5249A1-289C-01CF-6BB1-C8CC64E7CBDD}"/>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a:extLst>
                    <a:ext uri="{FF2B5EF4-FFF2-40B4-BE49-F238E27FC236}">
                      <a16:creationId xmlns:a16="http://schemas.microsoft.com/office/drawing/2014/main" id="{DAE4FA23-86AE-9096-ACBF-2D7F03396513}"/>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99">
                <a:extLst>
                  <a:ext uri="{FF2B5EF4-FFF2-40B4-BE49-F238E27FC236}">
                    <a16:creationId xmlns:a16="http://schemas.microsoft.com/office/drawing/2014/main" id="{8FEFEABF-CFB1-8CA5-28E8-D25690BC3B7D}"/>
                  </a:ext>
                </a:extLst>
              </p:cNvPr>
              <p:cNvGrpSpPr/>
              <p:nvPr/>
            </p:nvGrpSpPr>
            <p:grpSpPr>
              <a:xfrm>
                <a:off x="11454105" y="252857"/>
                <a:ext cx="491115" cy="484287"/>
                <a:chOff x="1528923" y="220268"/>
                <a:chExt cx="1284096" cy="1266241"/>
              </a:xfrm>
            </p:grpSpPr>
            <p:sp>
              <p:nvSpPr>
                <p:cNvPr id="46" name="圆角矩形 45">
                  <a:extLst>
                    <a:ext uri="{FF2B5EF4-FFF2-40B4-BE49-F238E27FC236}">
                      <a16:creationId xmlns:a16="http://schemas.microsoft.com/office/drawing/2014/main" id="{680271FA-1439-9A9E-F81B-C2C0DD8A9401}"/>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Freeform 96">
                  <a:extLst>
                    <a:ext uri="{FF2B5EF4-FFF2-40B4-BE49-F238E27FC236}">
                      <a16:creationId xmlns:a16="http://schemas.microsoft.com/office/drawing/2014/main" id="{6FEF32AE-4335-98DB-0655-ED0388BD5467}"/>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
        <p:nvSpPr>
          <p:cNvPr id="330" name="Rectangle 15437">
            <a:extLst>
              <a:ext uri="{FF2B5EF4-FFF2-40B4-BE49-F238E27FC236}">
                <a16:creationId xmlns:a16="http://schemas.microsoft.com/office/drawing/2014/main" id="{CC13E04E-49EA-4D99-2053-9665215DAA4F}"/>
              </a:ext>
            </a:extLst>
          </p:cNvPr>
          <p:cNvSpPr>
            <a:spLocks/>
          </p:cNvSpPr>
          <p:nvPr/>
        </p:nvSpPr>
        <p:spPr bwMode="auto">
          <a:xfrm flipH="1">
            <a:off x="1727314" y="2633145"/>
            <a:ext cx="1478467" cy="660733"/>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331" name="Line 15500">
            <a:extLst>
              <a:ext uri="{FF2B5EF4-FFF2-40B4-BE49-F238E27FC236}">
                <a16:creationId xmlns:a16="http://schemas.microsoft.com/office/drawing/2014/main" id="{D4408C0D-1221-F7EF-36AC-DC951E7A8A07}"/>
              </a:ext>
            </a:extLst>
          </p:cNvPr>
          <p:cNvCxnSpPr>
            <a:cxnSpLocks/>
          </p:cNvCxnSpPr>
          <p:nvPr/>
        </p:nvCxnSpPr>
        <p:spPr bwMode="auto">
          <a:xfrm flipH="1">
            <a:off x="3322896" y="3975751"/>
            <a:ext cx="119527" cy="17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66215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0">
        <p159:morph option="byObject"/>
      </p:transition>
    </mc:Choice>
    <mc:Fallback xmlns="">
      <p:transition spd="slow" advTm="1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 name="组合 235">
            <a:extLst>
              <a:ext uri="{FF2B5EF4-FFF2-40B4-BE49-F238E27FC236}">
                <a16:creationId xmlns:a16="http://schemas.microsoft.com/office/drawing/2014/main" id="{EF902310-7A87-CBB9-49C3-80D19B787CB2}"/>
              </a:ext>
            </a:extLst>
          </p:cNvPr>
          <p:cNvGrpSpPr/>
          <p:nvPr/>
        </p:nvGrpSpPr>
        <p:grpSpPr>
          <a:xfrm>
            <a:off x="3701295" y="2692339"/>
            <a:ext cx="1239005" cy="1231566"/>
            <a:chOff x="3701295" y="2692339"/>
            <a:chExt cx="1239005" cy="1231566"/>
          </a:xfrm>
        </p:grpSpPr>
        <p:sp>
          <p:nvSpPr>
            <p:cNvPr id="126" name="Rectangle 15437">
              <a:extLst>
                <a:ext uri="{FF2B5EF4-FFF2-40B4-BE49-F238E27FC236}">
                  <a16:creationId xmlns:a16="http://schemas.microsoft.com/office/drawing/2014/main" id="{48114815-A0CB-A525-2965-C94AD6856283}"/>
                </a:ext>
              </a:extLst>
            </p:cNvPr>
            <p:cNvSpPr>
              <a:spLocks/>
            </p:cNvSpPr>
            <p:nvPr/>
          </p:nvSpPr>
          <p:spPr bwMode="auto">
            <a:xfrm flipH="1">
              <a:off x="3701295" y="2729573"/>
              <a:ext cx="1191604" cy="457993"/>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 name="AutoShape 15457">
              <a:extLst>
                <a:ext uri="{FF2B5EF4-FFF2-40B4-BE49-F238E27FC236}">
                  <a16:creationId xmlns:a16="http://schemas.microsoft.com/office/drawing/2014/main" id="{EC020034-791D-BB42-AA0B-7C0D851FBB87}"/>
                </a:ext>
              </a:extLst>
            </p:cNvPr>
            <p:cNvSpPr>
              <a:spLocks/>
            </p:cNvSpPr>
            <p:nvPr/>
          </p:nvSpPr>
          <p:spPr bwMode="auto">
            <a:xfrm rot="5400000" flipH="1">
              <a:off x="4598897" y="2888180"/>
              <a:ext cx="537244" cy="145562"/>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124" name="组合 123">
              <a:extLst>
                <a:ext uri="{FF2B5EF4-FFF2-40B4-BE49-F238E27FC236}">
                  <a16:creationId xmlns:a16="http://schemas.microsoft.com/office/drawing/2014/main" id="{596BA182-213A-0CFD-422E-6580D704C58D}"/>
                </a:ext>
              </a:extLst>
            </p:cNvPr>
            <p:cNvGrpSpPr/>
            <p:nvPr/>
          </p:nvGrpSpPr>
          <p:grpSpPr>
            <a:xfrm flipH="1">
              <a:off x="4285613" y="2933321"/>
              <a:ext cx="297386" cy="990584"/>
              <a:chOff x="2405519" y="1378395"/>
              <a:chExt cx="181074" cy="675772"/>
            </a:xfrm>
          </p:grpSpPr>
          <p:sp>
            <p:nvSpPr>
              <p:cNvPr id="184" name="Oval 15416">
                <a:extLst>
                  <a:ext uri="{FF2B5EF4-FFF2-40B4-BE49-F238E27FC236}">
                    <a16:creationId xmlns:a16="http://schemas.microsoft.com/office/drawing/2014/main" id="{A1C9268E-6DA3-0F6D-15BC-6E362DD092E2}"/>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85" name="Rectangle 15439">
                <a:extLst>
                  <a:ext uri="{FF2B5EF4-FFF2-40B4-BE49-F238E27FC236}">
                    <a16:creationId xmlns:a16="http://schemas.microsoft.com/office/drawing/2014/main" id="{FE0651CF-E32C-8EDA-662E-C08007505C7D}"/>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86" name="Rectangle 15484">
                <a:extLst>
                  <a:ext uri="{FF2B5EF4-FFF2-40B4-BE49-F238E27FC236}">
                    <a16:creationId xmlns:a16="http://schemas.microsoft.com/office/drawing/2014/main" id="{91C70B25-338B-9C4A-4CE9-0715BBB8B099}"/>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87" name="Line 15485">
                <a:extLst>
                  <a:ext uri="{FF2B5EF4-FFF2-40B4-BE49-F238E27FC236}">
                    <a16:creationId xmlns:a16="http://schemas.microsoft.com/office/drawing/2014/main" id="{F8E1B229-C28D-4D0A-D915-31BA3E8E6DAA}"/>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8" name="Line 15486">
                <a:extLst>
                  <a:ext uri="{FF2B5EF4-FFF2-40B4-BE49-F238E27FC236}">
                    <a16:creationId xmlns:a16="http://schemas.microsoft.com/office/drawing/2014/main" id="{C9CA4790-940A-FE04-D55F-2BBC0DCB3E2C}"/>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9" name="Line 15487">
                <a:extLst>
                  <a:ext uri="{FF2B5EF4-FFF2-40B4-BE49-F238E27FC236}">
                    <a16:creationId xmlns:a16="http://schemas.microsoft.com/office/drawing/2014/main" id="{67A5A97D-623A-B922-6AAA-7A96FEBFAAD8}"/>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0" name="Line 15488">
                <a:extLst>
                  <a:ext uri="{FF2B5EF4-FFF2-40B4-BE49-F238E27FC236}">
                    <a16:creationId xmlns:a16="http://schemas.microsoft.com/office/drawing/2014/main" id="{7D9F1CDE-CD1F-75E8-8EF2-A73E18025016}"/>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1" name="Line 15489">
                <a:extLst>
                  <a:ext uri="{FF2B5EF4-FFF2-40B4-BE49-F238E27FC236}">
                    <a16:creationId xmlns:a16="http://schemas.microsoft.com/office/drawing/2014/main" id="{EAAAE3FE-D565-6AB3-4D9A-D23F0C33C185}"/>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92" name="Line 15490">
                <a:extLst>
                  <a:ext uri="{FF2B5EF4-FFF2-40B4-BE49-F238E27FC236}">
                    <a16:creationId xmlns:a16="http://schemas.microsoft.com/office/drawing/2014/main" id="{2A5F6920-1FAD-3918-C77A-8C1B0CB542CC}"/>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27" name="Rectangle 15456">
              <a:extLst>
                <a:ext uri="{FF2B5EF4-FFF2-40B4-BE49-F238E27FC236}">
                  <a16:creationId xmlns:a16="http://schemas.microsoft.com/office/drawing/2014/main" id="{BC54F9F6-475B-D2E2-11DF-DC4E719F9E9F}"/>
                </a:ext>
              </a:extLst>
            </p:cNvPr>
            <p:cNvSpPr>
              <a:spLocks/>
            </p:cNvSpPr>
            <p:nvPr/>
          </p:nvSpPr>
          <p:spPr bwMode="auto">
            <a:xfrm flipH="1">
              <a:off x="4232799" y="2694878"/>
              <a:ext cx="408177" cy="541268"/>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grpSp>
        <p:nvGrpSpPr>
          <p:cNvPr id="232" name="组合 231">
            <a:extLst>
              <a:ext uri="{FF2B5EF4-FFF2-40B4-BE49-F238E27FC236}">
                <a16:creationId xmlns:a16="http://schemas.microsoft.com/office/drawing/2014/main" id="{B6198C4F-7C9D-753E-03A6-C1A8EDF32599}"/>
              </a:ext>
            </a:extLst>
          </p:cNvPr>
          <p:cNvGrpSpPr/>
          <p:nvPr/>
        </p:nvGrpSpPr>
        <p:grpSpPr>
          <a:xfrm>
            <a:off x="4908645" y="2490562"/>
            <a:ext cx="358699" cy="1028153"/>
            <a:chOff x="4908645" y="2490562"/>
            <a:chExt cx="358699" cy="1028153"/>
          </a:xfrm>
        </p:grpSpPr>
        <p:grpSp>
          <p:nvGrpSpPr>
            <p:cNvPr id="135" name="组合 134">
              <a:extLst>
                <a:ext uri="{FF2B5EF4-FFF2-40B4-BE49-F238E27FC236}">
                  <a16:creationId xmlns:a16="http://schemas.microsoft.com/office/drawing/2014/main" id="{23524886-750B-A395-926F-996A116989BD}"/>
                </a:ext>
              </a:extLst>
            </p:cNvPr>
            <p:cNvGrpSpPr/>
            <p:nvPr/>
          </p:nvGrpSpPr>
          <p:grpSpPr>
            <a:xfrm flipH="1">
              <a:off x="4909394" y="2490562"/>
              <a:ext cx="351817" cy="1028153"/>
              <a:chOff x="6615473" y="792059"/>
              <a:chExt cx="214216" cy="701401"/>
            </a:xfrm>
          </p:grpSpPr>
          <p:sp>
            <p:nvSpPr>
              <p:cNvPr id="172" name="AutoShape 15440">
                <a:extLst>
                  <a:ext uri="{FF2B5EF4-FFF2-40B4-BE49-F238E27FC236}">
                    <a16:creationId xmlns:a16="http://schemas.microsoft.com/office/drawing/2014/main" id="{E4D08D80-5888-FCFB-8A5E-17A205D2CCF7}"/>
                  </a:ext>
                </a:extLst>
              </p:cNvPr>
              <p:cNvSpPr>
                <a:spLocks/>
              </p:cNvSpPr>
              <p:nvPr/>
            </p:nvSpPr>
            <p:spPr bwMode="auto">
              <a:xfrm>
                <a:off x="6615474" y="792059"/>
                <a:ext cx="212503" cy="701401"/>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noFill/>
                <a:miter lim="800000"/>
                <a:headEnd/>
                <a:tailEnd/>
              </a:ln>
            </p:spPr>
            <p:txBody>
              <a:bodyPr rot="0" vert="horz" wrap="square" lIns="91440" tIns="45720" rIns="91440" bIns="45720" anchor="t" anchorCtr="0" upright="1">
                <a:noAutofit/>
              </a:bodyPr>
              <a:lstStyle/>
              <a:p>
                <a:endParaRPr lang="zh-CN" altLang="en-US" dirty="0"/>
              </a:p>
            </p:txBody>
          </p:sp>
          <p:cxnSp>
            <p:nvCxnSpPr>
              <p:cNvPr id="173" name="Line 15472">
                <a:extLst>
                  <a:ext uri="{FF2B5EF4-FFF2-40B4-BE49-F238E27FC236}">
                    <a16:creationId xmlns:a16="http://schemas.microsoft.com/office/drawing/2014/main" id="{99FCDE1A-3053-C914-541E-2F8E25C73333}"/>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4" name="Line 15473">
                <a:extLst>
                  <a:ext uri="{FF2B5EF4-FFF2-40B4-BE49-F238E27FC236}">
                    <a16:creationId xmlns:a16="http://schemas.microsoft.com/office/drawing/2014/main" id="{D2773E8A-5661-3E81-F02B-AC730CA1EE60}"/>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5" name="Line 15474">
                <a:extLst>
                  <a:ext uri="{FF2B5EF4-FFF2-40B4-BE49-F238E27FC236}">
                    <a16:creationId xmlns:a16="http://schemas.microsoft.com/office/drawing/2014/main" id="{492C8E24-7102-5C70-E330-9D0B611F8B83}"/>
                  </a:ext>
                </a:extLst>
              </p:cNvPr>
              <p:cNvCxnSpPr>
                <a:cxnSpLocks/>
              </p:cNvCxnSpPr>
              <p:nvPr/>
            </p:nvCxnSpPr>
            <p:spPr bwMode="auto">
              <a:xfrm>
                <a:off x="6615477"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6" name="Line 15475">
                <a:extLst>
                  <a:ext uri="{FF2B5EF4-FFF2-40B4-BE49-F238E27FC236}">
                    <a16:creationId xmlns:a16="http://schemas.microsoft.com/office/drawing/2014/main" id="{36AAC5C0-09D0-B1CC-6A78-7765DD8B20B6}"/>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7" name="Line 15476">
                <a:extLst>
                  <a:ext uri="{FF2B5EF4-FFF2-40B4-BE49-F238E27FC236}">
                    <a16:creationId xmlns:a16="http://schemas.microsoft.com/office/drawing/2014/main" id="{BAD36980-B8B9-96CF-9AF3-4E4D4DDF83A4}"/>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8" name="Line 15477">
                <a:extLst>
                  <a:ext uri="{FF2B5EF4-FFF2-40B4-BE49-F238E27FC236}">
                    <a16:creationId xmlns:a16="http://schemas.microsoft.com/office/drawing/2014/main" id="{1C882AFF-E8EF-FCA9-789C-773639D6EFD3}"/>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79" name="Line 15478">
                <a:extLst>
                  <a:ext uri="{FF2B5EF4-FFF2-40B4-BE49-F238E27FC236}">
                    <a16:creationId xmlns:a16="http://schemas.microsoft.com/office/drawing/2014/main" id="{2DC37E6D-3DB4-7F7E-E92D-7D3E593DD0FA}"/>
                  </a:ext>
                </a:extLst>
              </p:cNvPr>
              <p:cNvCxnSpPr>
                <a:cxnSpLocks/>
              </p:cNvCxnSpPr>
              <p:nvPr/>
            </p:nvCxnSpPr>
            <p:spPr bwMode="auto">
              <a:xfrm>
                <a:off x="6615474"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0" name="Line 15479">
                <a:extLst>
                  <a:ext uri="{FF2B5EF4-FFF2-40B4-BE49-F238E27FC236}">
                    <a16:creationId xmlns:a16="http://schemas.microsoft.com/office/drawing/2014/main" id="{7E5EB8FE-F5DD-F84B-6B54-759ED4249A81}"/>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1" name="Line 15480">
                <a:extLst>
                  <a:ext uri="{FF2B5EF4-FFF2-40B4-BE49-F238E27FC236}">
                    <a16:creationId xmlns:a16="http://schemas.microsoft.com/office/drawing/2014/main" id="{D76F00FF-9B59-32EA-08AC-D66A3DAB6B56}"/>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2" name="Line 15481">
                <a:extLst>
                  <a:ext uri="{FF2B5EF4-FFF2-40B4-BE49-F238E27FC236}">
                    <a16:creationId xmlns:a16="http://schemas.microsoft.com/office/drawing/2014/main" id="{98DFDB52-8F8E-B8F9-B4B4-4059CA204005}"/>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83" name="Line 15482">
                <a:extLst>
                  <a:ext uri="{FF2B5EF4-FFF2-40B4-BE49-F238E27FC236}">
                    <a16:creationId xmlns:a16="http://schemas.microsoft.com/office/drawing/2014/main" id="{A43D5BB4-E990-5331-3905-3F1D80AEE150}"/>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cxnSp>
          <p:nvCxnSpPr>
            <p:cNvPr id="227" name="Line 15482">
              <a:extLst>
                <a:ext uri="{FF2B5EF4-FFF2-40B4-BE49-F238E27FC236}">
                  <a16:creationId xmlns:a16="http://schemas.microsoft.com/office/drawing/2014/main" id="{891D99B7-82AC-6927-803F-791DB9747B8B}"/>
                </a:ext>
              </a:extLst>
            </p:cNvPr>
            <p:cNvCxnSpPr>
              <a:cxnSpLocks/>
            </p:cNvCxnSpPr>
            <p:nvPr/>
          </p:nvCxnSpPr>
          <p:spPr bwMode="auto">
            <a:xfrm flipH="1">
              <a:off x="4915533" y="3268475"/>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28" name="Line 15478">
              <a:extLst>
                <a:ext uri="{FF2B5EF4-FFF2-40B4-BE49-F238E27FC236}">
                  <a16:creationId xmlns:a16="http://schemas.microsoft.com/office/drawing/2014/main" id="{C498A116-90D8-3A27-ACD7-35102717CB2B}"/>
                </a:ext>
              </a:extLst>
            </p:cNvPr>
            <p:cNvCxnSpPr>
              <a:cxnSpLocks/>
            </p:cNvCxnSpPr>
            <p:nvPr/>
          </p:nvCxnSpPr>
          <p:spPr bwMode="auto">
            <a:xfrm flipH="1">
              <a:off x="4914800" y="3319636"/>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29" name="Line 15478">
              <a:extLst>
                <a:ext uri="{FF2B5EF4-FFF2-40B4-BE49-F238E27FC236}">
                  <a16:creationId xmlns:a16="http://schemas.microsoft.com/office/drawing/2014/main" id="{C65B1915-F196-42C0-9C57-799F9820BD2A}"/>
                </a:ext>
              </a:extLst>
            </p:cNvPr>
            <p:cNvCxnSpPr>
              <a:cxnSpLocks/>
            </p:cNvCxnSpPr>
            <p:nvPr/>
          </p:nvCxnSpPr>
          <p:spPr bwMode="auto">
            <a:xfrm flipH="1">
              <a:off x="4908645" y="3375047"/>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231" name="Line 15478">
              <a:extLst>
                <a:ext uri="{FF2B5EF4-FFF2-40B4-BE49-F238E27FC236}">
                  <a16:creationId xmlns:a16="http://schemas.microsoft.com/office/drawing/2014/main" id="{B9BECF39-A40E-C783-7DAE-652F064E76AE}"/>
                </a:ext>
              </a:extLst>
            </p:cNvPr>
            <p:cNvCxnSpPr>
              <a:cxnSpLocks/>
            </p:cNvCxnSpPr>
            <p:nvPr/>
          </p:nvCxnSpPr>
          <p:spPr bwMode="auto">
            <a:xfrm flipH="1">
              <a:off x="4912960" y="3435092"/>
              <a:ext cx="351811"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cxnSp>
        <p:nvCxnSpPr>
          <p:cNvPr id="140" name="Line 15500">
            <a:extLst>
              <a:ext uri="{FF2B5EF4-FFF2-40B4-BE49-F238E27FC236}">
                <a16:creationId xmlns:a16="http://schemas.microsoft.com/office/drawing/2014/main" id="{C9F6BFC2-DC1F-FB19-104A-D26EC089A672}"/>
              </a:ext>
            </a:extLst>
          </p:cNvPr>
          <p:cNvCxnSpPr>
            <a:cxnSpLocks/>
          </p:cNvCxnSpPr>
          <p:nvPr/>
        </p:nvCxnSpPr>
        <p:spPr bwMode="auto">
          <a:xfrm flipH="1">
            <a:off x="3324867" y="3977745"/>
            <a:ext cx="120509" cy="17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142" name="Rectangle 15437">
            <a:extLst>
              <a:ext uri="{FF2B5EF4-FFF2-40B4-BE49-F238E27FC236}">
                <a16:creationId xmlns:a16="http://schemas.microsoft.com/office/drawing/2014/main" id="{258A5995-B077-672B-3C56-830BED9BF4B2}"/>
              </a:ext>
            </a:extLst>
          </p:cNvPr>
          <p:cNvSpPr>
            <a:spLocks/>
          </p:cNvSpPr>
          <p:nvPr/>
        </p:nvSpPr>
        <p:spPr bwMode="auto">
          <a:xfrm flipH="1">
            <a:off x="1732193" y="2637219"/>
            <a:ext cx="1470167" cy="65523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1" name="Rectangle 15460">
            <a:extLst>
              <a:ext uri="{FF2B5EF4-FFF2-40B4-BE49-F238E27FC236}">
                <a16:creationId xmlns:a16="http://schemas.microsoft.com/office/drawing/2014/main" id="{4F526274-734A-94B8-62DC-1239E3E2EB21}"/>
              </a:ext>
            </a:extLst>
          </p:cNvPr>
          <p:cNvSpPr>
            <a:spLocks/>
          </p:cNvSpPr>
          <p:nvPr/>
        </p:nvSpPr>
        <p:spPr bwMode="auto">
          <a:xfrm flipH="1" flipV="1">
            <a:off x="3268654" y="3270311"/>
            <a:ext cx="194770" cy="186187"/>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2" name="直角三角形 121">
            <a:extLst>
              <a:ext uri="{FF2B5EF4-FFF2-40B4-BE49-F238E27FC236}">
                <a16:creationId xmlns:a16="http://schemas.microsoft.com/office/drawing/2014/main" id="{64375CD7-47B4-2777-A923-0E48AF46CB53}"/>
              </a:ext>
            </a:extLst>
          </p:cNvPr>
          <p:cNvSpPr/>
          <p:nvPr/>
        </p:nvSpPr>
        <p:spPr>
          <a:xfrm>
            <a:off x="1410988" y="3372112"/>
            <a:ext cx="1784525" cy="213287"/>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3" name="Rectangle 15501">
            <a:extLst>
              <a:ext uri="{FF2B5EF4-FFF2-40B4-BE49-F238E27FC236}">
                <a16:creationId xmlns:a16="http://schemas.microsoft.com/office/drawing/2014/main" id="{CF9AF290-FA01-271C-EFB2-4EAA464FD5ED}"/>
              </a:ext>
            </a:extLst>
          </p:cNvPr>
          <p:cNvSpPr>
            <a:spLocks/>
          </p:cNvSpPr>
          <p:nvPr/>
        </p:nvSpPr>
        <p:spPr bwMode="auto">
          <a:xfrm flipH="1">
            <a:off x="1298095" y="3583778"/>
            <a:ext cx="2112159" cy="122947"/>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5" name="Rectangle 15436">
            <a:extLst>
              <a:ext uri="{FF2B5EF4-FFF2-40B4-BE49-F238E27FC236}">
                <a16:creationId xmlns:a16="http://schemas.microsoft.com/office/drawing/2014/main" id="{195FC895-9B6C-D47F-3B55-F5CD962EAEF5}"/>
              </a:ext>
            </a:extLst>
          </p:cNvPr>
          <p:cNvSpPr>
            <a:spLocks/>
          </p:cNvSpPr>
          <p:nvPr/>
        </p:nvSpPr>
        <p:spPr bwMode="auto">
          <a:xfrm flipH="1">
            <a:off x="1107387" y="3446620"/>
            <a:ext cx="304517" cy="1528357"/>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9" name="Rectangle 15460">
            <a:extLst>
              <a:ext uri="{FF2B5EF4-FFF2-40B4-BE49-F238E27FC236}">
                <a16:creationId xmlns:a16="http://schemas.microsoft.com/office/drawing/2014/main" id="{77934C7D-ECD9-710D-08DF-5F6ED65994A1}"/>
              </a:ext>
            </a:extLst>
          </p:cNvPr>
          <p:cNvSpPr>
            <a:spLocks/>
          </p:cNvSpPr>
          <p:nvPr/>
        </p:nvSpPr>
        <p:spPr bwMode="auto">
          <a:xfrm flipH="1" flipV="1">
            <a:off x="3207886" y="3533974"/>
            <a:ext cx="335781" cy="220635"/>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0" name="AutoShape 15462">
            <a:extLst>
              <a:ext uri="{FF2B5EF4-FFF2-40B4-BE49-F238E27FC236}">
                <a16:creationId xmlns:a16="http://schemas.microsoft.com/office/drawing/2014/main" id="{174E3E9C-6034-9846-3445-2512FBB97EC0}"/>
              </a:ext>
            </a:extLst>
          </p:cNvPr>
          <p:cNvSpPr>
            <a:spLocks/>
          </p:cNvSpPr>
          <p:nvPr/>
        </p:nvSpPr>
        <p:spPr bwMode="auto">
          <a:xfrm flipH="1">
            <a:off x="3277861" y="3459557"/>
            <a:ext cx="177493" cy="67017"/>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1" name="Rectangle 15464">
            <a:extLst>
              <a:ext uri="{FF2B5EF4-FFF2-40B4-BE49-F238E27FC236}">
                <a16:creationId xmlns:a16="http://schemas.microsoft.com/office/drawing/2014/main" id="{2875125C-890E-FB90-9F52-62E0D5F04527}"/>
              </a:ext>
            </a:extLst>
          </p:cNvPr>
          <p:cNvSpPr>
            <a:spLocks/>
          </p:cNvSpPr>
          <p:nvPr/>
        </p:nvSpPr>
        <p:spPr bwMode="auto">
          <a:xfrm flipH="1">
            <a:off x="760763" y="2646301"/>
            <a:ext cx="3214289" cy="640149"/>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2" name="Rectangle 15515">
            <a:extLst>
              <a:ext uri="{FF2B5EF4-FFF2-40B4-BE49-F238E27FC236}">
                <a16:creationId xmlns:a16="http://schemas.microsoft.com/office/drawing/2014/main" id="{C18DF60A-6564-DCE7-15AD-139127946566}"/>
              </a:ext>
            </a:extLst>
          </p:cNvPr>
          <p:cNvSpPr>
            <a:spLocks/>
          </p:cNvSpPr>
          <p:nvPr/>
        </p:nvSpPr>
        <p:spPr bwMode="auto">
          <a:xfrm flipH="1">
            <a:off x="391458" y="2637222"/>
            <a:ext cx="478487" cy="6504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33" name="Rectangle 15464">
            <a:extLst>
              <a:ext uri="{FF2B5EF4-FFF2-40B4-BE49-F238E27FC236}">
                <a16:creationId xmlns:a16="http://schemas.microsoft.com/office/drawing/2014/main" id="{8FFF4368-100C-0799-4E49-01D89D4DDD4A}"/>
              </a:ext>
            </a:extLst>
          </p:cNvPr>
          <p:cNvSpPr>
            <a:spLocks/>
          </p:cNvSpPr>
          <p:nvPr/>
        </p:nvSpPr>
        <p:spPr bwMode="auto">
          <a:xfrm flipH="1">
            <a:off x="862483" y="2602809"/>
            <a:ext cx="863029" cy="71279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4" name="Rectangle 15465">
            <a:extLst>
              <a:ext uri="{FF2B5EF4-FFF2-40B4-BE49-F238E27FC236}">
                <a16:creationId xmlns:a16="http://schemas.microsoft.com/office/drawing/2014/main" id="{713D26B4-CACA-E1E9-8BFB-FCD731C0A2B9}"/>
              </a:ext>
            </a:extLst>
          </p:cNvPr>
          <p:cNvSpPr>
            <a:spLocks/>
          </p:cNvSpPr>
          <p:nvPr/>
        </p:nvSpPr>
        <p:spPr bwMode="auto">
          <a:xfrm flipH="1">
            <a:off x="1221757" y="2960563"/>
            <a:ext cx="189327" cy="481168"/>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36" name="Group 15491">
            <a:extLst>
              <a:ext uri="{FF2B5EF4-FFF2-40B4-BE49-F238E27FC236}">
                <a16:creationId xmlns:a16="http://schemas.microsoft.com/office/drawing/2014/main" id="{9B6CBE64-789A-A58B-9296-EA8B395E929D}"/>
              </a:ext>
            </a:extLst>
          </p:cNvPr>
          <p:cNvGrpSpPr>
            <a:grpSpLocks/>
          </p:cNvGrpSpPr>
          <p:nvPr/>
        </p:nvGrpSpPr>
        <p:grpSpPr bwMode="auto">
          <a:xfrm flipH="1">
            <a:off x="3231212" y="3933695"/>
            <a:ext cx="297386" cy="260224"/>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63" name="Rectangle 15492">
              <a:extLst>
                <a:ext uri="{FF2B5EF4-FFF2-40B4-BE49-F238E27FC236}">
                  <a16:creationId xmlns:a16="http://schemas.microsoft.com/office/drawing/2014/main" id="{7119947A-32FB-3FA6-B0D3-325282ECDF25}"/>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64" name="Rectangle 15493">
              <a:extLst>
                <a:ext uri="{FF2B5EF4-FFF2-40B4-BE49-F238E27FC236}">
                  <a16:creationId xmlns:a16="http://schemas.microsoft.com/office/drawing/2014/main" id="{ECCD9A60-B65D-A97E-3CA8-1AD6AC51C778}"/>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65" name="Line 15494">
              <a:extLst>
                <a:ext uri="{FF2B5EF4-FFF2-40B4-BE49-F238E27FC236}">
                  <a16:creationId xmlns:a16="http://schemas.microsoft.com/office/drawing/2014/main" id="{F54D769B-4971-C6E2-B282-914A5CF4776C}"/>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66" name="Line 15495">
              <a:extLst>
                <a:ext uri="{FF2B5EF4-FFF2-40B4-BE49-F238E27FC236}">
                  <a16:creationId xmlns:a16="http://schemas.microsoft.com/office/drawing/2014/main" id="{999981BD-C26A-8498-C371-578B08DDEC8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67" name="Line 15496">
              <a:extLst>
                <a:ext uri="{FF2B5EF4-FFF2-40B4-BE49-F238E27FC236}">
                  <a16:creationId xmlns:a16="http://schemas.microsoft.com/office/drawing/2014/main" id="{CAB64EA2-F780-BE47-EB53-8B4F27058DCF}"/>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68" name="Line 15497">
              <a:extLst>
                <a:ext uri="{FF2B5EF4-FFF2-40B4-BE49-F238E27FC236}">
                  <a16:creationId xmlns:a16="http://schemas.microsoft.com/office/drawing/2014/main" id="{92614595-1B87-D2F9-58C7-CCDFC3B7C3F6}"/>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69" name="Line 15498">
              <a:extLst>
                <a:ext uri="{FF2B5EF4-FFF2-40B4-BE49-F238E27FC236}">
                  <a16:creationId xmlns:a16="http://schemas.microsoft.com/office/drawing/2014/main" id="{1E631A79-AB3F-9119-D3CD-833E334E3FFF}"/>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70" name="Line 15499">
              <a:extLst>
                <a:ext uri="{FF2B5EF4-FFF2-40B4-BE49-F238E27FC236}">
                  <a16:creationId xmlns:a16="http://schemas.microsoft.com/office/drawing/2014/main" id="{EC9872AA-229C-4FCE-C1E5-6211C4D8E445}"/>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71" name="Line 15500">
              <a:extLst>
                <a:ext uri="{FF2B5EF4-FFF2-40B4-BE49-F238E27FC236}">
                  <a16:creationId xmlns:a16="http://schemas.microsoft.com/office/drawing/2014/main" id="{B6EF4BC8-B4D0-85CA-039E-A53E5A8AF0B4}"/>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137" name="Rectangle 15501">
            <a:extLst>
              <a:ext uri="{FF2B5EF4-FFF2-40B4-BE49-F238E27FC236}">
                <a16:creationId xmlns:a16="http://schemas.microsoft.com/office/drawing/2014/main" id="{A0E1D24A-C07E-C388-A9FE-13C791179E75}"/>
              </a:ext>
            </a:extLst>
          </p:cNvPr>
          <p:cNvSpPr>
            <a:spLocks/>
          </p:cNvSpPr>
          <p:nvPr/>
        </p:nvSpPr>
        <p:spPr bwMode="auto">
          <a:xfrm flipH="1">
            <a:off x="922826" y="3757080"/>
            <a:ext cx="2672766" cy="179327"/>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38" name="直角三角形 137">
            <a:extLst>
              <a:ext uri="{FF2B5EF4-FFF2-40B4-BE49-F238E27FC236}">
                <a16:creationId xmlns:a16="http://schemas.microsoft.com/office/drawing/2014/main" id="{1BEE18D0-3FEE-D96E-D20E-AEF699AA110D}"/>
              </a:ext>
            </a:extLst>
          </p:cNvPr>
          <p:cNvSpPr/>
          <p:nvPr/>
        </p:nvSpPr>
        <p:spPr>
          <a:xfrm rot="10800000" flipH="1">
            <a:off x="1412217" y="3939634"/>
            <a:ext cx="1795982" cy="666171"/>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9" name="Rectangle 15465">
            <a:extLst>
              <a:ext uri="{FF2B5EF4-FFF2-40B4-BE49-F238E27FC236}">
                <a16:creationId xmlns:a16="http://schemas.microsoft.com/office/drawing/2014/main" id="{E2613DCD-BCCB-BABB-A406-39AC2C6EAB95}"/>
              </a:ext>
            </a:extLst>
          </p:cNvPr>
          <p:cNvSpPr>
            <a:spLocks/>
          </p:cNvSpPr>
          <p:nvPr/>
        </p:nvSpPr>
        <p:spPr bwMode="auto">
          <a:xfrm flipH="1">
            <a:off x="3203460" y="2609445"/>
            <a:ext cx="336260" cy="712790"/>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43" name="组合 142">
            <a:extLst>
              <a:ext uri="{FF2B5EF4-FFF2-40B4-BE49-F238E27FC236}">
                <a16:creationId xmlns:a16="http://schemas.microsoft.com/office/drawing/2014/main" id="{1EA1986B-36B7-5B48-B678-2F55A97CE408}"/>
              </a:ext>
            </a:extLst>
          </p:cNvPr>
          <p:cNvGrpSpPr/>
          <p:nvPr/>
        </p:nvGrpSpPr>
        <p:grpSpPr>
          <a:xfrm flipH="1">
            <a:off x="1105613" y="2779393"/>
            <a:ext cx="400743" cy="357678"/>
            <a:chOff x="3472900" y="2697194"/>
            <a:chExt cx="346984" cy="346984"/>
          </a:xfrm>
        </p:grpSpPr>
        <p:sp>
          <p:nvSpPr>
            <p:cNvPr id="160" name="Oval 15540">
              <a:extLst>
                <a:ext uri="{FF2B5EF4-FFF2-40B4-BE49-F238E27FC236}">
                  <a16:creationId xmlns:a16="http://schemas.microsoft.com/office/drawing/2014/main" id="{6AABEBBE-7E21-774E-5177-189B721CA2EA}"/>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61" name="Oval 15540">
              <a:extLst>
                <a:ext uri="{FF2B5EF4-FFF2-40B4-BE49-F238E27FC236}">
                  <a16:creationId xmlns:a16="http://schemas.microsoft.com/office/drawing/2014/main" id="{DF0EE18F-BF1A-64E6-905E-B8370774F7B9}"/>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62" name="Line 15541">
              <a:extLst>
                <a:ext uri="{FF2B5EF4-FFF2-40B4-BE49-F238E27FC236}">
                  <a16:creationId xmlns:a16="http://schemas.microsoft.com/office/drawing/2014/main" id="{3D4167F3-E755-9DA5-23E9-F9C6DC8683C8}"/>
                </a:ext>
              </a:extLst>
            </p:cNvPr>
            <p:cNvCxnSpPr>
              <a:cxnSpLocks/>
              <a:stCxn id="161" idx="1"/>
              <a:endCxn id="161"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44" name="组合 143">
            <a:extLst>
              <a:ext uri="{FF2B5EF4-FFF2-40B4-BE49-F238E27FC236}">
                <a16:creationId xmlns:a16="http://schemas.microsoft.com/office/drawing/2014/main" id="{A9A1ED16-D3F8-C5AD-6076-4A154C82F9A0}"/>
              </a:ext>
            </a:extLst>
          </p:cNvPr>
          <p:cNvGrpSpPr/>
          <p:nvPr/>
        </p:nvGrpSpPr>
        <p:grpSpPr>
          <a:xfrm flipH="1">
            <a:off x="1162116" y="3542904"/>
            <a:ext cx="219638" cy="196035"/>
            <a:chOff x="9253470" y="1351580"/>
            <a:chExt cx="133734" cy="133734"/>
          </a:xfrm>
        </p:grpSpPr>
        <p:sp>
          <p:nvSpPr>
            <p:cNvPr id="158" name="Oval 15540">
              <a:extLst>
                <a:ext uri="{FF2B5EF4-FFF2-40B4-BE49-F238E27FC236}">
                  <a16:creationId xmlns:a16="http://schemas.microsoft.com/office/drawing/2014/main" id="{874F7619-6B75-9B1B-34AE-86B0DEECA827}"/>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59" name="Line 15541">
              <a:extLst>
                <a:ext uri="{FF2B5EF4-FFF2-40B4-BE49-F238E27FC236}">
                  <a16:creationId xmlns:a16="http://schemas.microsoft.com/office/drawing/2014/main" id="{8427E6F7-9DB9-12D3-9F82-78E235F01065}"/>
                </a:ext>
              </a:extLst>
            </p:cNvPr>
            <p:cNvCxnSpPr>
              <a:cxnSpLocks/>
              <a:stCxn id="158" idx="1"/>
              <a:endCxn id="15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45" name="组合 144">
            <a:extLst>
              <a:ext uri="{FF2B5EF4-FFF2-40B4-BE49-F238E27FC236}">
                <a16:creationId xmlns:a16="http://schemas.microsoft.com/office/drawing/2014/main" id="{C422B5AB-5D3A-F644-E01A-DADA09BCBE61}"/>
              </a:ext>
            </a:extLst>
          </p:cNvPr>
          <p:cNvGrpSpPr/>
          <p:nvPr/>
        </p:nvGrpSpPr>
        <p:grpSpPr>
          <a:xfrm flipH="1">
            <a:off x="3655296" y="2872173"/>
            <a:ext cx="219638" cy="196035"/>
            <a:chOff x="9253470" y="1351580"/>
            <a:chExt cx="133734" cy="133734"/>
          </a:xfrm>
        </p:grpSpPr>
        <p:sp>
          <p:nvSpPr>
            <p:cNvPr id="156" name="Oval 15540">
              <a:extLst>
                <a:ext uri="{FF2B5EF4-FFF2-40B4-BE49-F238E27FC236}">
                  <a16:creationId xmlns:a16="http://schemas.microsoft.com/office/drawing/2014/main" id="{AE83DE9B-9185-CFE0-8D1C-37AFC893435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57" name="Line 15541">
              <a:extLst>
                <a:ext uri="{FF2B5EF4-FFF2-40B4-BE49-F238E27FC236}">
                  <a16:creationId xmlns:a16="http://schemas.microsoft.com/office/drawing/2014/main" id="{DEE52216-D01F-CB28-6CB2-E8500996180F}"/>
                </a:ext>
              </a:extLst>
            </p:cNvPr>
            <p:cNvCxnSpPr>
              <a:cxnSpLocks/>
              <a:stCxn id="156" idx="1"/>
              <a:endCxn id="156"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5" name="灯片编号占位符 4"/>
          <p:cNvSpPr>
            <a:spLocks noGrp="1"/>
          </p:cNvSpPr>
          <p:nvPr>
            <p:ph type="sldNum" sz="quarter" idx="12"/>
          </p:nvPr>
        </p:nvSpPr>
        <p:spPr>
          <a:xfrm>
            <a:off x="9150012" y="6398323"/>
            <a:ext cx="2743200" cy="365125"/>
          </a:xfrm>
        </p:spPr>
        <p:txBody>
          <a:bodyPr/>
          <a:lstStyle/>
          <a:p>
            <a:fld id="{888F8D02-9041-4C59-BC62-13DE0E5C6713}" type="slidenum">
              <a:rPr lang="zh-CN" altLang="en-US" sz="1600" b="1" smtClean="0"/>
              <a:t>16</a:t>
            </a:fld>
            <a:endParaRPr lang="zh-CN" altLang="en-US" sz="1600" b="1" dirty="0"/>
          </a:p>
        </p:txBody>
      </p:sp>
      <p:sp>
        <p:nvSpPr>
          <p:cNvPr id="2" name="矩形 1"/>
          <p:cNvSpPr/>
          <p:nvPr/>
        </p:nvSpPr>
        <p:spPr>
          <a:xfrm>
            <a:off x="224603" y="867301"/>
            <a:ext cx="3360420" cy="583565"/>
          </a:xfrm>
          <a:prstGeom prst="rect">
            <a:avLst/>
          </a:prstGeom>
        </p:spPr>
        <p:txBody>
          <a:bodyPr wrap="none">
            <a:spAutoFit/>
          </a:bodyPr>
          <a:lstStyle/>
          <a:p>
            <a:r>
              <a:rPr lang="en-US" altLang="zh-CN"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3.2 </a:t>
            </a:r>
            <a:r>
              <a:rPr lang="zh-CN" alt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分光计的调整</a:t>
            </a:r>
          </a:p>
        </p:txBody>
      </p:sp>
      <p:sp>
        <p:nvSpPr>
          <p:cNvPr id="3" name="文本框 2"/>
          <p:cNvSpPr txBox="1"/>
          <p:nvPr/>
        </p:nvSpPr>
        <p:spPr>
          <a:xfrm>
            <a:off x="218664" y="1238268"/>
            <a:ext cx="6009444" cy="939165"/>
          </a:xfrm>
          <a:prstGeom prst="rect">
            <a:avLst/>
          </a:prstGeom>
          <a:noFill/>
        </p:spPr>
        <p:txBody>
          <a:bodyPr wrap="square" rtlCol="0" anchor="t">
            <a:noAutofit/>
          </a:bodyPr>
          <a:lstStyle/>
          <a:p>
            <a:pPr algn="l" eaLnBrk="0" hangingPunct="0">
              <a:lnSpc>
                <a:spcPct val="200000"/>
              </a:lnSpc>
              <a:buClrTx/>
              <a:buSzTx/>
              <a:buFont typeface="+mj-lt"/>
              <a:buNone/>
            </a:pPr>
            <a:r>
              <a:rPr lang="en-US" altLang="zh-CN" sz="2800" b="1" dirty="0">
                <a:solidFill>
                  <a:schemeClr val="tx1"/>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rPr>
              <a:t>3.2.2</a:t>
            </a:r>
            <a:r>
              <a:rPr lang="zh-CN" altLang="en-US" sz="2800" b="1" dirty="0">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望远镜中看清平行光所成的像</a:t>
            </a:r>
          </a:p>
        </p:txBody>
      </p:sp>
      <p:sp>
        <p:nvSpPr>
          <p:cNvPr id="20" name="TextBox 19"/>
          <p:cNvSpPr txBox="1"/>
          <p:nvPr/>
        </p:nvSpPr>
        <p:spPr>
          <a:xfrm>
            <a:off x="1381753" y="5292513"/>
            <a:ext cx="9467295" cy="1292662"/>
          </a:xfrm>
          <a:prstGeom prst="rect">
            <a:avLst/>
          </a:prstGeom>
          <a:noFill/>
          <a:ln w="12700" cmpd="sng">
            <a:solidFill>
              <a:srgbClr val="FF0000"/>
            </a:solidFill>
            <a:prstDash val="solid"/>
          </a:ln>
        </p:spPr>
        <p:txBody>
          <a:bodyPr wrap="square" rtlCol="0">
            <a:spAutoFit/>
          </a:bodyPr>
          <a:lstStyle/>
          <a:p>
            <a:pPr marL="514350" indent="-514350">
              <a:buFont typeface="+mj-lt"/>
              <a:buAutoNum type="arabicPeriod"/>
            </a:pP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调目镜旋钮</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，使分划板</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sym typeface="+mn-ea"/>
              </a:rPr>
              <a:t>叉丝和下方</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十</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”字光斑清晰</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无视差。</a:t>
            </a:r>
            <a:endParaRPr lang="en-US" altLang="zh-CN" sz="2600" dirty="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buFont typeface="+mj-lt"/>
              <a:buAutoNum type="arabicPeriod"/>
            </a:pP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伸缩目镜筒</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，双面镜反射回来的“</a:t>
            </a:r>
            <a:r>
              <a:rPr lang="zh-CN" altLang="en-US" sz="2600" b="1" dirty="0">
                <a:latin typeface="微软雅黑" panose="020B0503020204020204" pitchFamily="34" charset="-122"/>
                <a:ea typeface="微软雅黑" panose="020B0503020204020204" pitchFamily="34" charset="-122"/>
                <a:cs typeface="微软雅黑" panose="020B0503020204020204" pitchFamily="34" charset="-122"/>
              </a:rPr>
              <a:t>十</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”字像清晰，无视差。</a:t>
            </a:r>
            <a:endParaRPr lang="en-US" altLang="zh-CN" sz="2600" dirty="0">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buFont typeface="+mj-lt"/>
              <a:buAutoNum type="arabicPeriod"/>
            </a:pPr>
            <a:r>
              <a:rPr lang="zh-CN" alt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摆正叉丝</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，转动载物台，十字像沿着叉丝线移动。</a:t>
            </a:r>
          </a:p>
        </p:txBody>
      </p:sp>
      <p:grpSp>
        <p:nvGrpSpPr>
          <p:cNvPr id="293" name="组合 292">
            <a:extLst>
              <a:ext uri="{FF2B5EF4-FFF2-40B4-BE49-F238E27FC236}">
                <a16:creationId xmlns:a16="http://schemas.microsoft.com/office/drawing/2014/main" id="{8F3DB4A8-200E-C814-FDD6-4BE27DCAC228}"/>
              </a:ext>
            </a:extLst>
          </p:cNvPr>
          <p:cNvGrpSpPr/>
          <p:nvPr/>
        </p:nvGrpSpPr>
        <p:grpSpPr>
          <a:xfrm>
            <a:off x="5806212" y="3319636"/>
            <a:ext cx="3190088" cy="1198754"/>
            <a:chOff x="5806211" y="3338468"/>
            <a:chExt cx="3425905" cy="1180126"/>
          </a:xfrm>
        </p:grpSpPr>
        <p:sp>
          <p:nvSpPr>
            <p:cNvPr id="37" name="矩形 36"/>
            <p:cNvSpPr/>
            <p:nvPr>
              <p:custDataLst>
                <p:tags r:id="rId87"/>
              </p:custDataLst>
            </p:nvPr>
          </p:nvSpPr>
          <p:spPr>
            <a:xfrm>
              <a:off x="5806211" y="3338468"/>
              <a:ext cx="3405933" cy="107639"/>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矩形 37"/>
            <p:cNvSpPr/>
            <p:nvPr>
              <p:custDataLst>
                <p:tags r:id="rId88"/>
              </p:custDataLst>
            </p:nvPr>
          </p:nvSpPr>
          <p:spPr>
            <a:xfrm>
              <a:off x="5806211" y="4410955"/>
              <a:ext cx="3425905" cy="107639"/>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sp>
        <p:nvSpPr>
          <p:cNvPr id="57" name="椭圆 56"/>
          <p:cNvSpPr/>
          <p:nvPr>
            <p:custDataLst>
              <p:tags r:id="rId1"/>
            </p:custDataLst>
          </p:nvPr>
        </p:nvSpPr>
        <p:spPr>
          <a:xfrm>
            <a:off x="5986597" y="3428332"/>
            <a:ext cx="241511" cy="976146"/>
          </a:xfrm>
          <a:prstGeom prst="ellipse">
            <a:avLst/>
          </a:prstGeom>
          <a:solidFill>
            <a:schemeClr val="accent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cxnSp>
        <p:nvCxnSpPr>
          <p:cNvPr id="76" name="直接连接符 75"/>
          <p:cNvCxnSpPr>
            <a:cxnSpLocks/>
          </p:cNvCxnSpPr>
          <p:nvPr>
            <p:custDataLst>
              <p:tags r:id="rId2"/>
            </p:custDataLst>
          </p:nvPr>
        </p:nvCxnSpPr>
        <p:spPr>
          <a:xfrm flipV="1">
            <a:off x="5277165" y="3919246"/>
            <a:ext cx="6255764" cy="7857"/>
          </a:xfrm>
          <a:prstGeom prst="line">
            <a:avLst/>
          </a:prstGeom>
          <a:ln w="12700" cmpd="sng">
            <a:solidFill>
              <a:schemeClr val="tx1">
                <a:lumMod val="65000"/>
                <a:lumOff val="35000"/>
              </a:schemeClr>
            </a:solidFill>
            <a:prstDash val="lgDashDot"/>
          </a:ln>
        </p:spPr>
        <p:style>
          <a:lnRef idx="2">
            <a:schemeClr val="accent1"/>
          </a:lnRef>
          <a:fillRef idx="0">
            <a:srgbClr val="FFFFFF"/>
          </a:fillRef>
          <a:effectRef idx="0">
            <a:srgbClr val="FFFFFF"/>
          </a:effectRef>
          <a:fontRef idx="minor">
            <a:schemeClr val="tx1"/>
          </a:fontRef>
        </p:style>
      </p:cxnSp>
      <p:grpSp>
        <p:nvGrpSpPr>
          <p:cNvPr id="78" name="组合 77"/>
          <p:cNvGrpSpPr/>
          <p:nvPr>
            <p:custDataLst>
              <p:tags r:id="rId3"/>
            </p:custDataLst>
          </p:nvPr>
        </p:nvGrpSpPr>
        <p:grpSpPr>
          <a:xfrm>
            <a:off x="5798301" y="3882858"/>
            <a:ext cx="3675979" cy="202723"/>
            <a:chOff x="10219" y="7146"/>
            <a:chExt cx="4087" cy="224"/>
          </a:xfrm>
        </p:grpSpPr>
        <p:cxnSp>
          <p:nvCxnSpPr>
            <p:cNvPr id="79" name="直接箭头连接符 78"/>
            <p:cNvCxnSpPr>
              <a:cxnSpLocks/>
            </p:cNvCxnSpPr>
            <p:nvPr>
              <p:custDataLst>
                <p:tags r:id="rId83"/>
              </p:custDataLst>
            </p:nvPr>
          </p:nvCxnSpPr>
          <p:spPr>
            <a:xfrm flipH="1">
              <a:off x="10676" y="7370"/>
              <a:ext cx="3630" cy="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0" name="直接箭头连接符 79"/>
            <p:cNvCxnSpPr>
              <a:cxnSpLocks/>
            </p:cNvCxnSpPr>
            <p:nvPr>
              <p:custDataLst>
                <p:tags r:id="rId84"/>
              </p:custDataLst>
            </p:nvPr>
          </p:nvCxnSpPr>
          <p:spPr>
            <a:xfrm flipH="1" flipV="1">
              <a:off x="10684" y="7183"/>
              <a:ext cx="3619" cy="179"/>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81" name="直接连接符 80"/>
            <p:cNvCxnSpPr>
              <a:cxnSpLocks/>
            </p:cNvCxnSpPr>
            <p:nvPr>
              <p:custDataLst>
                <p:tags r:id="rId85"/>
              </p:custDataLst>
            </p:nvPr>
          </p:nvCxnSpPr>
          <p:spPr>
            <a:xfrm>
              <a:off x="10224" y="7324"/>
              <a:ext cx="478" cy="43"/>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82" name="直接连接符 81"/>
            <p:cNvCxnSpPr>
              <a:cxnSpLocks/>
            </p:cNvCxnSpPr>
            <p:nvPr>
              <p:custDataLst>
                <p:tags r:id="rId86"/>
              </p:custDataLst>
            </p:nvPr>
          </p:nvCxnSpPr>
          <p:spPr>
            <a:xfrm flipH="1" flipV="1">
              <a:off x="10219" y="7146"/>
              <a:ext cx="478" cy="37"/>
            </a:xfrm>
            <a:prstGeom prst="line">
              <a:avLst/>
            </a:prstGeom>
            <a:ln>
              <a:solidFill>
                <a:srgbClr val="FFC000"/>
              </a:solidFill>
            </a:ln>
          </p:spPr>
          <p:style>
            <a:lnRef idx="2">
              <a:schemeClr val="accent1"/>
            </a:lnRef>
            <a:fillRef idx="0">
              <a:srgbClr val="FFFFFF"/>
            </a:fillRef>
            <a:effectRef idx="0">
              <a:srgbClr val="FFFFFF"/>
            </a:effectRef>
            <a:fontRef idx="minor">
              <a:schemeClr val="tx1"/>
            </a:fontRef>
          </p:style>
        </p:cxnSp>
      </p:grpSp>
      <p:grpSp>
        <p:nvGrpSpPr>
          <p:cNvPr id="114" name="组合 113">
            <a:extLst>
              <a:ext uri="{FF2B5EF4-FFF2-40B4-BE49-F238E27FC236}">
                <a16:creationId xmlns:a16="http://schemas.microsoft.com/office/drawing/2014/main" id="{C83B3D5E-0024-42BA-250C-5E2B91E13E94}"/>
              </a:ext>
            </a:extLst>
          </p:cNvPr>
          <p:cNvGrpSpPr/>
          <p:nvPr/>
        </p:nvGrpSpPr>
        <p:grpSpPr>
          <a:xfrm>
            <a:off x="5804075" y="3764570"/>
            <a:ext cx="3670421" cy="281184"/>
            <a:chOff x="6748516" y="4455375"/>
            <a:chExt cx="2772925" cy="212431"/>
          </a:xfrm>
        </p:grpSpPr>
        <p:cxnSp>
          <p:nvCxnSpPr>
            <p:cNvPr id="84" name="直接箭头连接符 83"/>
            <p:cNvCxnSpPr>
              <a:cxnSpLocks/>
            </p:cNvCxnSpPr>
            <p:nvPr>
              <p:custDataLst>
                <p:tags r:id="rId79"/>
              </p:custDataLst>
            </p:nvPr>
          </p:nvCxnSpPr>
          <p:spPr>
            <a:xfrm flipV="1">
              <a:off x="6753328" y="4575435"/>
              <a:ext cx="326926" cy="92371"/>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5" name="直接连接符 84"/>
            <p:cNvCxnSpPr>
              <a:cxnSpLocks/>
            </p:cNvCxnSpPr>
            <p:nvPr>
              <p:custDataLst>
                <p:tags r:id="rId80"/>
              </p:custDataLst>
            </p:nvPr>
          </p:nvCxnSpPr>
          <p:spPr>
            <a:xfrm flipV="1">
              <a:off x="7080064" y="4460722"/>
              <a:ext cx="2441377" cy="116494"/>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86" name="直接箭头连接符 85"/>
            <p:cNvCxnSpPr>
              <a:cxnSpLocks/>
            </p:cNvCxnSpPr>
            <p:nvPr>
              <p:custDataLst>
                <p:tags r:id="rId81"/>
              </p:custDataLst>
            </p:nvPr>
          </p:nvCxnSpPr>
          <p:spPr>
            <a:xfrm flipV="1">
              <a:off x="6748516" y="4455375"/>
              <a:ext cx="325443" cy="83968"/>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87" name="直接连接符 86"/>
            <p:cNvCxnSpPr>
              <a:cxnSpLocks/>
            </p:cNvCxnSpPr>
            <p:nvPr>
              <p:custDataLst>
                <p:tags r:id="rId82"/>
              </p:custDataLst>
            </p:nvPr>
          </p:nvCxnSpPr>
          <p:spPr>
            <a:xfrm>
              <a:off x="7065037" y="4456490"/>
              <a:ext cx="2456404" cy="0"/>
            </a:xfrm>
            <a:prstGeom prst="line">
              <a:avLst/>
            </a:prstGeom>
            <a:ln>
              <a:solidFill>
                <a:srgbClr val="FFC000"/>
              </a:solidFill>
            </a:ln>
          </p:spPr>
          <p:style>
            <a:lnRef idx="2">
              <a:schemeClr val="accent1"/>
            </a:lnRef>
            <a:fillRef idx="0">
              <a:srgbClr val="FFFFFF"/>
            </a:fillRef>
            <a:effectRef idx="0">
              <a:srgbClr val="FFFFFF"/>
            </a:effectRef>
            <a:fontRef idx="minor">
              <a:schemeClr val="tx1"/>
            </a:fontRef>
          </p:style>
        </p:cxnSp>
      </p:grpSp>
      <p:grpSp>
        <p:nvGrpSpPr>
          <p:cNvPr id="14" name="组合 13">
            <a:extLst>
              <a:ext uri="{FF2B5EF4-FFF2-40B4-BE49-F238E27FC236}">
                <a16:creationId xmlns:a16="http://schemas.microsoft.com/office/drawing/2014/main" id="{28B71A39-A8C9-636D-FE88-031769F1EB0D}"/>
              </a:ext>
            </a:extLst>
          </p:cNvPr>
          <p:cNvGrpSpPr/>
          <p:nvPr/>
        </p:nvGrpSpPr>
        <p:grpSpPr>
          <a:xfrm>
            <a:off x="5762060" y="2762526"/>
            <a:ext cx="5802972" cy="660968"/>
            <a:chOff x="5762060" y="2762526"/>
            <a:chExt cx="5802972" cy="660968"/>
          </a:xfrm>
        </p:grpSpPr>
        <p:cxnSp>
          <p:nvCxnSpPr>
            <p:cNvPr id="88" name="直接连接符 87"/>
            <p:cNvCxnSpPr>
              <a:cxnSpLocks/>
            </p:cNvCxnSpPr>
            <p:nvPr>
              <p:custDataLst>
                <p:tags r:id="rId71"/>
              </p:custDataLst>
            </p:nvPr>
          </p:nvCxnSpPr>
          <p:spPr>
            <a:xfrm flipH="1" flipV="1">
              <a:off x="5999756" y="3092717"/>
              <a:ext cx="79649" cy="234985"/>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89" name="直接连接符 88"/>
            <p:cNvCxnSpPr/>
            <p:nvPr>
              <p:custDataLst>
                <p:tags r:id="rId72"/>
              </p:custDataLst>
            </p:nvPr>
          </p:nvCxnSpPr>
          <p:spPr>
            <a:xfrm flipH="1" flipV="1">
              <a:off x="6846681" y="3069229"/>
              <a:ext cx="7236" cy="263219"/>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90" name="直接连接符 89"/>
            <p:cNvCxnSpPr/>
            <p:nvPr>
              <p:custDataLst>
                <p:tags r:id="rId73"/>
              </p:custDataLst>
            </p:nvPr>
          </p:nvCxnSpPr>
          <p:spPr>
            <a:xfrm flipV="1">
              <a:off x="9998978" y="3077058"/>
              <a:ext cx="9046" cy="34643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91" name="直接连接符 90"/>
            <p:cNvCxnSpPr>
              <a:cxnSpLocks/>
            </p:cNvCxnSpPr>
            <p:nvPr>
              <p:custDataLst>
                <p:tags r:id="rId74"/>
              </p:custDataLst>
            </p:nvPr>
          </p:nvCxnSpPr>
          <p:spPr>
            <a:xfrm flipV="1">
              <a:off x="10700642" y="3038152"/>
              <a:ext cx="148406" cy="363534"/>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
          <p:nvSpPr>
            <p:cNvPr id="93" name="文本框 92"/>
            <p:cNvSpPr txBox="1"/>
            <p:nvPr>
              <p:custDataLst>
                <p:tags r:id="rId75"/>
              </p:custDataLst>
            </p:nvPr>
          </p:nvSpPr>
          <p:spPr>
            <a:xfrm>
              <a:off x="5762060" y="2834213"/>
              <a:ext cx="805035" cy="40597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dirty="0">
                  <a:latin typeface="Arial" panose="020B0604020202090204" pitchFamily="34" charset="0"/>
                  <a:ea typeface="微软雅黑" panose="020B0503020204020204" pitchFamily="34" charset="-122"/>
                </a:rPr>
                <a:t>物镜</a:t>
              </a:r>
            </a:p>
          </p:txBody>
        </p:sp>
        <p:sp>
          <p:nvSpPr>
            <p:cNvPr id="94" name="文本框 93"/>
            <p:cNvSpPr txBox="1"/>
            <p:nvPr>
              <p:custDataLst>
                <p:tags r:id="rId76"/>
              </p:custDataLst>
            </p:nvPr>
          </p:nvSpPr>
          <p:spPr>
            <a:xfrm>
              <a:off x="6449190" y="2788074"/>
              <a:ext cx="1074584" cy="40597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dirty="0">
                  <a:latin typeface="Arial" panose="020B0604020202090204" pitchFamily="34" charset="0"/>
                  <a:ea typeface="微软雅黑" panose="020B0503020204020204" pitchFamily="34" charset="-122"/>
                </a:rPr>
                <a:t>物镜筒</a:t>
              </a:r>
            </a:p>
          </p:txBody>
        </p:sp>
        <p:sp>
          <p:nvSpPr>
            <p:cNvPr id="95" name="文本框 94"/>
            <p:cNvSpPr txBox="1"/>
            <p:nvPr>
              <p:custDataLst>
                <p:tags r:id="rId77"/>
              </p:custDataLst>
            </p:nvPr>
          </p:nvSpPr>
          <p:spPr>
            <a:xfrm>
              <a:off x="9658062" y="2810216"/>
              <a:ext cx="1074584" cy="40597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dirty="0">
                  <a:latin typeface="Arial" panose="020B0604020202090204" pitchFamily="34" charset="0"/>
                  <a:ea typeface="微软雅黑" panose="020B0503020204020204" pitchFamily="34" charset="-122"/>
                </a:rPr>
                <a:t>目镜筒</a:t>
              </a:r>
            </a:p>
          </p:txBody>
        </p:sp>
        <p:sp>
          <p:nvSpPr>
            <p:cNvPr id="96" name="文本框 95"/>
            <p:cNvSpPr txBox="1"/>
            <p:nvPr>
              <p:custDataLst>
                <p:tags r:id="rId78"/>
              </p:custDataLst>
            </p:nvPr>
          </p:nvSpPr>
          <p:spPr>
            <a:xfrm>
              <a:off x="10661404" y="2762526"/>
              <a:ext cx="903628" cy="40597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dirty="0">
                  <a:latin typeface="Arial" panose="020B0604020202090204" pitchFamily="34" charset="0"/>
                  <a:ea typeface="微软雅黑" panose="020B0503020204020204" pitchFamily="34" charset="-122"/>
                </a:rPr>
                <a:t>目镜</a:t>
              </a:r>
            </a:p>
          </p:txBody>
        </p:sp>
      </p:grpSp>
      <p:sp>
        <p:nvSpPr>
          <p:cNvPr id="8" name="文本框 7"/>
          <p:cNvSpPr txBox="1"/>
          <p:nvPr/>
        </p:nvSpPr>
        <p:spPr>
          <a:xfrm>
            <a:off x="11573818" y="3333237"/>
            <a:ext cx="551815" cy="1490980"/>
          </a:xfrm>
          <a:prstGeom prst="rect">
            <a:avLst/>
          </a:prstGeom>
        </p:spPr>
        <p:txBody>
          <a:bodyPr vert="eaVert" wrap="square">
            <a:spAutoFit/>
            <a:extLst>
              <a:ext uri="{4A0BC546-FE56-4ADE-93B0-CB8AF2F6F144}">
                <wpsdc:textFrameExt xmlns="" xmlns:wpsdc="http://www.wps.cn/officeDocument/2022/drawingmlCustomData" type="text"/>
              </a:ext>
            </a:extLst>
          </a:bodyPr>
          <a:lstStyle/>
          <a:p>
            <a:pPr algn="l"/>
            <a:r>
              <a:rPr lang="zh-CN" altLang="en-US" sz="2400" dirty="0">
                <a:solidFill>
                  <a:srgbClr val="FF0000"/>
                </a:solidFill>
                <a:latin typeface="Arial" panose="020B0604020202090204" pitchFamily="34" charset="0"/>
                <a:ea typeface="微软雅黑" panose="020B0503020204020204" pitchFamily="34" charset="-122"/>
              </a:rPr>
              <a:t>自准直法</a:t>
            </a:r>
          </a:p>
        </p:txBody>
      </p:sp>
      <p:sp>
        <p:nvSpPr>
          <p:cNvPr id="47" name="椭圆 46"/>
          <p:cNvSpPr/>
          <p:nvPr>
            <p:custDataLst>
              <p:tags r:id="rId4"/>
            </p:custDataLst>
          </p:nvPr>
        </p:nvSpPr>
        <p:spPr>
          <a:xfrm>
            <a:off x="9557241" y="923864"/>
            <a:ext cx="1390998" cy="1391307"/>
          </a:xfrm>
          <a:prstGeom prst="ellipse">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7" name="文本框 96"/>
          <p:cNvSpPr txBox="1"/>
          <p:nvPr>
            <p:custDataLst>
              <p:tags r:id="rId5"/>
            </p:custDataLst>
          </p:nvPr>
        </p:nvSpPr>
        <p:spPr>
          <a:xfrm>
            <a:off x="9580050" y="2338794"/>
            <a:ext cx="2025957" cy="35354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200" dirty="0">
                <a:latin typeface="Arial" panose="020B0604020202090204" pitchFamily="34" charset="0"/>
                <a:ea typeface="微软雅黑" panose="020B0503020204020204" pitchFamily="34" charset="-122"/>
              </a:rPr>
              <a:t>旋转目镜调节鼓轮</a:t>
            </a:r>
          </a:p>
        </p:txBody>
      </p:sp>
      <p:sp>
        <p:nvSpPr>
          <p:cNvPr id="101" name="文本框 100"/>
          <p:cNvSpPr txBox="1"/>
          <p:nvPr>
            <p:custDataLst>
              <p:tags r:id="rId6"/>
            </p:custDataLst>
          </p:nvPr>
        </p:nvSpPr>
        <p:spPr>
          <a:xfrm>
            <a:off x="8554445" y="1682212"/>
            <a:ext cx="1055746" cy="35354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200">
                <a:latin typeface="Arial" panose="020B0604020202090204" pitchFamily="34" charset="0"/>
                <a:ea typeface="微软雅黑" panose="020B0503020204020204" pitchFamily="34" charset="-122"/>
              </a:rPr>
              <a:t>分划板</a:t>
            </a:r>
          </a:p>
        </p:txBody>
      </p:sp>
      <p:cxnSp>
        <p:nvCxnSpPr>
          <p:cNvPr id="105" name="直接连接符 104"/>
          <p:cNvCxnSpPr/>
          <p:nvPr>
            <p:custDataLst>
              <p:tags r:id="rId7"/>
            </p:custDataLst>
          </p:nvPr>
        </p:nvCxnSpPr>
        <p:spPr>
          <a:xfrm flipV="1">
            <a:off x="9345440" y="1633335"/>
            <a:ext cx="744562" cy="188177"/>
          </a:xfrm>
          <a:prstGeom prst="line">
            <a:avLst/>
          </a:prstGeom>
          <a:ln w="6350">
            <a:solidFill>
              <a:schemeClr val="tx1"/>
            </a:solidFill>
            <a:prstDash val="solid"/>
          </a:ln>
        </p:spPr>
        <p:style>
          <a:lnRef idx="2">
            <a:schemeClr val="accent1"/>
          </a:lnRef>
          <a:fillRef idx="0">
            <a:srgbClr val="FFFFFF"/>
          </a:fillRef>
          <a:effectRef idx="0">
            <a:srgbClr val="FFFFFF"/>
          </a:effectRef>
          <a:fontRef idx="minor">
            <a:schemeClr val="tx1"/>
          </a:fontRef>
        </p:style>
      </p:cxnSp>
      <p:grpSp>
        <p:nvGrpSpPr>
          <p:cNvPr id="230" name="组合 229">
            <a:extLst>
              <a:ext uri="{FF2B5EF4-FFF2-40B4-BE49-F238E27FC236}">
                <a16:creationId xmlns:a16="http://schemas.microsoft.com/office/drawing/2014/main" id="{5EA66E47-B05B-6E98-90C3-C20AA94286EC}"/>
              </a:ext>
            </a:extLst>
          </p:cNvPr>
          <p:cNvGrpSpPr/>
          <p:nvPr/>
        </p:nvGrpSpPr>
        <p:grpSpPr>
          <a:xfrm>
            <a:off x="9562500" y="923864"/>
            <a:ext cx="1390998" cy="1391307"/>
            <a:chOff x="9562500" y="923864"/>
            <a:chExt cx="1390998" cy="1391307"/>
          </a:xfrm>
        </p:grpSpPr>
        <p:cxnSp>
          <p:nvCxnSpPr>
            <p:cNvPr id="41" name="直接连接符 40"/>
            <p:cNvCxnSpPr/>
            <p:nvPr>
              <p:custDataLst>
                <p:tags r:id="rId67"/>
              </p:custDataLst>
            </p:nvPr>
          </p:nvCxnSpPr>
          <p:spPr>
            <a:xfrm>
              <a:off x="9686962" y="1219308"/>
              <a:ext cx="114295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2" name="直接连接符 41"/>
            <p:cNvCxnSpPr/>
            <p:nvPr>
              <p:custDataLst>
                <p:tags r:id="rId68"/>
              </p:custDataLst>
            </p:nvPr>
          </p:nvCxnSpPr>
          <p:spPr>
            <a:xfrm>
              <a:off x="9562500" y="1606805"/>
              <a:ext cx="1390998"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a:cxnSpLocks/>
              <a:stCxn id="47" idx="0"/>
              <a:endCxn id="47" idx="4"/>
            </p:cNvCxnSpPr>
            <p:nvPr>
              <p:custDataLst>
                <p:tags r:id="rId69"/>
              </p:custDataLst>
            </p:nvPr>
          </p:nvCxnSpPr>
          <p:spPr>
            <a:xfrm>
              <a:off x="10252740" y="923864"/>
              <a:ext cx="0" cy="1391307"/>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pSp>
          <p:nvGrpSpPr>
            <p:cNvPr id="208" name="组合 207">
              <a:extLst>
                <a:ext uri="{FF2B5EF4-FFF2-40B4-BE49-F238E27FC236}">
                  <a16:creationId xmlns:a16="http://schemas.microsoft.com/office/drawing/2014/main" id="{E2612839-C90A-EA1A-9AFF-3E231F92FB7C}"/>
                </a:ext>
              </a:extLst>
            </p:cNvPr>
            <p:cNvGrpSpPr/>
            <p:nvPr/>
          </p:nvGrpSpPr>
          <p:grpSpPr>
            <a:xfrm>
              <a:off x="10080527" y="1821594"/>
              <a:ext cx="347969" cy="462016"/>
              <a:chOff x="10080527" y="1821594"/>
              <a:chExt cx="347969" cy="462016"/>
            </a:xfrm>
          </p:grpSpPr>
          <p:sp>
            <p:nvSpPr>
              <p:cNvPr id="45" name="矩形 44"/>
              <p:cNvSpPr/>
              <p:nvPr>
                <p:custDataLst>
                  <p:tags r:id="rId70"/>
                </p:custDataLst>
              </p:nvPr>
            </p:nvSpPr>
            <p:spPr>
              <a:xfrm>
                <a:off x="10080527" y="1821594"/>
                <a:ext cx="347969" cy="462016"/>
              </a:xfrm>
              <a:prstGeom prst="rect">
                <a:avLst/>
              </a:prstGeom>
              <a:solidFill>
                <a:srgbClr val="00FF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5" name="组合 24"/>
              <p:cNvGrpSpPr/>
              <p:nvPr/>
            </p:nvGrpSpPr>
            <p:grpSpPr>
              <a:xfrm>
                <a:off x="10141325" y="1893190"/>
                <a:ext cx="230537" cy="237054"/>
                <a:chOff x="10509" y="9577"/>
                <a:chExt cx="283" cy="291"/>
              </a:xfrm>
            </p:grpSpPr>
            <p:cxnSp>
              <p:nvCxnSpPr>
                <p:cNvPr id="26" name="直接连接符 25"/>
                <p:cNvCxnSpPr/>
                <p:nvPr/>
              </p:nvCxnSpPr>
              <p:spPr>
                <a:xfrm>
                  <a:off x="10509" y="9724"/>
                  <a:ext cx="283" cy="0"/>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27" name="直接连接符 26"/>
                <p:cNvCxnSpPr>
                  <a:cxnSpLocks/>
                </p:cNvCxnSpPr>
                <p:nvPr/>
              </p:nvCxnSpPr>
              <p:spPr>
                <a:xfrm flipH="1">
                  <a:off x="10651" y="9577"/>
                  <a:ext cx="0" cy="291"/>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grpSp>
        </p:grpSp>
      </p:grpSp>
      <p:sp>
        <p:nvSpPr>
          <p:cNvPr id="119" name="Oval 15540">
            <a:extLst>
              <a:ext uri="{FF2B5EF4-FFF2-40B4-BE49-F238E27FC236}">
                <a16:creationId xmlns:a16="http://schemas.microsoft.com/office/drawing/2014/main" id="{36AAF737-9309-EB18-F856-F2D85861425D}"/>
              </a:ext>
            </a:extLst>
          </p:cNvPr>
          <p:cNvSpPr>
            <a:spLocks/>
          </p:cNvSpPr>
          <p:nvPr/>
        </p:nvSpPr>
        <p:spPr bwMode="auto">
          <a:xfrm flipH="1">
            <a:off x="3619858" y="3059026"/>
            <a:ext cx="551073" cy="508629"/>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6" name="椭圆 15"/>
          <p:cNvSpPr/>
          <p:nvPr/>
        </p:nvSpPr>
        <p:spPr>
          <a:xfrm>
            <a:off x="509376" y="2642949"/>
            <a:ext cx="133951" cy="640149"/>
          </a:xfrm>
          <a:prstGeom prst="ellipse">
            <a:avLst/>
          </a:prstGeom>
          <a:solidFill>
            <a:srgbClr val="00FFFF"/>
          </a:solidFill>
          <a:ln w="9525"/>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a:off x="3594928" y="3037804"/>
            <a:ext cx="590010" cy="558703"/>
          </a:xfrm>
          <a:prstGeom prst="ellipse">
            <a:avLst/>
          </a:prstGeom>
          <a:noFill/>
          <a:ln w="25400">
            <a:solidFill>
              <a:srgbClr val="00FFF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nvGrpSpPr>
          <p:cNvPr id="55" name="组合 54">
            <a:extLst>
              <a:ext uri="{FF2B5EF4-FFF2-40B4-BE49-F238E27FC236}">
                <a16:creationId xmlns:a16="http://schemas.microsoft.com/office/drawing/2014/main" id="{FAD25C5E-F9B5-1375-8EDE-051FE54C80B9}"/>
              </a:ext>
            </a:extLst>
          </p:cNvPr>
          <p:cNvGrpSpPr/>
          <p:nvPr/>
        </p:nvGrpSpPr>
        <p:grpSpPr>
          <a:xfrm>
            <a:off x="9573507" y="936304"/>
            <a:ext cx="1366627" cy="1366931"/>
            <a:chOff x="8248772" y="77867"/>
            <a:chExt cx="1390998" cy="1391307"/>
          </a:xfrm>
        </p:grpSpPr>
        <p:grpSp>
          <p:nvGrpSpPr>
            <p:cNvPr id="40" name="组合 39">
              <a:extLst>
                <a:ext uri="{FF2B5EF4-FFF2-40B4-BE49-F238E27FC236}">
                  <a16:creationId xmlns:a16="http://schemas.microsoft.com/office/drawing/2014/main" id="{86634A8D-0539-8C27-36E4-591191A1520F}"/>
                </a:ext>
              </a:extLst>
            </p:cNvPr>
            <p:cNvGrpSpPr/>
            <p:nvPr/>
          </p:nvGrpSpPr>
          <p:grpSpPr>
            <a:xfrm>
              <a:off x="8248772" y="77867"/>
              <a:ext cx="1390998" cy="1391307"/>
              <a:chOff x="8248772" y="77867"/>
              <a:chExt cx="1390998" cy="1391307"/>
            </a:xfrm>
            <a:effectLst>
              <a:glow rad="38100">
                <a:schemeClr val="tx1">
                  <a:alpha val="50000"/>
                </a:schemeClr>
              </a:glow>
            </a:effectLst>
          </p:grpSpPr>
          <p:cxnSp>
            <p:nvCxnSpPr>
              <p:cNvPr id="284" name="直接连接符 40">
                <a:extLst>
                  <a:ext uri="{FF2B5EF4-FFF2-40B4-BE49-F238E27FC236}">
                    <a16:creationId xmlns:a16="http://schemas.microsoft.com/office/drawing/2014/main" id="{2AFE8BD8-91A1-79DD-7C27-82C565CB9EDF}"/>
                  </a:ext>
                </a:extLst>
              </p:cNvPr>
              <p:cNvCxnSpPr/>
              <p:nvPr>
                <p:custDataLst>
                  <p:tags r:id="rId64"/>
                </p:custDataLst>
              </p:nvPr>
            </p:nvCxnSpPr>
            <p:spPr>
              <a:xfrm>
                <a:off x="8373234" y="373311"/>
                <a:ext cx="1142950" cy="0"/>
              </a:xfrm>
              <a:prstGeom prst="line">
                <a:avLst/>
              </a:prstGeom>
              <a:ln>
                <a:solidFill>
                  <a:schemeClr val="tx1">
                    <a:alpha val="50000"/>
                  </a:schemeClr>
                </a:solidFill>
              </a:ln>
            </p:spPr>
            <p:style>
              <a:lnRef idx="2">
                <a:schemeClr val="accent1"/>
              </a:lnRef>
              <a:fillRef idx="0">
                <a:srgbClr val="FFFFFF"/>
              </a:fillRef>
              <a:effectRef idx="0">
                <a:srgbClr val="FFFFFF"/>
              </a:effectRef>
              <a:fontRef idx="minor">
                <a:schemeClr val="tx1"/>
              </a:fontRef>
            </p:style>
          </p:cxnSp>
          <p:cxnSp>
            <p:nvCxnSpPr>
              <p:cNvPr id="285" name="直接连接符 41">
                <a:extLst>
                  <a:ext uri="{FF2B5EF4-FFF2-40B4-BE49-F238E27FC236}">
                    <a16:creationId xmlns:a16="http://schemas.microsoft.com/office/drawing/2014/main" id="{7B430AD6-F544-AC62-6E16-484F37A5D986}"/>
                  </a:ext>
                </a:extLst>
              </p:cNvPr>
              <p:cNvCxnSpPr/>
              <p:nvPr>
                <p:custDataLst>
                  <p:tags r:id="rId65"/>
                </p:custDataLst>
              </p:nvPr>
            </p:nvCxnSpPr>
            <p:spPr>
              <a:xfrm>
                <a:off x="8248772" y="760808"/>
                <a:ext cx="1390998" cy="0"/>
              </a:xfrm>
              <a:prstGeom prst="line">
                <a:avLst/>
              </a:prstGeom>
              <a:ln>
                <a:solidFill>
                  <a:schemeClr val="tx1">
                    <a:alpha val="50000"/>
                  </a:schemeClr>
                </a:solidFill>
              </a:ln>
            </p:spPr>
            <p:style>
              <a:lnRef idx="2">
                <a:schemeClr val="accent1"/>
              </a:lnRef>
              <a:fillRef idx="0">
                <a:srgbClr val="FFFFFF"/>
              </a:fillRef>
              <a:effectRef idx="0">
                <a:srgbClr val="FFFFFF"/>
              </a:effectRef>
              <a:fontRef idx="minor">
                <a:schemeClr val="tx1"/>
              </a:fontRef>
            </p:style>
          </p:cxnSp>
          <p:cxnSp>
            <p:nvCxnSpPr>
              <p:cNvPr id="286" name="直接连接符 43">
                <a:extLst>
                  <a:ext uri="{FF2B5EF4-FFF2-40B4-BE49-F238E27FC236}">
                    <a16:creationId xmlns:a16="http://schemas.microsoft.com/office/drawing/2014/main" id="{E91E1C0B-BA22-2CE2-E6A0-9023E6A51939}"/>
                  </a:ext>
                </a:extLst>
              </p:cNvPr>
              <p:cNvCxnSpPr>
                <a:cxnSpLocks/>
              </p:cNvCxnSpPr>
              <p:nvPr>
                <p:custDataLst>
                  <p:tags r:id="rId66"/>
                </p:custDataLst>
              </p:nvPr>
            </p:nvCxnSpPr>
            <p:spPr>
              <a:xfrm>
                <a:off x="8939012" y="77867"/>
                <a:ext cx="0" cy="1391307"/>
              </a:xfrm>
              <a:prstGeom prst="line">
                <a:avLst/>
              </a:prstGeom>
              <a:ln>
                <a:solidFill>
                  <a:schemeClr val="tx1">
                    <a:alpha val="50000"/>
                  </a:schemeClr>
                </a:solidFill>
              </a:ln>
            </p:spPr>
            <p:style>
              <a:lnRef idx="2">
                <a:schemeClr val="accent1"/>
              </a:lnRef>
              <a:fillRef idx="0">
                <a:srgbClr val="FFFFFF"/>
              </a:fillRef>
              <a:effectRef idx="0">
                <a:srgbClr val="FFFFFF"/>
              </a:effectRef>
              <a:fontRef idx="minor">
                <a:schemeClr val="tx1"/>
              </a:fontRef>
            </p:style>
          </p:cxnSp>
        </p:grpSp>
        <p:grpSp>
          <p:nvGrpSpPr>
            <p:cNvPr id="287" name="组合 286">
              <a:extLst>
                <a:ext uri="{FF2B5EF4-FFF2-40B4-BE49-F238E27FC236}">
                  <a16:creationId xmlns:a16="http://schemas.microsoft.com/office/drawing/2014/main" id="{E1292CB3-5300-3AAC-E2FC-FB3C8B10E68D}"/>
                </a:ext>
              </a:extLst>
            </p:cNvPr>
            <p:cNvGrpSpPr/>
            <p:nvPr/>
          </p:nvGrpSpPr>
          <p:grpSpPr>
            <a:xfrm>
              <a:off x="8766799" y="975597"/>
              <a:ext cx="347969" cy="462016"/>
              <a:chOff x="10080527" y="1821594"/>
              <a:chExt cx="347969" cy="462016"/>
            </a:xfrm>
            <a:effectLst>
              <a:glow rad="50800">
                <a:srgbClr val="02FF00">
                  <a:alpha val="51000"/>
                </a:srgbClr>
              </a:glow>
            </a:effectLst>
          </p:grpSpPr>
          <p:sp>
            <p:nvSpPr>
              <p:cNvPr id="288" name="矩形 287">
                <a:extLst>
                  <a:ext uri="{FF2B5EF4-FFF2-40B4-BE49-F238E27FC236}">
                    <a16:creationId xmlns:a16="http://schemas.microsoft.com/office/drawing/2014/main" id="{50BFE765-E7EC-763E-45DA-E6B6A2E2CEC8}"/>
                  </a:ext>
                </a:extLst>
              </p:cNvPr>
              <p:cNvSpPr/>
              <p:nvPr>
                <p:custDataLst>
                  <p:tags r:id="rId63"/>
                </p:custDataLst>
              </p:nvPr>
            </p:nvSpPr>
            <p:spPr>
              <a:xfrm>
                <a:off x="10080527" y="1821594"/>
                <a:ext cx="347969" cy="462016"/>
              </a:xfrm>
              <a:prstGeom prst="rect">
                <a:avLst/>
              </a:prstGeom>
              <a:solidFill>
                <a:srgbClr val="00FF0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89" name="组合 288">
                <a:extLst>
                  <a:ext uri="{FF2B5EF4-FFF2-40B4-BE49-F238E27FC236}">
                    <a16:creationId xmlns:a16="http://schemas.microsoft.com/office/drawing/2014/main" id="{ECEB0AAE-F56E-95C5-C659-61968372FD05}"/>
                  </a:ext>
                </a:extLst>
              </p:cNvPr>
              <p:cNvGrpSpPr/>
              <p:nvPr/>
            </p:nvGrpSpPr>
            <p:grpSpPr>
              <a:xfrm>
                <a:off x="10141325" y="1893190"/>
                <a:ext cx="230537" cy="237054"/>
                <a:chOff x="10509" y="9577"/>
                <a:chExt cx="283" cy="291"/>
              </a:xfrm>
            </p:grpSpPr>
            <p:cxnSp>
              <p:nvCxnSpPr>
                <p:cNvPr id="290" name="直接连接符 25">
                  <a:extLst>
                    <a:ext uri="{FF2B5EF4-FFF2-40B4-BE49-F238E27FC236}">
                      <a16:creationId xmlns:a16="http://schemas.microsoft.com/office/drawing/2014/main" id="{5747E3B0-6550-3299-46EF-5B35C6258D70}"/>
                    </a:ext>
                  </a:extLst>
                </p:cNvPr>
                <p:cNvCxnSpPr/>
                <p:nvPr/>
              </p:nvCxnSpPr>
              <p:spPr>
                <a:xfrm>
                  <a:off x="10509" y="9724"/>
                  <a:ext cx="283" cy="0"/>
                </a:xfrm>
                <a:prstGeom prst="line">
                  <a:avLst/>
                </a:prstGeom>
                <a:ln w="19050">
                  <a:solidFill>
                    <a:schemeClr val="tx1">
                      <a:alpha val="50000"/>
                    </a:schemeClr>
                  </a:solidFill>
                </a:ln>
                <a:effectLst>
                  <a:glow rad="50800">
                    <a:schemeClr val="accent1">
                      <a:alpha val="40000"/>
                    </a:schemeClr>
                  </a:glow>
                </a:effectLst>
              </p:spPr>
              <p:style>
                <a:lnRef idx="2">
                  <a:schemeClr val="accent1"/>
                </a:lnRef>
                <a:fillRef idx="0">
                  <a:srgbClr val="FFFFFF"/>
                </a:fillRef>
                <a:effectRef idx="0">
                  <a:srgbClr val="FFFFFF"/>
                </a:effectRef>
                <a:fontRef idx="minor">
                  <a:schemeClr val="tx1"/>
                </a:fontRef>
              </p:style>
            </p:cxnSp>
            <p:cxnSp>
              <p:nvCxnSpPr>
                <p:cNvPr id="291" name="直接连接符 26">
                  <a:extLst>
                    <a:ext uri="{FF2B5EF4-FFF2-40B4-BE49-F238E27FC236}">
                      <a16:creationId xmlns:a16="http://schemas.microsoft.com/office/drawing/2014/main" id="{F734FFA6-94B7-3A67-C4A9-FA3C890871FB}"/>
                    </a:ext>
                  </a:extLst>
                </p:cNvPr>
                <p:cNvCxnSpPr>
                  <a:cxnSpLocks/>
                </p:cNvCxnSpPr>
                <p:nvPr/>
              </p:nvCxnSpPr>
              <p:spPr>
                <a:xfrm flipH="1">
                  <a:off x="10651" y="9577"/>
                  <a:ext cx="0" cy="291"/>
                </a:xfrm>
                <a:prstGeom prst="line">
                  <a:avLst/>
                </a:prstGeom>
                <a:ln w="19050">
                  <a:solidFill>
                    <a:schemeClr val="tx1">
                      <a:alpha val="50000"/>
                    </a:schemeClr>
                  </a:solidFill>
                </a:ln>
                <a:effectLst>
                  <a:glow rad="50800">
                    <a:schemeClr val="accent1">
                      <a:alpha val="20000"/>
                    </a:schemeClr>
                  </a:glow>
                </a:effectLst>
              </p:spPr>
              <p:style>
                <a:lnRef idx="2">
                  <a:schemeClr val="accent1"/>
                </a:lnRef>
                <a:fillRef idx="0">
                  <a:srgbClr val="FFFFFF"/>
                </a:fillRef>
                <a:effectRef idx="0">
                  <a:srgbClr val="FFFFFF"/>
                </a:effectRef>
                <a:fontRef idx="minor">
                  <a:schemeClr val="tx1"/>
                </a:fontRef>
              </p:style>
            </p:cxnSp>
          </p:grpSp>
        </p:grpSp>
      </p:grpSp>
      <p:grpSp>
        <p:nvGrpSpPr>
          <p:cNvPr id="32" name="组合 31">
            <a:extLst>
              <a:ext uri="{FF2B5EF4-FFF2-40B4-BE49-F238E27FC236}">
                <a16:creationId xmlns:a16="http://schemas.microsoft.com/office/drawing/2014/main" id="{B5D045D7-9401-153C-F2E7-1620F0F22511}"/>
              </a:ext>
            </a:extLst>
          </p:cNvPr>
          <p:cNvGrpSpPr/>
          <p:nvPr/>
        </p:nvGrpSpPr>
        <p:grpSpPr>
          <a:xfrm>
            <a:off x="9842374" y="3320000"/>
            <a:ext cx="1206816" cy="1196165"/>
            <a:chOff x="10251564" y="3317641"/>
            <a:chExt cx="1206816" cy="1196165"/>
          </a:xfrm>
        </p:grpSpPr>
        <p:sp>
          <p:nvSpPr>
            <p:cNvPr id="60" name="弦形 59"/>
            <p:cNvSpPr/>
            <p:nvPr>
              <p:custDataLst>
                <p:tags r:id="rId55"/>
              </p:custDataLst>
            </p:nvPr>
          </p:nvSpPr>
          <p:spPr>
            <a:xfrm rot="10800000">
              <a:off x="10251564" y="3619603"/>
              <a:ext cx="358194" cy="595446"/>
            </a:xfrm>
            <a:prstGeom prst="chord">
              <a:avLst>
                <a:gd name="adj1" fmla="val 5333227"/>
                <a:gd name="adj2" fmla="val 16202437"/>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92" name="组合 291">
              <a:extLst>
                <a:ext uri="{FF2B5EF4-FFF2-40B4-BE49-F238E27FC236}">
                  <a16:creationId xmlns:a16="http://schemas.microsoft.com/office/drawing/2014/main" id="{E7213169-F4A0-9B1E-295B-56E8FAA2139F}"/>
                </a:ext>
              </a:extLst>
            </p:cNvPr>
            <p:cNvGrpSpPr/>
            <p:nvPr/>
          </p:nvGrpSpPr>
          <p:grpSpPr>
            <a:xfrm>
              <a:off x="10932874" y="3317641"/>
              <a:ext cx="467492" cy="1196165"/>
              <a:chOff x="10932874" y="3317641"/>
              <a:chExt cx="467492" cy="1196165"/>
            </a:xfrm>
          </p:grpSpPr>
          <p:sp>
            <p:nvSpPr>
              <p:cNvPr id="61" name="矩形 60"/>
              <p:cNvSpPr/>
              <p:nvPr>
                <p:custDataLst>
                  <p:tags r:id="rId59"/>
                </p:custDataLst>
              </p:nvPr>
            </p:nvSpPr>
            <p:spPr>
              <a:xfrm>
                <a:off x="10932874" y="3317641"/>
                <a:ext cx="461525" cy="107639"/>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62" name="矩形 61"/>
              <p:cNvSpPr/>
              <p:nvPr>
                <p:custDataLst>
                  <p:tags r:id="rId60"/>
                </p:custDataLst>
              </p:nvPr>
            </p:nvSpPr>
            <p:spPr>
              <a:xfrm>
                <a:off x="10938197" y="4406167"/>
                <a:ext cx="461525" cy="107639"/>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63" name="矩形 62"/>
              <p:cNvSpPr/>
              <p:nvPr>
                <p:custDataLst>
                  <p:tags r:id="rId61"/>
                </p:custDataLst>
              </p:nvPr>
            </p:nvSpPr>
            <p:spPr>
              <a:xfrm rot="5400000">
                <a:off x="11213151" y="3493250"/>
                <a:ext cx="256403" cy="107639"/>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64" name="矩形 63"/>
              <p:cNvSpPr/>
              <p:nvPr>
                <p:custDataLst>
                  <p:tags r:id="rId62"/>
                </p:custDataLst>
              </p:nvPr>
            </p:nvSpPr>
            <p:spPr>
              <a:xfrm rot="5400000">
                <a:off x="11218345" y="4231540"/>
                <a:ext cx="256403" cy="107639"/>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sp>
          <p:nvSpPr>
            <p:cNvPr id="13" name="弦形 12">
              <a:extLst>
                <a:ext uri="{FF2B5EF4-FFF2-40B4-BE49-F238E27FC236}">
                  <a16:creationId xmlns:a16="http://schemas.microsoft.com/office/drawing/2014/main" id="{7701D25E-60DD-DE24-8AB0-26D6D57F61CB}"/>
                </a:ext>
              </a:extLst>
            </p:cNvPr>
            <p:cNvSpPr/>
            <p:nvPr>
              <p:custDataLst>
                <p:tags r:id="rId56"/>
              </p:custDataLst>
            </p:nvPr>
          </p:nvSpPr>
          <p:spPr>
            <a:xfrm rot="10800000" flipH="1">
              <a:off x="11100389" y="3619684"/>
              <a:ext cx="357991" cy="595449"/>
            </a:xfrm>
            <a:prstGeom prst="chord">
              <a:avLst>
                <a:gd name="adj1" fmla="val 5333227"/>
                <a:gd name="adj2" fmla="val 16298676"/>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DF043445-1195-8294-1F29-065461B8DF23}"/>
                </a:ext>
              </a:extLst>
            </p:cNvPr>
            <p:cNvSpPr/>
            <p:nvPr>
              <p:custDataLst>
                <p:tags r:id="rId57"/>
              </p:custDataLst>
            </p:nvPr>
          </p:nvSpPr>
          <p:spPr>
            <a:xfrm>
              <a:off x="10413734" y="3549188"/>
              <a:ext cx="932228" cy="66822"/>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9" name="矩形 18">
              <a:extLst>
                <a:ext uri="{FF2B5EF4-FFF2-40B4-BE49-F238E27FC236}">
                  <a16:creationId xmlns:a16="http://schemas.microsoft.com/office/drawing/2014/main" id="{25B720B8-3EDE-CD01-C680-FE41412311C7}"/>
                </a:ext>
              </a:extLst>
            </p:cNvPr>
            <p:cNvSpPr/>
            <p:nvPr>
              <p:custDataLst>
                <p:tags r:id="rId58"/>
              </p:custDataLst>
            </p:nvPr>
          </p:nvSpPr>
          <p:spPr>
            <a:xfrm>
              <a:off x="10418787" y="4226043"/>
              <a:ext cx="932228" cy="66822"/>
            </a:xfrm>
            <a:prstGeom prst="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sp>
        <p:nvSpPr>
          <p:cNvPr id="203" name="任意形状 202">
            <a:extLst>
              <a:ext uri="{FF2B5EF4-FFF2-40B4-BE49-F238E27FC236}">
                <a16:creationId xmlns:a16="http://schemas.microsoft.com/office/drawing/2014/main" id="{897A97B8-FEBC-F415-4E48-AFDEBFCE0744}"/>
              </a:ext>
            </a:extLst>
          </p:cNvPr>
          <p:cNvSpPr/>
          <p:nvPr/>
        </p:nvSpPr>
        <p:spPr>
          <a:xfrm rot="16200000">
            <a:off x="4857227" y="3295226"/>
            <a:ext cx="545896" cy="500399"/>
          </a:xfrm>
          <a:custGeom>
            <a:avLst/>
            <a:gdLst>
              <a:gd name="connsiteX0" fmla="*/ 545896 w 545896"/>
              <a:gd name="connsiteY0" fmla="*/ 0 h 484440"/>
              <a:gd name="connsiteX1" fmla="*/ 545896 w 545896"/>
              <a:gd name="connsiteY1" fmla="*/ 26130 h 484440"/>
              <a:gd name="connsiteX2" fmla="*/ 542783 w 545896"/>
              <a:gd name="connsiteY2" fmla="*/ 28229 h 484440"/>
              <a:gd name="connsiteX3" fmla="*/ 524850 w 545896"/>
              <a:gd name="connsiteY3" fmla="*/ 71523 h 484440"/>
              <a:gd name="connsiteX4" fmla="*/ 524851 w 545896"/>
              <a:gd name="connsiteY4" fmla="*/ 316428 h 484440"/>
              <a:gd name="connsiteX5" fmla="*/ 542784 w 545896"/>
              <a:gd name="connsiteY5" fmla="*/ 359722 h 484440"/>
              <a:gd name="connsiteX6" fmla="*/ 545896 w 545896"/>
              <a:gd name="connsiteY6" fmla="*/ 361821 h 484440"/>
              <a:gd name="connsiteX7" fmla="*/ 545896 w 545896"/>
              <a:gd name="connsiteY7" fmla="*/ 484440 h 484440"/>
              <a:gd name="connsiteX8" fmla="*/ 430830 w 545896"/>
              <a:gd name="connsiteY8" fmla="*/ 484440 h 484440"/>
              <a:gd name="connsiteX9" fmla="*/ 430591 w 545896"/>
              <a:gd name="connsiteY9" fmla="*/ 483288 h 484440"/>
              <a:gd name="connsiteX10" fmla="*/ 372435 w 545896"/>
              <a:gd name="connsiteY10" fmla="*/ 445893 h 484440"/>
              <a:gd name="connsiteX11" fmla="*/ 119973 w 545896"/>
              <a:gd name="connsiteY11" fmla="*/ 445893 h 484440"/>
              <a:gd name="connsiteX12" fmla="*/ 61817 w 545896"/>
              <a:gd name="connsiteY12" fmla="*/ 483288 h 484440"/>
              <a:gd name="connsiteX13" fmla="*/ 61577 w 545896"/>
              <a:gd name="connsiteY13" fmla="*/ 484440 h 484440"/>
              <a:gd name="connsiteX14" fmla="*/ 0 w 545896"/>
              <a:gd name="connsiteY14" fmla="*/ 484440 h 484440"/>
              <a:gd name="connsiteX15" fmla="*/ 0 w 545896"/>
              <a:gd name="connsiteY15"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896" h="484440">
                <a:moveTo>
                  <a:pt x="545896" y="0"/>
                </a:moveTo>
                <a:lnTo>
                  <a:pt x="545896" y="26130"/>
                </a:lnTo>
                <a:lnTo>
                  <a:pt x="542783" y="28229"/>
                </a:lnTo>
                <a:cubicBezTo>
                  <a:pt x="531703" y="39309"/>
                  <a:pt x="524850" y="54616"/>
                  <a:pt x="524850" y="71523"/>
                </a:cubicBezTo>
                <a:lnTo>
                  <a:pt x="524851" y="316428"/>
                </a:lnTo>
                <a:cubicBezTo>
                  <a:pt x="524851" y="333336"/>
                  <a:pt x="531704" y="348642"/>
                  <a:pt x="542784" y="359722"/>
                </a:cubicBezTo>
                <a:lnTo>
                  <a:pt x="545896" y="361821"/>
                </a:lnTo>
                <a:lnTo>
                  <a:pt x="545896" y="484440"/>
                </a:lnTo>
                <a:lnTo>
                  <a:pt x="430830" y="484440"/>
                </a:lnTo>
                <a:lnTo>
                  <a:pt x="430591" y="483288"/>
                </a:lnTo>
                <a:cubicBezTo>
                  <a:pt x="421009" y="461312"/>
                  <a:pt x="398578" y="445893"/>
                  <a:pt x="372435" y="445893"/>
                </a:cubicBezTo>
                <a:lnTo>
                  <a:pt x="119973" y="445893"/>
                </a:lnTo>
                <a:cubicBezTo>
                  <a:pt x="93829" y="445893"/>
                  <a:pt x="71398" y="461312"/>
                  <a:pt x="61817" y="483288"/>
                </a:cubicBezTo>
                <a:lnTo>
                  <a:pt x="61577" y="484440"/>
                </a:lnTo>
                <a:lnTo>
                  <a:pt x="0" y="484440"/>
                </a:lnTo>
                <a:lnTo>
                  <a:pt x="0"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sp>
        <p:nvSpPr>
          <p:cNvPr id="225" name="任意形状 224">
            <a:extLst>
              <a:ext uri="{FF2B5EF4-FFF2-40B4-BE49-F238E27FC236}">
                <a16:creationId xmlns:a16="http://schemas.microsoft.com/office/drawing/2014/main" id="{8AECFC84-0094-71FF-CEF2-469B02BB0FEC}"/>
              </a:ext>
            </a:extLst>
          </p:cNvPr>
          <p:cNvSpPr/>
          <p:nvPr/>
        </p:nvSpPr>
        <p:spPr>
          <a:xfrm rot="10800000">
            <a:off x="4832263" y="2190092"/>
            <a:ext cx="543196" cy="484440"/>
          </a:xfrm>
          <a:custGeom>
            <a:avLst/>
            <a:gdLst>
              <a:gd name="connsiteX0" fmla="*/ 543196 w 543196"/>
              <a:gd name="connsiteY0" fmla="*/ 484440 h 484440"/>
              <a:gd name="connsiteX1" fmla="*/ 428700 w 543196"/>
              <a:gd name="connsiteY1" fmla="*/ 484440 h 484440"/>
              <a:gd name="connsiteX2" fmla="*/ 428462 w 543196"/>
              <a:gd name="connsiteY2" fmla="*/ 483288 h 484440"/>
              <a:gd name="connsiteX3" fmla="*/ 370593 w 543196"/>
              <a:gd name="connsiteY3" fmla="*/ 445893 h 484440"/>
              <a:gd name="connsiteX4" fmla="*/ 119379 w 543196"/>
              <a:gd name="connsiteY4" fmla="*/ 445893 h 484440"/>
              <a:gd name="connsiteX5" fmla="*/ 84266 w 543196"/>
              <a:gd name="connsiteY5" fmla="*/ 456350 h 484440"/>
              <a:gd name="connsiteX6" fmla="*/ 65403 w 543196"/>
              <a:gd name="connsiteY6" fmla="*/ 478681 h 484440"/>
              <a:gd name="connsiteX7" fmla="*/ 65403 w 543196"/>
              <a:gd name="connsiteY7" fmla="*/ 643 h 484440"/>
              <a:gd name="connsiteX8" fmla="*/ 0 w 543196"/>
              <a:gd name="connsiteY8" fmla="*/ 643 h 484440"/>
              <a:gd name="connsiteX9" fmla="*/ 0 w 543196"/>
              <a:gd name="connsiteY9" fmla="*/ 0 h 484440"/>
              <a:gd name="connsiteX10" fmla="*/ 115250 w 543196"/>
              <a:gd name="connsiteY10" fmla="*/ 0 h 484440"/>
              <a:gd name="connsiteX11" fmla="*/ 117196 w 543196"/>
              <a:gd name="connsiteY11" fmla="*/ 9638 h 484440"/>
              <a:gd name="connsiteX12" fmla="*/ 172172 w 543196"/>
              <a:gd name="connsiteY12" fmla="*/ 46079 h 484440"/>
              <a:gd name="connsiteX13" fmla="*/ 410834 w 543196"/>
              <a:gd name="connsiteY13" fmla="*/ 46079 h 484440"/>
              <a:gd name="connsiteX14" fmla="*/ 465810 w 543196"/>
              <a:gd name="connsiteY14" fmla="*/ 9638 h 484440"/>
              <a:gd name="connsiteX15" fmla="*/ 467756 w 543196"/>
              <a:gd name="connsiteY15" fmla="*/ 0 h 484440"/>
              <a:gd name="connsiteX16" fmla="*/ 543196 w 543196"/>
              <a:gd name="connsiteY16"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3196" h="484440">
                <a:moveTo>
                  <a:pt x="543196" y="484440"/>
                </a:moveTo>
                <a:lnTo>
                  <a:pt x="428700" y="484440"/>
                </a:lnTo>
                <a:lnTo>
                  <a:pt x="428462" y="483288"/>
                </a:lnTo>
                <a:cubicBezTo>
                  <a:pt x="418927" y="461312"/>
                  <a:pt x="396607" y="445893"/>
                  <a:pt x="370593" y="445893"/>
                </a:cubicBezTo>
                <a:lnTo>
                  <a:pt x="119379" y="445893"/>
                </a:lnTo>
                <a:cubicBezTo>
                  <a:pt x="106373" y="445893"/>
                  <a:pt x="94289" y="449748"/>
                  <a:pt x="84266" y="456350"/>
                </a:cubicBezTo>
                <a:lnTo>
                  <a:pt x="65403" y="478681"/>
                </a:lnTo>
                <a:lnTo>
                  <a:pt x="65403" y="643"/>
                </a:lnTo>
                <a:lnTo>
                  <a:pt x="0" y="643"/>
                </a:lnTo>
                <a:lnTo>
                  <a:pt x="0" y="0"/>
                </a:lnTo>
                <a:lnTo>
                  <a:pt x="115250" y="0"/>
                </a:lnTo>
                <a:lnTo>
                  <a:pt x="117196" y="9638"/>
                </a:lnTo>
                <a:cubicBezTo>
                  <a:pt x="126254" y="31053"/>
                  <a:pt x="147458" y="46079"/>
                  <a:pt x="172172" y="46079"/>
                </a:cubicBezTo>
                <a:lnTo>
                  <a:pt x="410834" y="46079"/>
                </a:lnTo>
                <a:cubicBezTo>
                  <a:pt x="435548" y="46079"/>
                  <a:pt x="456753" y="31053"/>
                  <a:pt x="465810" y="9638"/>
                </a:cubicBezTo>
                <a:lnTo>
                  <a:pt x="467756" y="0"/>
                </a:lnTo>
                <a:lnTo>
                  <a:pt x="543196"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26" name="任意形状 225">
            <a:extLst>
              <a:ext uri="{FF2B5EF4-FFF2-40B4-BE49-F238E27FC236}">
                <a16:creationId xmlns:a16="http://schemas.microsoft.com/office/drawing/2014/main" id="{B1F96A4C-F9B7-807B-DD79-64F7C80CE4FF}"/>
              </a:ext>
            </a:extLst>
          </p:cNvPr>
          <p:cNvSpPr/>
          <p:nvPr/>
        </p:nvSpPr>
        <p:spPr>
          <a:xfrm rot="16200000">
            <a:off x="5119406" y="2822299"/>
            <a:ext cx="578766" cy="301541"/>
          </a:xfrm>
          <a:custGeom>
            <a:avLst/>
            <a:gdLst>
              <a:gd name="connsiteX0" fmla="*/ 545896 w 545896"/>
              <a:gd name="connsiteY0" fmla="*/ 0 h 484440"/>
              <a:gd name="connsiteX1" fmla="*/ 545896 w 545896"/>
              <a:gd name="connsiteY1" fmla="*/ 26130 h 484440"/>
              <a:gd name="connsiteX2" fmla="*/ 542783 w 545896"/>
              <a:gd name="connsiteY2" fmla="*/ 28229 h 484440"/>
              <a:gd name="connsiteX3" fmla="*/ 524850 w 545896"/>
              <a:gd name="connsiteY3" fmla="*/ 71523 h 484440"/>
              <a:gd name="connsiteX4" fmla="*/ 524851 w 545896"/>
              <a:gd name="connsiteY4" fmla="*/ 316428 h 484440"/>
              <a:gd name="connsiteX5" fmla="*/ 542784 w 545896"/>
              <a:gd name="connsiteY5" fmla="*/ 359722 h 484440"/>
              <a:gd name="connsiteX6" fmla="*/ 545896 w 545896"/>
              <a:gd name="connsiteY6" fmla="*/ 361821 h 484440"/>
              <a:gd name="connsiteX7" fmla="*/ 545896 w 545896"/>
              <a:gd name="connsiteY7" fmla="*/ 484440 h 484440"/>
              <a:gd name="connsiteX8" fmla="*/ 430830 w 545896"/>
              <a:gd name="connsiteY8" fmla="*/ 484440 h 484440"/>
              <a:gd name="connsiteX9" fmla="*/ 430591 w 545896"/>
              <a:gd name="connsiteY9" fmla="*/ 483288 h 484440"/>
              <a:gd name="connsiteX10" fmla="*/ 372435 w 545896"/>
              <a:gd name="connsiteY10" fmla="*/ 445893 h 484440"/>
              <a:gd name="connsiteX11" fmla="*/ 119973 w 545896"/>
              <a:gd name="connsiteY11" fmla="*/ 445893 h 484440"/>
              <a:gd name="connsiteX12" fmla="*/ 61817 w 545896"/>
              <a:gd name="connsiteY12" fmla="*/ 483288 h 484440"/>
              <a:gd name="connsiteX13" fmla="*/ 61577 w 545896"/>
              <a:gd name="connsiteY13" fmla="*/ 484440 h 484440"/>
              <a:gd name="connsiteX14" fmla="*/ 0 w 545896"/>
              <a:gd name="connsiteY14" fmla="*/ 484440 h 484440"/>
              <a:gd name="connsiteX15" fmla="*/ 0 w 545896"/>
              <a:gd name="connsiteY15" fmla="*/ 0 h 48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896" h="484440">
                <a:moveTo>
                  <a:pt x="545896" y="0"/>
                </a:moveTo>
                <a:lnTo>
                  <a:pt x="545896" y="26130"/>
                </a:lnTo>
                <a:lnTo>
                  <a:pt x="542783" y="28229"/>
                </a:lnTo>
                <a:cubicBezTo>
                  <a:pt x="531703" y="39309"/>
                  <a:pt x="524850" y="54616"/>
                  <a:pt x="524850" y="71523"/>
                </a:cubicBezTo>
                <a:lnTo>
                  <a:pt x="524851" y="316428"/>
                </a:lnTo>
                <a:cubicBezTo>
                  <a:pt x="524851" y="333336"/>
                  <a:pt x="531704" y="348642"/>
                  <a:pt x="542784" y="359722"/>
                </a:cubicBezTo>
                <a:lnTo>
                  <a:pt x="545896" y="361821"/>
                </a:lnTo>
                <a:lnTo>
                  <a:pt x="545896" y="484440"/>
                </a:lnTo>
                <a:lnTo>
                  <a:pt x="430830" y="484440"/>
                </a:lnTo>
                <a:lnTo>
                  <a:pt x="430591" y="483288"/>
                </a:lnTo>
                <a:cubicBezTo>
                  <a:pt x="421009" y="461312"/>
                  <a:pt x="398578" y="445893"/>
                  <a:pt x="372435" y="445893"/>
                </a:cubicBezTo>
                <a:lnTo>
                  <a:pt x="119973" y="445893"/>
                </a:lnTo>
                <a:cubicBezTo>
                  <a:pt x="93829" y="445893"/>
                  <a:pt x="71398" y="461312"/>
                  <a:pt x="61817" y="483288"/>
                </a:cubicBezTo>
                <a:lnTo>
                  <a:pt x="61577" y="484440"/>
                </a:lnTo>
                <a:lnTo>
                  <a:pt x="0" y="484440"/>
                </a:lnTo>
                <a:lnTo>
                  <a:pt x="0" y="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p>
        </p:txBody>
      </p:sp>
      <p:grpSp>
        <p:nvGrpSpPr>
          <p:cNvPr id="237" name="组合 236">
            <a:extLst>
              <a:ext uri="{FF2B5EF4-FFF2-40B4-BE49-F238E27FC236}">
                <a16:creationId xmlns:a16="http://schemas.microsoft.com/office/drawing/2014/main" id="{B0F43280-5EB4-A9F7-AAF4-6041989779E6}"/>
              </a:ext>
            </a:extLst>
          </p:cNvPr>
          <p:cNvGrpSpPr/>
          <p:nvPr/>
        </p:nvGrpSpPr>
        <p:grpSpPr>
          <a:xfrm flipH="1">
            <a:off x="3777951" y="3195383"/>
            <a:ext cx="219638" cy="220818"/>
            <a:chOff x="9253470" y="1351580"/>
            <a:chExt cx="133734" cy="133734"/>
          </a:xfrm>
        </p:grpSpPr>
        <p:sp>
          <p:nvSpPr>
            <p:cNvPr id="238" name="Oval 15540">
              <a:extLst>
                <a:ext uri="{FF2B5EF4-FFF2-40B4-BE49-F238E27FC236}">
                  <a16:creationId xmlns:a16="http://schemas.microsoft.com/office/drawing/2014/main" id="{95B4AF2A-FE1A-384A-79DB-DB5F43292852}"/>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239" name="Line 15541">
              <a:extLst>
                <a:ext uri="{FF2B5EF4-FFF2-40B4-BE49-F238E27FC236}">
                  <a16:creationId xmlns:a16="http://schemas.microsoft.com/office/drawing/2014/main" id="{8B13E8A3-2591-2C6F-23A9-DE4124B71248}"/>
                </a:ext>
              </a:extLst>
            </p:cNvPr>
            <p:cNvCxnSpPr>
              <a:cxnSpLocks/>
              <a:stCxn id="238" idx="1"/>
              <a:endCxn id="23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cxnSp>
        <p:nvCxnSpPr>
          <p:cNvPr id="102" name="直接连接符 101"/>
          <p:cNvCxnSpPr>
            <a:cxnSpLocks/>
          </p:cNvCxnSpPr>
          <p:nvPr>
            <p:custDataLst>
              <p:tags r:id="rId8"/>
            </p:custDataLst>
          </p:nvPr>
        </p:nvCxnSpPr>
        <p:spPr>
          <a:xfrm>
            <a:off x="7359404" y="1243816"/>
            <a:ext cx="1796537" cy="2518483"/>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03" name="直接连接符 102"/>
          <p:cNvCxnSpPr>
            <a:cxnSpLocks/>
          </p:cNvCxnSpPr>
          <p:nvPr>
            <p:custDataLst>
              <p:tags r:id="rId9"/>
            </p:custDataLst>
          </p:nvPr>
        </p:nvCxnSpPr>
        <p:spPr>
          <a:xfrm>
            <a:off x="7349124" y="2010638"/>
            <a:ext cx="1799025" cy="2086120"/>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grpSp>
        <p:nvGrpSpPr>
          <p:cNvPr id="318" name="组合 317">
            <a:extLst>
              <a:ext uri="{FF2B5EF4-FFF2-40B4-BE49-F238E27FC236}">
                <a16:creationId xmlns:a16="http://schemas.microsoft.com/office/drawing/2014/main" id="{89AE6C91-6CAE-8211-2089-E5F26D5CD857}"/>
              </a:ext>
            </a:extLst>
          </p:cNvPr>
          <p:cNvGrpSpPr/>
          <p:nvPr/>
        </p:nvGrpSpPr>
        <p:grpSpPr>
          <a:xfrm>
            <a:off x="5694985" y="930784"/>
            <a:ext cx="2619915" cy="1797319"/>
            <a:chOff x="5694985" y="930784"/>
            <a:chExt cx="2619915" cy="1797319"/>
          </a:xfrm>
        </p:grpSpPr>
        <p:sp>
          <p:nvSpPr>
            <p:cNvPr id="98" name="文本框 97"/>
            <p:cNvSpPr txBox="1"/>
            <p:nvPr>
              <p:custDataLst>
                <p:tags r:id="rId42"/>
              </p:custDataLst>
            </p:nvPr>
          </p:nvSpPr>
          <p:spPr>
            <a:xfrm>
              <a:off x="6891263" y="2374505"/>
              <a:ext cx="1423637" cy="353598"/>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200" dirty="0">
                  <a:latin typeface="Arial" panose="020B0604020202090204" pitchFamily="34" charset="0"/>
                  <a:ea typeface="微软雅黑" panose="020B0503020204020204" pitchFamily="34" charset="-122"/>
                </a:rPr>
                <a:t>伸缩目镜筒</a:t>
              </a:r>
            </a:p>
          </p:txBody>
        </p:sp>
        <p:sp>
          <p:nvSpPr>
            <p:cNvPr id="99" name="文本框 98"/>
            <p:cNvSpPr txBox="1"/>
            <p:nvPr>
              <p:custDataLst>
                <p:tags r:id="rId43"/>
              </p:custDataLst>
            </p:nvPr>
          </p:nvSpPr>
          <p:spPr>
            <a:xfrm>
              <a:off x="5694985" y="1307194"/>
              <a:ext cx="1056115" cy="353598"/>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200" dirty="0">
                  <a:latin typeface="Arial" panose="020B0604020202090204" pitchFamily="34" charset="0"/>
                  <a:ea typeface="微软雅黑" panose="020B0503020204020204" pitchFamily="34" charset="-122"/>
                </a:rPr>
                <a:t>反射像</a:t>
              </a:r>
            </a:p>
          </p:txBody>
        </p:sp>
        <p:sp>
          <p:nvSpPr>
            <p:cNvPr id="100" name="文本框 99"/>
            <p:cNvSpPr txBox="1"/>
            <p:nvPr>
              <p:custDataLst>
                <p:tags r:id="rId44"/>
              </p:custDataLst>
            </p:nvPr>
          </p:nvSpPr>
          <p:spPr>
            <a:xfrm>
              <a:off x="5701504" y="2015204"/>
              <a:ext cx="1056115" cy="353598"/>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200">
                  <a:latin typeface="Arial" panose="020B0604020202090204" pitchFamily="34" charset="0"/>
                  <a:ea typeface="微软雅黑" panose="020B0503020204020204" pitchFamily="34" charset="-122"/>
                </a:rPr>
                <a:t>透射窗</a:t>
              </a:r>
            </a:p>
          </p:txBody>
        </p:sp>
        <p:cxnSp>
          <p:nvCxnSpPr>
            <p:cNvPr id="104" name="直接连接符 103"/>
            <p:cNvCxnSpPr/>
            <p:nvPr>
              <p:custDataLst>
                <p:tags r:id="rId45"/>
              </p:custDataLst>
            </p:nvPr>
          </p:nvCxnSpPr>
          <p:spPr>
            <a:xfrm flipV="1">
              <a:off x="6489516" y="1320230"/>
              <a:ext cx="744822" cy="188205"/>
            </a:xfrm>
            <a:prstGeom prst="line">
              <a:avLst/>
            </a:prstGeom>
            <a:ln w="6350">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106" name="直接连接符 105"/>
            <p:cNvCxnSpPr/>
            <p:nvPr>
              <p:custDataLst>
                <p:tags r:id="rId46"/>
              </p:custDataLst>
            </p:nvPr>
          </p:nvCxnSpPr>
          <p:spPr>
            <a:xfrm flipV="1">
              <a:off x="6491146" y="2035573"/>
              <a:ext cx="744822" cy="188205"/>
            </a:xfrm>
            <a:prstGeom prst="line">
              <a:avLst/>
            </a:prstGeom>
            <a:ln w="6350">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66" name="直接连接符 65"/>
            <p:cNvCxnSpPr>
              <a:cxnSpLocks/>
            </p:cNvCxnSpPr>
            <p:nvPr>
              <p:custDataLst>
                <p:tags r:id="rId47"/>
              </p:custDataLst>
            </p:nvPr>
          </p:nvCxnSpPr>
          <p:spPr>
            <a:xfrm>
              <a:off x="6751100" y="1244700"/>
              <a:ext cx="1142731"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1" name="直接连接符 70"/>
            <p:cNvCxnSpPr/>
            <p:nvPr>
              <p:custDataLst>
                <p:tags r:id="rId48"/>
              </p:custDataLst>
            </p:nvPr>
          </p:nvCxnSpPr>
          <p:spPr>
            <a:xfrm>
              <a:off x="7333724" y="936045"/>
              <a:ext cx="0" cy="1385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p:nvPr>
              <p:custDataLst>
                <p:tags r:id="rId49"/>
              </p:custDataLst>
            </p:nvPr>
          </p:nvCxnSpPr>
          <p:spPr>
            <a:xfrm>
              <a:off x="6625976" y="1613859"/>
              <a:ext cx="1391484"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72" name="矩形 71"/>
            <p:cNvSpPr/>
            <p:nvPr>
              <p:custDataLst>
                <p:tags r:id="rId50"/>
              </p:custDataLst>
            </p:nvPr>
          </p:nvSpPr>
          <p:spPr>
            <a:xfrm>
              <a:off x="7169593" y="1828689"/>
              <a:ext cx="348090" cy="462106"/>
            </a:xfrm>
            <a:prstGeom prst="rect">
              <a:avLst/>
            </a:prstGeom>
            <a:solidFill>
              <a:srgbClr val="00FF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4" name="椭圆 73"/>
            <p:cNvSpPr/>
            <p:nvPr>
              <p:custDataLst>
                <p:tags r:id="rId51"/>
              </p:custDataLst>
            </p:nvPr>
          </p:nvSpPr>
          <p:spPr>
            <a:xfrm>
              <a:off x="6620715" y="930784"/>
              <a:ext cx="1391484" cy="1391578"/>
            </a:xfrm>
            <a:prstGeom prst="ellipse">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8" name="组合 27"/>
            <p:cNvGrpSpPr/>
            <p:nvPr/>
          </p:nvGrpSpPr>
          <p:grpSpPr>
            <a:xfrm>
              <a:off x="7220485" y="1884031"/>
              <a:ext cx="230618" cy="230572"/>
              <a:chOff x="10527" y="9557"/>
              <a:chExt cx="283" cy="283"/>
            </a:xfrm>
          </p:grpSpPr>
          <p:cxnSp>
            <p:nvCxnSpPr>
              <p:cNvPr id="29" name="直接连接符 28"/>
              <p:cNvCxnSpPr/>
              <p:nvPr/>
            </p:nvCxnSpPr>
            <p:spPr>
              <a:xfrm>
                <a:off x="10527" y="9700"/>
                <a:ext cx="283" cy="0"/>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31" name="直接连接符 30"/>
              <p:cNvCxnSpPr>
                <a:cxnSpLocks/>
              </p:cNvCxnSpPr>
              <p:nvPr/>
            </p:nvCxnSpPr>
            <p:spPr>
              <a:xfrm>
                <a:off x="10667" y="9557"/>
                <a:ext cx="0" cy="283"/>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grpSp>
        <p:grpSp>
          <p:nvGrpSpPr>
            <p:cNvPr id="110" name="组合 109"/>
            <p:cNvGrpSpPr/>
            <p:nvPr>
              <p:custDataLst>
                <p:tags r:id="rId52"/>
              </p:custDataLst>
            </p:nvPr>
          </p:nvGrpSpPr>
          <p:grpSpPr>
            <a:xfrm>
              <a:off x="7212818" y="1110333"/>
              <a:ext cx="247731" cy="252932"/>
              <a:chOff x="9079" y="9151"/>
              <a:chExt cx="283" cy="289"/>
            </a:xfrm>
          </p:grpSpPr>
          <p:cxnSp>
            <p:nvCxnSpPr>
              <p:cNvPr id="109" name="直接连接符 108"/>
              <p:cNvCxnSpPr>
                <a:cxnSpLocks/>
              </p:cNvCxnSpPr>
              <p:nvPr>
                <p:custDataLst>
                  <p:tags r:id="rId53"/>
                </p:custDataLst>
              </p:nvPr>
            </p:nvCxnSpPr>
            <p:spPr>
              <a:xfrm flipV="1">
                <a:off x="9215" y="9151"/>
                <a:ext cx="0" cy="289"/>
              </a:xfrm>
              <a:prstGeom prst="line">
                <a:avLst/>
              </a:prstGeom>
              <a:ln w="25400">
                <a:solidFill>
                  <a:srgbClr val="00FF00"/>
                </a:solidFill>
              </a:ln>
              <a:effectLst>
                <a:glow rad="59703">
                  <a:srgbClr val="02FF00">
                    <a:alpha val="0"/>
                  </a:srgbClr>
                </a:glow>
                <a:softEdge rad="0"/>
              </a:effectLst>
            </p:spPr>
            <p:style>
              <a:lnRef idx="2">
                <a:schemeClr val="accent1"/>
              </a:lnRef>
              <a:fillRef idx="0">
                <a:srgbClr val="FFFFFF"/>
              </a:fillRef>
              <a:effectRef idx="0">
                <a:srgbClr val="FFFFFF"/>
              </a:effectRef>
              <a:fontRef idx="minor">
                <a:schemeClr val="tx1"/>
              </a:fontRef>
            </p:style>
          </p:cxnSp>
          <p:cxnSp>
            <p:nvCxnSpPr>
              <p:cNvPr id="108" name="直接连接符 107"/>
              <p:cNvCxnSpPr/>
              <p:nvPr>
                <p:custDataLst>
                  <p:tags r:id="rId54"/>
                </p:custDataLst>
              </p:nvPr>
            </p:nvCxnSpPr>
            <p:spPr>
              <a:xfrm>
                <a:off x="9079" y="9301"/>
                <a:ext cx="283" cy="0"/>
              </a:xfrm>
              <a:prstGeom prst="line">
                <a:avLst/>
              </a:prstGeom>
              <a:ln w="25400">
                <a:solidFill>
                  <a:srgbClr val="00FF00"/>
                </a:solidFill>
              </a:ln>
              <a:effectLst>
                <a:glow rad="50800">
                  <a:srgbClr val="02FF00">
                    <a:alpha val="0"/>
                  </a:srgbClr>
                </a:glow>
              </a:effectLst>
            </p:spPr>
            <p:style>
              <a:lnRef idx="2">
                <a:schemeClr val="accent1"/>
              </a:lnRef>
              <a:fillRef idx="0">
                <a:srgbClr val="FFFFFF"/>
              </a:fillRef>
              <a:effectRef idx="0">
                <a:srgbClr val="FFFFFF"/>
              </a:effectRef>
              <a:fontRef idx="minor">
                <a:schemeClr val="tx1"/>
              </a:fontRef>
            </p:style>
          </p:cxnSp>
        </p:grpSp>
      </p:grpSp>
      <p:grpSp>
        <p:nvGrpSpPr>
          <p:cNvPr id="242" name="组合 241">
            <a:extLst>
              <a:ext uri="{FF2B5EF4-FFF2-40B4-BE49-F238E27FC236}">
                <a16:creationId xmlns:a16="http://schemas.microsoft.com/office/drawing/2014/main" id="{DA4CE687-DA6F-1363-96F7-3782626587B9}"/>
              </a:ext>
            </a:extLst>
          </p:cNvPr>
          <p:cNvGrpSpPr/>
          <p:nvPr>
            <p:custDataLst>
              <p:tags r:id="rId10"/>
            </p:custDataLst>
          </p:nvPr>
        </p:nvGrpSpPr>
        <p:grpSpPr>
          <a:xfrm>
            <a:off x="7224138" y="1115594"/>
            <a:ext cx="247731" cy="252932"/>
            <a:chOff x="9079" y="9151"/>
            <a:chExt cx="283" cy="289"/>
          </a:xfrm>
        </p:grpSpPr>
        <p:cxnSp>
          <p:nvCxnSpPr>
            <p:cNvPr id="243" name="直接连接符 108">
              <a:extLst>
                <a:ext uri="{FF2B5EF4-FFF2-40B4-BE49-F238E27FC236}">
                  <a16:creationId xmlns:a16="http://schemas.microsoft.com/office/drawing/2014/main" id="{556692E2-DC9E-EA34-E13A-2C5AC51B5F50}"/>
                </a:ext>
              </a:extLst>
            </p:cNvPr>
            <p:cNvCxnSpPr>
              <a:cxnSpLocks/>
            </p:cNvCxnSpPr>
            <p:nvPr>
              <p:custDataLst>
                <p:tags r:id="rId40"/>
              </p:custDataLst>
            </p:nvPr>
          </p:nvCxnSpPr>
          <p:spPr>
            <a:xfrm flipV="1">
              <a:off x="9215" y="9151"/>
              <a:ext cx="0" cy="289"/>
            </a:xfrm>
            <a:prstGeom prst="line">
              <a:avLst/>
            </a:prstGeom>
            <a:ln w="25400">
              <a:solidFill>
                <a:srgbClr val="00FF00">
                  <a:alpha val="50000"/>
                </a:srgbClr>
              </a:solidFill>
            </a:ln>
            <a:effectLst>
              <a:glow rad="76200">
                <a:srgbClr val="02FF00">
                  <a:alpha val="50140"/>
                </a:srgbClr>
              </a:glow>
            </a:effectLst>
          </p:spPr>
          <p:style>
            <a:lnRef idx="2">
              <a:schemeClr val="accent1"/>
            </a:lnRef>
            <a:fillRef idx="0">
              <a:srgbClr val="FFFFFF"/>
            </a:fillRef>
            <a:effectRef idx="0">
              <a:srgbClr val="FFFFFF"/>
            </a:effectRef>
            <a:fontRef idx="minor">
              <a:schemeClr val="tx1"/>
            </a:fontRef>
          </p:style>
        </p:cxnSp>
        <p:cxnSp>
          <p:nvCxnSpPr>
            <p:cNvPr id="244" name="直接连接符 107">
              <a:extLst>
                <a:ext uri="{FF2B5EF4-FFF2-40B4-BE49-F238E27FC236}">
                  <a16:creationId xmlns:a16="http://schemas.microsoft.com/office/drawing/2014/main" id="{9F03561F-687D-7D0D-C501-EB06636E6585}"/>
                </a:ext>
              </a:extLst>
            </p:cNvPr>
            <p:cNvCxnSpPr/>
            <p:nvPr>
              <p:custDataLst>
                <p:tags r:id="rId41"/>
              </p:custDataLst>
            </p:nvPr>
          </p:nvCxnSpPr>
          <p:spPr>
            <a:xfrm>
              <a:off x="9079" y="9301"/>
              <a:ext cx="283" cy="0"/>
            </a:xfrm>
            <a:prstGeom prst="line">
              <a:avLst/>
            </a:prstGeom>
            <a:ln w="25400">
              <a:solidFill>
                <a:srgbClr val="00FF00">
                  <a:alpha val="50000"/>
                </a:srgbClr>
              </a:solidFill>
            </a:ln>
            <a:effectLst>
              <a:glow rad="76200">
                <a:srgbClr val="02FF00">
                  <a:alpha val="50000"/>
                </a:srgbClr>
              </a:glow>
            </a:effectLst>
          </p:spPr>
          <p:style>
            <a:lnRef idx="2">
              <a:schemeClr val="accent1"/>
            </a:lnRef>
            <a:fillRef idx="0">
              <a:srgbClr val="FFFFFF"/>
            </a:fillRef>
            <a:effectRef idx="0">
              <a:srgbClr val="FFFFFF"/>
            </a:effectRef>
            <a:fontRef idx="minor">
              <a:schemeClr val="tx1"/>
            </a:fontRef>
          </p:style>
        </p:cxnSp>
      </p:grpSp>
      <p:grpSp>
        <p:nvGrpSpPr>
          <p:cNvPr id="294" name="组合 293">
            <a:extLst>
              <a:ext uri="{FF2B5EF4-FFF2-40B4-BE49-F238E27FC236}">
                <a16:creationId xmlns:a16="http://schemas.microsoft.com/office/drawing/2014/main" id="{1133D0A1-B9B9-B303-10FA-356AD0BC6E9D}"/>
              </a:ext>
            </a:extLst>
          </p:cNvPr>
          <p:cNvGrpSpPr/>
          <p:nvPr>
            <p:custDataLst>
              <p:tags r:id="rId11"/>
            </p:custDataLst>
          </p:nvPr>
        </p:nvGrpSpPr>
        <p:grpSpPr>
          <a:xfrm>
            <a:off x="5806071" y="3878443"/>
            <a:ext cx="3338694" cy="210867"/>
            <a:chOff x="10227" y="7175"/>
            <a:chExt cx="3712" cy="233"/>
          </a:xfrm>
        </p:grpSpPr>
        <p:cxnSp>
          <p:nvCxnSpPr>
            <p:cNvPr id="295" name="直接箭头连接符 78">
              <a:extLst>
                <a:ext uri="{FF2B5EF4-FFF2-40B4-BE49-F238E27FC236}">
                  <a16:creationId xmlns:a16="http://schemas.microsoft.com/office/drawing/2014/main" id="{518F183B-A5AB-548A-F832-E6F448358F9A}"/>
                </a:ext>
              </a:extLst>
            </p:cNvPr>
            <p:cNvCxnSpPr>
              <a:cxnSpLocks/>
            </p:cNvCxnSpPr>
            <p:nvPr>
              <p:custDataLst>
                <p:tags r:id="rId36"/>
              </p:custDataLst>
            </p:nvPr>
          </p:nvCxnSpPr>
          <p:spPr>
            <a:xfrm flipH="1">
              <a:off x="10683" y="7404"/>
              <a:ext cx="3245" cy="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96" name="直接箭头连接符 79">
              <a:extLst>
                <a:ext uri="{FF2B5EF4-FFF2-40B4-BE49-F238E27FC236}">
                  <a16:creationId xmlns:a16="http://schemas.microsoft.com/office/drawing/2014/main" id="{1AB9B3AD-B68B-AFA7-400C-965B84861428}"/>
                </a:ext>
              </a:extLst>
            </p:cNvPr>
            <p:cNvCxnSpPr>
              <a:cxnSpLocks/>
            </p:cNvCxnSpPr>
            <p:nvPr>
              <p:custDataLst>
                <p:tags r:id="rId37"/>
              </p:custDataLst>
            </p:nvPr>
          </p:nvCxnSpPr>
          <p:spPr>
            <a:xfrm flipH="1" flipV="1">
              <a:off x="10690" y="7232"/>
              <a:ext cx="3249" cy="162"/>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297" name="直接连接符 80">
              <a:extLst>
                <a:ext uri="{FF2B5EF4-FFF2-40B4-BE49-F238E27FC236}">
                  <a16:creationId xmlns:a16="http://schemas.microsoft.com/office/drawing/2014/main" id="{30E829C4-528E-F789-7388-0563BB136C92}"/>
                </a:ext>
              </a:extLst>
            </p:cNvPr>
            <p:cNvCxnSpPr>
              <a:cxnSpLocks/>
            </p:cNvCxnSpPr>
            <p:nvPr>
              <p:custDataLst>
                <p:tags r:id="rId38"/>
              </p:custDataLst>
            </p:nvPr>
          </p:nvCxnSpPr>
          <p:spPr>
            <a:xfrm>
              <a:off x="10227" y="7310"/>
              <a:ext cx="457" cy="98"/>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298" name="直接连接符 81">
              <a:extLst>
                <a:ext uri="{FF2B5EF4-FFF2-40B4-BE49-F238E27FC236}">
                  <a16:creationId xmlns:a16="http://schemas.microsoft.com/office/drawing/2014/main" id="{BFC0CED3-1C94-F2B6-C015-5E4B0ADF47FB}"/>
                </a:ext>
              </a:extLst>
            </p:cNvPr>
            <p:cNvCxnSpPr>
              <a:cxnSpLocks/>
            </p:cNvCxnSpPr>
            <p:nvPr>
              <p:custDataLst>
                <p:tags r:id="rId39"/>
              </p:custDataLst>
            </p:nvPr>
          </p:nvCxnSpPr>
          <p:spPr>
            <a:xfrm flipH="1" flipV="1">
              <a:off x="10227" y="7175"/>
              <a:ext cx="485" cy="56"/>
            </a:xfrm>
            <a:prstGeom prst="line">
              <a:avLst/>
            </a:prstGeom>
            <a:ln>
              <a:solidFill>
                <a:srgbClr val="FFC000"/>
              </a:solidFill>
            </a:ln>
          </p:spPr>
          <p:style>
            <a:lnRef idx="2">
              <a:schemeClr val="accent1"/>
            </a:lnRef>
            <a:fillRef idx="0">
              <a:srgbClr val="FFFFFF"/>
            </a:fillRef>
            <a:effectRef idx="0">
              <a:srgbClr val="FFFFFF"/>
            </a:effectRef>
            <a:fontRef idx="minor">
              <a:schemeClr val="tx1"/>
            </a:fontRef>
          </p:style>
        </p:cxnSp>
      </p:grpSp>
      <p:grpSp>
        <p:nvGrpSpPr>
          <p:cNvPr id="299" name="组合 298">
            <a:extLst>
              <a:ext uri="{FF2B5EF4-FFF2-40B4-BE49-F238E27FC236}">
                <a16:creationId xmlns:a16="http://schemas.microsoft.com/office/drawing/2014/main" id="{E13C1153-92D3-AA96-DDE3-047DB6B22EEC}"/>
              </a:ext>
            </a:extLst>
          </p:cNvPr>
          <p:cNvGrpSpPr/>
          <p:nvPr/>
        </p:nvGrpSpPr>
        <p:grpSpPr>
          <a:xfrm>
            <a:off x="5804104" y="3723933"/>
            <a:ext cx="3882858" cy="277576"/>
            <a:chOff x="6749587" y="4451504"/>
            <a:chExt cx="2933414" cy="209705"/>
          </a:xfrm>
        </p:grpSpPr>
        <p:cxnSp>
          <p:nvCxnSpPr>
            <p:cNvPr id="300" name="直接箭头连接符 83">
              <a:extLst>
                <a:ext uri="{FF2B5EF4-FFF2-40B4-BE49-F238E27FC236}">
                  <a16:creationId xmlns:a16="http://schemas.microsoft.com/office/drawing/2014/main" id="{5A17EDE4-800F-A5CB-2B2D-825507383A12}"/>
                </a:ext>
              </a:extLst>
            </p:cNvPr>
            <p:cNvCxnSpPr>
              <a:cxnSpLocks/>
            </p:cNvCxnSpPr>
            <p:nvPr>
              <p:custDataLst>
                <p:tags r:id="rId32"/>
              </p:custDataLst>
            </p:nvPr>
          </p:nvCxnSpPr>
          <p:spPr>
            <a:xfrm flipV="1">
              <a:off x="6749587" y="4581884"/>
              <a:ext cx="329593" cy="7932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301" name="直接连接符 84">
              <a:extLst>
                <a:ext uri="{FF2B5EF4-FFF2-40B4-BE49-F238E27FC236}">
                  <a16:creationId xmlns:a16="http://schemas.microsoft.com/office/drawing/2014/main" id="{E48E2FD3-5A58-2558-F235-27ECF3AF90B4}"/>
                </a:ext>
              </a:extLst>
            </p:cNvPr>
            <p:cNvCxnSpPr>
              <a:cxnSpLocks/>
            </p:cNvCxnSpPr>
            <p:nvPr>
              <p:custDataLst>
                <p:tags r:id="rId33"/>
              </p:custDataLst>
            </p:nvPr>
          </p:nvCxnSpPr>
          <p:spPr>
            <a:xfrm flipV="1">
              <a:off x="7069525" y="4456366"/>
              <a:ext cx="2613476" cy="128202"/>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302" name="直接箭头连接符 85">
              <a:extLst>
                <a:ext uri="{FF2B5EF4-FFF2-40B4-BE49-F238E27FC236}">
                  <a16:creationId xmlns:a16="http://schemas.microsoft.com/office/drawing/2014/main" id="{74D3665F-CA67-6585-62F6-F4588A5BE665}"/>
                </a:ext>
              </a:extLst>
            </p:cNvPr>
            <p:cNvCxnSpPr>
              <a:cxnSpLocks/>
            </p:cNvCxnSpPr>
            <p:nvPr>
              <p:custDataLst>
                <p:tags r:id="rId34"/>
              </p:custDataLst>
            </p:nvPr>
          </p:nvCxnSpPr>
          <p:spPr>
            <a:xfrm flipV="1">
              <a:off x="6755247" y="4454354"/>
              <a:ext cx="309780" cy="107741"/>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cxnSp>
          <p:nvCxnSpPr>
            <p:cNvPr id="303" name="直接连接符 86">
              <a:extLst>
                <a:ext uri="{FF2B5EF4-FFF2-40B4-BE49-F238E27FC236}">
                  <a16:creationId xmlns:a16="http://schemas.microsoft.com/office/drawing/2014/main" id="{1D8BEA5B-72E1-B5E6-ACAA-A4349B0113C8}"/>
                </a:ext>
              </a:extLst>
            </p:cNvPr>
            <p:cNvCxnSpPr>
              <a:cxnSpLocks/>
            </p:cNvCxnSpPr>
            <p:nvPr>
              <p:custDataLst>
                <p:tags r:id="rId35"/>
              </p:custDataLst>
            </p:nvPr>
          </p:nvCxnSpPr>
          <p:spPr>
            <a:xfrm>
              <a:off x="7060120" y="4451504"/>
              <a:ext cx="2617422" cy="0"/>
            </a:xfrm>
            <a:prstGeom prst="line">
              <a:avLst/>
            </a:prstGeom>
            <a:ln>
              <a:solidFill>
                <a:srgbClr val="FFC000"/>
              </a:solidFill>
            </a:ln>
          </p:spPr>
          <p:style>
            <a:lnRef idx="2">
              <a:schemeClr val="accent1"/>
            </a:lnRef>
            <a:fillRef idx="0">
              <a:srgbClr val="FFFFFF"/>
            </a:fillRef>
            <a:effectRef idx="0">
              <a:srgbClr val="FFFFFF"/>
            </a:effectRef>
            <a:fontRef idx="minor">
              <a:schemeClr val="tx1"/>
            </a:fontRef>
          </p:style>
        </p:cxnSp>
      </p:grpSp>
      <p:grpSp>
        <p:nvGrpSpPr>
          <p:cNvPr id="311" name="组合 310">
            <a:extLst>
              <a:ext uri="{FF2B5EF4-FFF2-40B4-BE49-F238E27FC236}">
                <a16:creationId xmlns:a16="http://schemas.microsoft.com/office/drawing/2014/main" id="{F5FF0B0A-53A2-7493-165A-1A73FF58197C}"/>
              </a:ext>
            </a:extLst>
          </p:cNvPr>
          <p:cNvGrpSpPr/>
          <p:nvPr/>
        </p:nvGrpSpPr>
        <p:grpSpPr>
          <a:xfrm>
            <a:off x="7680744" y="3436495"/>
            <a:ext cx="3195505" cy="1679727"/>
            <a:chOff x="7999960" y="3432540"/>
            <a:chExt cx="3195505" cy="1679727"/>
          </a:xfrm>
        </p:grpSpPr>
        <p:sp>
          <p:nvSpPr>
            <p:cNvPr id="107" name="文本框 106"/>
            <p:cNvSpPr txBox="1"/>
            <p:nvPr>
              <p:custDataLst>
                <p:tags r:id="rId20"/>
              </p:custDataLst>
            </p:nvPr>
          </p:nvSpPr>
          <p:spPr>
            <a:xfrm>
              <a:off x="10008143" y="4591815"/>
              <a:ext cx="903628" cy="40597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dirty="0">
                  <a:latin typeface="Arial" panose="020B0604020202090204" pitchFamily="34" charset="0"/>
                  <a:ea typeface="微软雅黑" panose="020B0503020204020204" pitchFamily="34" charset="-122"/>
                </a:rPr>
                <a:t>灯泡</a:t>
              </a:r>
            </a:p>
          </p:txBody>
        </p:sp>
        <p:grpSp>
          <p:nvGrpSpPr>
            <p:cNvPr id="34" name="组合 33">
              <a:extLst>
                <a:ext uri="{FF2B5EF4-FFF2-40B4-BE49-F238E27FC236}">
                  <a16:creationId xmlns:a16="http://schemas.microsoft.com/office/drawing/2014/main" id="{6AE1B1C6-5DFA-A856-BB3C-63658D547B5C}"/>
                </a:ext>
              </a:extLst>
            </p:cNvPr>
            <p:cNvGrpSpPr/>
            <p:nvPr/>
          </p:nvGrpSpPr>
          <p:grpSpPr>
            <a:xfrm>
              <a:off x="7999960" y="3432540"/>
              <a:ext cx="3195505" cy="1679727"/>
              <a:chOff x="7999960" y="3432540"/>
              <a:chExt cx="3195505" cy="1679727"/>
            </a:xfrm>
          </p:grpSpPr>
          <p:sp>
            <p:nvSpPr>
              <p:cNvPr id="48" name="矩形 47"/>
              <p:cNvSpPr/>
              <p:nvPr>
                <p:custDataLst>
                  <p:tags r:id="rId22"/>
                </p:custDataLst>
              </p:nvPr>
            </p:nvSpPr>
            <p:spPr>
              <a:xfrm>
                <a:off x="7999960" y="3432540"/>
                <a:ext cx="3195505" cy="107639"/>
              </a:xfrm>
              <a:prstGeom prst="rect">
                <a:avLst/>
              </a:prstGeom>
              <a:pattFill prst="wdUpDiag">
                <a:fgClr>
                  <a:schemeClr val="bg1">
                    <a:lumMod val="65000"/>
                  </a:schemeClr>
                </a:fgClr>
                <a:bgClr>
                  <a:schemeClr val="bg1"/>
                </a:bgClr>
              </a:patt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9" name="矩形 48"/>
              <p:cNvSpPr/>
              <p:nvPr>
                <p:custDataLst>
                  <p:tags r:id="rId23"/>
                </p:custDataLst>
              </p:nvPr>
            </p:nvSpPr>
            <p:spPr>
              <a:xfrm>
                <a:off x="8006538" y="4288064"/>
                <a:ext cx="1577648" cy="107639"/>
              </a:xfrm>
              <a:prstGeom prst="rect">
                <a:avLst/>
              </a:prstGeom>
              <a:pattFill prst="wdUpDiag">
                <a:fgClr>
                  <a:schemeClr val="bg1">
                    <a:lumMod val="65000"/>
                  </a:schemeClr>
                </a:fgClr>
                <a:bgClr>
                  <a:schemeClr val="bg1"/>
                </a:bgClr>
              </a:patt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50" name="矩形 49"/>
              <p:cNvSpPr/>
              <p:nvPr>
                <p:custDataLst>
                  <p:tags r:id="rId24"/>
                </p:custDataLst>
              </p:nvPr>
            </p:nvSpPr>
            <p:spPr>
              <a:xfrm rot="5400000">
                <a:off x="9074131" y="4645952"/>
                <a:ext cx="615366" cy="107639"/>
              </a:xfrm>
              <a:prstGeom prst="rect">
                <a:avLst/>
              </a:prstGeom>
              <a:pattFill prst="wdUpDiag">
                <a:fgClr>
                  <a:schemeClr val="bg1">
                    <a:lumMod val="65000"/>
                  </a:schemeClr>
                </a:fgClr>
                <a:bgClr>
                  <a:schemeClr val="bg1"/>
                </a:bgClr>
              </a:patt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51" name="矩形 50"/>
              <p:cNvSpPr/>
              <p:nvPr>
                <p:custDataLst>
                  <p:tags r:id="rId25"/>
                </p:custDataLst>
              </p:nvPr>
            </p:nvSpPr>
            <p:spPr>
              <a:xfrm rot="5400000">
                <a:off x="9580670" y="4649549"/>
                <a:ext cx="615366" cy="107639"/>
              </a:xfrm>
              <a:prstGeom prst="rect">
                <a:avLst/>
              </a:prstGeom>
              <a:pattFill prst="wdUpDiag">
                <a:fgClr>
                  <a:schemeClr val="bg1">
                    <a:lumMod val="65000"/>
                  </a:schemeClr>
                </a:fgClr>
                <a:bgClr>
                  <a:schemeClr val="bg1"/>
                </a:bgClr>
              </a:patt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2" name="矩形 51"/>
              <p:cNvSpPr/>
              <p:nvPr>
                <p:custDataLst>
                  <p:tags r:id="rId26"/>
                </p:custDataLst>
              </p:nvPr>
            </p:nvSpPr>
            <p:spPr>
              <a:xfrm>
                <a:off x="9688756" y="4292750"/>
                <a:ext cx="1506709" cy="107639"/>
              </a:xfrm>
              <a:prstGeom prst="rect">
                <a:avLst/>
              </a:prstGeom>
              <a:pattFill prst="wdUpDiag">
                <a:fgClr>
                  <a:schemeClr val="bg1">
                    <a:lumMod val="65000"/>
                  </a:schemeClr>
                </a:fgClr>
                <a:bgClr>
                  <a:schemeClr val="bg1"/>
                </a:bgClr>
              </a:patt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3" name="矩形 52"/>
              <p:cNvSpPr/>
              <p:nvPr>
                <p:custDataLst>
                  <p:tags r:id="rId27"/>
                </p:custDataLst>
              </p:nvPr>
            </p:nvSpPr>
            <p:spPr>
              <a:xfrm>
                <a:off x="9327814" y="5004628"/>
                <a:ext cx="615367" cy="107639"/>
              </a:xfrm>
              <a:prstGeom prst="rect">
                <a:avLst/>
              </a:prstGeom>
              <a:pattFill prst="wdUpDiag">
                <a:fgClr>
                  <a:schemeClr val="bg1">
                    <a:lumMod val="65000"/>
                  </a:schemeClr>
                </a:fgClr>
                <a:bgClr>
                  <a:schemeClr val="bg1"/>
                </a:bgClr>
              </a:patt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4" name="矩形 53"/>
              <p:cNvSpPr/>
              <p:nvPr>
                <p:custDataLst>
                  <p:tags r:id="rId28"/>
                </p:custDataLst>
              </p:nvPr>
            </p:nvSpPr>
            <p:spPr>
              <a:xfrm rot="5400000">
                <a:off x="9123046" y="3893981"/>
                <a:ext cx="723748" cy="45719"/>
              </a:xfrm>
              <a:prstGeom prst="rect">
                <a:avLst/>
              </a:prstGeom>
              <a:noFill/>
              <a:ln w="12700">
                <a:solidFill>
                  <a:srgbClr val="0000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56" name="太阳形 55"/>
              <p:cNvSpPr/>
              <p:nvPr>
                <p:custDataLst>
                  <p:tags r:id="rId29"/>
                </p:custDataLst>
              </p:nvPr>
            </p:nvSpPr>
            <p:spPr>
              <a:xfrm>
                <a:off x="9493326" y="4573671"/>
                <a:ext cx="300305" cy="331963"/>
              </a:xfrm>
              <a:prstGeom prst="sun">
                <a:avLst/>
              </a:prstGeom>
              <a:solidFill>
                <a:srgbClr val="00FF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77" name="直接箭头连接符 76"/>
              <p:cNvCxnSpPr>
                <a:cxnSpLocks/>
              </p:cNvCxnSpPr>
              <p:nvPr>
                <p:custDataLst>
                  <p:tags r:id="rId30"/>
                </p:custDataLst>
              </p:nvPr>
            </p:nvCxnSpPr>
            <p:spPr>
              <a:xfrm flipH="1" flipV="1">
                <a:off x="9632505" y="4083097"/>
                <a:ext cx="7945" cy="459216"/>
              </a:xfrm>
              <a:prstGeom prst="straightConnector1">
                <a:avLst/>
              </a:prstGeom>
              <a:ln>
                <a:solidFill>
                  <a:srgbClr val="FF0000"/>
                </a:solidFill>
                <a:tailEnd type="arrow" w="sm" len="sm"/>
              </a:ln>
            </p:spPr>
            <p:style>
              <a:lnRef idx="2">
                <a:schemeClr val="accent1"/>
              </a:lnRef>
              <a:fillRef idx="0">
                <a:srgbClr val="FFFFFF"/>
              </a:fillRef>
              <a:effectRef idx="0">
                <a:srgbClr val="FFFFFF"/>
              </a:effectRef>
              <a:fontRef idx="minor">
                <a:schemeClr val="tx1"/>
              </a:fontRef>
            </p:style>
          </p:cxnSp>
          <p:sp>
            <p:nvSpPr>
              <p:cNvPr id="213" name="梯形 212">
                <a:extLst>
                  <a:ext uri="{FF2B5EF4-FFF2-40B4-BE49-F238E27FC236}">
                    <a16:creationId xmlns:a16="http://schemas.microsoft.com/office/drawing/2014/main" id="{D6A5A2A7-B407-C0C3-F8E3-47A738460311}"/>
                  </a:ext>
                </a:extLst>
              </p:cNvPr>
              <p:cNvSpPr/>
              <p:nvPr/>
            </p:nvSpPr>
            <p:spPr>
              <a:xfrm rot="5400000">
                <a:off x="9450499" y="3996979"/>
                <a:ext cx="342652" cy="220813"/>
              </a:xfrm>
              <a:custGeom>
                <a:avLst/>
                <a:gdLst>
                  <a:gd name="connsiteX0" fmla="*/ 0 w 449974"/>
                  <a:gd name="connsiteY0" fmla="*/ 304056 h 304056"/>
                  <a:gd name="connsiteX1" fmla="*/ 98934 w 449974"/>
                  <a:gd name="connsiteY1" fmla="*/ 0 h 304056"/>
                  <a:gd name="connsiteX2" fmla="*/ 351040 w 449974"/>
                  <a:gd name="connsiteY2" fmla="*/ 0 h 304056"/>
                  <a:gd name="connsiteX3" fmla="*/ 449974 w 449974"/>
                  <a:gd name="connsiteY3" fmla="*/ 304056 h 304056"/>
                  <a:gd name="connsiteX4" fmla="*/ 0 w 449974"/>
                  <a:gd name="connsiteY4" fmla="*/ 304056 h 304056"/>
                  <a:gd name="connsiteX0" fmla="*/ 0 w 351040"/>
                  <a:gd name="connsiteY0" fmla="*/ 304056 h 304056"/>
                  <a:gd name="connsiteX1" fmla="*/ 98934 w 351040"/>
                  <a:gd name="connsiteY1" fmla="*/ 0 h 304056"/>
                  <a:gd name="connsiteX2" fmla="*/ 351040 w 351040"/>
                  <a:gd name="connsiteY2" fmla="*/ 0 h 304056"/>
                  <a:gd name="connsiteX3" fmla="*/ 340917 w 351040"/>
                  <a:gd name="connsiteY3" fmla="*/ 299862 h 304056"/>
                  <a:gd name="connsiteX4" fmla="*/ 0 w 351040"/>
                  <a:gd name="connsiteY4" fmla="*/ 304056 h 304056"/>
                  <a:gd name="connsiteX0" fmla="*/ 0 w 346846"/>
                  <a:gd name="connsiteY0" fmla="*/ 304056 h 304056"/>
                  <a:gd name="connsiteX1" fmla="*/ 98934 w 346846"/>
                  <a:gd name="connsiteY1" fmla="*/ 0 h 304056"/>
                  <a:gd name="connsiteX2" fmla="*/ 346846 w 346846"/>
                  <a:gd name="connsiteY2" fmla="*/ 0 h 304056"/>
                  <a:gd name="connsiteX3" fmla="*/ 340917 w 346846"/>
                  <a:gd name="connsiteY3" fmla="*/ 299862 h 304056"/>
                  <a:gd name="connsiteX4" fmla="*/ 0 w 346846"/>
                  <a:gd name="connsiteY4" fmla="*/ 304056 h 304056"/>
                  <a:gd name="connsiteX0" fmla="*/ 0 w 342652"/>
                  <a:gd name="connsiteY0" fmla="*/ 304056 h 304056"/>
                  <a:gd name="connsiteX1" fmla="*/ 98934 w 342652"/>
                  <a:gd name="connsiteY1" fmla="*/ 0 h 304056"/>
                  <a:gd name="connsiteX2" fmla="*/ 342652 w 342652"/>
                  <a:gd name="connsiteY2" fmla="*/ 0 h 304056"/>
                  <a:gd name="connsiteX3" fmla="*/ 340917 w 342652"/>
                  <a:gd name="connsiteY3" fmla="*/ 299862 h 304056"/>
                  <a:gd name="connsiteX4" fmla="*/ 0 w 342652"/>
                  <a:gd name="connsiteY4" fmla="*/ 304056 h 304056"/>
                  <a:gd name="connsiteX0" fmla="*/ 0 w 342652"/>
                  <a:gd name="connsiteY0" fmla="*/ 304056 h 304056"/>
                  <a:gd name="connsiteX1" fmla="*/ 225934 w 342652"/>
                  <a:gd name="connsiteY1" fmla="*/ 0 h 304056"/>
                  <a:gd name="connsiteX2" fmla="*/ 342652 w 342652"/>
                  <a:gd name="connsiteY2" fmla="*/ 0 h 304056"/>
                  <a:gd name="connsiteX3" fmla="*/ 340917 w 342652"/>
                  <a:gd name="connsiteY3" fmla="*/ 299862 h 304056"/>
                  <a:gd name="connsiteX4" fmla="*/ 0 w 342652"/>
                  <a:gd name="connsiteY4" fmla="*/ 304056 h 304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652" h="304056">
                    <a:moveTo>
                      <a:pt x="0" y="304056"/>
                    </a:moveTo>
                    <a:lnTo>
                      <a:pt x="225934" y="0"/>
                    </a:lnTo>
                    <a:lnTo>
                      <a:pt x="342652" y="0"/>
                    </a:lnTo>
                    <a:cubicBezTo>
                      <a:pt x="342074" y="99954"/>
                      <a:pt x="341495" y="199908"/>
                      <a:pt x="340917" y="299862"/>
                    </a:cubicBezTo>
                    <a:lnTo>
                      <a:pt x="0" y="304056"/>
                    </a:lnTo>
                    <a:close/>
                  </a:path>
                </a:pathLst>
              </a:cu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01" name="直接箭头连接符 76">
                <a:extLst>
                  <a:ext uri="{FF2B5EF4-FFF2-40B4-BE49-F238E27FC236}">
                    <a16:creationId xmlns:a16="http://schemas.microsoft.com/office/drawing/2014/main" id="{271855C3-FAFC-9092-D141-ED1C7936E00B}"/>
                  </a:ext>
                </a:extLst>
              </p:cNvPr>
              <p:cNvCxnSpPr>
                <a:cxnSpLocks/>
              </p:cNvCxnSpPr>
              <p:nvPr>
                <p:custDataLst>
                  <p:tags r:id="rId31"/>
                </p:custDataLst>
              </p:nvPr>
            </p:nvCxnSpPr>
            <p:spPr>
              <a:xfrm flipH="1">
                <a:off x="9490297" y="4083097"/>
                <a:ext cx="150153" cy="0"/>
              </a:xfrm>
              <a:prstGeom prst="straightConnector1">
                <a:avLst/>
              </a:prstGeom>
              <a:ln>
                <a:solidFill>
                  <a:srgbClr val="FF0000"/>
                </a:solidFill>
                <a:tailEnd type="arrow" w="sm" len="sm"/>
              </a:ln>
            </p:spPr>
            <p:style>
              <a:lnRef idx="2">
                <a:schemeClr val="accent1"/>
              </a:lnRef>
              <a:fillRef idx="0">
                <a:srgbClr val="FFFFFF"/>
              </a:fillRef>
              <a:effectRef idx="0">
                <a:srgbClr val="FFFFFF"/>
              </a:effectRef>
              <a:fontRef idx="minor">
                <a:schemeClr val="tx1"/>
              </a:fontRef>
            </p:style>
          </p:cxnSp>
        </p:grpSp>
        <p:cxnSp>
          <p:nvCxnSpPr>
            <p:cNvPr id="92" name="直接连接符 91"/>
            <p:cNvCxnSpPr/>
            <p:nvPr>
              <p:custDataLst>
                <p:tags r:id="rId21"/>
              </p:custDataLst>
            </p:nvPr>
          </p:nvCxnSpPr>
          <p:spPr>
            <a:xfrm flipV="1">
              <a:off x="9805033" y="4735000"/>
              <a:ext cx="248747" cy="723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grpSp>
      <p:cxnSp>
        <p:nvCxnSpPr>
          <p:cNvPr id="319" name="直接连接符 101">
            <a:extLst>
              <a:ext uri="{FF2B5EF4-FFF2-40B4-BE49-F238E27FC236}">
                <a16:creationId xmlns:a16="http://schemas.microsoft.com/office/drawing/2014/main" id="{94736CC0-D09B-B57B-4212-8AE28B75E0AC}"/>
              </a:ext>
            </a:extLst>
          </p:cNvPr>
          <p:cNvCxnSpPr>
            <a:cxnSpLocks/>
          </p:cNvCxnSpPr>
          <p:nvPr>
            <p:custDataLst>
              <p:tags r:id="rId12"/>
            </p:custDataLst>
          </p:nvPr>
        </p:nvCxnSpPr>
        <p:spPr>
          <a:xfrm>
            <a:off x="7354030" y="1253422"/>
            <a:ext cx="2127086" cy="2532307"/>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320" name="直接连接符 102">
            <a:extLst>
              <a:ext uri="{FF2B5EF4-FFF2-40B4-BE49-F238E27FC236}">
                <a16:creationId xmlns:a16="http://schemas.microsoft.com/office/drawing/2014/main" id="{81F24F0F-40EB-FAA8-6634-BC003FDB7FB3}"/>
              </a:ext>
            </a:extLst>
          </p:cNvPr>
          <p:cNvCxnSpPr>
            <a:cxnSpLocks/>
          </p:cNvCxnSpPr>
          <p:nvPr>
            <p:custDataLst>
              <p:tags r:id="rId13"/>
            </p:custDataLst>
          </p:nvPr>
        </p:nvCxnSpPr>
        <p:spPr>
          <a:xfrm>
            <a:off x="7343601" y="1990095"/>
            <a:ext cx="2130720" cy="2100630"/>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sp>
        <p:nvSpPr>
          <p:cNvPr id="330" name="Rectangle 15437">
            <a:extLst>
              <a:ext uri="{FF2B5EF4-FFF2-40B4-BE49-F238E27FC236}">
                <a16:creationId xmlns:a16="http://schemas.microsoft.com/office/drawing/2014/main" id="{CC13E04E-49EA-4D99-2053-9665215DAA4F}"/>
              </a:ext>
            </a:extLst>
          </p:cNvPr>
          <p:cNvSpPr>
            <a:spLocks/>
          </p:cNvSpPr>
          <p:nvPr/>
        </p:nvSpPr>
        <p:spPr bwMode="auto">
          <a:xfrm flipH="1">
            <a:off x="1727314" y="2633145"/>
            <a:ext cx="1478467" cy="660733"/>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331" name="Line 15500">
            <a:extLst>
              <a:ext uri="{FF2B5EF4-FFF2-40B4-BE49-F238E27FC236}">
                <a16:creationId xmlns:a16="http://schemas.microsoft.com/office/drawing/2014/main" id="{D4408C0D-1221-F7EF-36AC-DC951E7A8A07}"/>
              </a:ext>
            </a:extLst>
          </p:cNvPr>
          <p:cNvCxnSpPr>
            <a:cxnSpLocks/>
          </p:cNvCxnSpPr>
          <p:nvPr/>
        </p:nvCxnSpPr>
        <p:spPr bwMode="auto">
          <a:xfrm flipH="1">
            <a:off x="3322896" y="3975751"/>
            <a:ext cx="119527" cy="17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nvGrpSpPr>
          <p:cNvPr id="7" name="组合 6">
            <a:extLst>
              <a:ext uri="{FF2B5EF4-FFF2-40B4-BE49-F238E27FC236}">
                <a16:creationId xmlns:a16="http://schemas.microsoft.com/office/drawing/2014/main" id="{AFA14DA4-2159-5ED3-3DE7-4CE12600026B}"/>
              </a:ext>
            </a:extLst>
          </p:cNvPr>
          <p:cNvGrpSpPr/>
          <p:nvPr/>
        </p:nvGrpSpPr>
        <p:grpSpPr>
          <a:xfrm>
            <a:off x="5164689" y="3324628"/>
            <a:ext cx="438690" cy="1329917"/>
            <a:chOff x="5645582" y="3336653"/>
            <a:chExt cx="438690" cy="1329917"/>
          </a:xfrm>
        </p:grpSpPr>
        <p:sp>
          <p:nvSpPr>
            <p:cNvPr id="35" name="矩形 34"/>
            <p:cNvSpPr/>
            <p:nvPr>
              <p:custDataLst>
                <p:tags r:id="rId18"/>
              </p:custDataLst>
            </p:nvPr>
          </p:nvSpPr>
          <p:spPr>
            <a:xfrm>
              <a:off x="5650550" y="3336653"/>
              <a:ext cx="140171" cy="1197501"/>
            </a:xfrm>
            <a:prstGeom prst="rect">
              <a:avLst/>
            </a:prstGeom>
            <a:solidFill>
              <a:schemeClr val="bg2">
                <a:lumMod val="75000"/>
              </a:schemeClr>
            </a:solidFill>
            <a:ln w="15875">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36" name="矩形 35"/>
            <p:cNvSpPr/>
            <p:nvPr>
              <p:custDataLst>
                <p:tags r:id="rId19"/>
              </p:custDataLst>
            </p:nvPr>
          </p:nvSpPr>
          <p:spPr>
            <a:xfrm>
              <a:off x="5645582" y="4530890"/>
              <a:ext cx="438690" cy="135680"/>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sp>
        <p:nvSpPr>
          <p:cNvPr id="218" name="椭圆 217">
            <a:extLst>
              <a:ext uri="{FF2B5EF4-FFF2-40B4-BE49-F238E27FC236}">
                <a16:creationId xmlns:a16="http://schemas.microsoft.com/office/drawing/2014/main" id="{B60DE4DA-FC3B-0F23-DA24-25BCCB508D9C}"/>
              </a:ext>
            </a:extLst>
          </p:cNvPr>
          <p:cNvSpPr/>
          <p:nvPr/>
        </p:nvSpPr>
        <p:spPr>
          <a:xfrm>
            <a:off x="4806309" y="2489809"/>
            <a:ext cx="538928" cy="939165"/>
          </a:xfrm>
          <a:prstGeom prst="ellipse">
            <a:avLst/>
          </a:prstGeom>
          <a:no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grpSp>
        <p:nvGrpSpPr>
          <p:cNvPr id="306" name="组合 305">
            <a:extLst>
              <a:ext uri="{FF2B5EF4-FFF2-40B4-BE49-F238E27FC236}">
                <a16:creationId xmlns:a16="http://schemas.microsoft.com/office/drawing/2014/main" id="{3956028A-7596-1F8D-CCC7-D251DE331ED3}"/>
              </a:ext>
            </a:extLst>
          </p:cNvPr>
          <p:cNvGrpSpPr/>
          <p:nvPr/>
        </p:nvGrpSpPr>
        <p:grpSpPr>
          <a:xfrm>
            <a:off x="4422427" y="2715152"/>
            <a:ext cx="679798" cy="480509"/>
            <a:chOff x="4414659" y="943107"/>
            <a:chExt cx="679798" cy="480509"/>
          </a:xfrm>
        </p:grpSpPr>
        <p:sp>
          <p:nvSpPr>
            <p:cNvPr id="240" name="弦形 239">
              <a:extLst>
                <a:ext uri="{FF2B5EF4-FFF2-40B4-BE49-F238E27FC236}">
                  <a16:creationId xmlns:a16="http://schemas.microsoft.com/office/drawing/2014/main" id="{59EE2800-992B-6E16-AEF0-16524500D1B8}"/>
                </a:ext>
              </a:extLst>
            </p:cNvPr>
            <p:cNvSpPr/>
            <p:nvPr>
              <p:custDataLst>
                <p:tags r:id="rId16"/>
              </p:custDataLst>
            </p:nvPr>
          </p:nvSpPr>
          <p:spPr>
            <a:xfrm rot="10800000">
              <a:off x="4613274" y="960520"/>
              <a:ext cx="172646" cy="434312"/>
            </a:xfrm>
            <a:prstGeom prst="chord">
              <a:avLst>
                <a:gd name="adj1" fmla="val 5333227"/>
                <a:gd name="adj2" fmla="val 16298676"/>
              </a:avLst>
            </a:prstGeom>
            <a:solidFill>
              <a:srgbClr val="02FFFF"/>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264" name="矩形 263">
              <a:extLst>
                <a:ext uri="{FF2B5EF4-FFF2-40B4-BE49-F238E27FC236}">
                  <a16:creationId xmlns:a16="http://schemas.microsoft.com/office/drawing/2014/main" id="{B0BAF06C-2A0B-89EF-30F2-1A302EF3F567}"/>
                </a:ext>
              </a:extLst>
            </p:cNvPr>
            <p:cNvSpPr/>
            <p:nvPr/>
          </p:nvSpPr>
          <p:spPr>
            <a:xfrm>
              <a:off x="4414659" y="943107"/>
              <a:ext cx="34115" cy="480509"/>
            </a:xfrm>
            <a:prstGeom prst="rect">
              <a:avLst/>
            </a:prstGeom>
            <a:solidFill>
              <a:srgbClr val="00FFFF"/>
            </a:solidFill>
            <a:ln w="6350"/>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dirty="0">
                <a:ln>
                  <a:noFill/>
                </a:ln>
                <a:solidFill>
                  <a:schemeClr val="lt1"/>
                </a:solidFill>
                <a:effectLst/>
                <a:uLnTx/>
                <a:uFillTx/>
                <a:latin typeface="+mn-lt"/>
                <a:ea typeface="+mn-ea"/>
                <a:cs typeface="+mn-cs"/>
              </a:endParaRPr>
            </a:p>
          </p:txBody>
        </p:sp>
        <p:sp>
          <p:nvSpPr>
            <p:cNvPr id="305" name="弦形 304">
              <a:extLst>
                <a:ext uri="{FF2B5EF4-FFF2-40B4-BE49-F238E27FC236}">
                  <a16:creationId xmlns:a16="http://schemas.microsoft.com/office/drawing/2014/main" id="{BD51D17F-729D-83E6-BBFE-CAD6C13EBC5C}"/>
                </a:ext>
              </a:extLst>
            </p:cNvPr>
            <p:cNvSpPr/>
            <p:nvPr>
              <p:custDataLst>
                <p:tags r:id="rId17"/>
              </p:custDataLst>
            </p:nvPr>
          </p:nvSpPr>
          <p:spPr>
            <a:xfrm rot="10800000" flipH="1">
              <a:off x="4927785" y="956058"/>
              <a:ext cx="166672" cy="449794"/>
            </a:xfrm>
            <a:prstGeom prst="chord">
              <a:avLst>
                <a:gd name="adj1" fmla="val 5333227"/>
                <a:gd name="adj2" fmla="val 16298676"/>
              </a:avLst>
            </a:prstGeom>
            <a:solidFill>
              <a:srgbClr val="02FFFF"/>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cxnSp>
        <p:nvCxnSpPr>
          <p:cNvPr id="6" name="直接连接符 89">
            <a:extLst>
              <a:ext uri="{FF2B5EF4-FFF2-40B4-BE49-F238E27FC236}">
                <a16:creationId xmlns:a16="http://schemas.microsoft.com/office/drawing/2014/main" id="{2F9F3F1D-CD3D-3116-E160-689F2AD39B3B}"/>
              </a:ext>
            </a:extLst>
          </p:cNvPr>
          <p:cNvCxnSpPr/>
          <p:nvPr>
            <p:custDataLst>
              <p:tags r:id="rId14"/>
            </p:custDataLst>
          </p:nvPr>
        </p:nvCxnSpPr>
        <p:spPr>
          <a:xfrm flipV="1">
            <a:off x="9172168" y="3067521"/>
            <a:ext cx="9046" cy="346436"/>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
        <p:nvSpPr>
          <p:cNvPr id="9" name="文本框 8">
            <a:extLst>
              <a:ext uri="{FF2B5EF4-FFF2-40B4-BE49-F238E27FC236}">
                <a16:creationId xmlns:a16="http://schemas.microsoft.com/office/drawing/2014/main" id="{006F8F65-E6D7-7AF9-DA81-26B3F6BDE7B6}"/>
              </a:ext>
            </a:extLst>
          </p:cNvPr>
          <p:cNvSpPr txBox="1"/>
          <p:nvPr>
            <p:custDataLst>
              <p:tags r:id="rId15"/>
            </p:custDataLst>
          </p:nvPr>
        </p:nvSpPr>
        <p:spPr>
          <a:xfrm>
            <a:off x="8831252" y="2800679"/>
            <a:ext cx="1074584" cy="307777"/>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dirty="0">
                <a:latin typeface="Arial" panose="020B0604020202090204" pitchFamily="34" charset="0"/>
                <a:ea typeface="微软雅黑" panose="020B0503020204020204" pitchFamily="34" charset="-122"/>
              </a:rPr>
              <a:t>分划板</a:t>
            </a:r>
          </a:p>
        </p:txBody>
      </p:sp>
      <p:grpSp>
        <p:nvGrpSpPr>
          <p:cNvPr id="10" name="组合 9">
            <a:extLst>
              <a:ext uri="{FF2B5EF4-FFF2-40B4-BE49-F238E27FC236}">
                <a16:creationId xmlns:a16="http://schemas.microsoft.com/office/drawing/2014/main" id="{B96DF862-8589-69B7-96AD-BE49FE6C10E2}"/>
              </a:ext>
            </a:extLst>
          </p:cNvPr>
          <p:cNvGrpSpPr/>
          <p:nvPr/>
        </p:nvGrpSpPr>
        <p:grpSpPr>
          <a:xfrm>
            <a:off x="-5664" y="234087"/>
            <a:ext cx="12197666" cy="491115"/>
            <a:chOff x="-5664" y="377519"/>
            <a:chExt cx="12197666" cy="491115"/>
          </a:xfrm>
        </p:grpSpPr>
        <p:sp>
          <p:nvSpPr>
            <p:cNvPr id="12" name="矩形 11">
              <a:extLst>
                <a:ext uri="{FF2B5EF4-FFF2-40B4-BE49-F238E27FC236}">
                  <a16:creationId xmlns:a16="http://schemas.microsoft.com/office/drawing/2014/main" id="{CBE62171-9813-6804-FD89-E0D9F162AA4F}"/>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2" name="圆角矩形 21">
              <a:extLst>
                <a:ext uri="{FF2B5EF4-FFF2-40B4-BE49-F238E27FC236}">
                  <a16:creationId xmlns:a16="http://schemas.microsoft.com/office/drawing/2014/main" id="{078D50D8-19DD-CE54-1128-3486E4C533A6}"/>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23" name="文本框 22">
              <a:extLst>
                <a:ext uri="{FF2B5EF4-FFF2-40B4-BE49-F238E27FC236}">
                  <a16:creationId xmlns:a16="http://schemas.microsoft.com/office/drawing/2014/main" id="{6807F305-43B8-C535-8578-2AE39AA3D8A6}"/>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24" name="矩形 23">
              <a:extLst>
                <a:ext uri="{FF2B5EF4-FFF2-40B4-BE49-F238E27FC236}">
                  <a16:creationId xmlns:a16="http://schemas.microsoft.com/office/drawing/2014/main" id="{DE97F84B-FDC3-96A0-2589-8439A64BC6C0}"/>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43" name="组 398">
              <a:extLst>
                <a:ext uri="{FF2B5EF4-FFF2-40B4-BE49-F238E27FC236}">
                  <a16:creationId xmlns:a16="http://schemas.microsoft.com/office/drawing/2014/main" id="{D192640D-0551-3060-A731-75CB73331D3E}"/>
                </a:ext>
              </a:extLst>
            </p:cNvPr>
            <p:cNvGrpSpPr/>
            <p:nvPr/>
          </p:nvGrpSpPr>
          <p:grpSpPr>
            <a:xfrm>
              <a:off x="11454106" y="380935"/>
              <a:ext cx="737892" cy="484288"/>
              <a:chOff x="11454105" y="252856"/>
              <a:chExt cx="737892" cy="484288"/>
            </a:xfrm>
          </p:grpSpPr>
          <p:grpSp>
            <p:nvGrpSpPr>
              <p:cNvPr id="46" name="组 400">
                <a:extLst>
                  <a:ext uri="{FF2B5EF4-FFF2-40B4-BE49-F238E27FC236}">
                    <a16:creationId xmlns:a16="http://schemas.microsoft.com/office/drawing/2014/main" id="{3A0B2A0D-B3E0-2883-5B75-BFABF88AD414}"/>
                  </a:ext>
                </a:extLst>
              </p:cNvPr>
              <p:cNvGrpSpPr/>
              <p:nvPr/>
            </p:nvGrpSpPr>
            <p:grpSpPr>
              <a:xfrm>
                <a:off x="12039604" y="252856"/>
                <a:ext cx="152393" cy="484287"/>
                <a:chOff x="12039604" y="252856"/>
                <a:chExt cx="152393" cy="484287"/>
              </a:xfrm>
            </p:grpSpPr>
            <p:sp>
              <p:nvSpPr>
                <p:cNvPr id="83" name="圆角矩形 82">
                  <a:extLst>
                    <a:ext uri="{FF2B5EF4-FFF2-40B4-BE49-F238E27FC236}">
                      <a16:creationId xmlns:a16="http://schemas.microsoft.com/office/drawing/2014/main" id="{9FA85C25-A083-59F9-BCE6-072A980114D7}"/>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12" name="圆角矩形 111">
                  <a:extLst>
                    <a:ext uri="{FF2B5EF4-FFF2-40B4-BE49-F238E27FC236}">
                      <a16:creationId xmlns:a16="http://schemas.microsoft.com/office/drawing/2014/main" id="{7C617B86-9391-85DE-73D1-229AC5E4BD1C}"/>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13" name="圆角矩形 112">
                  <a:extLst>
                    <a:ext uri="{FF2B5EF4-FFF2-40B4-BE49-F238E27FC236}">
                      <a16:creationId xmlns:a16="http://schemas.microsoft.com/office/drawing/2014/main" id="{863A098C-1D67-2E30-1875-3DB5E0185BB4}"/>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17" name="圆角矩形 116">
                  <a:extLst>
                    <a:ext uri="{FF2B5EF4-FFF2-40B4-BE49-F238E27FC236}">
                      <a16:creationId xmlns:a16="http://schemas.microsoft.com/office/drawing/2014/main" id="{3D969304-F820-BD2C-15E9-2E1ED7E504A7}"/>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18" name="圆角矩形 117">
                  <a:extLst>
                    <a:ext uri="{FF2B5EF4-FFF2-40B4-BE49-F238E27FC236}">
                      <a16:creationId xmlns:a16="http://schemas.microsoft.com/office/drawing/2014/main" id="{FF505079-80B8-CA23-02A1-F7EC5F469C01}"/>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70" name="组合 99">
                <a:extLst>
                  <a:ext uri="{FF2B5EF4-FFF2-40B4-BE49-F238E27FC236}">
                    <a16:creationId xmlns:a16="http://schemas.microsoft.com/office/drawing/2014/main" id="{A8DF5239-FA2A-45E7-BACA-4F24269F8B06}"/>
                  </a:ext>
                </a:extLst>
              </p:cNvPr>
              <p:cNvGrpSpPr/>
              <p:nvPr/>
            </p:nvGrpSpPr>
            <p:grpSpPr>
              <a:xfrm>
                <a:off x="11454105" y="252857"/>
                <a:ext cx="491115" cy="484287"/>
                <a:chOff x="1528923" y="220268"/>
                <a:chExt cx="1284096" cy="1266241"/>
              </a:xfrm>
            </p:grpSpPr>
            <p:sp>
              <p:nvSpPr>
                <p:cNvPr id="73" name="圆角矩形 72">
                  <a:extLst>
                    <a:ext uri="{FF2B5EF4-FFF2-40B4-BE49-F238E27FC236}">
                      <a16:creationId xmlns:a16="http://schemas.microsoft.com/office/drawing/2014/main" id="{33BE5581-5E57-240F-00CF-69C330579AF5}"/>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75" name="Freeform 96">
                  <a:extLst>
                    <a:ext uri="{FF2B5EF4-FFF2-40B4-BE49-F238E27FC236}">
                      <a16:creationId xmlns:a16="http://schemas.microsoft.com/office/drawing/2014/main" id="{EF51CB72-AAEF-A220-20E6-73A72E0C6722}"/>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spTree>
    <p:extLst>
      <p:ext uri="{BB962C8B-B14F-4D97-AF65-F5344CB8AC3E}">
        <p14:creationId xmlns:p14="http://schemas.microsoft.com/office/powerpoint/2010/main" val="329354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06"/>
                                        </p:tgtEl>
                                        <p:attrNameLst>
                                          <p:attrName>style.visibility</p:attrName>
                                        </p:attrNameLst>
                                      </p:cBhvr>
                                      <p:to>
                                        <p:strVal val="visible"/>
                                      </p:to>
                                    </p:set>
                                    <p:anim calcmode="lin" valueType="num">
                                      <p:cBhvr additive="base">
                                        <p:cTn id="23" dur="500" fill="hold"/>
                                        <p:tgtEl>
                                          <p:spTgt spid="306"/>
                                        </p:tgtEl>
                                        <p:attrNameLst>
                                          <p:attrName>ppt_x</p:attrName>
                                        </p:attrNameLst>
                                      </p:cBhvr>
                                      <p:tavLst>
                                        <p:tav tm="0">
                                          <p:val>
                                            <p:strVal val="#ppt_x"/>
                                          </p:val>
                                        </p:tav>
                                        <p:tav tm="100000">
                                          <p:val>
                                            <p:strVal val="#ppt_x"/>
                                          </p:val>
                                        </p:tav>
                                      </p:tavLst>
                                    </p:anim>
                                    <p:anim calcmode="lin" valueType="num">
                                      <p:cBhvr additive="base">
                                        <p:cTn id="24" dur="500" fill="hold"/>
                                        <p:tgtEl>
                                          <p:spTgt spid="30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7"/>
                                        </p:tgtEl>
                                        <p:attrNameLst>
                                          <p:attrName>style.visibility</p:attrName>
                                        </p:attrNameLst>
                                      </p:cBhvr>
                                      <p:to>
                                        <p:strVal val="visible"/>
                                      </p:to>
                                    </p:set>
                                    <p:anim calcmode="lin" valueType="num">
                                      <p:cBhvr additive="base">
                                        <p:cTn id="37" dur="500" fill="hold"/>
                                        <p:tgtEl>
                                          <p:spTgt spid="97"/>
                                        </p:tgtEl>
                                        <p:attrNameLst>
                                          <p:attrName>ppt_x</p:attrName>
                                        </p:attrNameLst>
                                      </p:cBhvr>
                                      <p:tavLst>
                                        <p:tav tm="0">
                                          <p:val>
                                            <p:strVal val="#ppt_x"/>
                                          </p:val>
                                        </p:tav>
                                        <p:tav tm="100000">
                                          <p:val>
                                            <p:strVal val="#ppt_x"/>
                                          </p:val>
                                        </p:tav>
                                      </p:tavLst>
                                    </p:anim>
                                    <p:anim calcmode="lin" valueType="num">
                                      <p:cBhvr additive="base">
                                        <p:cTn id="38" dur="500" fill="hold"/>
                                        <p:tgtEl>
                                          <p:spTgt spid="9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01"/>
                                        </p:tgtEl>
                                        <p:attrNameLst>
                                          <p:attrName>style.visibility</p:attrName>
                                        </p:attrNameLst>
                                      </p:cBhvr>
                                      <p:to>
                                        <p:strVal val="visible"/>
                                      </p:to>
                                    </p:set>
                                    <p:anim calcmode="lin" valueType="num">
                                      <p:cBhvr additive="base">
                                        <p:cTn id="41" dur="500" fill="hold"/>
                                        <p:tgtEl>
                                          <p:spTgt spid="101"/>
                                        </p:tgtEl>
                                        <p:attrNameLst>
                                          <p:attrName>ppt_x</p:attrName>
                                        </p:attrNameLst>
                                      </p:cBhvr>
                                      <p:tavLst>
                                        <p:tav tm="0">
                                          <p:val>
                                            <p:strVal val="#ppt_x"/>
                                          </p:val>
                                        </p:tav>
                                        <p:tav tm="100000">
                                          <p:val>
                                            <p:strVal val="#ppt_x"/>
                                          </p:val>
                                        </p:tav>
                                      </p:tavLst>
                                    </p:anim>
                                    <p:anim calcmode="lin" valueType="num">
                                      <p:cBhvr additive="base">
                                        <p:cTn id="42" dur="500" fill="hold"/>
                                        <p:tgtEl>
                                          <p:spTgt spid="10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05"/>
                                        </p:tgtEl>
                                        <p:attrNameLst>
                                          <p:attrName>style.visibility</p:attrName>
                                        </p:attrNameLst>
                                      </p:cBhvr>
                                      <p:to>
                                        <p:strVal val="visible"/>
                                      </p:to>
                                    </p:set>
                                    <p:anim calcmode="lin" valueType="num">
                                      <p:cBhvr additive="base">
                                        <p:cTn id="45" dur="500" fill="hold"/>
                                        <p:tgtEl>
                                          <p:spTgt spid="105"/>
                                        </p:tgtEl>
                                        <p:attrNameLst>
                                          <p:attrName>ppt_x</p:attrName>
                                        </p:attrNameLst>
                                      </p:cBhvr>
                                      <p:tavLst>
                                        <p:tav tm="0">
                                          <p:val>
                                            <p:strVal val="#ppt_x"/>
                                          </p:val>
                                        </p:tav>
                                        <p:tav tm="100000">
                                          <p:val>
                                            <p:strVal val="#ppt_x"/>
                                          </p:val>
                                        </p:tav>
                                      </p:tavLst>
                                    </p:anim>
                                    <p:anim calcmode="lin" valueType="num">
                                      <p:cBhvr additive="base">
                                        <p:cTn id="46" dur="500" fill="hold"/>
                                        <p:tgtEl>
                                          <p:spTgt spid="10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30"/>
                                        </p:tgtEl>
                                        <p:attrNameLst>
                                          <p:attrName>style.visibility</p:attrName>
                                        </p:attrNameLst>
                                      </p:cBhvr>
                                      <p:to>
                                        <p:strVal val="visible"/>
                                      </p:to>
                                    </p:set>
                                    <p:anim calcmode="lin" valueType="num">
                                      <p:cBhvr additive="base">
                                        <p:cTn id="49" dur="500" fill="hold"/>
                                        <p:tgtEl>
                                          <p:spTgt spid="230"/>
                                        </p:tgtEl>
                                        <p:attrNameLst>
                                          <p:attrName>ppt_x</p:attrName>
                                        </p:attrNameLst>
                                      </p:cBhvr>
                                      <p:tavLst>
                                        <p:tav tm="0">
                                          <p:val>
                                            <p:strVal val="#ppt_x"/>
                                          </p:val>
                                        </p:tav>
                                        <p:tav tm="100000">
                                          <p:val>
                                            <p:strVal val="#ppt_x"/>
                                          </p:val>
                                        </p:tav>
                                      </p:tavLst>
                                    </p:anim>
                                    <p:anim calcmode="lin" valueType="num">
                                      <p:cBhvr additive="base">
                                        <p:cTn id="50" dur="500" fill="hold"/>
                                        <p:tgtEl>
                                          <p:spTgt spid="230"/>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1" presetClass="entr" presetSubtype="0" fill="hold" nodeType="afterEffect">
                                  <p:stCondLst>
                                    <p:cond delay="0"/>
                                  </p:stCondLst>
                                  <p:childTnLst>
                                    <p:set>
                                      <p:cBhvr>
                                        <p:cTn id="53" dur="1" fill="hold">
                                          <p:stCondLst>
                                            <p:cond delay="0"/>
                                          </p:stCondLst>
                                        </p:cTn>
                                        <p:tgtEl>
                                          <p:spTgt spid="55"/>
                                        </p:tgtEl>
                                        <p:attrNameLst>
                                          <p:attrName>style.visibility</p:attrName>
                                        </p:attrNameLst>
                                      </p:cBhvr>
                                      <p:to>
                                        <p:strVal val="visible"/>
                                      </p:to>
                                    </p:set>
                                  </p:childTnLst>
                                </p:cTn>
                              </p:par>
                              <p:par>
                                <p:cTn id="54" presetID="9" presetClass="exit" presetSubtype="0" fill="hold" nodeType="withEffect">
                                  <p:stCondLst>
                                    <p:cond delay="0"/>
                                  </p:stCondLst>
                                  <p:childTnLst>
                                    <p:animEffect transition="out" filter="dissolve">
                                      <p:cBhvr>
                                        <p:cTn id="55" dur="4000"/>
                                        <p:tgtEl>
                                          <p:spTgt spid="55"/>
                                        </p:tgtEl>
                                      </p:cBhvr>
                                    </p:animEffect>
                                    <p:set>
                                      <p:cBhvr>
                                        <p:cTn id="56" dur="1" fill="hold">
                                          <p:stCondLst>
                                            <p:cond delay="3999"/>
                                          </p:stCondLst>
                                        </p:cTn>
                                        <p:tgtEl>
                                          <p:spTgt spid="55"/>
                                        </p:tgtEl>
                                        <p:attrNameLst>
                                          <p:attrName>style.visibility</p:attrName>
                                        </p:attrNameLst>
                                      </p:cBhvr>
                                      <p:to>
                                        <p:strVal val="hidden"/>
                                      </p:to>
                                    </p:set>
                                  </p:childTnLst>
                                </p:cTn>
                              </p:par>
                              <p:par>
                                <p:cTn id="57" presetID="3" presetClass="entr" presetSubtype="10" fill="hold" grpId="1" nodeType="withEffect">
                                  <p:stCondLst>
                                    <p:cond delay="0"/>
                                  </p:stCondLst>
                                  <p:childTnLst>
                                    <p:set>
                                      <p:cBhvr>
                                        <p:cTn id="58" dur="1" fill="hold">
                                          <p:stCondLst>
                                            <p:cond delay="0"/>
                                          </p:stCondLst>
                                        </p:cTn>
                                        <p:tgtEl>
                                          <p:spTgt spid="218"/>
                                        </p:tgtEl>
                                        <p:attrNameLst>
                                          <p:attrName>style.visibility</p:attrName>
                                        </p:attrNameLst>
                                      </p:cBhvr>
                                      <p:to>
                                        <p:strVal val="visible"/>
                                      </p:to>
                                    </p:set>
                                    <p:animEffect transition="in" filter="blinds(horizontal)">
                                      <p:cBhvr>
                                        <p:cTn id="59" dur="500"/>
                                        <p:tgtEl>
                                          <p:spTgt spid="218"/>
                                        </p:tgtEl>
                                      </p:cBhvr>
                                    </p:animEffect>
                                  </p:childTnLst>
                                </p:cTn>
                              </p:par>
                              <p:par>
                                <p:cTn id="60" presetID="0" presetClass="path" presetSubtype="0" accel="50000" decel="50000" fill="hold" nodeType="withEffect">
                                  <p:stCondLst>
                                    <p:cond delay="0"/>
                                  </p:stCondLst>
                                  <p:childTnLst>
                                    <p:animMotion origin="layout" path="M 0.00169 -0.00463 L 0.00169 -0.02847 " pathEditMode="relative" rAng="0" ptsTypes="AA">
                                      <p:cBhvr>
                                        <p:cTn id="61" dur="2000" fill="hold"/>
                                        <p:tgtEl>
                                          <p:spTgt spid="232"/>
                                        </p:tgtEl>
                                        <p:attrNameLst>
                                          <p:attrName>ppt_x</p:attrName>
                                          <p:attrName>ppt_y</p:attrName>
                                        </p:attrNameLst>
                                      </p:cBhvr>
                                      <p:rCtr x="0" y="-1204"/>
                                    </p:animMotion>
                                  </p:childTnLst>
                                </p:cTn>
                              </p:par>
                              <p:par>
                                <p:cTn id="62" presetID="0" presetClass="path" presetSubtype="0" accel="50000" decel="50000" fill="hold" nodeType="withEffect">
                                  <p:stCondLst>
                                    <p:cond delay="0"/>
                                  </p:stCondLst>
                                  <p:childTnLst>
                                    <p:animMotion origin="layout" path="M -8.33333E-7 3.7037E-6 L 0.01745 0.00046 " pathEditMode="relative" rAng="0" ptsTypes="AA">
                                      <p:cBhvr>
                                        <p:cTn id="63" dur="2250" fill="hold"/>
                                        <p:tgtEl>
                                          <p:spTgt spid="32"/>
                                        </p:tgtEl>
                                        <p:attrNameLst>
                                          <p:attrName>ppt_x</p:attrName>
                                          <p:attrName>ppt_y</p:attrName>
                                        </p:attrNameLst>
                                      </p:cBhvr>
                                      <p:rCtr x="872" y="23"/>
                                    </p:animMotion>
                                  </p:childTnLst>
                                </p:cTn>
                              </p:par>
                              <p:par>
                                <p:cTn id="64" presetID="0" presetClass="path" presetSubtype="0" accel="50000" decel="50000" fill="hold" nodeType="withEffect">
                                  <p:stCondLst>
                                    <p:cond delay="2000"/>
                                  </p:stCondLst>
                                  <p:childTnLst>
                                    <p:animMotion origin="layout" path="M 0.01745 0.00046 L 0.01159 0.00046 " pathEditMode="relative" rAng="0" ptsTypes="AA">
                                      <p:cBhvr>
                                        <p:cTn id="65" dur="2000" fill="hold"/>
                                        <p:tgtEl>
                                          <p:spTgt spid="32"/>
                                        </p:tgtEl>
                                        <p:attrNameLst>
                                          <p:attrName>ppt_x</p:attrName>
                                          <p:attrName>ppt_y</p:attrName>
                                        </p:attrNameLst>
                                      </p:cBhvr>
                                      <p:rCtr x="-299" y="0"/>
                                    </p:animMotion>
                                  </p:childTnLst>
                                </p:cTn>
                              </p:par>
                              <p:par>
                                <p:cTn id="66" presetID="0" presetClass="path" presetSubtype="0" accel="50000" decel="50000" fill="hold" nodeType="withEffect">
                                  <p:stCondLst>
                                    <p:cond delay="2000"/>
                                  </p:stCondLst>
                                  <p:childTnLst>
                                    <p:animMotion origin="layout" path="M 0.00169 -0.02847 L 0.00143 -0.01666 " pathEditMode="relative" rAng="0" ptsTypes="AA">
                                      <p:cBhvr>
                                        <p:cTn id="67" dur="2000" fill="hold"/>
                                        <p:tgtEl>
                                          <p:spTgt spid="232"/>
                                        </p:tgtEl>
                                        <p:attrNameLst>
                                          <p:attrName>ppt_x</p:attrName>
                                          <p:attrName>ppt_y</p:attrName>
                                        </p:attrNameLst>
                                      </p:cBhvr>
                                      <p:rCtr x="-13" y="579"/>
                                    </p:animMotion>
                                  </p:childTnLst>
                                </p:cTn>
                              </p:par>
                            </p:childTnLst>
                          </p:cTn>
                        </p:par>
                        <p:par>
                          <p:cTn id="68" fill="hold">
                            <p:stCondLst>
                              <p:cond delay="4500"/>
                            </p:stCondLst>
                            <p:childTnLst>
                              <p:par>
                                <p:cTn id="69" presetID="3" presetClass="exit" presetSubtype="10" fill="hold" grpId="2" nodeType="afterEffect">
                                  <p:stCondLst>
                                    <p:cond delay="0"/>
                                  </p:stCondLst>
                                  <p:childTnLst>
                                    <p:animEffect transition="out" filter="blinds(horizontal)">
                                      <p:cBhvr>
                                        <p:cTn id="70" dur="500"/>
                                        <p:tgtEl>
                                          <p:spTgt spid="218"/>
                                        </p:tgtEl>
                                      </p:cBhvr>
                                    </p:animEffect>
                                    <p:set>
                                      <p:cBhvr>
                                        <p:cTn id="71" dur="1" fill="hold">
                                          <p:stCondLst>
                                            <p:cond delay="499"/>
                                          </p:stCondLst>
                                        </p:cTn>
                                        <p:tgtEl>
                                          <p:spTgt spid="218"/>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7"/>
                                        </p:tgtEl>
                                        <p:attrNameLst>
                                          <p:attrName>style.visibility</p:attrName>
                                        </p:attrNameLst>
                                      </p:cBhvr>
                                      <p:to>
                                        <p:strVal val="visible"/>
                                      </p:to>
                                    </p:set>
                                  </p:childTnLst>
                                </p:cTn>
                              </p:par>
                              <p:par>
                                <p:cTn id="76" presetID="0" presetClass="path" presetSubtype="0" accel="50000" decel="50000" fill="hold" nodeType="withEffect">
                                  <p:stCondLst>
                                    <p:cond delay="0"/>
                                  </p:stCondLst>
                                  <p:childTnLst>
                                    <p:animMotion origin="layout" path="M 0.00026 0.00116 L 0.0401 0.0007 " pathEditMode="relative" rAng="0" ptsTypes="AA">
                                      <p:cBhvr>
                                        <p:cTn id="77" dur="2000" fill="hold"/>
                                        <p:tgtEl>
                                          <p:spTgt spid="7"/>
                                        </p:tgtEl>
                                        <p:attrNameLst>
                                          <p:attrName>ppt_x</p:attrName>
                                          <p:attrName>ppt_y</p:attrName>
                                        </p:attrNameLst>
                                      </p:cBhvr>
                                      <p:rCtr x="1992" y="-23"/>
                                    </p:animMotion>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94"/>
                                        </p:tgtEl>
                                        <p:attrNameLst>
                                          <p:attrName>style.visibility</p:attrName>
                                        </p:attrNameLst>
                                      </p:cBhvr>
                                      <p:to>
                                        <p:strVal val="visible"/>
                                      </p:to>
                                    </p:set>
                                    <p:animEffect transition="in" filter="wipe(down)">
                                      <p:cBhvr>
                                        <p:cTn id="82" dur="500"/>
                                        <p:tgtEl>
                                          <p:spTgt spid="294"/>
                                        </p:tgtEl>
                                      </p:cBhvr>
                                    </p:animEffect>
                                  </p:childTnLst>
                                </p:cTn>
                              </p:par>
                            </p:childTnLst>
                          </p:cTn>
                        </p:par>
                        <p:par>
                          <p:cTn id="83" fill="hold">
                            <p:stCondLst>
                              <p:cond delay="500"/>
                            </p:stCondLst>
                            <p:childTnLst>
                              <p:par>
                                <p:cTn id="84" presetID="22" presetClass="entr" presetSubtype="4" fill="hold" nodeType="afterEffect">
                                  <p:stCondLst>
                                    <p:cond delay="0"/>
                                  </p:stCondLst>
                                  <p:childTnLst>
                                    <p:set>
                                      <p:cBhvr>
                                        <p:cTn id="85" dur="1" fill="hold">
                                          <p:stCondLst>
                                            <p:cond delay="0"/>
                                          </p:stCondLst>
                                        </p:cTn>
                                        <p:tgtEl>
                                          <p:spTgt spid="299"/>
                                        </p:tgtEl>
                                        <p:attrNameLst>
                                          <p:attrName>style.visibility</p:attrName>
                                        </p:attrNameLst>
                                      </p:cBhvr>
                                      <p:to>
                                        <p:strVal val="visible"/>
                                      </p:to>
                                    </p:set>
                                    <p:animEffect transition="in" filter="wipe(down)">
                                      <p:cBhvr>
                                        <p:cTn id="86" dur="500"/>
                                        <p:tgtEl>
                                          <p:spTgt spid="299"/>
                                        </p:tgtEl>
                                      </p:cBhvr>
                                    </p:animEffect>
                                  </p:childTnLst>
                                </p:cTn>
                              </p:par>
                              <p:par>
                                <p:cTn id="87" presetID="2" presetClass="entr" presetSubtype="4" fill="hold" nodeType="withEffect">
                                  <p:stCondLst>
                                    <p:cond delay="0"/>
                                  </p:stCondLst>
                                  <p:childTnLst>
                                    <p:set>
                                      <p:cBhvr>
                                        <p:cTn id="88" dur="1" fill="hold">
                                          <p:stCondLst>
                                            <p:cond delay="0"/>
                                          </p:stCondLst>
                                        </p:cTn>
                                        <p:tgtEl>
                                          <p:spTgt spid="318"/>
                                        </p:tgtEl>
                                        <p:attrNameLst>
                                          <p:attrName>style.visibility</p:attrName>
                                        </p:attrNameLst>
                                      </p:cBhvr>
                                      <p:to>
                                        <p:strVal val="visible"/>
                                      </p:to>
                                    </p:set>
                                    <p:anim calcmode="lin" valueType="num">
                                      <p:cBhvr additive="base">
                                        <p:cTn id="89" dur="500" fill="hold"/>
                                        <p:tgtEl>
                                          <p:spTgt spid="318"/>
                                        </p:tgtEl>
                                        <p:attrNameLst>
                                          <p:attrName>ppt_x</p:attrName>
                                        </p:attrNameLst>
                                      </p:cBhvr>
                                      <p:tavLst>
                                        <p:tav tm="0">
                                          <p:val>
                                            <p:strVal val="#ppt_x"/>
                                          </p:val>
                                        </p:tav>
                                        <p:tav tm="100000">
                                          <p:val>
                                            <p:strVal val="#ppt_x"/>
                                          </p:val>
                                        </p:tav>
                                      </p:tavLst>
                                    </p:anim>
                                    <p:anim calcmode="lin" valueType="num">
                                      <p:cBhvr additive="base">
                                        <p:cTn id="90" dur="500" fill="hold"/>
                                        <p:tgtEl>
                                          <p:spTgt spid="318"/>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02"/>
                                        </p:tgtEl>
                                        <p:attrNameLst>
                                          <p:attrName>style.visibility</p:attrName>
                                        </p:attrNameLst>
                                      </p:cBhvr>
                                      <p:to>
                                        <p:strVal val="visible"/>
                                      </p:to>
                                    </p:set>
                                    <p:anim calcmode="lin" valueType="num">
                                      <p:cBhvr additive="base">
                                        <p:cTn id="93" dur="500" fill="hold"/>
                                        <p:tgtEl>
                                          <p:spTgt spid="102"/>
                                        </p:tgtEl>
                                        <p:attrNameLst>
                                          <p:attrName>ppt_x</p:attrName>
                                        </p:attrNameLst>
                                      </p:cBhvr>
                                      <p:tavLst>
                                        <p:tav tm="0">
                                          <p:val>
                                            <p:strVal val="#ppt_x"/>
                                          </p:val>
                                        </p:tav>
                                        <p:tav tm="100000">
                                          <p:val>
                                            <p:strVal val="#ppt_x"/>
                                          </p:val>
                                        </p:tav>
                                      </p:tavLst>
                                    </p:anim>
                                    <p:anim calcmode="lin" valueType="num">
                                      <p:cBhvr additive="base">
                                        <p:cTn id="94" dur="500" fill="hold"/>
                                        <p:tgtEl>
                                          <p:spTgt spid="102"/>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03"/>
                                        </p:tgtEl>
                                        <p:attrNameLst>
                                          <p:attrName>style.visibility</p:attrName>
                                        </p:attrNameLst>
                                      </p:cBhvr>
                                      <p:to>
                                        <p:strVal val="visible"/>
                                      </p:to>
                                    </p:set>
                                    <p:anim calcmode="lin" valueType="num">
                                      <p:cBhvr additive="base">
                                        <p:cTn id="97" dur="500" fill="hold"/>
                                        <p:tgtEl>
                                          <p:spTgt spid="103"/>
                                        </p:tgtEl>
                                        <p:attrNameLst>
                                          <p:attrName>ppt_x</p:attrName>
                                        </p:attrNameLst>
                                      </p:cBhvr>
                                      <p:tavLst>
                                        <p:tav tm="0">
                                          <p:val>
                                            <p:strVal val="#ppt_x"/>
                                          </p:val>
                                        </p:tav>
                                        <p:tav tm="100000">
                                          <p:val>
                                            <p:strVal val="#ppt_x"/>
                                          </p:val>
                                        </p:tav>
                                      </p:tavLst>
                                    </p:anim>
                                    <p:anim calcmode="lin" valueType="num">
                                      <p:cBhvr additive="base">
                                        <p:cTn id="98" dur="500" fill="hold"/>
                                        <p:tgtEl>
                                          <p:spTgt spid="103"/>
                                        </p:tgtEl>
                                        <p:attrNameLst>
                                          <p:attrName>ppt_y</p:attrName>
                                        </p:attrNameLst>
                                      </p:cBhvr>
                                      <p:tavLst>
                                        <p:tav tm="0">
                                          <p:val>
                                            <p:strVal val="1+#ppt_h/2"/>
                                          </p:val>
                                        </p:tav>
                                        <p:tav tm="100000">
                                          <p:val>
                                            <p:strVal val="#ppt_y"/>
                                          </p:val>
                                        </p:tav>
                                      </p:tavLst>
                                    </p:anim>
                                  </p:childTnLst>
                                </p:cTn>
                              </p:par>
                            </p:childTnLst>
                          </p:cTn>
                        </p:par>
                        <p:par>
                          <p:cTn id="99" fill="hold">
                            <p:stCondLst>
                              <p:cond delay="1000"/>
                            </p:stCondLst>
                            <p:childTnLst>
                              <p:par>
                                <p:cTn id="100" presetID="1" presetClass="entr" presetSubtype="0" fill="hold" nodeType="afterEffect">
                                  <p:stCondLst>
                                    <p:cond delay="0"/>
                                  </p:stCondLst>
                                  <p:childTnLst>
                                    <p:set>
                                      <p:cBhvr>
                                        <p:cTn id="101" dur="1" fill="hold">
                                          <p:stCondLst>
                                            <p:cond delay="0"/>
                                          </p:stCondLst>
                                        </p:cTn>
                                        <p:tgtEl>
                                          <p:spTgt spid="242"/>
                                        </p:tgtEl>
                                        <p:attrNameLst>
                                          <p:attrName>style.visibility</p:attrName>
                                        </p:attrNameLst>
                                      </p:cBhvr>
                                      <p:to>
                                        <p:strVal val="visible"/>
                                      </p:to>
                                    </p:set>
                                  </p:childTnLst>
                                </p:cTn>
                              </p:par>
                            </p:childTnLst>
                          </p:cTn>
                        </p:par>
                        <p:par>
                          <p:cTn id="102" fill="hold">
                            <p:stCondLst>
                              <p:cond delay="1000"/>
                            </p:stCondLst>
                            <p:childTnLst>
                              <p:par>
                                <p:cTn id="103" presetID="1" presetClass="entr" presetSubtype="0" fill="hold" nodeType="afterEffect">
                                  <p:stCondLst>
                                    <p:cond delay="0"/>
                                  </p:stCondLst>
                                  <p:childTnLst>
                                    <p:set>
                                      <p:cBhvr>
                                        <p:cTn id="104" dur="1" fill="hold">
                                          <p:stCondLst>
                                            <p:cond delay="0"/>
                                          </p:stCondLst>
                                        </p:cTn>
                                        <p:tgtEl>
                                          <p:spTgt spid="24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8"/>
                                        </p:tgtEl>
                                        <p:attrNameLst>
                                          <p:attrName>style.visibility</p:attrName>
                                        </p:attrNameLst>
                                      </p:cBhvr>
                                      <p:to>
                                        <p:strVal val="visible"/>
                                      </p:to>
                                    </p:set>
                                    <p:anim calcmode="lin" valueType="num">
                                      <p:cBhvr additive="base">
                                        <p:cTn id="109" dur="500" fill="hold"/>
                                        <p:tgtEl>
                                          <p:spTgt spid="8"/>
                                        </p:tgtEl>
                                        <p:attrNameLst>
                                          <p:attrName>ppt_x</p:attrName>
                                        </p:attrNameLst>
                                      </p:cBhvr>
                                      <p:tavLst>
                                        <p:tav tm="0">
                                          <p:val>
                                            <p:strVal val="#ppt_x"/>
                                          </p:val>
                                        </p:tav>
                                        <p:tav tm="100000">
                                          <p:val>
                                            <p:strVal val="#ppt_x"/>
                                          </p:val>
                                        </p:tav>
                                      </p:tavLst>
                                    </p:anim>
                                    <p:anim calcmode="lin" valueType="num">
                                      <p:cBhvr additive="base">
                                        <p:cTn id="11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9" presetClass="exit" presetSubtype="0" fill="hold" nodeType="clickEffect">
                                  <p:stCondLst>
                                    <p:cond delay="0"/>
                                  </p:stCondLst>
                                  <p:childTnLst>
                                    <p:animEffect transition="out" filter="dissolve">
                                      <p:cBhvr>
                                        <p:cTn id="114" dur="500"/>
                                        <p:tgtEl>
                                          <p:spTgt spid="294"/>
                                        </p:tgtEl>
                                      </p:cBhvr>
                                    </p:animEffect>
                                    <p:set>
                                      <p:cBhvr>
                                        <p:cTn id="115" dur="1" fill="hold">
                                          <p:stCondLst>
                                            <p:cond delay="499"/>
                                          </p:stCondLst>
                                        </p:cTn>
                                        <p:tgtEl>
                                          <p:spTgt spid="294"/>
                                        </p:tgtEl>
                                        <p:attrNameLst>
                                          <p:attrName>style.visibility</p:attrName>
                                        </p:attrNameLst>
                                      </p:cBhvr>
                                      <p:to>
                                        <p:strVal val="hidden"/>
                                      </p:to>
                                    </p:set>
                                  </p:childTnLst>
                                </p:cTn>
                              </p:par>
                              <p:par>
                                <p:cTn id="116" presetID="9" presetClass="exit" presetSubtype="0" fill="hold" nodeType="withEffect">
                                  <p:stCondLst>
                                    <p:cond delay="0"/>
                                  </p:stCondLst>
                                  <p:childTnLst>
                                    <p:animEffect transition="out" filter="dissolve">
                                      <p:cBhvr>
                                        <p:cTn id="117" dur="500"/>
                                        <p:tgtEl>
                                          <p:spTgt spid="299"/>
                                        </p:tgtEl>
                                      </p:cBhvr>
                                    </p:animEffect>
                                    <p:set>
                                      <p:cBhvr>
                                        <p:cTn id="118" dur="1" fill="hold">
                                          <p:stCondLst>
                                            <p:cond delay="499"/>
                                          </p:stCondLst>
                                        </p:cTn>
                                        <p:tgtEl>
                                          <p:spTgt spid="299"/>
                                        </p:tgtEl>
                                        <p:attrNameLst>
                                          <p:attrName>style.visibility</p:attrName>
                                        </p:attrNameLst>
                                      </p:cBhvr>
                                      <p:to>
                                        <p:strVal val="hidden"/>
                                      </p:to>
                                    </p:set>
                                  </p:childTnLst>
                                </p:cTn>
                              </p:par>
                              <p:par>
                                <p:cTn id="119" presetID="9" presetClass="exit" presetSubtype="0" fill="hold" nodeType="withEffect">
                                  <p:stCondLst>
                                    <p:cond delay="0"/>
                                  </p:stCondLst>
                                  <p:childTnLst>
                                    <p:animEffect transition="out" filter="dissolve">
                                      <p:cBhvr>
                                        <p:cTn id="120" dur="500"/>
                                        <p:tgtEl>
                                          <p:spTgt spid="103"/>
                                        </p:tgtEl>
                                      </p:cBhvr>
                                    </p:animEffect>
                                    <p:set>
                                      <p:cBhvr>
                                        <p:cTn id="121" dur="1" fill="hold">
                                          <p:stCondLst>
                                            <p:cond delay="499"/>
                                          </p:stCondLst>
                                        </p:cTn>
                                        <p:tgtEl>
                                          <p:spTgt spid="103"/>
                                        </p:tgtEl>
                                        <p:attrNameLst>
                                          <p:attrName>style.visibility</p:attrName>
                                        </p:attrNameLst>
                                      </p:cBhvr>
                                      <p:to>
                                        <p:strVal val="hidden"/>
                                      </p:to>
                                    </p:set>
                                  </p:childTnLst>
                                </p:cTn>
                              </p:par>
                              <p:par>
                                <p:cTn id="122" presetID="9" presetClass="exit" presetSubtype="0" fill="hold" nodeType="withEffect">
                                  <p:stCondLst>
                                    <p:cond delay="0"/>
                                  </p:stCondLst>
                                  <p:childTnLst>
                                    <p:animEffect transition="out" filter="dissolve">
                                      <p:cBhvr>
                                        <p:cTn id="123" dur="500"/>
                                        <p:tgtEl>
                                          <p:spTgt spid="102"/>
                                        </p:tgtEl>
                                      </p:cBhvr>
                                    </p:animEffect>
                                    <p:set>
                                      <p:cBhvr>
                                        <p:cTn id="124" dur="1" fill="hold">
                                          <p:stCondLst>
                                            <p:cond delay="499"/>
                                          </p:stCondLst>
                                        </p:cTn>
                                        <p:tgtEl>
                                          <p:spTgt spid="102"/>
                                        </p:tgtEl>
                                        <p:attrNameLst>
                                          <p:attrName>style.visibility</p:attrName>
                                        </p:attrNameLst>
                                      </p:cBhvr>
                                      <p:to>
                                        <p:strVal val="hidden"/>
                                      </p:to>
                                    </p:set>
                                  </p:childTnLst>
                                </p:cTn>
                              </p:par>
                              <p:par>
                                <p:cTn id="125" presetID="2" presetClass="entr" presetSubtype="4" fill="hold" grpId="1" nodeType="withEffect">
                                  <p:stCondLst>
                                    <p:cond delay="0"/>
                                  </p:stCondLst>
                                  <p:childTnLst>
                                    <p:set>
                                      <p:cBhvr>
                                        <p:cTn id="126" dur="1" fill="hold">
                                          <p:stCondLst>
                                            <p:cond delay="0"/>
                                          </p:stCondLst>
                                        </p:cTn>
                                        <p:tgtEl>
                                          <p:spTgt spid="11"/>
                                        </p:tgtEl>
                                        <p:attrNameLst>
                                          <p:attrName>style.visibility</p:attrName>
                                        </p:attrNameLst>
                                      </p:cBhvr>
                                      <p:to>
                                        <p:strVal val="visible"/>
                                      </p:to>
                                    </p:set>
                                    <p:anim calcmode="lin" valueType="num">
                                      <p:cBhvr additive="base">
                                        <p:cTn id="127" dur="500" fill="hold"/>
                                        <p:tgtEl>
                                          <p:spTgt spid="11"/>
                                        </p:tgtEl>
                                        <p:attrNameLst>
                                          <p:attrName>ppt_x</p:attrName>
                                        </p:attrNameLst>
                                      </p:cBhvr>
                                      <p:tavLst>
                                        <p:tav tm="0">
                                          <p:val>
                                            <p:strVal val="#ppt_x"/>
                                          </p:val>
                                        </p:tav>
                                        <p:tav tm="100000">
                                          <p:val>
                                            <p:strVal val="#ppt_x"/>
                                          </p:val>
                                        </p:tav>
                                      </p:tavLst>
                                    </p:anim>
                                    <p:anim calcmode="lin" valueType="num">
                                      <p:cBhvr additive="base">
                                        <p:cTn id="128" dur="500" fill="hold"/>
                                        <p:tgtEl>
                                          <p:spTgt spid="11"/>
                                        </p:tgtEl>
                                        <p:attrNameLst>
                                          <p:attrName>ppt_y</p:attrName>
                                        </p:attrNameLst>
                                      </p:cBhvr>
                                      <p:tavLst>
                                        <p:tav tm="0">
                                          <p:val>
                                            <p:strVal val="1+#ppt_h/2"/>
                                          </p:val>
                                        </p:tav>
                                        <p:tav tm="100000">
                                          <p:val>
                                            <p:strVal val="#ppt_y"/>
                                          </p:val>
                                        </p:tav>
                                      </p:tavLst>
                                    </p:anim>
                                  </p:childTnLst>
                                </p:cTn>
                              </p:par>
                              <p:par>
                                <p:cTn id="129" presetID="8" presetClass="emph" presetSubtype="0" fill="hold" nodeType="withEffect">
                                  <p:stCondLst>
                                    <p:cond delay="0"/>
                                  </p:stCondLst>
                                  <p:childTnLst>
                                    <p:animRot by="5400000">
                                      <p:cBhvr>
                                        <p:cTn id="130" dur="2000" fill="hold"/>
                                        <p:tgtEl>
                                          <p:spTgt spid="237"/>
                                        </p:tgtEl>
                                        <p:attrNameLst>
                                          <p:attrName>r</p:attrName>
                                        </p:attrNameLst>
                                      </p:cBhvr>
                                    </p:animRot>
                                  </p:childTnLst>
                                </p:cTn>
                              </p:par>
                              <p:par>
                                <p:cTn id="131" presetID="0" presetClass="path" presetSubtype="0" accel="50000" decel="50000" fill="hold" nodeType="withEffect">
                                  <p:stCondLst>
                                    <p:cond delay="0"/>
                                  </p:stCondLst>
                                  <p:childTnLst>
                                    <p:animMotion origin="layout" path="M 2.91667E-6 2.59259E-6 L 0.01627 2.59259E-6 " pathEditMode="relative" rAng="0" ptsTypes="AA">
                                      <p:cBhvr>
                                        <p:cTn id="132" dur="2000" fill="hold"/>
                                        <p:tgtEl>
                                          <p:spTgt spid="236"/>
                                        </p:tgtEl>
                                        <p:attrNameLst>
                                          <p:attrName>ppt_x</p:attrName>
                                          <p:attrName>ppt_y</p:attrName>
                                        </p:attrNameLst>
                                      </p:cBhvr>
                                      <p:rCtr x="807" y="0"/>
                                    </p:animMotion>
                                  </p:childTnLst>
                                </p:cTn>
                              </p:par>
                              <p:par>
                                <p:cTn id="133" presetID="0" presetClass="path" presetSubtype="0" accel="50000" decel="50000" fill="hold" nodeType="withEffect">
                                  <p:stCondLst>
                                    <p:cond delay="0"/>
                                  </p:stCondLst>
                                  <p:childTnLst>
                                    <p:animMotion origin="layout" path="M 2.29167E-6 -4.44444E-6 L 0.01627 -4.44444E-6 " pathEditMode="relative" rAng="0" ptsTypes="AA">
                                      <p:cBhvr>
                                        <p:cTn id="134" dur="2000" fill="hold"/>
                                        <p:tgtEl>
                                          <p:spTgt spid="232"/>
                                        </p:tgtEl>
                                        <p:attrNameLst>
                                          <p:attrName>ppt_x</p:attrName>
                                          <p:attrName>ppt_y</p:attrName>
                                        </p:attrNameLst>
                                      </p:cBhvr>
                                      <p:rCtr x="807" y="0"/>
                                    </p:animMotion>
                                  </p:childTnLst>
                                </p:cTn>
                              </p:par>
                              <p:par>
                                <p:cTn id="135" presetID="0" presetClass="path" presetSubtype="0" accel="50000" decel="50000" fill="hold" grpId="0" nodeType="withEffect">
                                  <p:stCondLst>
                                    <p:cond delay="0"/>
                                  </p:stCondLst>
                                  <p:childTnLst>
                                    <p:animMotion origin="layout" path="M 2.08333E-7 3.7037E-7 L 0.01628 3.7037E-7 " pathEditMode="relative" rAng="0" ptsTypes="AA">
                                      <p:cBhvr>
                                        <p:cTn id="136" dur="2000" fill="hold"/>
                                        <p:tgtEl>
                                          <p:spTgt spid="225"/>
                                        </p:tgtEl>
                                        <p:attrNameLst>
                                          <p:attrName>ppt_x</p:attrName>
                                          <p:attrName>ppt_y</p:attrName>
                                        </p:attrNameLst>
                                      </p:cBhvr>
                                      <p:rCtr x="807" y="0"/>
                                    </p:animMotion>
                                  </p:childTnLst>
                                </p:cTn>
                              </p:par>
                              <p:par>
                                <p:cTn id="137" presetID="0" presetClass="path" presetSubtype="0" accel="50000" decel="50000" fill="hold" grpId="0" nodeType="withEffect">
                                  <p:stCondLst>
                                    <p:cond delay="0"/>
                                  </p:stCondLst>
                                  <p:childTnLst>
                                    <p:animMotion origin="layout" path="M 2.08333E-7 -4.81481E-6 L 0.01602 -4.81481E-6 " pathEditMode="relative" rAng="0" ptsTypes="AA">
                                      <p:cBhvr>
                                        <p:cTn id="138" dur="2000" fill="hold"/>
                                        <p:tgtEl>
                                          <p:spTgt spid="226"/>
                                        </p:tgtEl>
                                        <p:attrNameLst>
                                          <p:attrName>ppt_x</p:attrName>
                                          <p:attrName>ppt_y</p:attrName>
                                        </p:attrNameLst>
                                      </p:cBhvr>
                                      <p:rCtr x="794" y="0"/>
                                    </p:animMotion>
                                  </p:childTnLst>
                                </p:cTn>
                              </p:par>
                              <p:par>
                                <p:cTn id="139" presetID="0" presetClass="path" presetSubtype="0" accel="50000" decel="50000" fill="hold" grpId="0" nodeType="withEffect">
                                  <p:stCondLst>
                                    <p:cond delay="0"/>
                                  </p:stCondLst>
                                  <p:childTnLst>
                                    <p:animMotion origin="layout" path="M 0 0 L 0.01627 0 " pathEditMode="relative" ptsTypes="AA">
                                      <p:cBhvr>
                                        <p:cTn id="140" dur="2000" fill="hold"/>
                                        <p:tgtEl>
                                          <p:spTgt spid="203"/>
                                        </p:tgtEl>
                                        <p:attrNameLst>
                                          <p:attrName>ppt_x</p:attrName>
                                          <p:attrName>ppt_y</p:attrName>
                                        </p:attrNameLst>
                                      </p:cBhvr>
                                    </p:animMotion>
                                  </p:childTnLst>
                                </p:cTn>
                              </p:par>
                              <p:par>
                                <p:cTn id="141" presetID="0" presetClass="path" presetSubtype="0" accel="50000" decel="50000" fill="hold" nodeType="withEffect">
                                  <p:stCondLst>
                                    <p:cond delay="0"/>
                                  </p:stCondLst>
                                  <p:childTnLst>
                                    <p:animMotion origin="layout" path="M 2.5E-6 -1.11111E-6 L 0.02838 -0.00116 " pathEditMode="relative" rAng="0" ptsTypes="AA">
                                      <p:cBhvr>
                                        <p:cTn id="142" dur="2000" fill="hold"/>
                                        <p:tgtEl>
                                          <p:spTgt spid="311"/>
                                        </p:tgtEl>
                                        <p:attrNameLst>
                                          <p:attrName>ppt_x</p:attrName>
                                          <p:attrName>ppt_y</p:attrName>
                                        </p:attrNameLst>
                                      </p:cBhvr>
                                      <p:rCtr x="1419" y="-69"/>
                                    </p:animMotion>
                                  </p:childTnLst>
                                </p:cTn>
                              </p:par>
                              <p:par>
                                <p:cTn id="143" presetID="0" presetClass="path" presetSubtype="0" accel="50000" decel="50000" fill="hold" nodeType="withEffect">
                                  <p:stCondLst>
                                    <p:cond delay="0"/>
                                  </p:stCondLst>
                                  <p:childTnLst>
                                    <p:animMotion origin="layout" path="M 0.01159 0.00046 L 0.0431 3.7037E-6 " pathEditMode="relative" rAng="0" ptsTypes="AA">
                                      <p:cBhvr>
                                        <p:cTn id="144" dur="2000" fill="hold"/>
                                        <p:tgtEl>
                                          <p:spTgt spid="32"/>
                                        </p:tgtEl>
                                        <p:attrNameLst>
                                          <p:attrName>ppt_x</p:attrName>
                                          <p:attrName>ppt_y</p:attrName>
                                        </p:attrNameLst>
                                      </p:cBhvr>
                                      <p:rCtr x="1576" y="-23"/>
                                    </p:animMotion>
                                  </p:childTnLst>
                                </p:cTn>
                              </p:par>
                              <p:par>
                                <p:cTn id="145" presetID="0" presetClass="path" presetSubtype="0" accel="50000" decel="50000" fill="hold" nodeType="withEffect">
                                  <p:stCondLst>
                                    <p:cond delay="0"/>
                                  </p:stCondLst>
                                  <p:childTnLst>
                                    <p:animMotion origin="layout" path="M 2.08333E-7 3.7037E-7 L 0.01628 3.7037E-7 " pathEditMode="relative" rAng="0" ptsTypes="AA">
                                      <p:cBhvr>
                                        <p:cTn id="146" dur="2000" fill="hold"/>
                                        <p:tgtEl>
                                          <p:spTgt spid="306"/>
                                        </p:tgtEl>
                                        <p:attrNameLst>
                                          <p:attrName>ppt_x</p:attrName>
                                          <p:attrName>ppt_y</p:attrName>
                                        </p:attrNameLst>
                                      </p:cBhvr>
                                      <p:rCtr x="807" y="0"/>
                                    </p:animMotion>
                                  </p:childTnLst>
                                </p:cTn>
                              </p:par>
                              <p:par>
                                <p:cTn id="147" presetID="9" presetClass="exit" presetSubtype="0" fill="hold" nodeType="withEffect">
                                  <p:stCondLst>
                                    <p:cond delay="0"/>
                                  </p:stCondLst>
                                  <p:childTnLst>
                                    <p:animEffect transition="out" filter="dissolve">
                                      <p:cBhvr>
                                        <p:cTn id="148" dur="2000"/>
                                        <p:tgtEl>
                                          <p:spTgt spid="242"/>
                                        </p:tgtEl>
                                      </p:cBhvr>
                                    </p:animEffect>
                                    <p:set>
                                      <p:cBhvr>
                                        <p:cTn id="149" dur="1" fill="hold">
                                          <p:stCondLst>
                                            <p:cond delay="1999"/>
                                          </p:stCondLst>
                                        </p:cTn>
                                        <p:tgtEl>
                                          <p:spTgt spid="242"/>
                                        </p:tgtEl>
                                        <p:attrNameLst>
                                          <p:attrName>style.visibility</p:attrName>
                                        </p:attrNameLst>
                                      </p:cBhvr>
                                      <p:to>
                                        <p:strVal val="hidden"/>
                                      </p:to>
                                    </p:set>
                                  </p:childTnLst>
                                </p:cTn>
                              </p:par>
                            </p:childTnLst>
                          </p:cTn>
                        </p:par>
                        <p:par>
                          <p:cTn id="150" fill="hold">
                            <p:stCondLst>
                              <p:cond delay="2000"/>
                            </p:stCondLst>
                            <p:childTnLst>
                              <p:par>
                                <p:cTn id="151" presetID="22" presetClass="entr" presetSubtype="4" fill="hold" nodeType="afterEffect">
                                  <p:stCondLst>
                                    <p:cond delay="0"/>
                                  </p:stCondLst>
                                  <p:childTnLst>
                                    <p:set>
                                      <p:cBhvr>
                                        <p:cTn id="152" dur="1" fill="hold">
                                          <p:stCondLst>
                                            <p:cond delay="0"/>
                                          </p:stCondLst>
                                        </p:cTn>
                                        <p:tgtEl>
                                          <p:spTgt spid="78"/>
                                        </p:tgtEl>
                                        <p:attrNameLst>
                                          <p:attrName>style.visibility</p:attrName>
                                        </p:attrNameLst>
                                      </p:cBhvr>
                                      <p:to>
                                        <p:strVal val="visible"/>
                                      </p:to>
                                    </p:set>
                                    <p:animEffect transition="in" filter="wipe(down)">
                                      <p:cBhvr>
                                        <p:cTn id="153" dur="500"/>
                                        <p:tgtEl>
                                          <p:spTgt spid="78"/>
                                        </p:tgtEl>
                                      </p:cBhvr>
                                    </p:animEffect>
                                  </p:childTnLst>
                                </p:cTn>
                              </p:par>
                            </p:childTnLst>
                          </p:cTn>
                        </p:par>
                        <p:par>
                          <p:cTn id="154" fill="hold">
                            <p:stCondLst>
                              <p:cond delay="2500"/>
                            </p:stCondLst>
                            <p:childTnLst>
                              <p:par>
                                <p:cTn id="155" presetID="22" presetClass="entr" presetSubtype="4" fill="hold" nodeType="afterEffect">
                                  <p:stCondLst>
                                    <p:cond delay="0"/>
                                  </p:stCondLst>
                                  <p:childTnLst>
                                    <p:set>
                                      <p:cBhvr>
                                        <p:cTn id="156" dur="1" fill="hold">
                                          <p:stCondLst>
                                            <p:cond delay="0"/>
                                          </p:stCondLst>
                                        </p:cTn>
                                        <p:tgtEl>
                                          <p:spTgt spid="114"/>
                                        </p:tgtEl>
                                        <p:attrNameLst>
                                          <p:attrName>style.visibility</p:attrName>
                                        </p:attrNameLst>
                                      </p:cBhvr>
                                      <p:to>
                                        <p:strVal val="visible"/>
                                      </p:to>
                                    </p:set>
                                    <p:animEffect transition="in" filter="wipe(down)">
                                      <p:cBhvr>
                                        <p:cTn id="157" dur="500"/>
                                        <p:tgtEl>
                                          <p:spTgt spid="114"/>
                                        </p:tgtEl>
                                      </p:cBhvr>
                                    </p:animEffect>
                                  </p:childTnLst>
                                </p:cTn>
                              </p:par>
                            </p:childTnLst>
                          </p:cTn>
                        </p:par>
                        <p:par>
                          <p:cTn id="158" fill="hold">
                            <p:stCondLst>
                              <p:cond delay="3000"/>
                            </p:stCondLst>
                            <p:childTnLst>
                              <p:par>
                                <p:cTn id="159" presetID="2" presetClass="entr" presetSubtype="4" fill="hold" nodeType="afterEffect">
                                  <p:stCondLst>
                                    <p:cond delay="0"/>
                                  </p:stCondLst>
                                  <p:childTnLst>
                                    <p:set>
                                      <p:cBhvr>
                                        <p:cTn id="160" dur="1" fill="hold">
                                          <p:stCondLst>
                                            <p:cond delay="0"/>
                                          </p:stCondLst>
                                        </p:cTn>
                                        <p:tgtEl>
                                          <p:spTgt spid="319"/>
                                        </p:tgtEl>
                                        <p:attrNameLst>
                                          <p:attrName>style.visibility</p:attrName>
                                        </p:attrNameLst>
                                      </p:cBhvr>
                                      <p:to>
                                        <p:strVal val="visible"/>
                                      </p:to>
                                    </p:set>
                                    <p:anim calcmode="lin" valueType="num">
                                      <p:cBhvr additive="base">
                                        <p:cTn id="161" dur="500" fill="hold"/>
                                        <p:tgtEl>
                                          <p:spTgt spid="319"/>
                                        </p:tgtEl>
                                        <p:attrNameLst>
                                          <p:attrName>ppt_x</p:attrName>
                                        </p:attrNameLst>
                                      </p:cBhvr>
                                      <p:tavLst>
                                        <p:tav tm="0">
                                          <p:val>
                                            <p:strVal val="#ppt_x"/>
                                          </p:val>
                                        </p:tav>
                                        <p:tav tm="100000">
                                          <p:val>
                                            <p:strVal val="#ppt_x"/>
                                          </p:val>
                                        </p:tav>
                                      </p:tavLst>
                                    </p:anim>
                                    <p:anim calcmode="lin" valueType="num">
                                      <p:cBhvr additive="base">
                                        <p:cTn id="162" dur="500" fill="hold"/>
                                        <p:tgtEl>
                                          <p:spTgt spid="319"/>
                                        </p:tgtEl>
                                        <p:attrNameLst>
                                          <p:attrName>ppt_y</p:attrName>
                                        </p:attrNameLst>
                                      </p:cBhvr>
                                      <p:tavLst>
                                        <p:tav tm="0">
                                          <p:val>
                                            <p:strVal val="1+#ppt_h/2"/>
                                          </p:val>
                                        </p:tav>
                                        <p:tav tm="100000">
                                          <p:val>
                                            <p:strVal val="#ppt_y"/>
                                          </p:val>
                                        </p:tav>
                                      </p:tavLst>
                                    </p:anim>
                                  </p:childTnLst>
                                </p:cTn>
                              </p:par>
                              <p:par>
                                <p:cTn id="163" presetID="2" presetClass="entr" presetSubtype="4" fill="hold" nodeType="withEffect">
                                  <p:stCondLst>
                                    <p:cond delay="0"/>
                                  </p:stCondLst>
                                  <p:childTnLst>
                                    <p:set>
                                      <p:cBhvr>
                                        <p:cTn id="164" dur="1" fill="hold">
                                          <p:stCondLst>
                                            <p:cond delay="0"/>
                                          </p:stCondLst>
                                        </p:cTn>
                                        <p:tgtEl>
                                          <p:spTgt spid="320"/>
                                        </p:tgtEl>
                                        <p:attrNameLst>
                                          <p:attrName>style.visibility</p:attrName>
                                        </p:attrNameLst>
                                      </p:cBhvr>
                                      <p:to>
                                        <p:strVal val="visible"/>
                                      </p:to>
                                    </p:set>
                                    <p:anim calcmode="lin" valueType="num">
                                      <p:cBhvr additive="base">
                                        <p:cTn id="165" dur="500" fill="hold"/>
                                        <p:tgtEl>
                                          <p:spTgt spid="320"/>
                                        </p:tgtEl>
                                        <p:attrNameLst>
                                          <p:attrName>ppt_x</p:attrName>
                                        </p:attrNameLst>
                                      </p:cBhvr>
                                      <p:tavLst>
                                        <p:tav tm="0">
                                          <p:val>
                                            <p:strVal val="#ppt_x"/>
                                          </p:val>
                                        </p:tav>
                                        <p:tav tm="100000">
                                          <p:val>
                                            <p:strVal val="#ppt_x"/>
                                          </p:val>
                                        </p:tav>
                                      </p:tavLst>
                                    </p:anim>
                                    <p:anim calcmode="lin" valueType="num">
                                      <p:cBhvr additive="base">
                                        <p:cTn id="166" dur="500" fill="hold"/>
                                        <p:tgtEl>
                                          <p:spTgt spid="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animBg="1"/>
      <p:bldP spid="8" grpId="0"/>
      <p:bldP spid="8" grpId="1"/>
      <p:bldP spid="47" grpId="0" animBg="1"/>
      <p:bldP spid="97" grpId="0"/>
      <p:bldP spid="101" grpId="0"/>
      <p:bldP spid="16" grpId="0" animBg="1"/>
      <p:bldP spid="11" grpId="0" animBg="1"/>
      <p:bldP spid="11" grpId="1" animBg="1"/>
      <p:bldP spid="203" grpId="0" animBg="1"/>
      <p:bldP spid="225" grpId="0" animBg="1"/>
      <p:bldP spid="226" grpId="0" animBg="1"/>
      <p:bldP spid="35" grpId="0" animBg="1"/>
      <p:bldP spid="36" grpId="0" animBg="1"/>
      <p:bldP spid="218" grpId="0" animBg="1"/>
      <p:bldP spid="218" grpId="1" animBg="1"/>
      <p:bldP spid="218" grpId="2"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timgsa.baidu.com/timg?image&amp;quality=80&amp;size=b9999_10000&amp;sec=1589884176390&amp;di=d5d0c594b37b474a022a4ec0ce3fb1d3&amp;imgtype=0&amp;src=http%3A%2F%2Fimg00.hc360.com%2Fbroadcast%2F201204%2F201204250834464642.jpg"/>
          <p:cNvPicPr>
            <a:picLocks noChangeAspect="1" noChangeArrowheads="1"/>
          </p:cNvPicPr>
          <p:nvPr/>
        </p:nvPicPr>
        <p:blipFill>
          <a:blip r:embed="rId2" cstate="print">
            <a:clrChange>
              <a:clrFrom>
                <a:srgbClr val="FFFFFF"/>
              </a:clrFrom>
              <a:clrTo>
                <a:srgbClr val="FFFF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245265" y="1486737"/>
            <a:ext cx="5539055" cy="5133758"/>
          </a:xfrm>
          <a:prstGeom prst="rect">
            <a:avLst/>
          </a:prstGeom>
          <a:noFill/>
          <a:extLst>
            <a:ext uri="{909E8E84-426E-40dd-AFC4-6F175D3DCCD1}">
              <a14:hiddenFill xmlns:a14="http://schemas.microsoft.com/office/drawing/2010/main" xmlns="">
                <a:solidFill>
                  <a:srgbClr val="FFFFFF"/>
                </a:solidFill>
              </a14:hiddenFill>
            </a:ext>
          </a:extLst>
        </p:spPr>
      </p:pic>
      <p:sp>
        <p:nvSpPr>
          <p:cNvPr id="20" name="矩形 19"/>
          <p:cNvSpPr/>
          <p:nvPr/>
        </p:nvSpPr>
        <p:spPr>
          <a:xfrm>
            <a:off x="1837441" y="1262893"/>
            <a:ext cx="2014951" cy="659155"/>
          </a:xfrm>
          <a:prstGeom prst="rect">
            <a:avLst/>
          </a:prstGeom>
        </p:spPr>
        <p:txBody>
          <a:bodyPr wrap="square">
            <a:spAutoFit/>
          </a:bodyPr>
          <a:lstStyle/>
          <a:p>
            <a:pPr eaLnBrk="0" hangingPunct="0">
              <a:lnSpc>
                <a:spcPct val="150000"/>
              </a:lnSpc>
            </a:pPr>
            <a:r>
              <a:rPr lang="zh-CN" altLang="en-US" sz="2600" b="1" dirty="0">
                <a:solidFill>
                  <a:srgbClr val="0070C0"/>
                </a:solidFill>
                <a:latin typeface="+mn-ea"/>
                <a:cs typeface="宋体" panose="02010600030101010101" pitchFamily="2" charset="-122"/>
                <a:sym typeface="+mn-ea"/>
              </a:rPr>
              <a:t>视差</a:t>
            </a:r>
            <a:endParaRPr lang="en-US" altLang="zh-CN" sz="2400" b="1" dirty="0">
              <a:solidFill>
                <a:srgbClr val="0070C0"/>
              </a:solidFill>
              <a:latin typeface="+mn-ea"/>
              <a:cs typeface="宋体" panose="02010600030101010101" pitchFamily="2" charset="-122"/>
              <a:sym typeface="+mn-ea"/>
            </a:endParaRPr>
          </a:p>
        </p:txBody>
      </p:sp>
      <p:sp>
        <p:nvSpPr>
          <p:cNvPr id="21" name="任意多边形 20"/>
          <p:cNvSpPr/>
          <p:nvPr/>
        </p:nvSpPr>
        <p:spPr>
          <a:xfrm>
            <a:off x="5901071" y="3891516"/>
            <a:ext cx="0" cy="360000"/>
          </a:xfrm>
          <a:custGeom>
            <a:avLst/>
            <a:gdLst>
              <a:gd name="connsiteX0" fmla="*/ 10633 w 10633"/>
              <a:gd name="connsiteY0" fmla="*/ 0 h 340242"/>
              <a:gd name="connsiteX1" fmla="*/ 0 w 10633"/>
              <a:gd name="connsiteY1" fmla="*/ 340242 h 340242"/>
            </a:gdLst>
            <a:ahLst/>
            <a:cxnLst>
              <a:cxn ang="0">
                <a:pos x="connsiteX0" y="connsiteY0"/>
              </a:cxn>
              <a:cxn ang="0">
                <a:pos x="connsiteX1" y="connsiteY1"/>
              </a:cxn>
            </a:cxnLst>
            <a:rect l="l" t="t" r="r" b="b"/>
            <a:pathLst>
              <a:path w="10633" h="340242">
                <a:moveTo>
                  <a:pt x="10633" y="0"/>
                </a:moveTo>
                <a:lnTo>
                  <a:pt x="0" y="340242"/>
                </a:ln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任意多边形 21"/>
          <p:cNvSpPr/>
          <p:nvPr/>
        </p:nvSpPr>
        <p:spPr>
          <a:xfrm>
            <a:off x="6702084" y="3884421"/>
            <a:ext cx="0" cy="360000"/>
          </a:xfrm>
          <a:custGeom>
            <a:avLst/>
            <a:gdLst>
              <a:gd name="connsiteX0" fmla="*/ 10633 w 10633"/>
              <a:gd name="connsiteY0" fmla="*/ 0 h 340242"/>
              <a:gd name="connsiteX1" fmla="*/ 0 w 10633"/>
              <a:gd name="connsiteY1" fmla="*/ 340242 h 340242"/>
            </a:gdLst>
            <a:ahLst/>
            <a:cxnLst>
              <a:cxn ang="0">
                <a:pos x="connsiteX0" y="connsiteY0"/>
              </a:cxn>
              <a:cxn ang="0">
                <a:pos x="connsiteX1" y="connsiteY1"/>
              </a:cxn>
            </a:cxnLst>
            <a:rect l="l" t="t" r="r" b="b"/>
            <a:pathLst>
              <a:path w="10633" h="340242">
                <a:moveTo>
                  <a:pt x="10633" y="0"/>
                </a:moveTo>
                <a:lnTo>
                  <a:pt x="0" y="340242"/>
                </a:ln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任意多边形 22"/>
          <p:cNvSpPr/>
          <p:nvPr/>
        </p:nvSpPr>
        <p:spPr>
          <a:xfrm>
            <a:off x="6287397" y="3895054"/>
            <a:ext cx="0" cy="360000"/>
          </a:xfrm>
          <a:custGeom>
            <a:avLst/>
            <a:gdLst>
              <a:gd name="connsiteX0" fmla="*/ 10633 w 10633"/>
              <a:gd name="connsiteY0" fmla="*/ 0 h 340242"/>
              <a:gd name="connsiteX1" fmla="*/ 0 w 10633"/>
              <a:gd name="connsiteY1" fmla="*/ 340242 h 340242"/>
            </a:gdLst>
            <a:ahLst/>
            <a:cxnLst>
              <a:cxn ang="0">
                <a:pos x="connsiteX0" y="connsiteY0"/>
              </a:cxn>
              <a:cxn ang="0">
                <a:pos x="connsiteX1" y="connsiteY1"/>
              </a:cxn>
            </a:cxnLst>
            <a:rect l="l" t="t" r="r" b="b"/>
            <a:pathLst>
              <a:path w="10633" h="340242">
                <a:moveTo>
                  <a:pt x="10633" y="0"/>
                </a:moveTo>
                <a:lnTo>
                  <a:pt x="0" y="340242"/>
                </a:ln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任意多边形 23"/>
          <p:cNvSpPr/>
          <p:nvPr/>
        </p:nvSpPr>
        <p:spPr>
          <a:xfrm>
            <a:off x="4267200" y="4093029"/>
            <a:ext cx="4212771" cy="21771"/>
          </a:xfrm>
          <a:custGeom>
            <a:avLst/>
            <a:gdLst>
              <a:gd name="connsiteX0" fmla="*/ 0 w 4212771"/>
              <a:gd name="connsiteY0" fmla="*/ 21771 h 21771"/>
              <a:gd name="connsiteX1" fmla="*/ 4212771 w 4212771"/>
              <a:gd name="connsiteY1" fmla="*/ 0 h 21771"/>
            </a:gdLst>
            <a:ahLst/>
            <a:cxnLst>
              <a:cxn ang="0">
                <a:pos x="connsiteX0" y="connsiteY0"/>
              </a:cxn>
              <a:cxn ang="0">
                <a:pos x="connsiteX1" y="connsiteY1"/>
              </a:cxn>
            </a:cxnLst>
            <a:rect l="l" t="t" r="r" b="b"/>
            <a:pathLst>
              <a:path w="4212771" h="21771">
                <a:moveTo>
                  <a:pt x="0" y="21771"/>
                </a:moveTo>
                <a:lnTo>
                  <a:pt x="4212771" y="0"/>
                </a:lnTo>
              </a:path>
            </a:pathLst>
          </a:custGeom>
          <a:ln w="38100">
            <a:solidFill>
              <a:srgbClr val="00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43CCD448-D390-4A93-D820-A5B14D2C5974}"/>
              </a:ext>
            </a:extLst>
          </p:cNvPr>
          <p:cNvGrpSpPr/>
          <p:nvPr/>
        </p:nvGrpSpPr>
        <p:grpSpPr>
          <a:xfrm>
            <a:off x="-5664" y="234087"/>
            <a:ext cx="12197666" cy="491115"/>
            <a:chOff x="-5664" y="377519"/>
            <a:chExt cx="12197666" cy="491115"/>
          </a:xfrm>
        </p:grpSpPr>
        <p:sp>
          <p:nvSpPr>
            <p:cNvPr id="3" name="矩形 2">
              <a:extLst>
                <a:ext uri="{FF2B5EF4-FFF2-40B4-BE49-F238E27FC236}">
                  <a16:creationId xmlns:a16="http://schemas.microsoft.com/office/drawing/2014/main" id="{B5EDA4D7-1107-8360-F8B2-39E9290A6400}"/>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 name="圆角矩形 3">
              <a:extLst>
                <a:ext uri="{FF2B5EF4-FFF2-40B4-BE49-F238E27FC236}">
                  <a16:creationId xmlns:a16="http://schemas.microsoft.com/office/drawing/2014/main" id="{F56DC4CE-BD31-C5C0-9406-C22983A85D0B}"/>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5" name="文本框 4">
              <a:extLst>
                <a:ext uri="{FF2B5EF4-FFF2-40B4-BE49-F238E27FC236}">
                  <a16:creationId xmlns:a16="http://schemas.microsoft.com/office/drawing/2014/main" id="{58CE9402-79F5-9E08-9AC0-A7DFCBF22053}"/>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25" name="矩形 24">
              <a:extLst>
                <a:ext uri="{FF2B5EF4-FFF2-40B4-BE49-F238E27FC236}">
                  <a16:creationId xmlns:a16="http://schemas.microsoft.com/office/drawing/2014/main" id="{7EEDB35F-9052-F92C-6240-F555FDE54700}"/>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26" name="组 398">
              <a:extLst>
                <a:ext uri="{FF2B5EF4-FFF2-40B4-BE49-F238E27FC236}">
                  <a16:creationId xmlns:a16="http://schemas.microsoft.com/office/drawing/2014/main" id="{9A4703EB-67A7-7DFD-A28F-90D9F44285A1}"/>
                </a:ext>
              </a:extLst>
            </p:cNvPr>
            <p:cNvGrpSpPr/>
            <p:nvPr/>
          </p:nvGrpSpPr>
          <p:grpSpPr>
            <a:xfrm>
              <a:off x="11454106" y="380935"/>
              <a:ext cx="737892" cy="484288"/>
              <a:chOff x="11454105" y="252856"/>
              <a:chExt cx="737892" cy="484288"/>
            </a:xfrm>
          </p:grpSpPr>
          <p:grpSp>
            <p:nvGrpSpPr>
              <p:cNvPr id="27" name="组 400">
                <a:extLst>
                  <a:ext uri="{FF2B5EF4-FFF2-40B4-BE49-F238E27FC236}">
                    <a16:creationId xmlns:a16="http://schemas.microsoft.com/office/drawing/2014/main" id="{94E3C5CB-0990-4EB6-091C-483649253DCD}"/>
                  </a:ext>
                </a:extLst>
              </p:cNvPr>
              <p:cNvGrpSpPr/>
              <p:nvPr/>
            </p:nvGrpSpPr>
            <p:grpSpPr>
              <a:xfrm>
                <a:off x="12039604" y="252856"/>
                <a:ext cx="152393" cy="484287"/>
                <a:chOff x="12039604" y="252856"/>
                <a:chExt cx="152393" cy="484287"/>
              </a:xfrm>
            </p:grpSpPr>
            <p:sp>
              <p:nvSpPr>
                <p:cNvPr id="31" name="圆角矩形 30">
                  <a:extLst>
                    <a:ext uri="{FF2B5EF4-FFF2-40B4-BE49-F238E27FC236}">
                      <a16:creationId xmlns:a16="http://schemas.microsoft.com/office/drawing/2014/main" id="{0B98C5FE-52FC-8735-2BF0-336C73CFB715}"/>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2" name="圆角矩形 31">
                  <a:extLst>
                    <a:ext uri="{FF2B5EF4-FFF2-40B4-BE49-F238E27FC236}">
                      <a16:creationId xmlns:a16="http://schemas.microsoft.com/office/drawing/2014/main" id="{B57CD4E5-5DB6-0010-1EDD-576B67082542}"/>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3" name="圆角矩形 32">
                  <a:extLst>
                    <a:ext uri="{FF2B5EF4-FFF2-40B4-BE49-F238E27FC236}">
                      <a16:creationId xmlns:a16="http://schemas.microsoft.com/office/drawing/2014/main" id="{FDA3C03A-C635-5705-7C4B-E17D2FCD9B14}"/>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4" name="圆角矩形 33">
                  <a:extLst>
                    <a:ext uri="{FF2B5EF4-FFF2-40B4-BE49-F238E27FC236}">
                      <a16:creationId xmlns:a16="http://schemas.microsoft.com/office/drawing/2014/main" id="{421D39C6-5DE5-947B-3D03-6AB13F7C96D9}"/>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5" name="圆角矩形 34">
                  <a:extLst>
                    <a:ext uri="{FF2B5EF4-FFF2-40B4-BE49-F238E27FC236}">
                      <a16:creationId xmlns:a16="http://schemas.microsoft.com/office/drawing/2014/main" id="{95311BDC-831A-58EF-67EB-225E378FDA94}"/>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28" name="组合 99">
                <a:extLst>
                  <a:ext uri="{FF2B5EF4-FFF2-40B4-BE49-F238E27FC236}">
                    <a16:creationId xmlns:a16="http://schemas.microsoft.com/office/drawing/2014/main" id="{D210AA50-B7C6-E011-D8E2-11A76D275F91}"/>
                  </a:ext>
                </a:extLst>
              </p:cNvPr>
              <p:cNvGrpSpPr/>
              <p:nvPr/>
            </p:nvGrpSpPr>
            <p:grpSpPr>
              <a:xfrm>
                <a:off x="11454105" y="252857"/>
                <a:ext cx="491115" cy="484287"/>
                <a:chOff x="1528923" y="220268"/>
                <a:chExt cx="1284096" cy="1266241"/>
              </a:xfrm>
            </p:grpSpPr>
            <p:sp>
              <p:nvSpPr>
                <p:cNvPr id="29" name="圆角矩形 28">
                  <a:extLst>
                    <a:ext uri="{FF2B5EF4-FFF2-40B4-BE49-F238E27FC236}">
                      <a16:creationId xmlns:a16="http://schemas.microsoft.com/office/drawing/2014/main" id="{61DB9720-B5BD-FBAC-7FB2-44710C36EE46}"/>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0" name="Freeform 96">
                  <a:extLst>
                    <a:ext uri="{FF2B5EF4-FFF2-40B4-BE49-F238E27FC236}">
                      <a16:creationId xmlns:a16="http://schemas.microsoft.com/office/drawing/2014/main" id="{F45BF298-17CB-A731-D0D3-97F7EE8A2921}"/>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sp>
        <p:nvSpPr>
          <p:cNvPr id="6" name="思想气泡: 云 4">
            <a:extLst>
              <a:ext uri="{FF2B5EF4-FFF2-40B4-BE49-F238E27FC236}">
                <a16:creationId xmlns:a16="http://schemas.microsoft.com/office/drawing/2014/main" id="{221B2684-7F16-A9A7-1B8A-88182F0BFD27}"/>
              </a:ext>
            </a:extLst>
          </p:cNvPr>
          <p:cNvSpPr/>
          <p:nvPr/>
        </p:nvSpPr>
        <p:spPr>
          <a:xfrm>
            <a:off x="8082596" y="1279699"/>
            <a:ext cx="3478306" cy="2791817"/>
          </a:xfrm>
          <a:prstGeom prst="cloud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6C24523B-D66C-0F98-A420-3901F27768BE}"/>
              </a:ext>
            </a:extLst>
          </p:cNvPr>
          <p:cNvSpPr txBox="1"/>
          <p:nvPr/>
        </p:nvSpPr>
        <p:spPr>
          <a:xfrm>
            <a:off x="8480611" y="2160494"/>
            <a:ext cx="2681375" cy="830997"/>
          </a:xfrm>
          <a:prstGeom prst="rect">
            <a:avLst/>
          </a:prstGeom>
          <a:noFill/>
        </p:spPr>
        <p:txBody>
          <a:bodyPr wrap="square" rtlCol="0">
            <a:spAutoFit/>
          </a:bodyPr>
          <a:lstStyle/>
          <a:p>
            <a:r>
              <a:rPr lang="zh-CN" altLang="en-US" sz="2400" dirty="0">
                <a:solidFill>
                  <a:schemeClr val="accent4">
                    <a:lumMod val="75000"/>
                  </a:schemeClr>
                </a:solidFill>
              </a:rPr>
              <a:t>思考：视差的存在对测量有何影响？</a:t>
            </a:r>
          </a:p>
        </p:txBody>
      </p:sp>
    </p:spTree>
    <p:extLst>
      <p:ext uri="{BB962C8B-B14F-4D97-AF65-F5344CB8AC3E}">
        <p14:creationId xmlns:p14="http://schemas.microsoft.com/office/powerpoint/2010/main" val="1587797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3CCD448-D390-4A93-D820-A5B14D2C5974}"/>
              </a:ext>
            </a:extLst>
          </p:cNvPr>
          <p:cNvGrpSpPr/>
          <p:nvPr/>
        </p:nvGrpSpPr>
        <p:grpSpPr>
          <a:xfrm>
            <a:off x="-5664" y="234087"/>
            <a:ext cx="12197666" cy="491115"/>
            <a:chOff x="-5664" y="377519"/>
            <a:chExt cx="12197666" cy="491115"/>
          </a:xfrm>
        </p:grpSpPr>
        <p:sp>
          <p:nvSpPr>
            <p:cNvPr id="3" name="矩形 2">
              <a:extLst>
                <a:ext uri="{FF2B5EF4-FFF2-40B4-BE49-F238E27FC236}">
                  <a16:creationId xmlns:a16="http://schemas.microsoft.com/office/drawing/2014/main" id="{B5EDA4D7-1107-8360-F8B2-39E9290A6400}"/>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4" name="圆角矩形 3">
              <a:extLst>
                <a:ext uri="{FF2B5EF4-FFF2-40B4-BE49-F238E27FC236}">
                  <a16:creationId xmlns:a16="http://schemas.microsoft.com/office/drawing/2014/main" id="{F56DC4CE-BD31-C5C0-9406-C22983A85D0B}"/>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5" name="文本框 4">
              <a:extLst>
                <a:ext uri="{FF2B5EF4-FFF2-40B4-BE49-F238E27FC236}">
                  <a16:creationId xmlns:a16="http://schemas.microsoft.com/office/drawing/2014/main" id="{58CE9402-79F5-9E08-9AC0-A7DFCBF22053}"/>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25" name="矩形 24">
              <a:extLst>
                <a:ext uri="{FF2B5EF4-FFF2-40B4-BE49-F238E27FC236}">
                  <a16:creationId xmlns:a16="http://schemas.microsoft.com/office/drawing/2014/main" id="{7EEDB35F-9052-F92C-6240-F555FDE54700}"/>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26" name="组 398">
              <a:extLst>
                <a:ext uri="{FF2B5EF4-FFF2-40B4-BE49-F238E27FC236}">
                  <a16:creationId xmlns:a16="http://schemas.microsoft.com/office/drawing/2014/main" id="{9A4703EB-67A7-7DFD-A28F-90D9F44285A1}"/>
                </a:ext>
              </a:extLst>
            </p:cNvPr>
            <p:cNvGrpSpPr/>
            <p:nvPr/>
          </p:nvGrpSpPr>
          <p:grpSpPr>
            <a:xfrm>
              <a:off x="11454106" y="380935"/>
              <a:ext cx="737892" cy="484288"/>
              <a:chOff x="11454105" y="252856"/>
              <a:chExt cx="737892" cy="484288"/>
            </a:xfrm>
          </p:grpSpPr>
          <p:grpSp>
            <p:nvGrpSpPr>
              <p:cNvPr id="27" name="组 400">
                <a:extLst>
                  <a:ext uri="{FF2B5EF4-FFF2-40B4-BE49-F238E27FC236}">
                    <a16:creationId xmlns:a16="http://schemas.microsoft.com/office/drawing/2014/main" id="{94E3C5CB-0990-4EB6-091C-483649253DCD}"/>
                  </a:ext>
                </a:extLst>
              </p:cNvPr>
              <p:cNvGrpSpPr/>
              <p:nvPr/>
            </p:nvGrpSpPr>
            <p:grpSpPr>
              <a:xfrm>
                <a:off x="12039604" y="252856"/>
                <a:ext cx="152393" cy="484287"/>
                <a:chOff x="12039604" y="252856"/>
                <a:chExt cx="152393" cy="484287"/>
              </a:xfrm>
            </p:grpSpPr>
            <p:sp>
              <p:nvSpPr>
                <p:cNvPr id="31" name="圆角矩形 30">
                  <a:extLst>
                    <a:ext uri="{FF2B5EF4-FFF2-40B4-BE49-F238E27FC236}">
                      <a16:creationId xmlns:a16="http://schemas.microsoft.com/office/drawing/2014/main" id="{0B98C5FE-52FC-8735-2BF0-336C73CFB715}"/>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2" name="圆角矩形 31">
                  <a:extLst>
                    <a:ext uri="{FF2B5EF4-FFF2-40B4-BE49-F238E27FC236}">
                      <a16:creationId xmlns:a16="http://schemas.microsoft.com/office/drawing/2014/main" id="{B57CD4E5-5DB6-0010-1EDD-576B67082542}"/>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3" name="圆角矩形 32">
                  <a:extLst>
                    <a:ext uri="{FF2B5EF4-FFF2-40B4-BE49-F238E27FC236}">
                      <a16:creationId xmlns:a16="http://schemas.microsoft.com/office/drawing/2014/main" id="{FDA3C03A-C635-5705-7C4B-E17D2FCD9B14}"/>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4" name="圆角矩形 33">
                  <a:extLst>
                    <a:ext uri="{FF2B5EF4-FFF2-40B4-BE49-F238E27FC236}">
                      <a16:creationId xmlns:a16="http://schemas.microsoft.com/office/drawing/2014/main" id="{421D39C6-5DE5-947B-3D03-6AB13F7C96D9}"/>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5" name="圆角矩形 34">
                  <a:extLst>
                    <a:ext uri="{FF2B5EF4-FFF2-40B4-BE49-F238E27FC236}">
                      <a16:creationId xmlns:a16="http://schemas.microsoft.com/office/drawing/2014/main" id="{95311BDC-831A-58EF-67EB-225E378FDA94}"/>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28" name="组合 99">
                <a:extLst>
                  <a:ext uri="{FF2B5EF4-FFF2-40B4-BE49-F238E27FC236}">
                    <a16:creationId xmlns:a16="http://schemas.microsoft.com/office/drawing/2014/main" id="{D210AA50-B7C6-E011-D8E2-11A76D275F91}"/>
                  </a:ext>
                </a:extLst>
              </p:cNvPr>
              <p:cNvGrpSpPr/>
              <p:nvPr/>
            </p:nvGrpSpPr>
            <p:grpSpPr>
              <a:xfrm>
                <a:off x="11454105" y="252857"/>
                <a:ext cx="491115" cy="484287"/>
                <a:chOff x="1528923" y="220268"/>
                <a:chExt cx="1284096" cy="1266241"/>
              </a:xfrm>
            </p:grpSpPr>
            <p:sp>
              <p:nvSpPr>
                <p:cNvPr id="29" name="圆角矩形 28">
                  <a:extLst>
                    <a:ext uri="{FF2B5EF4-FFF2-40B4-BE49-F238E27FC236}">
                      <a16:creationId xmlns:a16="http://schemas.microsoft.com/office/drawing/2014/main" id="{61DB9720-B5BD-FBAC-7FB2-44710C36EE46}"/>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30" name="Freeform 96">
                  <a:extLst>
                    <a:ext uri="{FF2B5EF4-FFF2-40B4-BE49-F238E27FC236}">
                      <a16:creationId xmlns:a16="http://schemas.microsoft.com/office/drawing/2014/main" id="{F45BF298-17CB-A731-D0D3-97F7EE8A2921}"/>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pic>
        <p:nvPicPr>
          <p:cNvPr id="8" name="图片 7">
            <a:extLst>
              <a:ext uri="{FF2B5EF4-FFF2-40B4-BE49-F238E27FC236}">
                <a16:creationId xmlns:a16="http://schemas.microsoft.com/office/drawing/2014/main" id="{D85103C3-1545-D4EC-F0D8-CD18AFE093E4}"/>
              </a:ext>
            </a:extLst>
          </p:cNvPr>
          <p:cNvPicPr>
            <a:picLocks noChangeAspect="1"/>
          </p:cNvPicPr>
          <p:nvPr/>
        </p:nvPicPr>
        <p:blipFill>
          <a:blip r:embed="rId2"/>
          <a:stretch>
            <a:fillRect/>
          </a:stretch>
        </p:blipFill>
        <p:spPr>
          <a:xfrm>
            <a:off x="800591" y="2085816"/>
            <a:ext cx="4505273" cy="2263212"/>
          </a:xfrm>
          <a:prstGeom prst="rect">
            <a:avLst/>
          </a:prstGeom>
        </p:spPr>
      </p:pic>
      <p:sp>
        <p:nvSpPr>
          <p:cNvPr id="9" name="文本框 8">
            <a:extLst>
              <a:ext uri="{FF2B5EF4-FFF2-40B4-BE49-F238E27FC236}">
                <a16:creationId xmlns:a16="http://schemas.microsoft.com/office/drawing/2014/main" id="{806ADC58-FBA9-60FD-3DD9-703220017B46}"/>
              </a:ext>
            </a:extLst>
          </p:cNvPr>
          <p:cNvSpPr txBox="1"/>
          <p:nvPr/>
        </p:nvSpPr>
        <p:spPr>
          <a:xfrm>
            <a:off x="6096000" y="2063258"/>
            <a:ext cx="4858870" cy="1200329"/>
          </a:xfrm>
          <a:prstGeom prst="rect">
            <a:avLst/>
          </a:prstGeom>
          <a:solidFill>
            <a:schemeClr val="bg2"/>
          </a:solidFill>
        </p:spPr>
        <p:txBody>
          <a:bodyPr wrap="square" rtlCol="0">
            <a:spAutoFit/>
          </a:bodyPr>
          <a:lstStyle/>
          <a:p>
            <a:r>
              <a:rPr lang="zh-CN" altLang="en-US" sz="2400" dirty="0">
                <a:latin typeface="宋体" panose="02010600030101010101" pitchFamily="2" charset="-122"/>
                <a:ea typeface="宋体" panose="02010600030101010101" pitchFamily="2" charset="-122"/>
              </a:rPr>
              <a:t>转动载物台，十字像左右移动，移动轨迹线和叉丝横刻线有交角，说明叉丝不正。</a:t>
            </a:r>
            <a:endParaRPr lang="zh-CN" altLang="en-US" sz="2400" dirty="0"/>
          </a:p>
        </p:txBody>
      </p:sp>
      <p:sp>
        <p:nvSpPr>
          <p:cNvPr id="10" name="文本框 9">
            <a:extLst>
              <a:ext uri="{FF2B5EF4-FFF2-40B4-BE49-F238E27FC236}">
                <a16:creationId xmlns:a16="http://schemas.microsoft.com/office/drawing/2014/main" id="{C675FC88-3B7B-8989-A0ED-1DE4AFC79759}"/>
              </a:ext>
            </a:extLst>
          </p:cNvPr>
          <p:cNvSpPr txBox="1"/>
          <p:nvPr/>
        </p:nvSpPr>
        <p:spPr>
          <a:xfrm>
            <a:off x="5701553" y="2940423"/>
            <a:ext cx="65" cy="276999"/>
          </a:xfrm>
          <a:prstGeom prst="rect">
            <a:avLst/>
          </a:prstGeom>
          <a:noFill/>
        </p:spPr>
        <p:txBody>
          <a:bodyPr wrap="none" lIns="0" tIns="0" rIns="0" bIns="0" rtlCol="0">
            <a:spAutoFit/>
          </a:bodyPr>
          <a:lstStyle/>
          <a:p>
            <a:endParaRPr lang="zh-CN" altLang="en-US" dirty="0"/>
          </a:p>
        </p:txBody>
      </p:sp>
      <p:sp>
        <p:nvSpPr>
          <p:cNvPr id="11" name="文本框 10">
            <a:extLst>
              <a:ext uri="{FF2B5EF4-FFF2-40B4-BE49-F238E27FC236}">
                <a16:creationId xmlns:a16="http://schemas.microsoft.com/office/drawing/2014/main" id="{6DDB052B-8D6C-8A62-69E0-998950415C33}"/>
              </a:ext>
            </a:extLst>
          </p:cNvPr>
          <p:cNvSpPr txBox="1"/>
          <p:nvPr/>
        </p:nvSpPr>
        <p:spPr>
          <a:xfrm>
            <a:off x="6096000" y="3568335"/>
            <a:ext cx="4858870" cy="1938992"/>
          </a:xfrm>
          <a:prstGeom prst="rect">
            <a:avLst/>
          </a:prstGeom>
          <a:solidFill>
            <a:srgbClr val="92D050"/>
          </a:solidFill>
        </p:spPr>
        <p:txBody>
          <a:bodyPr wrap="square" rtlCol="0">
            <a:spAutoFit/>
          </a:bodyPr>
          <a:lstStyle/>
          <a:p>
            <a:r>
              <a:rPr lang="zh-CN" altLang="en-US" sz="2400" dirty="0">
                <a:latin typeface="宋体" panose="02010600030101010101" pitchFamily="2" charset="-122"/>
                <a:ea typeface="宋体" panose="02010600030101010101" pitchFamily="2" charset="-122"/>
              </a:rPr>
              <a:t>调整方法：松开目镜固定螺丝，转动目镜，使叉丝转动至合适位置，锁紧目镜固定螺丝，再转动载物台，使十字反射像左右移动，直到十字像的移动轨迹线和叉丝横刻线平行</a:t>
            </a:r>
            <a:r>
              <a:rPr lang="zh-CN" altLang="en-US" sz="2400" dirty="0"/>
              <a:t>。</a:t>
            </a:r>
          </a:p>
        </p:txBody>
      </p:sp>
      <p:sp>
        <p:nvSpPr>
          <p:cNvPr id="12" name="文本框 11">
            <a:extLst>
              <a:ext uri="{FF2B5EF4-FFF2-40B4-BE49-F238E27FC236}">
                <a16:creationId xmlns:a16="http://schemas.microsoft.com/office/drawing/2014/main" id="{7830B911-C973-3758-9F08-437E019A01A0}"/>
              </a:ext>
            </a:extLst>
          </p:cNvPr>
          <p:cNvSpPr txBox="1"/>
          <p:nvPr/>
        </p:nvSpPr>
        <p:spPr>
          <a:xfrm>
            <a:off x="1039906" y="1152907"/>
            <a:ext cx="6033247" cy="492443"/>
          </a:xfrm>
          <a:prstGeom prst="rect">
            <a:avLst/>
          </a:prstGeom>
          <a:noFill/>
        </p:spPr>
        <p:txBody>
          <a:bodyPr wrap="square" rtlCol="0">
            <a:spAutoFit/>
          </a:bodyPr>
          <a:lstStyle/>
          <a:p>
            <a:r>
              <a:rPr lang="zh-CN" altLang="en-US" sz="2600" b="1" dirty="0">
                <a:latin typeface="宋体" panose="02010600030101010101" pitchFamily="2" charset="-122"/>
                <a:ea typeface="宋体" panose="02010600030101010101" pitchFamily="2" charset="-122"/>
              </a:rPr>
              <a:t>叉丝垂直度调节</a:t>
            </a:r>
          </a:p>
        </p:txBody>
      </p:sp>
    </p:spTree>
    <p:extLst>
      <p:ext uri="{BB962C8B-B14F-4D97-AF65-F5344CB8AC3E}">
        <p14:creationId xmlns:p14="http://schemas.microsoft.com/office/powerpoint/2010/main" val="3353672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柱形 5">
            <a:extLst>
              <a:ext uri="{FF2B5EF4-FFF2-40B4-BE49-F238E27FC236}">
                <a16:creationId xmlns:a16="http://schemas.microsoft.com/office/drawing/2014/main" id="{F9C5D838-9383-6F40-E1FD-BA696886EF8F}"/>
              </a:ext>
            </a:extLst>
          </p:cNvPr>
          <p:cNvSpPr/>
          <p:nvPr/>
        </p:nvSpPr>
        <p:spPr>
          <a:xfrm rot="16381335">
            <a:off x="3450908" y="1602325"/>
            <a:ext cx="375934" cy="1759596"/>
          </a:xfrm>
          <a:prstGeom prst="can">
            <a:avLst/>
          </a:prstGeom>
          <a:solidFill>
            <a:schemeClr val="tx1">
              <a:lumMod val="65000"/>
              <a:lumOff val="35000"/>
            </a:schemeClr>
          </a:solidFill>
          <a:ln>
            <a:noFill/>
          </a:ln>
          <a:scene3d>
            <a:camera prst="orthographicFront"/>
            <a:lightRig rig="threePt" dir="t">
              <a:rot lat="0" lon="0" rev="0"/>
            </a:lightRig>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6393" name="直线连接符 6392">
            <a:extLst>
              <a:ext uri="{FF2B5EF4-FFF2-40B4-BE49-F238E27FC236}">
                <a16:creationId xmlns:a16="http://schemas.microsoft.com/office/drawing/2014/main" id="{1CD9460B-CAA9-47E3-4BC1-BC1A07135198}"/>
              </a:ext>
            </a:extLst>
          </p:cNvPr>
          <p:cNvCxnSpPr>
            <a:cxnSpLocks/>
          </p:cNvCxnSpPr>
          <p:nvPr/>
        </p:nvCxnSpPr>
        <p:spPr>
          <a:xfrm>
            <a:off x="1720209" y="2400170"/>
            <a:ext cx="3234465" cy="148002"/>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sp>
        <p:nvSpPr>
          <p:cNvPr id="2192" name="矩形 2191">
            <a:extLst>
              <a:ext uri="{FF2B5EF4-FFF2-40B4-BE49-F238E27FC236}">
                <a16:creationId xmlns:a16="http://schemas.microsoft.com/office/drawing/2014/main" id="{D6E16313-095D-2178-C838-55EAD614CF62}"/>
              </a:ext>
            </a:extLst>
          </p:cNvPr>
          <p:cNvSpPr/>
          <p:nvPr/>
        </p:nvSpPr>
        <p:spPr>
          <a:xfrm>
            <a:off x="478623" y="953133"/>
            <a:ext cx="9291326" cy="824136"/>
          </a:xfrm>
          <a:prstGeom prst="rect">
            <a:avLst/>
          </a:prstGeom>
        </p:spPr>
        <p:txBody>
          <a:bodyPr wrap="none">
            <a:spAutoFit/>
          </a:bodyPr>
          <a:lstStyle/>
          <a:p>
            <a:pPr algn="l" eaLnBrk="0" hangingPunct="0">
              <a:lnSpc>
                <a:spcPct val="200000"/>
              </a:lnSpc>
              <a:buClrTx/>
              <a:buSzTx/>
              <a:buFont typeface="+mj-l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望远镜光轴</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 </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载物台平面</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a:t>
            </a:r>
          </a:p>
        </p:txBody>
      </p:sp>
      <p:grpSp>
        <p:nvGrpSpPr>
          <p:cNvPr id="2197" name="组合 2196">
            <a:extLst>
              <a:ext uri="{FF2B5EF4-FFF2-40B4-BE49-F238E27FC236}">
                <a16:creationId xmlns:a16="http://schemas.microsoft.com/office/drawing/2014/main" id="{593E4CED-60D3-B55B-5B28-DA8474D04779}"/>
              </a:ext>
            </a:extLst>
          </p:cNvPr>
          <p:cNvGrpSpPr/>
          <p:nvPr/>
        </p:nvGrpSpPr>
        <p:grpSpPr>
          <a:xfrm>
            <a:off x="607365" y="4499835"/>
            <a:ext cx="1682479" cy="1597595"/>
            <a:chOff x="842796" y="1379768"/>
            <a:chExt cx="3067735" cy="2893185"/>
          </a:xfrm>
        </p:grpSpPr>
        <p:sp>
          <p:nvSpPr>
            <p:cNvPr id="2198" name="流程图: 接点 85">
              <a:extLst>
                <a:ext uri="{FF2B5EF4-FFF2-40B4-BE49-F238E27FC236}">
                  <a16:creationId xmlns:a16="http://schemas.microsoft.com/office/drawing/2014/main" id="{C69618AB-884A-A235-FB54-00152E3CE9DC}"/>
                </a:ext>
              </a:extLst>
            </p:cNvPr>
            <p:cNvSpPr/>
            <p:nvPr/>
          </p:nvSpPr>
          <p:spPr>
            <a:xfrm>
              <a:off x="3422276" y="3658712"/>
              <a:ext cx="212140" cy="219456"/>
            </a:xfrm>
            <a:prstGeom prst="flowChartConnector">
              <a:avLst/>
            </a:prstGeom>
            <a:solidFill>
              <a:srgbClr val="99BE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99" name="组合 2198">
              <a:extLst>
                <a:ext uri="{FF2B5EF4-FFF2-40B4-BE49-F238E27FC236}">
                  <a16:creationId xmlns:a16="http://schemas.microsoft.com/office/drawing/2014/main" id="{03C5C0D8-DA0E-947E-2786-EBD87804EA5B}"/>
                </a:ext>
              </a:extLst>
            </p:cNvPr>
            <p:cNvGrpSpPr/>
            <p:nvPr/>
          </p:nvGrpSpPr>
          <p:grpSpPr>
            <a:xfrm>
              <a:off x="1417322" y="2166176"/>
              <a:ext cx="2114093" cy="2106777"/>
              <a:chOff x="1572767" y="2549347"/>
              <a:chExt cx="2114093" cy="2106777"/>
            </a:xfrm>
          </p:grpSpPr>
          <p:grpSp>
            <p:nvGrpSpPr>
              <p:cNvPr id="2206" name="组合 2205">
                <a:extLst>
                  <a:ext uri="{FF2B5EF4-FFF2-40B4-BE49-F238E27FC236}">
                    <a16:creationId xmlns:a16="http://schemas.microsoft.com/office/drawing/2014/main" id="{07ABF09F-54D5-9084-FE17-4609CAA95B4A}"/>
                  </a:ext>
                </a:extLst>
              </p:cNvPr>
              <p:cNvGrpSpPr/>
              <p:nvPr/>
            </p:nvGrpSpPr>
            <p:grpSpPr>
              <a:xfrm>
                <a:off x="1572767" y="2549347"/>
                <a:ext cx="2114093" cy="2106777"/>
                <a:chOff x="1572767" y="2549347"/>
                <a:chExt cx="2114093" cy="2106777"/>
              </a:xfrm>
            </p:grpSpPr>
            <p:sp>
              <p:nvSpPr>
                <p:cNvPr id="2210" name="流程图: 接点 97">
                  <a:extLst>
                    <a:ext uri="{FF2B5EF4-FFF2-40B4-BE49-F238E27FC236}">
                      <a16:creationId xmlns:a16="http://schemas.microsoft.com/office/drawing/2014/main" id="{830E3CBF-1637-7218-114A-BA3C4066111F}"/>
                    </a:ext>
                  </a:extLst>
                </p:cNvPr>
                <p:cNvSpPr/>
                <p:nvPr/>
              </p:nvSpPr>
              <p:spPr>
                <a:xfrm>
                  <a:off x="1572767" y="2549347"/>
                  <a:ext cx="2114093" cy="2106777"/>
                </a:xfrm>
                <a:prstGeom prst="flowChartConnector">
                  <a:avLst/>
                </a:prstGeom>
                <a:solidFill>
                  <a:schemeClr val="tx1">
                    <a:lumMod val="65000"/>
                    <a:lumOff val="35000"/>
                    <a:alpha val="81000"/>
                  </a:schemeClr>
                </a:solidFill>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1" name="流程图: 接点 98">
                  <a:extLst>
                    <a:ext uri="{FF2B5EF4-FFF2-40B4-BE49-F238E27FC236}">
                      <a16:creationId xmlns:a16="http://schemas.microsoft.com/office/drawing/2014/main" id="{94B229E8-A903-78A3-1293-D7E8AF5D6C78}"/>
                    </a:ext>
                  </a:extLst>
                </p:cNvPr>
                <p:cNvSpPr/>
                <p:nvPr/>
              </p:nvSpPr>
              <p:spPr>
                <a:xfrm>
                  <a:off x="2311602" y="3262579"/>
                  <a:ext cx="636423" cy="636422"/>
                </a:xfrm>
                <a:prstGeom prst="flowChartConnector">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2" name="流程图: 接点 99">
                  <a:extLst>
                    <a:ext uri="{FF2B5EF4-FFF2-40B4-BE49-F238E27FC236}">
                      <a16:creationId xmlns:a16="http://schemas.microsoft.com/office/drawing/2014/main" id="{DE47C787-4F0C-C448-C7F8-1217406E46D9}"/>
                    </a:ext>
                  </a:extLst>
                </p:cNvPr>
                <p:cNvSpPr/>
                <p:nvPr/>
              </p:nvSpPr>
              <p:spPr>
                <a:xfrm>
                  <a:off x="2070202" y="3013862"/>
                  <a:ext cx="1111910" cy="115580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3" name="流程图: 接点 100">
                  <a:extLst>
                    <a:ext uri="{FF2B5EF4-FFF2-40B4-BE49-F238E27FC236}">
                      <a16:creationId xmlns:a16="http://schemas.microsoft.com/office/drawing/2014/main" id="{93B41FAF-E8DB-D035-3552-028FFB829D0E}"/>
                    </a:ext>
                  </a:extLst>
                </p:cNvPr>
                <p:cNvSpPr/>
                <p:nvPr/>
              </p:nvSpPr>
              <p:spPr>
                <a:xfrm>
                  <a:off x="1755648" y="2757830"/>
                  <a:ext cx="1719072" cy="168981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207" name="直接连接符 94">
                <a:extLst>
                  <a:ext uri="{FF2B5EF4-FFF2-40B4-BE49-F238E27FC236}">
                    <a16:creationId xmlns:a16="http://schemas.microsoft.com/office/drawing/2014/main" id="{77AAE22D-B7C2-D87C-E1BD-4376EB940645}"/>
                  </a:ext>
                </a:extLst>
              </p:cNvPr>
              <p:cNvCxnSpPr>
                <a:stCxn id="2210" idx="0"/>
                <a:endCxn id="2211" idx="0"/>
              </p:cNvCxnSpPr>
              <p:nvPr/>
            </p:nvCxnSpPr>
            <p:spPr>
              <a:xfrm>
                <a:off x="2629814" y="2549347"/>
                <a:ext cx="0" cy="7132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8" name="直接连接符 95">
                <a:extLst>
                  <a:ext uri="{FF2B5EF4-FFF2-40B4-BE49-F238E27FC236}">
                    <a16:creationId xmlns:a16="http://schemas.microsoft.com/office/drawing/2014/main" id="{4FC7174E-01B5-1EFE-2D36-8A58027BA6AB}"/>
                  </a:ext>
                </a:extLst>
              </p:cNvPr>
              <p:cNvCxnSpPr>
                <a:cxnSpLocks/>
              </p:cNvCxnSpPr>
              <p:nvPr/>
            </p:nvCxnSpPr>
            <p:spPr>
              <a:xfrm flipH="1">
                <a:off x="1653235" y="3701491"/>
                <a:ext cx="709575" cy="468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9" name="直接连接符 96">
                <a:extLst>
                  <a:ext uri="{FF2B5EF4-FFF2-40B4-BE49-F238E27FC236}">
                    <a16:creationId xmlns:a16="http://schemas.microsoft.com/office/drawing/2014/main" id="{5585ABDB-E2CC-D1AD-F34F-75EF1749E77B}"/>
                  </a:ext>
                </a:extLst>
              </p:cNvPr>
              <p:cNvCxnSpPr/>
              <p:nvPr/>
            </p:nvCxnSpPr>
            <p:spPr>
              <a:xfrm>
                <a:off x="2948025" y="3701491"/>
                <a:ext cx="614477" cy="3657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200" name="流程图: 接点 87">
              <a:extLst>
                <a:ext uri="{FF2B5EF4-FFF2-40B4-BE49-F238E27FC236}">
                  <a16:creationId xmlns:a16="http://schemas.microsoft.com/office/drawing/2014/main" id="{C589EDB9-E9D3-9A2A-5750-169190B2F4D9}"/>
                </a:ext>
              </a:extLst>
            </p:cNvPr>
            <p:cNvSpPr/>
            <p:nvPr/>
          </p:nvSpPr>
          <p:spPr>
            <a:xfrm>
              <a:off x="1342342" y="3679545"/>
              <a:ext cx="212140" cy="219456"/>
            </a:xfrm>
            <a:prstGeom prst="flowChartConnector">
              <a:avLst/>
            </a:prstGeom>
            <a:solidFill>
              <a:srgbClr val="99BE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1" name="流程图: 接点 88">
              <a:extLst>
                <a:ext uri="{FF2B5EF4-FFF2-40B4-BE49-F238E27FC236}">
                  <a16:creationId xmlns:a16="http://schemas.microsoft.com/office/drawing/2014/main" id="{BF104436-DFDA-625F-8C65-018A3499B6ED}"/>
                </a:ext>
              </a:extLst>
            </p:cNvPr>
            <p:cNvSpPr/>
            <p:nvPr/>
          </p:nvSpPr>
          <p:spPr>
            <a:xfrm>
              <a:off x="2359155" y="1946720"/>
              <a:ext cx="212140" cy="219456"/>
            </a:xfrm>
            <a:prstGeom prst="flowChartConnector">
              <a:avLst/>
            </a:prstGeom>
            <a:solidFill>
              <a:srgbClr val="99BE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02" name="矩形 2201">
              <a:extLst>
                <a:ext uri="{FF2B5EF4-FFF2-40B4-BE49-F238E27FC236}">
                  <a16:creationId xmlns:a16="http://schemas.microsoft.com/office/drawing/2014/main" id="{2397E18A-9B9D-BF2C-FAD1-2628220F6481}"/>
                </a:ext>
              </a:extLst>
            </p:cNvPr>
            <p:cNvSpPr/>
            <p:nvPr/>
          </p:nvSpPr>
          <p:spPr>
            <a:xfrm>
              <a:off x="2313435" y="2518257"/>
              <a:ext cx="303580" cy="1291132"/>
            </a:xfrm>
            <a:prstGeom prst="rect">
              <a:avLst/>
            </a:prstGeom>
            <a:solidFill>
              <a:schemeClr val="tx1">
                <a:lumMod val="75000"/>
                <a:lumOff val="2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3" name="文本框 2202">
              <a:extLst>
                <a:ext uri="{FF2B5EF4-FFF2-40B4-BE49-F238E27FC236}">
                  <a16:creationId xmlns:a16="http://schemas.microsoft.com/office/drawing/2014/main" id="{66383ADB-EFE4-4889-8E4D-10D5EEDDA06C}"/>
                </a:ext>
              </a:extLst>
            </p:cNvPr>
            <p:cNvSpPr txBox="1"/>
            <p:nvPr/>
          </p:nvSpPr>
          <p:spPr>
            <a:xfrm>
              <a:off x="842796" y="3596913"/>
              <a:ext cx="424284" cy="384721"/>
            </a:xfrm>
            <a:prstGeom prst="rect">
              <a:avLst/>
            </a:prstGeom>
            <a:noFill/>
          </p:spPr>
          <p:txBody>
            <a:bodyPr wrap="square" rtlCol="0">
              <a:spAutoFit/>
            </a:bodyPr>
            <a:lstStyle/>
            <a:p>
              <a:r>
                <a:rPr lang="en-US" altLang="zh-CN" dirty="0"/>
                <a:t>a</a:t>
              </a:r>
            </a:p>
          </p:txBody>
        </p:sp>
        <p:sp>
          <p:nvSpPr>
            <p:cNvPr id="2204" name="文本框 2203">
              <a:extLst>
                <a:ext uri="{FF2B5EF4-FFF2-40B4-BE49-F238E27FC236}">
                  <a16:creationId xmlns:a16="http://schemas.microsoft.com/office/drawing/2014/main" id="{09C48E08-0C32-F78E-2567-0CFFAD71A7B9}"/>
                </a:ext>
              </a:extLst>
            </p:cNvPr>
            <p:cNvSpPr txBox="1"/>
            <p:nvPr/>
          </p:nvSpPr>
          <p:spPr>
            <a:xfrm>
              <a:off x="3544772" y="3596913"/>
              <a:ext cx="365759" cy="384721"/>
            </a:xfrm>
            <a:prstGeom prst="rect">
              <a:avLst/>
            </a:prstGeom>
            <a:noFill/>
          </p:spPr>
          <p:txBody>
            <a:bodyPr wrap="square" rtlCol="0">
              <a:spAutoFit/>
            </a:bodyPr>
            <a:lstStyle/>
            <a:p>
              <a:r>
                <a:rPr lang="en-US" altLang="zh-CN" dirty="0"/>
                <a:t>b</a:t>
              </a:r>
              <a:endParaRPr lang="zh-CN" altLang="en-US" dirty="0"/>
            </a:p>
          </p:txBody>
        </p:sp>
        <p:sp>
          <p:nvSpPr>
            <p:cNvPr id="2205" name="文本框 2204">
              <a:extLst>
                <a:ext uri="{FF2B5EF4-FFF2-40B4-BE49-F238E27FC236}">
                  <a16:creationId xmlns:a16="http://schemas.microsoft.com/office/drawing/2014/main" id="{B0EB1CFA-C98A-C5E0-8CB7-F208F5BFE264}"/>
                </a:ext>
              </a:extLst>
            </p:cNvPr>
            <p:cNvSpPr txBox="1"/>
            <p:nvPr/>
          </p:nvSpPr>
          <p:spPr>
            <a:xfrm>
              <a:off x="2157459" y="1379768"/>
              <a:ext cx="407820" cy="384721"/>
            </a:xfrm>
            <a:prstGeom prst="rect">
              <a:avLst/>
            </a:prstGeom>
            <a:noFill/>
          </p:spPr>
          <p:txBody>
            <a:bodyPr wrap="square" rtlCol="0">
              <a:spAutoFit/>
            </a:bodyPr>
            <a:lstStyle/>
            <a:p>
              <a:r>
                <a:rPr lang="en-US" altLang="zh-CN" dirty="0"/>
                <a:t>c</a:t>
              </a:r>
              <a:endParaRPr lang="zh-CN" altLang="en-US" dirty="0"/>
            </a:p>
          </p:txBody>
        </p:sp>
      </p:grpSp>
      <p:grpSp>
        <p:nvGrpSpPr>
          <p:cNvPr id="2370" name="组合 2369">
            <a:extLst>
              <a:ext uri="{FF2B5EF4-FFF2-40B4-BE49-F238E27FC236}">
                <a16:creationId xmlns:a16="http://schemas.microsoft.com/office/drawing/2014/main" id="{413DCDC5-5622-3EBA-37AD-A91CDC92EE41}"/>
              </a:ext>
            </a:extLst>
          </p:cNvPr>
          <p:cNvGrpSpPr/>
          <p:nvPr/>
        </p:nvGrpSpPr>
        <p:grpSpPr>
          <a:xfrm>
            <a:off x="2870948" y="3121526"/>
            <a:ext cx="1966327" cy="1963803"/>
            <a:chOff x="5038645" y="2587651"/>
            <a:chExt cx="2500386" cy="2497177"/>
          </a:xfrm>
        </p:grpSpPr>
        <p:sp>
          <p:nvSpPr>
            <p:cNvPr id="2371" name="流程图: 接点 410645">
              <a:extLst>
                <a:ext uri="{FF2B5EF4-FFF2-40B4-BE49-F238E27FC236}">
                  <a16:creationId xmlns:a16="http://schemas.microsoft.com/office/drawing/2014/main" id="{9F8F0706-4442-6364-8C17-87DAE1BEBEB6}"/>
                </a:ext>
              </a:extLst>
            </p:cNvPr>
            <p:cNvSpPr/>
            <p:nvPr/>
          </p:nvSpPr>
          <p:spPr>
            <a:xfrm>
              <a:off x="5038645" y="2587651"/>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72" name="流程图: 接点 410646">
              <a:extLst>
                <a:ext uri="{FF2B5EF4-FFF2-40B4-BE49-F238E27FC236}">
                  <a16:creationId xmlns:a16="http://schemas.microsoft.com/office/drawing/2014/main" id="{ACF16792-068A-5DE5-4C09-E6F0683309A1}"/>
                </a:ext>
              </a:extLst>
            </p:cNvPr>
            <p:cNvSpPr/>
            <p:nvPr/>
          </p:nvSpPr>
          <p:spPr>
            <a:xfrm>
              <a:off x="5132024" y="2673757"/>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73" name="直接连接符 410648">
              <a:extLst>
                <a:ext uri="{FF2B5EF4-FFF2-40B4-BE49-F238E27FC236}">
                  <a16:creationId xmlns:a16="http://schemas.microsoft.com/office/drawing/2014/main" id="{D7B32FB3-63EC-255D-1567-FD1B5E5D9D6E}"/>
                </a:ext>
              </a:extLst>
            </p:cNvPr>
            <p:cNvCxnSpPr>
              <a:cxnSpLocks/>
            </p:cNvCxnSpPr>
            <p:nvPr/>
          </p:nvCxnSpPr>
          <p:spPr>
            <a:xfrm>
              <a:off x="6148453" y="3573725"/>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374" name="加号 2373">
              <a:extLst>
                <a:ext uri="{FF2B5EF4-FFF2-40B4-BE49-F238E27FC236}">
                  <a16:creationId xmlns:a16="http://schemas.microsoft.com/office/drawing/2014/main" id="{826A0129-2924-D378-F7A1-4814133BDC44}"/>
                </a:ext>
              </a:extLst>
            </p:cNvPr>
            <p:cNvSpPr/>
            <p:nvPr/>
          </p:nvSpPr>
          <p:spPr>
            <a:xfrm>
              <a:off x="5895060" y="2970494"/>
              <a:ext cx="302025" cy="374559"/>
            </a:xfrm>
            <a:prstGeom prst="mathPlus">
              <a:avLst>
                <a:gd name="adj1" fmla="val 13622"/>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75" name="直接连接符 410648">
              <a:extLst>
                <a:ext uri="{FF2B5EF4-FFF2-40B4-BE49-F238E27FC236}">
                  <a16:creationId xmlns:a16="http://schemas.microsoft.com/office/drawing/2014/main" id="{366C9B57-4183-6F43-E42C-EF0E3B41B236}"/>
                </a:ext>
              </a:extLst>
            </p:cNvPr>
            <p:cNvCxnSpPr>
              <a:cxnSpLocks/>
            </p:cNvCxnSpPr>
            <p:nvPr/>
          </p:nvCxnSpPr>
          <p:spPr>
            <a:xfrm>
              <a:off x="6148453" y="3019487"/>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6" name="直接连接符 410647">
              <a:extLst>
                <a:ext uri="{FF2B5EF4-FFF2-40B4-BE49-F238E27FC236}">
                  <a16:creationId xmlns:a16="http://schemas.microsoft.com/office/drawing/2014/main" id="{1C313B1A-4569-848E-5FF5-22DB54BAF4AE}"/>
                </a:ext>
              </a:extLst>
            </p:cNvPr>
            <p:cNvCxnSpPr>
              <a:cxnSpLocks/>
              <a:stCxn id="2372" idx="2"/>
              <a:endCxn id="2372" idx="6"/>
            </p:cNvCxnSpPr>
            <p:nvPr/>
          </p:nvCxnSpPr>
          <p:spPr>
            <a:xfrm>
              <a:off x="5132024" y="3832906"/>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7" name="直接连接符 410648">
              <a:extLst>
                <a:ext uri="{FF2B5EF4-FFF2-40B4-BE49-F238E27FC236}">
                  <a16:creationId xmlns:a16="http://schemas.microsoft.com/office/drawing/2014/main" id="{9B4F9D46-485C-3BC6-F3B1-8B4859FBAEE3}"/>
                </a:ext>
              </a:extLst>
            </p:cNvPr>
            <p:cNvCxnSpPr>
              <a:cxnSpLocks/>
            </p:cNvCxnSpPr>
            <p:nvPr/>
          </p:nvCxnSpPr>
          <p:spPr>
            <a:xfrm>
              <a:off x="5275062" y="3290886"/>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78" name="组合 2377">
              <a:extLst>
                <a:ext uri="{FF2B5EF4-FFF2-40B4-BE49-F238E27FC236}">
                  <a16:creationId xmlns:a16="http://schemas.microsoft.com/office/drawing/2014/main" id="{0830D3A5-612D-C3C0-F143-473A2F7A7631}"/>
                </a:ext>
              </a:extLst>
            </p:cNvPr>
            <p:cNvGrpSpPr/>
            <p:nvPr/>
          </p:nvGrpSpPr>
          <p:grpSpPr>
            <a:xfrm>
              <a:off x="6200891" y="2798150"/>
              <a:ext cx="190334" cy="987884"/>
              <a:chOff x="6186529" y="2798150"/>
              <a:chExt cx="216251" cy="987884"/>
            </a:xfrm>
          </p:grpSpPr>
          <p:cxnSp>
            <p:nvCxnSpPr>
              <p:cNvPr id="2383" name="直接连接符 410648">
                <a:extLst>
                  <a:ext uri="{FF2B5EF4-FFF2-40B4-BE49-F238E27FC236}">
                    <a16:creationId xmlns:a16="http://schemas.microsoft.com/office/drawing/2014/main" id="{936F6B6B-9E83-B1E6-258C-C963C86C7411}"/>
                  </a:ext>
                </a:extLst>
              </p:cNvPr>
              <p:cNvCxnSpPr>
                <a:cxnSpLocks/>
              </p:cNvCxnSpPr>
              <p:nvPr/>
            </p:nvCxnSpPr>
            <p:spPr>
              <a:xfrm>
                <a:off x="6186529" y="34100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4" name="直接连接符 410648">
                <a:extLst>
                  <a:ext uri="{FF2B5EF4-FFF2-40B4-BE49-F238E27FC236}">
                    <a16:creationId xmlns:a16="http://schemas.microsoft.com/office/drawing/2014/main" id="{1C23C880-0D52-B16B-1073-0BFB648AC2D0}"/>
                  </a:ext>
                </a:extLst>
              </p:cNvPr>
              <p:cNvCxnSpPr>
                <a:cxnSpLocks/>
              </p:cNvCxnSpPr>
              <p:nvPr/>
            </p:nvCxnSpPr>
            <p:spPr>
              <a:xfrm>
                <a:off x="6186529" y="34653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5" name="直接连接符 410648">
                <a:extLst>
                  <a:ext uri="{FF2B5EF4-FFF2-40B4-BE49-F238E27FC236}">
                    <a16:creationId xmlns:a16="http://schemas.microsoft.com/office/drawing/2014/main" id="{2FD3D00F-5D49-3B54-89C4-34B0F7C32C27}"/>
                  </a:ext>
                </a:extLst>
              </p:cNvPr>
              <p:cNvCxnSpPr>
                <a:cxnSpLocks/>
              </p:cNvCxnSpPr>
              <p:nvPr/>
            </p:nvCxnSpPr>
            <p:spPr>
              <a:xfrm>
                <a:off x="6186529" y="33534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6" name="直接连接符 410648">
                <a:extLst>
                  <a:ext uri="{FF2B5EF4-FFF2-40B4-BE49-F238E27FC236}">
                    <a16:creationId xmlns:a16="http://schemas.microsoft.com/office/drawing/2014/main" id="{535B8323-889A-50A4-2FB8-33FEAB533646}"/>
                  </a:ext>
                </a:extLst>
              </p:cNvPr>
              <p:cNvCxnSpPr>
                <a:cxnSpLocks/>
              </p:cNvCxnSpPr>
              <p:nvPr/>
            </p:nvCxnSpPr>
            <p:spPr>
              <a:xfrm>
                <a:off x="6186529" y="35193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7" name="直接连接符 410648">
                <a:extLst>
                  <a:ext uri="{FF2B5EF4-FFF2-40B4-BE49-F238E27FC236}">
                    <a16:creationId xmlns:a16="http://schemas.microsoft.com/office/drawing/2014/main" id="{409D9751-6010-576F-2ED9-BA06417ADDBE}"/>
                  </a:ext>
                </a:extLst>
              </p:cNvPr>
              <p:cNvCxnSpPr>
                <a:cxnSpLocks/>
              </p:cNvCxnSpPr>
              <p:nvPr/>
            </p:nvCxnSpPr>
            <p:spPr>
              <a:xfrm>
                <a:off x="6186529" y="36767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8" name="直接连接符 410648">
                <a:extLst>
                  <a:ext uri="{FF2B5EF4-FFF2-40B4-BE49-F238E27FC236}">
                    <a16:creationId xmlns:a16="http://schemas.microsoft.com/office/drawing/2014/main" id="{4F5D3F78-2EC6-2A3B-C010-FEAB0BB75C39}"/>
                  </a:ext>
                </a:extLst>
              </p:cNvPr>
              <p:cNvCxnSpPr>
                <a:cxnSpLocks/>
              </p:cNvCxnSpPr>
              <p:nvPr/>
            </p:nvCxnSpPr>
            <p:spPr>
              <a:xfrm>
                <a:off x="6186529" y="37320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9" name="直接连接符 410648">
                <a:extLst>
                  <a:ext uri="{FF2B5EF4-FFF2-40B4-BE49-F238E27FC236}">
                    <a16:creationId xmlns:a16="http://schemas.microsoft.com/office/drawing/2014/main" id="{3E3773C1-8BF2-1BA1-07EA-1033C3886CB5}"/>
                  </a:ext>
                </a:extLst>
              </p:cNvPr>
              <p:cNvCxnSpPr>
                <a:cxnSpLocks/>
              </p:cNvCxnSpPr>
              <p:nvPr/>
            </p:nvCxnSpPr>
            <p:spPr>
              <a:xfrm>
                <a:off x="6186529" y="36201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0" name="直接连接符 410648">
                <a:extLst>
                  <a:ext uri="{FF2B5EF4-FFF2-40B4-BE49-F238E27FC236}">
                    <a16:creationId xmlns:a16="http://schemas.microsoft.com/office/drawing/2014/main" id="{FFC5A101-D720-2134-6A4F-D9C752BD62ED}"/>
                  </a:ext>
                </a:extLst>
              </p:cNvPr>
              <p:cNvCxnSpPr>
                <a:cxnSpLocks/>
              </p:cNvCxnSpPr>
              <p:nvPr/>
            </p:nvCxnSpPr>
            <p:spPr>
              <a:xfrm>
                <a:off x="6186529" y="37860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1" name="直接连接符 410648">
                <a:extLst>
                  <a:ext uri="{FF2B5EF4-FFF2-40B4-BE49-F238E27FC236}">
                    <a16:creationId xmlns:a16="http://schemas.microsoft.com/office/drawing/2014/main" id="{9F75436A-97BB-B8A7-AF37-EBCAD8D586CA}"/>
                  </a:ext>
                </a:extLst>
              </p:cNvPr>
              <p:cNvCxnSpPr>
                <a:cxnSpLocks/>
              </p:cNvCxnSpPr>
              <p:nvPr/>
            </p:nvCxnSpPr>
            <p:spPr>
              <a:xfrm>
                <a:off x="6186529" y="312743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2" name="直接连接符 410648">
                <a:extLst>
                  <a:ext uri="{FF2B5EF4-FFF2-40B4-BE49-F238E27FC236}">
                    <a16:creationId xmlns:a16="http://schemas.microsoft.com/office/drawing/2014/main" id="{E9594F1E-2BAC-B893-9DD3-0E132DF342D3}"/>
                  </a:ext>
                </a:extLst>
              </p:cNvPr>
              <p:cNvCxnSpPr>
                <a:cxnSpLocks/>
              </p:cNvCxnSpPr>
              <p:nvPr/>
            </p:nvCxnSpPr>
            <p:spPr>
              <a:xfrm>
                <a:off x="6186529" y="318278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3" name="直接连接符 410648">
                <a:extLst>
                  <a:ext uri="{FF2B5EF4-FFF2-40B4-BE49-F238E27FC236}">
                    <a16:creationId xmlns:a16="http://schemas.microsoft.com/office/drawing/2014/main" id="{D511DC21-D18D-0D3C-4C7B-F0DD892CD85B}"/>
                  </a:ext>
                </a:extLst>
              </p:cNvPr>
              <p:cNvCxnSpPr>
                <a:cxnSpLocks/>
              </p:cNvCxnSpPr>
              <p:nvPr/>
            </p:nvCxnSpPr>
            <p:spPr>
              <a:xfrm>
                <a:off x="6186529" y="3070911"/>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4" name="直接连接符 410648">
                <a:extLst>
                  <a:ext uri="{FF2B5EF4-FFF2-40B4-BE49-F238E27FC236}">
                    <a16:creationId xmlns:a16="http://schemas.microsoft.com/office/drawing/2014/main" id="{20F40855-DB59-0BEA-7197-7FA510873049}"/>
                  </a:ext>
                </a:extLst>
              </p:cNvPr>
              <p:cNvCxnSpPr>
                <a:cxnSpLocks/>
              </p:cNvCxnSpPr>
              <p:nvPr/>
            </p:nvCxnSpPr>
            <p:spPr>
              <a:xfrm>
                <a:off x="6186529" y="32367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5" name="直接连接符 410648">
                <a:extLst>
                  <a:ext uri="{FF2B5EF4-FFF2-40B4-BE49-F238E27FC236}">
                    <a16:creationId xmlns:a16="http://schemas.microsoft.com/office/drawing/2014/main" id="{04F8A16A-5C29-2E88-87C7-BC7FA8A76061}"/>
                  </a:ext>
                </a:extLst>
              </p:cNvPr>
              <p:cNvCxnSpPr>
                <a:cxnSpLocks/>
              </p:cNvCxnSpPr>
              <p:nvPr/>
            </p:nvCxnSpPr>
            <p:spPr>
              <a:xfrm>
                <a:off x="6186529" y="285467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6" name="直接连接符 410648">
                <a:extLst>
                  <a:ext uri="{FF2B5EF4-FFF2-40B4-BE49-F238E27FC236}">
                    <a16:creationId xmlns:a16="http://schemas.microsoft.com/office/drawing/2014/main" id="{AF73997D-ECDC-9467-BDF2-7617201E4127}"/>
                  </a:ext>
                </a:extLst>
              </p:cNvPr>
              <p:cNvCxnSpPr>
                <a:cxnSpLocks/>
              </p:cNvCxnSpPr>
              <p:nvPr/>
            </p:nvCxnSpPr>
            <p:spPr>
              <a:xfrm>
                <a:off x="6186529" y="291002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7" name="直接连接符 410648">
                <a:extLst>
                  <a:ext uri="{FF2B5EF4-FFF2-40B4-BE49-F238E27FC236}">
                    <a16:creationId xmlns:a16="http://schemas.microsoft.com/office/drawing/2014/main" id="{65BB7997-D15A-DD4E-57B2-FF9D339330FE}"/>
                  </a:ext>
                </a:extLst>
              </p:cNvPr>
              <p:cNvCxnSpPr>
                <a:cxnSpLocks/>
              </p:cNvCxnSpPr>
              <p:nvPr/>
            </p:nvCxnSpPr>
            <p:spPr>
              <a:xfrm>
                <a:off x="6186529" y="279815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8" name="直接连接符 410648">
                <a:extLst>
                  <a:ext uri="{FF2B5EF4-FFF2-40B4-BE49-F238E27FC236}">
                    <a16:creationId xmlns:a16="http://schemas.microsoft.com/office/drawing/2014/main" id="{2D3BCED4-2714-48F8-CC77-226959CDA528}"/>
                  </a:ext>
                </a:extLst>
              </p:cNvPr>
              <p:cNvCxnSpPr>
                <a:cxnSpLocks/>
              </p:cNvCxnSpPr>
              <p:nvPr/>
            </p:nvCxnSpPr>
            <p:spPr>
              <a:xfrm>
                <a:off x="6186529" y="296399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9" name="直接连接符 410648">
              <a:extLst>
                <a:ext uri="{FF2B5EF4-FFF2-40B4-BE49-F238E27FC236}">
                  <a16:creationId xmlns:a16="http://schemas.microsoft.com/office/drawing/2014/main" id="{DB966750-4560-EAA9-1E1D-AA7373DA7BC0}"/>
                </a:ext>
              </a:extLst>
            </p:cNvPr>
            <p:cNvCxnSpPr>
              <a:cxnSpLocks/>
            </p:cNvCxnSpPr>
            <p:nvPr/>
          </p:nvCxnSpPr>
          <p:spPr>
            <a:xfrm>
              <a:off x="6155320" y="2742187"/>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0" name="直接连接符 410649">
              <a:extLst>
                <a:ext uri="{FF2B5EF4-FFF2-40B4-BE49-F238E27FC236}">
                  <a16:creationId xmlns:a16="http://schemas.microsoft.com/office/drawing/2014/main" id="{66900E5F-26B7-327F-CC3C-1C8BE5B7EABA}"/>
                </a:ext>
              </a:extLst>
            </p:cNvPr>
            <p:cNvCxnSpPr>
              <a:cxnSpLocks/>
            </p:cNvCxnSpPr>
            <p:nvPr/>
          </p:nvCxnSpPr>
          <p:spPr>
            <a:xfrm>
              <a:off x="6292083" y="2673757"/>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381" name="矩形 2380">
              <a:extLst>
                <a:ext uri="{FF2B5EF4-FFF2-40B4-BE49-F238E27FC236}">
                  <a16:creationId xmlns:a16="http://schemas.microsoft.com/office/drawing/2014/main" id="{F0668739-61F8-FF04-1759-3F9EC45D8BA3}"/>
                </a:ext>
              </a:extLst>
            </p:cNvPr>
            <p:cNvSpPr/>
            <p:nvPr/>
          </p:nvSpPr>
          <p:spPr>
            <a:xfrm>
              <a:off x="6049057" y="4028784"/>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82" name="加号 2381">
              <a:extLst>
                <a:ext uri="{FF2B5EF4-FFF2-40B4-BE49-F238E27FC236}">
                  <a16:creationId xmlns:a16="http://schemas.microsoft.com/office/drawing/2014/main" id="{FCB0F7D4-74E3-22E8-21E3-A88832E95712}"/>
                </a:ext>
              </a:extLst>
            </p:cNvPr>
            <p:cNvSpPr/>
            <p:nvPr/>
          </p:nvSpPr>
          <p:spPr>
            <a:xfrm>
              <a:off x="6137643" y="4089753"/>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54830387-8D65-C888-08AA-E8C724100BF2}"/>
              </a:ext>
            </a:extLst>
          </p:cNvPr>
          <p:cNvGrpSpPr/>
          <p:nvPr/>
        </p:nvGrpSpPr>
        <p:grpSpPr>
          <a:xfrm>
            <a:off x="558474" y="1894462"/>
            <a:ext cx="1973841" cy="3022004"/>
            <a:chOff x="5503077" y="1534297"/>
            <a:chExt cx="1973841" cy="3022004"/>
          </a:xfrm>
        </p:grpSpPr>
        <p:grpSp>
          <p:nvGrpSpPr>
            <p:cNvPr id="3" name="组合 2">
              <a:extLst>
                <a:ext uri="{FF2B5EF4-FFF2-40B4-BE49-F238E27FC236}">
                  <a16:creationId xmlns:a16="http://schemas.microsoft.com/office/drawing/2014/main" id="{C4437FC9-F517-CA3B-D0CD-0E485FE7B8C0}"/>
                </a:ext>
              </a:extLst>
            </p:cNvPr>
            <p:cNvGrpSpPr/>
            <p:nvPr/>
          </p:nvGrpSpPr>
          <p:grpSpPr>
            <a:xfrm rot="5400000" flipV="1">
              <a:off x="6998432" y="3567694"/>
              <a:ext cx="304542" cy="232905"/>
              <a:chOff x="572796" y="3354769"/>
              <a:chExt cx="419388" cy="377309"/>
            </a:xfrm>
          </p:grpSpPr>
          <p:grpSp>
            <p:nvGrpSpPr>
              <p:cNvPr id="6374" name="组合 6373">
                <a:extLst>
                  <a:ext uri="{FF2B5EF4-FFF2-40B4-BE49-F238E27FC236}">
                    <a16:creationId xmlns:a16="http://schemas.microsoft.com/office/drawing/2014/main" id="{0BCDE999-D69B-669A-A3CF-9AC61BE1170F}"/>
                  </a:ext>
                </a:extLst>
              </p:cNvPr>
              <p:cNvGrpSpPr/>
              <p:nvPr/>
            </p:nvGrpSpPr>
            <p:grpSpPr>
              <a:xfrm>
                <a:off x="572796" y="3354769"/>
                <a:ext cx="419388" cy="377309"/>
                <a:chOff x="3493877" y="4543338"/>
                <a:chExt cx="619038" cy="543169"/>
              </a:xfrm>
            </p:grpSpPr>
            <p:sp>
              <p:nvSpPr>
                <p:cNvPr id="6391" name="流程图: 接点 571">
                  <a:extLst>
                    <a:ext uri="{FF2B5EF4-FFF2-40B4-BE49-F238E27FC236}">
                      <a16:creationId xmlns:a16="http://schemas.microsoft.com/office/drawing/2014/main" id="{1C349342-C9E2-6D65-ECF5-F9BBB1ACE22D}"/>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92" name="流程图: 接点 572">
                  <a:extLst>
                    <a:ext uri="{FF2B5EF4-FFF2-40B4-BE49-F238E27FC236}">
                      <a16:creationId xmlns:a16="http://schemas.microsoft.com/office/drawing/2014/main" id="{1C4C8352-9F4B-16B2-B4E2-6F6719572DBF}"/>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375" name="直线连接符 6374">
                <a:extLst>
                  <a:ext uri="{FF2B5EF4-FFF2-40B4-BE49-F238E27FC236}">
                    <a16:creationId xmlns:a16="http://schemas.microsoft.com/office/drawing/2014/main" id="{7297A171-1A00-779B-3253-F271402B0EDB}"/>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6" name="直线连接符 6375">
                <a:extLst>
                  <a:ext uri="{FF2B5EF4-FFF2-40B4-BE49-F238E27FC236}">
                    <a16:creationId xmlns:a16="http://schemas.microsoft.com/office/drawing/2014/main" id="{046C5F4A-F843-9B6C-4EAD-A0BE53089911}"/>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7" name="直线连接符 6376">
                <a:extLst>
                  <a:ext uri="{FF2B5EF4-FFF2-40B4-BE49-F238E27FC236}">
                    <a16:creationId xmlns:a16="http://schemas.microsoft.com/office/drawing/2014/main" id="{A18BB883-84F5-07B3-C343-978714A9014A}"/>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8" name="直线连接符 6377">
                <a:extLst>
                  <a:ext uri="{FF2B5EF4-FFF2-40B4-BE49-F238E27FC236}">
                    <a16:creationId xmlns:a16="http://schemas.microsoft.com/office/drawing/2014/main" id="{023226A5-2F4C-2E72-38B2-D2A5A5E8ECE2}"/>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9" name="直线连接符 6378">
                <a:extLst>
                  <a:ext uri="{FF2B5EF4-FFF2-40B4-BE49-F238E27FC236}">
                    <a16:creationId xmlns:a16="http://schemas.microsoft.com/office/drawing/2014/main" id="{3BF7F4F0-92B7-6BA8-C970-73DB26E59380}"/>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0" name="直线连接符 6379">
                <a:extLst>
                  <a:ext uri="{FF2B5EF4-FFF2-40B4-BE49-F238E27FC236}">
                    <a16:creationId xmlns:a16="http://schemas.microsoft.com/office/drawing/2014/main" id="{B8B1CCAD-0217-0FC1-243B-1AF84C039DD7}"/>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1" name="直线连接符 6380">
                <a:extLst>
                  <a:ext uri="{FF2B5EF4-FFF2-40B4-BE49-F238E27FC236}">
                    <a16:creationId xmlns:a16="http://schemas.microsoft.com/office/drawing/2014/main" id="{078AE538-6F62-F119-C930-B4D440020684}"/>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2" name="直线连接符 6381">
                <a:extLst>
                  <a:ext uri="{FF2B5EF4-FFF2-40B4-BE49-F238E27FC236}">
                    <a16:creationId xmlns:a16="http://schemas.microsoft.com/office/drawing/2014/main" id="{EB90BD48-4F0E-CFA3-6D49-AAB0A471D4DC}"/>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3" name="直线连接符 6382">
                <a:extLst>
                  <a:ext uri="{FF2B5EF4-FFF2-40B4-BE49-F238E27FC236}">
                    <a16:creationId xmlns:a16="http://schemas.microsoft.com/office/drawing/2014/main" id="{5EE5E08B-9441-F5D3-6A39-51FAC0A51229}"/>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4" name="直线连接符 6383">
                <a:extLst>
                  <a:ext uri="{FF2B5EF4-FFF2-40B4-BE49-F238E27FC236}">
                    <a16:creationId xmlns:a16="http://schemas.microsoft.com/office/drawing/2014/main" id="{6A8C45ED-3893-1862-4474-D0B361EE2D35}"/>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5" name="直线连接符 6384">
                <a:extLst>
                  <a:ext uri="{FF2B5EF4-FFF2-40B4-BE49-F238E27FC236}">
                    <a16:creationId xmlns:a16="http://schemas.microsoft.com/office/drawing/2014/main" id="{11DD7F87-78BF-DE1C-5E15-798D6FCA17DC}"/>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6" name="直线连接符 6385">
                <a:extLst>
                  <a:ext uri="{FF2B5EF4-FFF2-40B4-BE49-F238E27FC236}">
                    <a16:creationId xmlns:a16="http://schemas.microsoft.com/office/drawing/2014/main" id="{9E2EE1FA-818B-7271-488C-DBBC9A0C3733}"/>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7" name="直线连接符 6386">
                <a:extLst>
                  <a:ext uri="{FF2B5EF4-FFF2-40B4-BE49-F238E27FC236}">
                    <a16:creationId xmlns:a16="http://schemas.microsoft.com/office/drawing/2014/main" id="{DAAEC4D2-E3A4-AC61-D0C6-22D55B9F871B}"/>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8" name="直线连接符 6387">
                <a:extLst>
                  <a:ext uri="{FF2B5EF4-FFF2-40B4-BE49-F238E27FC236}">
                    <a16:creationId xmlns:a16="http://schemas.microsoft.com/office/drawing/2014/main" id="{464E2C8C-384A-2BE9-117B-BC7E282699E0}"/>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389" name="直线连接符 6388">
                <a:extLst>
                  <a:ext uri="{FF2B5EF4-FFF2-40B4-BE49-F238E27FC236}">
                    <a16:creationId xmlns:a16="http://schemas.microsoft.com/office/drawing/2014/main" id="{C7E75BD6-DA8B-C189-12E5-ABAAB03D7DAE}"/>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390" name="直线连接符 6389">
                <a:extLst>
                  <a:ext uri="{FF2B5EF4-FFF2-40B4-BE49-F238E27FC236}">
                    <a16:creationId xmlns:a16="http://schemas.microsoft.com/office/drawing/2014/main" id="{6D5961AA-C203-0208-1C80-72EB56176BF0}"/>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79BCACAE-2BBC-E6C2-08A6-4530C7608C02}"/>
                </a:ext>
              </a:extLst>
            </p:cNvPr>
            <p:cNvGrpSpPr/>
            <p:nvPr/>
          </p:nvGrpSpPr>
          <p:grpSpPr>
            <a:xfrm>
              <a:off x="6256844" y="3007766"/>
              <a:ext cx="419388" cy="377446"/>
              <a:chOff x="572796" y="3376774"/>
              <a:chExt cx="419388" cy="377446"/>
            </a:xfrm>
          </p:grpSpPr>
          <p:grpSp>
            <p:nvGrpSpPr>
              <p:cNvPr id="59" name="组合 58">
                <a:extLst>
                  <a:ext uri="{FF2B5EF4-FFF2-40B4-BE49-F238E27FC236}">
                    <a16:creationId xmlns:a16="http://schemas.microsoft.com/office/drawing/2014/main" id="{030F3182-0727-137B-85CF-7FD66C00E05F}"/>
                  </a:ext>
                </a:extLst>
              </p:cNvPr>
              <p:cNvGrpSpPr/>
              <p:nvPr/>
            </p:nvGrpSpPr>
            <p:grpSpPr>
              <a:xfrm>
                <a:off x="572796" y="3376774"/>
                <a:ext cx="419388" cy="377446"/>
                <a:chOff x="3493877" y="4575043"/>
                <a:chExt cx="619038" cy="543369"/>
              </a:xfrm>
            </p:grpSpPr>
            <p:sp>
              <p:nvSpPr>
                <p:cNvPr id="6372" name="流程图: 接点 571">
                  <a:extLst>
                    <a:ext uri="{FF2B5EF4-FFF2-40B4-BE49-F238E27FC236}">
                      <a16:creationId xmlns:a16="http://schemas.microsoft.com/office/drawing/2014/main" id="{DD0382EE-DD2E-4EB9-6A59-368FFED27CDA}"/>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73" name="流程图: 接点 572">
                  <a:extLst>
                    <a:ext uri="{FF2B5EF4-FFF2-40B4-BE49-F238E27FC236}">
                      <a16:creationId xmlns:a16="http://schemas.microsoft.com/office/drawing/2014/main" id="{E107F798-E50C-16ED-975C-959A749F6593}"/>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0" name="直线连接符 59">
                <a:extLst>
                  <a:ext uri="{FF2B5EF4-FFF2-40B4-BE49-F238E27FC236}">
                    <a16:creationId xmlns:a16="http://schemas.microsoft.com/office/drawing/2014/main" id="{77456FC4-F9E6-30B6-BC57-1165526ACBF1}"/>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B802CC5C-622D-B5B4-015B-F4D0E9D2E7FE}"/>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线连接符 61">
                <a:extLst>
                  <a:ext uri="{FF2B5EF4-FFF2-40B4-BE49-F238E27FC236}">
                    <a16:creationId xmlns:a16="http://schemas.microsoft.com/office/drawing/2014/main" id="{2850F84C-A4B0-6320-0D72-791457256416}"/>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线连接符 62">
                <a:extLst>
                  <a:ext uri="{FF2B5EF4-FFF2-40B4-BE49-F238E27FC236}">
                    <a16:creationId xmlns:a16="http://schemas.microsoft.com/office/drawing/2014/main" id="{7E334514-5148-8B6E-23B9-C70144F4EAAA}"/>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59" name="直线连接符 6358">
                <a:extLst>
                  <a:ext uri="{FF2B5EF4-FFF2-40B4-BE49-F238E27FC236}">
                    <a16:creationId xmlns:a16="http://schemas.microsoft.com/office/drawing/2014/main" id="{C2B3DA8E-411F-DF97-EC17-BF90D20CA982}"/>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0" name="直线连接符 6359">
                <a:extLst>
                  <a:ext uri="{FF2B5EF4-FFF2-40B4-BE49-F238E27FC236}">
                    <a16:creationId xmlns:a16="http://schemas.microsoft.com/office/drawing/2014/main" id="{3B6854BA-1B6E-6100-50A5-7C4837DA3608}"/>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1" name="直线连接符 6360">
                <a:extLst>
                  <a:ext uri="{FF2B5EF4-FFF2-40B4-BE49-F238E27FC236}">
                    <a16:creationId xmlns:a16="http://schemas.microsoft.com/office/drawing/2014/main" id="{DF793065-1457-CE3B-5CAE-99DD41A41250}"/>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2" name="直线连接符 6361">
                <a:extLst>
                  <a:ext uri="{FF2B5EF4-FFF2-40B4-BE49-F238E27FC236}">
                    <a16:creationId xmlns:a16="http://schemas.microsoft.com/office/drawing/2014/main" id="{9D6A51F6-3881-5EA6-C64A-7CDB6AA0E155}"/>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3" name="直线连接符 6362">
                <a:extLst>
                  <a:ext uri="{FF2B5EF4-FFF2-40B4-BE49-F238E27FC236}">
                    <a16:creationId xmlns:a16="http://schemas.microsoft.com/office/drawing/2014/main" id="{A395BD81-F88F-7D81-4F2D-D79249290FA9}"/>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4" name="直线连接符 6363">
                <a:extLst>
                  <a:ext uri="{FF2B5EF4-FFF2-40B4-BE49-F238E27FC236}">
                    <a16:creationId xmlns:a16="http://schemas.microsoft.com/office/drawing/2014/main" id="{13C11EA5-409A-C6E6-1D96-20934D09CA0F}"/>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5" name="直线连接符 6364">
                <a:extLst>
                  <a:ext uri="{FF2B5EF4-FFF2-40B4-BE49-F238E27FC236}">
                    <a16:creationId xmlns:a16="http://schemas.microsoft.com/office/drawing/2014/main" id="{AC3E3504-5593-51DB-707E-5ADEDB5B591B}"/>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6" name="直线连接符 6365">
                <a:extLst>
                  <a:ext uri="{FF2B5EF4-FFF2-40B4-BE49-F238E27FC236}">
                    <a16:creationId xmlns:a16="http://schemas.microsoft.com/office/drawing/2014/main" id="{037136D7-93F6-6299-B60D-E85FFF5BF7F0}"/>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7" name="直线连接符 6366">
                <a:extLst>
                  <a:ext uri="{FF2B5EF4-FFF2-40B4-BE49-F238E27FC236}">
                    <a16:creationId xmlns:a16="http://schemas.microsoft.com/office/drawing/2014/main" id="{D6B8385F-2EB9-E7F9-64EB-132F9A6366F9}"/>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8" name="直线连接符 6367">
                <a:extLst>
                  <a:ext uri="{FF2B5EF4-FFF2-40B4-BE49-F238E27FC236}">
                    <a16:creationId xmlns:a16="http://schemas.microsoft.com/office/drawing/2014/main" id="{28221E6E-6F2D-C667-48A4-94F080597B81}"/>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9" name="直线连接符 6368">
                <a:extLst>
                  <a:ext uri="{FF2B5EF4-FFF2-40B4-BE49-F238E27FC236}">
                    <a16:creationId xmlns:a16="http://schemas.microsoft.com/office/drawing/2014/main" id="{7E1A7A2E-BD13-1DE9-C04A-8C331D11C5D3}"/>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370" name="直线连接符 6369">
                <a:extLst>
                  <a:ext uri="{FF2B5EF4-FFF2-40B4-BE49-F238E27FC236}">
                    <a16:creationId xmlns:a16="http://schemas.microsoft.com/office/drawing/2014/main" id="{DBA75BC4-6096-471C-F1AE-96A60D1EBEFC}"/>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371" name="直线连接符 6370">
                <a:extLst>
                  <a:ext uri="{FF2B5EF4-FFF2-40B4-BE49-F238E27FC236}">
                    <a16:creationId xmlns:a16="http://schemas.microsoft.com/office/drawing/2014/main" id="{5CC8B8A8-7877-8DAD-707E-3BABFFE38C99}"/>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5" name="流程图: 接点 554">
              <a:extLst>
                <a:ext uri="{FF2B5EF4-FFF2-40B4-BE49-F238E27FC236}">
                  <a16:creationId xmlns:a16="http://schemas.microsoft.com/office/drawing/2014/main" id="{5F00FDB2-8B0E-1DBD-23BE-FBAE9536AD9E}"/>
                </a:ext>
              </a:extLst>
            </p:cNvPr>
            <p:cNvSpPr/>
            <p:nvPr/>
          </p:nvSpPr>
          <p:spPr>
            <a:xfrm>
              <a:off x="6038225" y="3681054"/>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136F4CBB-27E8-694E-4058-7D4F52532C6D}"/>
                </a:ext>
              </a:extLst>
            </p:cNvPr>
            <p:cNvSpPr/>
            <p:nvPr/>
          </p:nvSpPr>
          <p:spPr>
            <a:xfrm>
              <a:off x="5866864" y="3234307"/>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流程图: 接点 556">
              <a:extLst>
                <a:ext uri="{FF2B5EF4-FFF2-40B4-BE49-F238E27FC236}">
                  <a16:creationId xmlns:a16="http://schemas.microsoft.com/office/drawing/2014/main" id="{F10C5F2B-0AA6-17EC-4B2F-7185C19E85F0}"/>
                </a:ext>
              </a:extLst>
            </p:cNvPr>
            <p:cNvSpPr/>
            <p:nvPr/>
          </p:nvSpPr>
          <p:spPr>
            <a:xfrm>
              <a:off x="5991852" y="2855774"/>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id="{A45014B7-9A71-FC8D-949A-98C08E11A999}"/>
                </a:ext>
              </a:extLst>
            </p:cNvPr>
            <p:cNvGrpSpPr/>
            <p:nvPr/>
          </p:nvGrpSpPr>
          <p:grpSpPr>
            <a:xfrm>
              <a:off x="5766200" y="3160951"/>
              <a:ext cx="419388" cy="487204"/>
              <a:chOff x="5768619" y="3058692"/>
              <a:chExt cx="419388" cy="487204"/>
            </a:xfrm>
          </p:grpSpPr>
          <p:sp>
            <p:nvSpPr>
              <p:cNvPr id="40" name="流程图: 接点 571">
                <a:extLst>
                  <a:ext uri="{FF2B5EF4-FFF2-40B4-BE49-F238E27FC236}">
                    <a16:creationId xmlns:a16="http://schemas.microsoft.com/office/drawing/2014/main" id="{184B86FF-992F-4CE0-762D-90AD2B5DB40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流程图: 接点 572">
                <a:extLst>
                  <a:ext uri="{FF2B5EF4-FFF2-40B4-BE49-F238E27FC236}">
                    <a16:creationId xmlns:a16="http://schemas.microsoft.com/office/drawing/2014/main" id="{BE113CD8-DCC2-2C8B-9100-60AF8EBDB4A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线连接符 41">
                <a:extLst>
                  <a:ext uri="{FF2B5EF4-FFF2-40B4-BE49-F238E27FC236}">
                    <a16:creationId xmlns:a16="http://schemas.microsoft.com/office/drawing/2014/main" id="{95CE1AC7-0F87-90AB-C144-5CAA122BDB9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0D110F79-D63B-CA46-3A4C-C801FA53520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48949F38-C1F5-35B4-292F-3B7E018B430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762C715C-7F25-9E6B-7CFF-56025C1731E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符 45">
                <a:extLst>
                  <a:ext uri="{FF2B5EF4-FFF2-40B4-BE49-F238E27FC236}">
                    <a16:creationId xmlns:a16="http://schemas.microsoft.com/office/drawing/2014/main" id="{56241373-2F6C-415B-5534-F4380A1C250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符 46">
                <a:extLst>
                  <a:ext uri="{FF2B5EF4-FFF2-40B4-BE49-F238E27FC236}">
                    <a16:creationId xmlns:a16="http://schemas.microsoft.com/office/drawing/2014/main" id="{4A62BD5E-2F84-9186-81A7-4045FF850687}"/>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符 47">
                <a:extLst>
                  <a:ext uri="{FF2B5EF4-FFF2-40B4-BE49-F238E27FC236}">
                    <a16:creationId xmlns:a16="http://schemas.microsoft.com/office/drawing/2014/main" id="{03271ABF-DBEA-767C-C2E8-BE713BFDB6D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符 48">
                <a:extLst>
                  <a:ext uri="{FF2B5EF4-FFF2-40B4-BE49-F238E27FC236}">
                    <a16:creationId xmlns:a16="http://schemas.microsoft.com/office/drawing/2014/main" id="{7A39D9DB-FDEB-0F36-329F-6CB4FBDF443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符 49">
                <a:extLst>
                  <a:ext uri="{FF2B5EF4-FFF2-40B4-BE49-F238E27FC236}">
                    <a16:creationId xmlns:a16="http://schemas.microsoft.com/office/drawing/2014/main" id="{D88F46ED-E281-6DEA-F81E-2D6498E1F28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符 50">
                <a:extLst>
                  <a:ext uri="{FF2B5EF4-FFF2-40B4-BE49-F238E27FC236}">
                    <a16:creationId xmlns:a16="http://schemas.microsoft.com/office/drawing/2014/main" id="{016C7E81-5135-E38D-47F4-CDA311BABED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符 51">
                <a:extLst>
                  <a:ext uri="{FF2B5EF4-FFF2-40B4-BE49-F238E27FC236}">
                    <a16:creationId xmlns:a16="http://schemas.microsoft.com/office/drawing/2014/main" id="{8C145D70-4B7B-9CE6-9E6B-D279D93E99B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符 52">
                <a:extLst>
                  <a:ext uri="{FF2B5EF4-FFF2-40B4-BE49-F238E27FC236}">
                    <a16:creationId xmlns:a16="http://schemas.microsoft.com/office/drawing/2014/main" id="{E473D679-2E9B-9DB2-84E0-56717187950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7CEE177D-0A5A-7134-43D2-DB05C5C7EAEA}"/>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符 54">
                <a:extLst>
                  <a:ext uri="{FF2B5EF4-FFF2-40B4-BE49-F238E27FC236}">
                    <a16:creationId xmlns:a16="http://schemas.microsoft.com/office/drawing/2014/main" id="{AB9BB6E8-79AB-6A22-DB70-D69224D4950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符 55">
                <a:extLst>
                  <a:ext uri="{FF2B5EF4-FFF2-40B4-BE49-F238E27FC236}">
                    <a16:creationId xmlns:a16="http://schemas.microsoft.com/office/drawing/2014/main" id="{5CB33302-F160-B5D8-3AA5-A67F1AF6DDFA}"/>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符 56">
                <a:extLst>
                  <a:ext uri="{FF2B5EF4-FFF2-40B4-BE49-F238E27FC236}">
                    <a16:creationId xmlns:a16="http://schemas.microsoft.com/office/drawing/2014/main" id="{00DA944A-15FC-D300-F26C-3824226335F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符 57">
                <a:extLst>
                  <a:ext uri="{FF2B5EF4-FFF2-40B4-BE49-F238E27FC236}">
                    <a16:creationId xmlns:a16="http://schemas.microsoft.com/office/drawing/2014/main" id="{58628C49-4410-CFD2-FC5B-E1C13B5FF87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119D3D11-8A7E-C6F2-ED71-9E912AD42354}"/>
                </a:ext>
              </a:extLst>
            </p:cNvPr>
            <p:cNvGrpSpPr/>
            <p:nvPr/>
          </p:nvGrpSpPr>
          <p:grpSpPr>
            <a:xfrm>
              <a:off x="6754701" y="3157944"/>
              <a:ext cx="419388" cy="487204"/>
              <a:chOff x="5768619" y="3058692"/>
              <a:chExt cx="419388" cy="487204"/>
            </a:xfrm>
          </p:grpSpPr>
          <p:sp>
            <p:nvSpPr>
              <p:cNvPr id="21" name="流程图: 接点 571">
                <a:extLst>
                  <a:ext uri="{FF2B5EF4-FFF2-40B4-BE49-F238E27FC236}">
                    <a16:creationId xmlns:a16="http://schemas.microsoft.com/office/drawing/2014/main" id="{6C15DF23-118F-6B50-8C05-0E4CCE723D5A}"/>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流程图: 接点 572">
                <a:extLst>
                  <a:ext uri="{FF2B5EF4-FFF2-40B4-BE49-F238E27FC236}">
                    <a16:creationId xmlns:a16="http://schemas.microsoft.com/office/drawing/2014/main" id="{94694427-A130-3FA4-D9A3-10CACBCE2BC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线连接符 22">
                <a:extLst>
                  <a:ext uri="{FF2B5EF4-FFF2-40B4-BE49-F238E27FC236}">
                    <a16:creationId xmlns:a16="http://schemas.microsoft.com/office/drawing/2014/main" id="{B4B3EB3B-F0E6-783B-4B7B-9815B4726F53}"/>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5B1BFC79-BFFF-D2A2-B2C0-329AA6665AC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B0D2A824-01A7-D93E-E02F-451E198BBDB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F585883-1A1F-5168-1890-58856FBEC30B}"/>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符 26">
                <a:extLst>
                  <a:ext uri="{FF2B5EF4-FFF2-40B4-BE49-F238E27FC236}">
                    <a16:creationId xmlns:a16="http://schemas.microsoft.com/office/drawing/2014/main" id="{C239C736-0F1F-9F41-BF7D-5C2082BF08D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58C9DE29-9935-2E8F-0A6E-BE3D8AD23A20}"/>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符 28">
                <a:extLst>
                  <a:ext uri="{FF2B5EF4-FFF2-40B4-BE49-F238E27FC236}">
                    <a16:creationId xmlns:a16="http://schemas.microsoft.com/office/drawing/2014/main" id="{39B341E0-1C3A-4EE1-B46C-12F1CF69DB0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符 29">
                <a:extLst>
                  <a:ext uri="{FF2B5EF4-FFF2-40B4-BE49-F238E27FC236}">
                    <a16:creationId xmlns:a16="http://schemas.microsoft.com/office/drawing/2014/main" id="{042989D7-0E20-92EE-CD6A-641F0EDDD56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597E2455-52C4-5F7B-EA8C-CA14268DAAD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B1F74C7F-D9EC-ABBB-9CCD-E2B6E9A372C5}"/>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7E6935B7-802B-42B3-30A1-D785C90B9F5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5E708FB8-E303-39DF-4252-60BD3F5B1C0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符 34">
                <a:extLst>
                  <a:ext uri="{FF2B5EF4-FFF2-40B4-BE49-F238E27FC236}">
                    <a16:creationId xmlns:a16="http://schemas.microsoft.com/office/drawing/2014/main" id="{C8C8FD07-5EAA-C31A-BAC6-91729DD8A32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符 35">
                <a:extLst>
                  <a:ext uri="{FF2B5EF4-FFF2-40B4-BE49-F238E27FC236}">
                    <a16:creationId xmlns:a16="http://schemas.microsoft.com/office/drawing/2014/main" id="{56A1AD7A-CAF6-BF57-72C2-E5094C25BDC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3DE4A0C1-5EBD-F647-7CB9-0DBA1886E99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12E2E393-1F16-2EAF-DA08-E396685DCD4A}"/>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1D8D1B4F-EA7A-6C33-7CC7-EDCE4C3AE8C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C90445FD-A66B-CE11-2A2C-A286687F0652}"/>
                </a:ext>
              </a:extLst>
            </p:cNvPr>
            <p:cNvGrpSpPr/>
            <p:nvPr/>
          </p:nvGrpSpPr>
          <p:grpSpPr>
            <a:xfrm>
              <a:off x="5503077" y="2019451"/>
              <a:ext cx="1973841" cy="1732229"/>
              <a:chOff x="7707547" y="3116283"/>
              <a:chExt cx="2913493" cy="2493706"/>
            </a:xfrm>
          </p:grpSpPr>
          <p:sp>
            <p:nvSpPr>
              <p:cNvPr id="17" name="流程图: 接点 567">
                <a:extLst>
                  <a:ext uri="{FF2B5EF4-FFF2-40B4-BE49-F238E27FC236}">
                    <a16:creationId xmlns:a16="http://schemas.microsoft.com/office/drawing/2014/main" id="{5AE5E666-AA39-2802-4199-6AFB60E7EDB7}"/>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流程图: 接点 568">
                <a:extLst>
                  <a:ext uri="{FF2B5EF4-FFF2-40B4-BE49-F238E27FC236}">
                    <a16:creationId xmlns:a16="http://schemas.microsoft.com/office/drawing/2014/main" id="{33A57352-EC6D-C9CC-EB84-CDD6CD2E30C8}"/>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椭圆 18">
                <a:extLst>
                  <a:ext uri="{FF2B5EF4-FFF2-40B4-BE49-F238E27FC236}">
                    <a16:creationId xmlns:a16="http://schemas.microsoft.com/office/drawing/2014/main" id="{90D0496F-84BA-9F5F-CF9C-4C3846FE96F6}"/>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椭圆 19">
                <a:extLst>
                  <a:ext uri="{FF2B5EF4-FFF2-40B4-BE49-F238E27FC236}">
                    <a16:creationId xmlns:a16="http://schemas.microsoft.com/office/drawing/2014/main" id="{5752F1CE-49A6-59A6-7792-F0912458D749}"/>
                  </a:ext>
                </a:extLst>
              </p:cNvPr>
              <p:cNvSpPr/>
              <p:nvPr/>
            </p:nvSpPr>
            <p:spPr>
              <a:xfrm>
                <a:off x="829970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 name="组合 11">
              <a:extLst>
                <a:ext uri="{FF2B5EF4-FFF2-40B4-BE49-F238E27FC236}">
                  <a16:creationId xmlns:a16="http://schemas.microsoft.com/office/drawing/2014/main" id="{D0B204B0-0E55-AEAD-6997-73912D8D696E}"/>
                </a:ext>
              </a:extLst>
            </p:cNvPr>
            <p:cNvGrpSpPr/>
            <p:nvPr/>
          </p:nvGrpSpPr>
          <p:grpSpPr>
            <a:xfrm>
              <a:off x="6043581" y="1534297"/>
              <a:ext cx="1057513" cy="1052171"/>
              <a:chOff x="4923533" y="1810510"/>
              <a:chExt cx="875813" cy="967643"/>
            </a:xfrm>
            <a:scene3d>
              <a:camera prst="orthographicFront">
                <a:rot lat="600000" lon="16200000" rev="0"/>
              </a:camera>
              <a:lightRig rig="threePt" dir="t"/>
            </a:scene3d>
          </p:grpSpPr>
          <p:grpSp>
            <p:nvGrpSpPr>
              <p:cNvPr id="13" name="组合 12">
                <a:extLst>
                  <a:ext uri="{FF2B5EF4-FFF2-40B4-BE49-F238E27FC236}">
                    <a16:creationId xmlns:a16="http://schemas.microsoft.com/office/drawing/2014/main" id="{0F6B00BE-B029-AF1F-C8DC-61BFD4A3F1FB}"/>
                  </a:ext>
                </a:extLst>
              </p:cNvPr>
              <p:cNvGrpSpPr/>
              <p:nvPr/>
            </p:nvGrpSpPr>
            <p:grpSpPr>
              <a:xfrm>
                <a:off x="4923546" y="1810510"/>
                <a:ext cx="875800" cy="951265"/>
                <a:chOff x="6300620" y="1786050"/>
                <a:chExt cx="1527262" cy="1731253"/>
              </a:xfrm>
              <a:solidFill>
                <a:schemeClr val="tx1">
                  <a:lumMod val="65000"/>
                  <a:lumOff val="35000"/>
                </a:schemeClr>
              </a:solidFill>
            </p:grpSpPr>
            <p:sp>
              <p:nvSpPr>
                <p:cNvPr id="15" name="流程图: 延期 565">
                  <a:extLst>
                    <a:ext uri="{FF2B5EF4-FFF2-40B4-BE49-F238E27FC236}">
                      <a16:creationId xmlns:a16="http://schemas.microsoft.com/office/drawing/2014/main" id="{7F47674E-DDD0-76C9-C97F-43F0E191FD21}"/>
                    </a:ext>
                  </a:extLst>
                </p:cNvPr>
                <p:cNvSpPr/>
                <p:nvPr/>
              </p:nvSpPr>
              <p:spPr>
                <a:xfrm rot="16200000">
                  <a:off x="6198624" y="188804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流程图: 接点 566">
                  <a:extLst>
                    <a:ext uri="{FF2B5EF4-FFF2-40B4-BE49-F238E27FC236}">
                      <a16:creationId xmlns:a16="http://schemas.microsoft.com/office/drawing/2014/main" id="{3A2B2BE8-F37A-4ECF-589B-CF62241F30E6}"/>
                    </a:ext>
                  </a:extLst>
                </p:cNvPr>
                <p:cNvSpPr/>
                <p:nvPr/>
              </p:nvSpPr>
              <p:spPr>
                <a:xfrm>
                  <a:off x="6503008" y="1981740"/>
                  <a:ext cx="1122471" cy="1059755"/>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a:extLst>
                  <a:ext uri="{FF2B5EF4-FFF2-40B4-BE49-F238E27FC236}">
                    <a16:creationId xmlns:a16="http://schemas.microsoft.com/office/drawing/2014/main" id="{B5046D92-D455-E061-3729-92BDCA267575}"/>
                  </a:ext>
                </a:extLst>
              </p:cNvPr>
              <p:cNvSpPr/>
              <p:nvPr/>
            </p:nvSpPr>
            <p:spPr>
              <a:xfrm>
                <a:off x="4923533" y="2516711"/>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714" name="组合 10713">
            <a:extLst>
              <a:ext uri="{FF2B5EF4-FFF2-40B4-BE49-F238E27FC236}">
                <a16:creationId xmlns:a16="http://schemas.microsoft.com/office/drawing/2014/main" id="{ADC61DD8-1242-1090-E3DA-E4F1E66F5A4A}"/>
              </a:ext>
            </a:extLst>
          </p:cNvPr>
          <p:cNvGrpSpPr/>
          <p:nvPr/>
        </p:nvGrpSpPr>
        <p:grpSpPr>
          <a:xfrm>
            <a:off x="550700" y="1877395"/>
            <a:ext cx="1973841" cy="3037860"/>
            <a:chOff x="8058642" y="1560577"/>
            <a:chExt cx="1973841" cy="3037860"/>
          </a:xfrm>
        </p:grpSpPr>
        <p:grpSp>
          <p:nvGrpSpPr>
            <p:cNvPr id="10715" name="组合 10714">
              <a:extLst>
                <a:ext uri="{FF2B5EF4-FFF2-40B4-BE49-F238E27FC236}">
                  <a16:creationId xmlns:a16="http://schemas.microsoft.com/office/drawing/2014/main" id="{1A64F103-562D-9219-0DDC-4F0665095B6B}"/>
                </a:ext>
              </a:extLst>
            </p:cNvPr>
            <p:cNvGrpSpPr/>
            <p:nvPr/>
          </p:nvGrpSpPr>
          <p:grpSpPr>
            <a:xfrm rot="5400000" flipV="1">
              <a:off x="9524657" y="3614702"/>
              <a:ext cx="304542" cy="232905"/>
              <a:chOff x="572796" y="3354769"/>
              <a:chExt cx="419388" cy="377309"/>
            </a:xfrm>
          </p:grpSpPr>
          <p:grpSp>
            <p:nvGrpSpPr>
              <p:cNvPr id="10790" name="组合 10789">
                <a:extLst>
                  <a:ext uri="{FF2B5EF4-FFF2-40B4-BE49-F238E27FC236}">
                    <a16:creationId xmlns:a16="http://schemas.microsoft.com/office/drawing/2014/main" id="{C6F9ADFC-A16C-8328-7447-0D9C5609FBB9}"/>
                  </a:ext>
                </a:extLst>
              </p:cNvPr>
              <p:cNvGrpSpPr/>
              <p:nvPr/>
            </p:nvGrpSpPr>
            <p:grpSpPr>
              <a:xfrm>
                <a:off x="572796" y="3354769"/>
                <a:ext cx="419388" cy="377309"/>
                <a:chOff x="3493877" y="4543338"/>
                <a:chExt cx="619038" cy="543169"/>
              </a:xfrm>
            </p:grpSpPr>
            <p:sp>
              <p:nvSpPr>
                <p:cNvPr id="10807" name="流程图: 接点 571">
                  <a:extLst>
                    <a:ext uri="{FF2B5EF4-FFF2-40B4-BE49-F238E27FC236}">
                      <a16:creationId xmlns:a16="http://schemas.microsoft.com/office/drawing/2014/main" id="{7050F11A-3E17-3933-18C1-4B7FA55BCB87}"/>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08" name="流程图: 接点 572">
                  <a:extLst>
                    <a:ext uri="{FF2B5EF4-FFF2-40B4-BE49-F238E27FC236}">
                      <a16:creationId xmlns:a16="http://schemas.microsoft.com/office/drawing/2014/main" id="{59110F42-B135-E587-2B70-852D962A67E2}"/>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791" name="直线连接符 10790">
                <a:extLst>
                  <a:ext uri="{FF2B5EF4-FFF2-40B4-BE49-F238E27FC236}">
                    <a16:creationId xmlns:a16="http://schemas.microsoft.com/office/drawing/2014/main" id="{5476E1CE-05E9-705F-A076-FCAC8D7D1803}"/>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2" name="直线连接符 10791">
                <a:extLst>
                  <a:ext uri="{FF2B5EF4-FFF2-40B4-BE49-F238E27FC236}">
                    <a16:creationId xmlns:a16="http://schemas.microsoft.com/office/drawing/2014/main" id="{420C9C57-672B-28D6-7539-BCFEDBEA070E}"/>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3" name="直线连接符 10792">
                <a:extLst>
                  <a:ext uri="{FF2B5EF4-FFF2-40B4-BE49-F238E27FC236}">
                    <a16:creationId xmlns:a16="http://schemas.microsoft.com/office/drawing/2014/main" id="{3B4354F2-8732-5FE2-E368-9E78F513D1AD}"/>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4" name="直线连接符 10793">
                <a:extLst>
                  <a:ext uri="{FF2B5EF4-FFF2-40B4-BE49-F238E27FC236}">
                    <a16:creationId xmlns:a16="http://schemas.microsoft.com/office/drawing/2014/main" id="{DF4F3F75-0578-7205-16BE-F4A3F8C9C412}"/>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5" name="直线连接符 10794">
                <a:extLst>
                  <a:ext uri="{FF2B5EF4-FFF2-40B4-BE49-F238E27FC236}">
                    <a16:creationId xmlns:a16="http://schemas.microsoft.com/office/drawing/2014/main" id="{F3705F91-694C-D9FF-9356-0A019E63AF57}"/>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6" name="直线连接符 10795">
                <a:extLst>
                  <a:ext uri="{FF2B5EF4-FFF2-40B4-BE49-F238E27FC236}">
                    <a16:creationId xmlns:a16="http://schemas.microsoft.com/office/drawing/2014/main" id="{B67E7C0A-9AA4-9035-0BD8-89AE088815ED}"/>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7" name="直线连接符 10796">
                <a:extLst>
                  <a:ext uri="{FF2B5EF4-FFF2-40B4-BE49-F238E27FC236}">
                    <a16:creationId xmlns:a16="http://schemas.microsoft.com/office/drawing/2014/main" id="{4FC739EF-1C02-FDF2-62AF-1804C99280C8}"/>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8" name="直线连接符 10797">
                <a:extLst>
                  <a:ext uri="{FF2B5EF4-FFF2-40B4-BE49-F238E27FC236}">
                    <a16:creationId xmlns:a16="http://schemas.microsoft.com/office/drawing/2014/main" id="{C029D9A8-0F05-2733-0753-EC8CEDAFC124}"/>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99" name="直线连接符 10798">
                <a:extLst>
                  <a:ext uri="{FF2B5EF4-FFF2-40B4-BE49-F238E27FC236}">
                    <a16:creationId xmlns:a16="http://schemas.microsoft.com/office/drawing/2014/main" id="{824E792F-3D9D-CEB5-EC62-6F7D35FE86CF}"/>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00" name="直线连接符 10799">
                <a:extLst>
                  <a:ext uri="{FF2B5EF4-FFF2-40B4-BE49-F238E27FC236}">
                    <a16:creationId xmlns:a16="http://schemas.microsoft.com/office/drawing/2014/main" id="{310FF2CE-C5CF-99F6-BCE4-60F6ADB8F357}"/>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01" name="直线连接符 10800">
                <a:extLst>
                  <a:ext uri="{FF2B5EF4-FFF2-40B4-BE49-F238E27FC236}">
                    <a16:creationId xmlns:a16="http://schemas.microsoft.com/office/drawing/2014/main" id="{98A3EE8D-76BF-497B-6C81-0C4A7F324C18}"/>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02" name="直线连接符 10801">
                <a:extLst>
                  <a:ext uri="{FF2B5EF4-FFF2-40B4-BE49-F238E27FC236}">
                    <a16:creationId xmlns:a16="http://schemas.microsoft.com/office/drawing/2014/main" id="{18F31A28-6911-A069-DA75-68875C9A2220}"/>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03" name="直线连接符 10802">
                <a:extLst>
                  <a:ext uri="{FF2B5EF4-FFF2-40B4-BE49-F238E27FC236}">
                    <a16:creationId xmlns:a16="http://schemas.microsoft.com/office/drawing/2014/main" id="{BD452F06-C92A-4128-17C7-565C79C52B0F}"/>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04" name="直线连接符 10803">
                <a:extLst>
                  <a:ext uri="{FF2B5EF4-FFF2-40B4-BE49-F238E27FC236}">
                    <a16:creationId xmlns:a16="http://schemas.microsoft.com/office/drawing/2014/main" id="{89555BE3-D77C-91C4-FFA9-5D85835BA3D6}"/>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805" name="直线连接符 10804">
                <a:extLst>
                  <a:ext uri="{FF2B5EF4-FFF2-40B4-BE49-F238E27FC236}">
                    <a16:creationId xmlns:a16="http://schemas.microsoft.com/office/drawing/2014/main" id="{B7342A11-9960-4C2D-23CE-BCF1A38BF55C}"/>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806" name="直线连接符 10805">
                <a:extLst>
                  <a:ext uri="{FF2B5EF4-FFF2-40B4-BE49-F238E27FC236}">
                    <a16:creationId xmlns:a16="http://schemas.microsoft.com/office/drawing/2014/main" id="{3782E722-620B-6BC6-7A87-657120BCEE85}"/>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0716" name="流程图: 接点 554">
              <a:extLst>
                <a:ext uri="{FF2B5EF4-FFF2-40B4-BE49-F238E27FC236}">
                  <a16:creationId xmlns:a16="http://schemas.microsoft.com/office/drawing/2014/main" id="{01866C22-FB49-FA86-367B-29FF94FBC3C8}"/>
                </a:ext>
              </a:extLst>
            </p:cNvPr>
            <p:cNvSpPr/>
            <p:nvPr/>
          </p:nvSpPr>
          <p:spPr>
            <a:xfrm>
              <a:off x="8593790" y="3723190"/>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17" name="椭圆 10716">
              <a:extLst>
                <a:ext uri="{FF2B5EF4-FFF2-40B4-BE49-F238E27FC236}">
                  <a16:creationId xmlns:a16="http://schemas.microsoft.com/office/drawing/2014/main" id="{6BD9857F-2C95-44BB-6E70-8EBCD08FA329}"/>
                </a:ext>
              </a:extLst>
            </p:cNvPr>
            <p:cNvSpPr/>
            <p:nvPr/>
          </p:nvSpPr>
          <p:spPr>
            <a:xfrm>
              <a:off x="8422429" y="3276443"/>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718" name="组合 10717">
              <a:extLst>
                <a:ext uri="{FF2B5EF4-FFF2-40B4-BE49-F238E27FC236}">
                  <a16:creationId xmlns:a16="http://schemas.microsoft.com/office/drawing/2014/main" id="{78286975-C55C-8968-49EF-9B667538C1BF}"/>
                </a:ext>
              </a:extLst>
            </p:cNvPr>
            <p:cNvGrpSpPr/>
            <p:nvPr/>
          </p:nvGrpSpPr>
          <p:grpSpPr>
            <a:xfrm>
              <a:off x="9215834" y="3049902"/>
              <a:ext cx="419388" cy="377446"/>
              <a:chOff x="572796" y="3376774"/>
              <a:chExt cx="419388" cy="377446"/>
            </a:xfrm>
          </p:grpSpPr>
          <p:grpSp>
            <p:nvGrpSpPr>
              <p:cNvPr id="10770" name="组合 10769">
                <a:extLst>
                  <a:ext uri="{FF2B5EF4-FFF2-40B4-BE49-F238E27FC236}">
                    <a16:creationId xmlns:a16="http://schemas.microsoft.com/office/drawing/2014/main" id="{0A6AC80D-72FE-85BA-3A29-6FFCFE4E280B}"/>
                  </a:ext>
                </a:extLst>
              </p:cNvPr>
              <p:cNvGrpSpPr/>
              <p:nvPr/>
            </p:nvGrpSpPr>
            <p:grpSpPr>
              <a:xfrm>
                <a:off x="572796" y="3376774"/>
                <a:ext cx="419388" cy="377446"/>
                <a:chOff x="3493877" y="4575043"/>
                <a:chExt cx="619038" cy="543369"/>
              </a:xfrm>
            </p:grpSpPr>
            <p:sp>
              <p:nvSpPr>
                <p:cNvPr id="10788" name="流程图: 接点 571">
                  <a:extLst>
                    <a:ext uri="{FF2B5EF4-FFF2-40B4-BE49-F238E27FC236}">
                      <a16:creationId xmlns:a16="http://schemas.microsoft.com/office/drawing/2014/main" id="{6AB74345-D58E-DA02-076D-52A87320FC51}"/>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89" name="流程图: 接点 572">
                  <a:extLst>
                    <a:ext uri="{FF2B5EF4-FFF2-40B4-BE49-F238E27FC236}">
                      <a16:creationId xmlns:a16="http://schemas.microsoft.com/office/drawing/2014/main" id="{7A3CB8A8-15E2-C5D3-1232-1DD9B96A891E}"/>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771" name="直线连接符 10770">
                <a:extLst>
                  <a:ext uri="{FF2B5EF4-FFF2-40B4-BE49-F238E27FC236}">
                    <a16:creationId xmlns:a16="http://schemas.microsoft.com/office/drawing/2014/main" id="{015488C8-C65E-3696-3697-04ABB30DD2E8}"/>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2" name="直线连接符 10771">
                <a:extLst>
                  <a:ext uri="{FF2B5EF4-FFF2-40B4-BE49-F238E27FC236}">
                    <a16:creationId xmlns:a16="http://schemas.microsoft.com/office/drawing/2014/main" id="{E5A17252-CA34-28BC-3F67-C687342E028F}"/>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3" name="直线连接符 10772">
                <a:extLst>
                  <a:ext uri="{FF2B5EF4-FFF2-40B4-BE49-F238E27FC236}">
                    <a16:creationId xmlns:a16="http://schemas.microsoft.com/office/drawing/2014/main" id="{AE38651B-206E-6BFB-8445-9D853736858E}"/>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4" name="直线连接符 10773">
                <a:extLst>
                  <a:ext uri="{FF2B5EF4-FFF2-40B4-BE49-F238E27FC236}">
                    <a16:creationId xmlns:a16="http://schemas.microsoft.com/office/drawing/2014/main" id="{73A37A73-FB7E-F057-9DC0-59FEFD4926C5}"/>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5" name="直线连接符 10774">
                <a:extLst>
                  <a:ext uri="{FF2B5EF4-FFF2-40B4-BE49-F238E27FC236}">
                    <a16:creationId xmlns:a16="http://schemas.microsoft.com/office/drawing/2014/main" id="{48DAAEC4-4066-D482-AF85-E37AA9BB228D}"/>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6" name="直线连接符 10775">
                <a:extLst>
                  <a:ext uri="{FF2B5EF4-FFF2-40B4-BE49-F238E27FC236}">
                    <a16:creationId xmlns:a16="http://schemas.microsoft.com/office/drawing/2014/main" id="{87F9A27B-D57D-9DAB-D2D2-5ACE366C9559}"/>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7" name="直线连接符 10776">
                <a:extLst>
                  <a:ext uri="{FF2B5EF4-FFF2-40B4-BE49-F238E27FC236}">
                    <a16:creationId xmlns:a16="http://schemas.microsoft.com/office/drawing/2014/main" id="{F0B85E50-2D83-F932-7B3D-3DF84C48539F}"/>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8" name="直线连接符 10777">
                <a:extLst>
                  <a:ext uri="{FF2B5EF4-FFF2-40B4-BE49-F238E27FC236}">
                    <a16:creationId xmlns:a16="http://schemas.microsoft.com/office/drawing/2014/main" id="{66C60832-F623-C738-B84B-2ED960FC95D0}"/>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79" name="直线连接符 10778">
                <a:extLst>
                  <a:ext uri="{FF2B5EF4-FFF2-40B4-BE49-F238E27FC236}">
                    <a16:creationId xmlns:a16="http://schemas.microsoft.com/office/drawing/2014/main" id="{9A8591CF-0592-358B-5999-776364D32FBF}"/>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80" name="直线连接符 10779">
                <a:extLst>
                  <a:ext uri="{FF2B5EF4-FFF2-40B4-BE49-F238E27FC236}">
                    <a16:creationId xmlns:a16="http://schemas.microsoft.com/office/drawing/2014/main" id="{132F4758-2F74-BB95-5024-A965BEACCF82}"/>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81" name="直线连接符 10780">
                <a:extLst>
                  <a:ext uri="{FF2B5EF4-FFF2-40B4-BE49-F238E27FC236}">
                    <a16:creationId xmlns:a16="http://schemas.microsoft.com/office/drawing/2014/main" id="{58B9D6B1-8A3B-65F3-71D7-635B7C0494C2}"/>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82" name="直线连接符 10781">
                <a:extLst>
                  <a:ext uri="{FF2B5EF4-FFF2-40B4-BE49-F238E27FC236}">
                    <a16:creationId xmlns:a16="http://schemas.microsoft.com/office/drawing/2014/main" id="{14AAEAA3-AE67-BF35-40DF-58C630E8AFE0}"/>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83" name="直线连接符 10782">
                <a:extLst>
                  <a:ext uri="{FF2B5EF4-FFF2-40B4-BE49-F238E27FC236}">
                    <a16:creationId xmlns:a16="http://schemas.microsoft.com/office/drawing/2014/main" id="{5DB2D8A8-1D4D-88F6-A48A-AA4F748BA43C}"/>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84" name="直线连接符 10783">
                <a:extLst>
                  <a:ext uri="{FF2B5EF4-FFF2-40B4-BE49-F238E27FC236}">
                    <a16:creationId xmlns:a16="http://schemas.microsoft.com/office/drawing/2014/main" id="{251A2659-7BFB-5F44-B5D6-555B9542E9E4}"/>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85" name="直线连接符 10784">
                <a:extLst>
                  <a:ext uri="{FF2B5EF4-FFF2-40B4-BE49-F238E27FC236}">
                    <a16:creationId xmlns:a16="http://schemas.microsoft.com/office/drawing/2014/main" id="{C0369E30-E0A9-B7CE-DF4D-A5AD6952DBB1}"/>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786" name="直线连接符 10785">
                <a:extLst>
                  <a:ext uri="{FF2B5EF4-FFF2-40B4-BE49-F238E27FC236}">
                    <a16:creationId xmlns:a16="http://schemas.microsoft.com/office/drawing/2014/main" id="{345E4529-DE9F-329E-AE4D-BC35F0683474}"/>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787" name="直线连接符 10786">
                <a:extLst>
                  <a:ext uri="{FF2B5EF4-FFF2-40B4-BE49-F238E27FC236}">
                    <a16:creationId xmlns:a16="http://schemas.microsoft.com/office/drawing/2014/main" id="{3141C115-2570-F2BC-C41F-F26A66A16C38}"/>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0719" name="流程图: 接点 556">
              <a:extLst>
                <a:ext uri="{FF2B5EF4-FFF2-40B4-BE49-F238E27FC236}">
                  <a16:creationId xmlns:a16="http://schemas.microsoft.com/office/drawing/2014/main" id="{67321406-FABA-59C2-6D65-B5867EDDF15A}"/>
                </a:ext>
              </a:extLst>
            </p:cNvPr>
            <p:cNvSpPr/>
            <p:nvPr/>
          </p:nvSpPr>
          <p:spPr>
            <a:xfrm>
              <a:off x="8547417" y="2897910"/>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720" name="组合 10719">
              <a:extLst>
                <a:ext uri="{FF2B5EF4-FFF2-40B4-BE49-F238E27FC236}">
                  <a16:creationId xmlns:a16="http://schemas.microsoft.com/office/drawing/2014/main" id="{A5C01A0E-B79D-67B2-68E8-7157D2326B25}"/>
                </a:ext>
              </a:extLst>
            </p:cNvPr>
            <p:cNvGrpSpPr/>
            <p:nvPr/>
          </p:nvGrpSpPr>
          <p:grpSpPr>
            <a:xfrm>
              <a:off x="8394642" y="3204802"/>
              <a:ext cx="419388" cy="487204"/>
              <a:chOff x="5768619" y="3058692"/>
              <a:chExt cx="419388" cy="487204"/>
            </a:xfrm>
          </p:grpSpPr>
          <p:sp>
            <p:nvSpPr>
              <p:cNvPr id="10751" name="流程图: 接点 571">
                <a:extLst>
                  <a:ext uri="{FF2B5EF4-FFF2-40B4-BE49-F238E27FC236}">
                    <a16:creationId xmlns:a16="http://schemas.microsoft.com/office/drawing/2014/main" id="{1E1860F3-68B2-D8C1-57BC-2298F4D935DE}"/>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52" name="流程图: 接点 572">
                <a:extLst>
                  <a:ext uri="{FF2B5EF4-FFF2-40B4-BE49-F238E27FC236}">
                    <a16:creationId xmlns:a16="http://schemas.microsoft.com/office/drawing/2014/main" id="{A54AF868-2BDE-97C1-3AC0-398DF725909B}"/>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53" name="直线连接符 10752">
                <a:extLst>
                  <a:ext uri="{FF2B5EF4-FFF2-40B4-BE49-F238E27FC236}">
                    <a16:creationId xmlns:a16="http://schemas.microsoft.com/office/drawing/2014/main" id="{E57964CB-2E13-3F1B-7CD1-D476012A7D1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54" name="直线连接符 10753">
                <a:extLst>
                  <a:ext uri="{FF2B5EF4-FFF2-40B4-BE49-F238E27FC236}">
                    <a16:creationId xmlns:a16="http://schemas.microsoft.com/office/drawing/2014/main" id="{6ED1827C-2594-460F-B093-C1B4E710132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55" name="直线连接符 10754">
                <a:extLst>
                  <a:ext uri="{FF2B5EF4-FFF2-40B4-BE49-F238E27FC236}">
                    <a16:creationId xmlns:a16="http://schemas.microsoft.com/office/drawing/2014/main" id="{BBD1BB02-B260-677C-79F7-3248B46F162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56" name="直线连接符 10755">
                <a:extLst>
                  <a:ext uri="{FF2B5EF4-FFF2-40B4-BE49-F238E27FC236}">
                    <a16:creationId xmlns:a16="http://schemas.microsoft.com/office/drawing/2014/main" id="{858C3BE6-F74B-3F77-7B2B-D238DB37C01A}"/>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57" name="直线连接符 10756">
                <a:extLst>
                  <a:ext uri="{FF2B5EF4-FFF2-40B4-BE49-F238E27FC236}">
                    <a16:creationId xmlns:a16="http://schemas.microsoft.com/office/drawing/2014/main" id="{1A890E83-21D9-1550-7482-2D1CD5D2657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58" name="直线连接符 10757">
                <a:extLst>
                  <a:ext uri="{FF2B5EF4-FFF2-40B4-BE49-F238E27FC236}">
                    <a16:creationId xmlns:a16="http://schemas.microsoft.com/office/drawing/2014/main" id="{4682294B-9B8B-8866-0BC3-66BF23768627}"/>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59" name="直线连接符 10758">
                <a:extLst>
                  <a:ext uri="{FF2B5EF4-FFF2-40B4-BE49-F238E27FC236}">
                    <a16:creationId xmlns:a16="http://schemas.microsoft.com/office/drawing/2014/main" id="{7022CF38-B872-954C-D5E4-4C4D5821379C}"/>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0" name="直线连接符 10759">
                <a:extLst>
                  <a:ext uri="{FF2B5EF4-FFF2-40B4-BE49-F238E27FC236}">
                    <a16:creationId xmlns:a16="http://schemas.microsoft.com/office/drawing/2014/main" id="{4349321C-E5CE-DC4A-9986-2DA1F248503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1" name="直线连接符 10760">
                <a:extLst>
                  <a:ext uri="{FF2B5EF4-FFF2-40B4-BE49-F238E27FC236}">
                    <a16:creationId xmlns:a16="http://schemas.microsoft.com/office/drawing/2014/main" id="{247FA9CC-416C-9D61-564B-C82165EE6377}"/>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2" name="直线连接符 10761">
                <a:extLst>
                  <a:ext uri="{FF2B5EF4-FFF2-40B4-BE49-F238E27FC236}">
                    <a16:creationId xmlns:a16="http://schemas.microsoft.com/office/drawing/2014/main" id="{668E1C69-D456-6CDC-5339-22DBDBC8CA0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3" name="直线连接符 10762">
                <a:extLst>
                  <a:ext uri="{FF2B5EF4-FFF2-40B4-BE49-F238E27FC236}">
                    <a16:creationId xmlns:a16="http://schemas.microsoft.com/office/drawing/2014/main" id="{2A9B45FB-2692-EC84-A000-A65DD1531C07}"/>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4" name="直线连接符 10763">
                <a:extLst>
                  <a:ext uri="{FF2B5EF4-FFF2-40B4-BE49-F238E27FC236}">
                    <a16:creationId xmlns:a16="http://schemas.microsoft.com/office/drawing/2014/main" id="{2D325B2A-F619-8B00-E655-809AFD95C11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5" name="直线连接符 10764">
                <a:extLst>
                  <a:ext uri="{FF2B5EF4-FFF2-40B4-BE49-F238E27FC236}">
                    <a16:creationId xmlns:a16="http://schemas.microsoft.com/office/drawing/2014/main" id="{83E55D73-5C19-716A-F416-A045366DD40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6" name="直线连接符 10765">
                <a:extLst>
                  <a:ext uri="{FF2B5EF4-FFF2-40B4-BE49-F238E27FC236}">
                    <a16:creationId xmlns:a16="http://schemas.microsoft.com/office/drawing/2014/main" id="{20BFEDFB-AA87-AEF2-45C7-8E4F24E2BE9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67" name="直线连接符 10766">
                <a:extLst>
                  <a:ext uri="{FF2B5EF4-FFF2-40B4-BE49-F238E27FC236}">
                    <a16:creationId xmlns:a16="http://schemas.microsoft.com/office/drawing/2014/main" id="{E571642C-DDD5-A467-47DB-E524A072C56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768" name="直线连接符 10767">
                <a:extLst>
                  <a:ext uri="{FF2B5EF4-FFF2-40B4-BE49-F238E27FC236}">
                    <a16:creationId xmlns:a16="http://schemas.microsoft.com/office/drawing/2014/main" id="{39D8AF17-1719-4BA3-82A7-F1FC04DE00F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769" name="直线连接符 10768">
                <a:extLst>
                  <a:ext uri="{FF2B5EF4-FFF2-40B4-BE49-F238E27FC236}">
                    <a16:creationId xmlns:a16="http://schemas.microsoft.com/office/drawing/2014/main" id="{B922BB13-ED43-1FFD-368B-40A7A0FDA8F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721" name="组合 10720">
              <a:extLst>
                <a:ext uri="{FF2B5EF4-FFF2-40B4-BE49-F238E27FC236}">
                  <a16:creationId xmlns:a16="http://schemas.microsoft.com/office/drawing/2014/main" id="{BD766019-6F5E-1F50-66DD-9ED30D4DF5A3}"/>
                </a:ext>
              </a:extLst>
            </p:cNvPr>
            <p:cNvGrpSpPr/>
            <p:nvPr/>
          </p:nvGrpSpPr>
          <p:grpSpPr>
            <a:xfrm>
              <a:off x="9378061" y="3204802"/>
              <a:ext cx="419388" cy="487204"/>
              <a:chOff x="5768619" y="3058692"/>
              <a:chExt cx="419388" cy="487204"/>
            </a:xfrm>
          </p:grpSpPr>
          <p:sp>
            <p:nvSpPr>
              <p:cNvPr id="10732" name="流程图: 接点 571">
                <a:extLst>
                  <a:ext uri="{FF2B5EF4-FFF2-40B4-BE49-F238E27FC236}">
                    <a16:creationId xmlns:a16="http://schemas.microsoft.com/office/drawing/2014/main" id="{0046AF50-A42E-9614-B119-1E2B8682A8E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33" name="流程图: 接点 572">
                <a:extLst>
                  <a:ext uri="{FF2B5EF4-FFF2-40B4-BE49-F238E27FC236}">
                    <a16:creationId xmlns:a16="http://schemas.microsoft.com/office/drawing/2014/main" id="{1A7FC618-EB08-5F9D-E480-E8785A92C61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734" name="直线连接符 10733">
                <a:extLst>
                  <a:ext uri="{FF2B5EF4-FFF2-40B4-BE49-F238E27FC236}">
                    <a16:creationId xmlns:a16="http://schemas.microsoft.com/office/drawing/2014/main" id="{EAB96129-7A31-9D39-4C0F-E96B5B69A0E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35" name="直线连接符 10734">
                <a:extLst>
                  <a:ext uri="{FF2B5EF4-FFF2-40B4-BE49-F238E27FC236}">
                    <a16:creationId xmlns:a16="http://schemas.microsoft.com/office/drawing/2014/main" id="{96A21097-F4BB-008E-BC68-4F056652B9BE}"/>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36" name="直线连接符 10735">
                <a:extLst>
                  <a:ext uri="{FF2B5EF4-FFF2-40B4-BE49-F238E27FC236}">
                    <a16:creationId xmlns:a16="http://schemas.microsoft.com/office/drawing/2014/main" id="{5965B971-EB26-26D7-D0EB-524079D99CD5}"/>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37" name="直线连接符 10736">
                <a:extLst>
                  <a:ext uri="{FF2B5EF4-FFF2-40B4-BE49-F238E27FC236}">
                    <a16:creationId xmlns:a16="http://schemas.microsoft.com/office/drawing/2014/main" id="{E2CA58A3-EDFC-24EF-2B26-2CE19D1F83F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38" name="直线连接符 10737">
                <a:extLst>
                  <a:ext uri="{FF2B5EF4-FFF2-40B4-BE49-F238E27FC236}">
                    <a16:creationId xmlns:a16="http://schemas.microsoft.com/office/drawing/2014/main" id="{4BD0FE77-2BE6-5D84-879F-FA764C07963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39" name="直线连接符 10738">
                <a:extLst>
                  <a:ext uri="{FF2B5EF4-FFF2-40B4-BE49-F238E27FC236}">
                    <a16:creationId xmlns:a16="http://schemas.microsoft.com/office/drawing/2014/main" id="{2922CAA8-7320-C1EE-1D3B-023AFD3CD01D}"/>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0" name="直线连接符 10739">
                <a:extLst>
                  <a:ext uri="{FF2B5EF4-FFF2-40B4-BE49-F238E27FC236}">
                    <a16:creationId xmlns:a16="http://schemas.microsoft.com/office/drawing/2014/main" id="{12AF64BD-7141-BEC5-2BA4-3999C7749D1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1" name="直线连接符 10740">
                <a:extLst>
                  <a:ext uri="{FF2B5EF4-FFF2-40B4-BE49-F238E27FC236}">
                    <a16:creationId xmlns:a16="http://schemas.microsoft.com/office/drawing/2014/main" id="{D1E0230F-CBDB-CBA6-4A9C-1D12762C4642}"/>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2" name="直线连接符 10741">
                <a:extLst>
                  <a:ext uri="{FF2B5EF4-FFF2-40B4-BE49-F238E27FC236}">
                    <a16:creationId xmlns:a16="http://schemas.microsoft.com/office/drawing/2014/main" id="{0E2F0F38-7E17-1EC6-365A-98AC641D44A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3" name="直线连接符 10742">
                <a:extLst>
                  <a:ext uri="{FF2B5EF4-FFF2-40B4-BE49-F238E27FC236}">
                    <a16:creationId xmlns:a16="http://schemas.microsoft.com/office/drawing/2014/main" id="{AF1223C5-D032-4DB2-DC41-7DC2E33D959C}"/>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4" name="直线连接符 10743">
                <a:extLst>
                  <a:ext uri="{FF2B5EF4-FFF2-40B4-BE49-F238E27FC236}">
                    <a16:creationId xmlns:a16="http://schemas.microsoft.com/office/drawing/2014/main" id="{E760948C-A720-ADF6-4DB6-5327C1299FD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5" name="直线连接符 10744">
                <a:extLst>
                  <a:ext uri="{FF2B5EF4-FFF2-40B4-BE49-F238E27FC236}">
                    <a16:creationId xmlns:a16="http://schemas.microsoft.com/office/drawing/2014/main" id="{53DC0291-48EC-809A-7E0A-041F7CBF1B1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6" name="直线连接符 10745">
                <a:extLst>
                  <a:ext uri="{FF2B5EF4-FFF2-40B4-BE49-F238E27FC236}">
                    <a16:creationId xmlns:a16="http://schemas.microsoft.com/office/drawing/2014/main" id="{17AADCBA-346A-183F-7EA1-3AB1B69BBC2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7" name="直线连接符 10746">
                <a:extLst>
                  <a:ext uri="{FF2B5EF4-FFF2-40B4-BE49-F238E27FC236}">
                    <a16:creationId xmlns:a16="http://schemas.microsoft.com/office/drawing/2014/main" id="{2821784E-84E0-31B7-75B9-2894F265368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48" name="直线连接符 10747">
                <a:extLst>
                  <a:ext uri="{FF2B5EF4-FFF2-40B4-BE49-F238E27FC236}">
                    <a16:creationId xmlns:a16="http://schemas.microsoft.com/office/drawing/2014/main" id="{113194C8-B77E-D0BE-EA3A-15A9F4557E0A}"/>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749" name="直线连接符 10748">
                <a:extLst>
                  <a:ext uri="{FF2B5EF4-FFF2-40B4-BE49-F238E27FC236}">
                    <a16:creationId xmlns:a16="http://schemas.microsoft.com/office/drawing/2014/main" id="{FC2D05EF-189B-C490-C630-0E844A69EA8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750" name="直线连接符 10749">
                <a:extLst>
                  <a:ext uri="{FF2B5EF4-FFF2-40B4-BE49-F238E27FC236}">
                    <a16:creationId xmlns:a16="http://schemas.microsoft.com/office/drawing/2014/main" id="{E060345B-F2AF-2AC1-5D17-6B7FAA397560}"/>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722" name="组合 10721">
              <a:extLst>
                <a:ext uri="{FF2B5EF4-FFF2-40B4-BE49-F238E27FC236}">
                  <a16:creationId xmlns:a16="http://schemas.microsoft.com/office/drawing/2014/main" id="{2203CE4E-3343-534F-6A18-BEC5DFA6877B}"/>
                </a:ext>
              </a:extLst>
            </p:cNvPr>
            <p:cNvGrpSpPr/>
            <p:nvPr/>
          </p:nvGrpSpPr>
          <p:grpSpPr>
            <a:xfrm>
              <a:off x="8058642" y="2061587"/>
              <a:ext cx="1973841" cy="1732229"/>
              <a:chOff x="7707547" y="3116283"/>
              <a:chExt cx="2913493" cy="2493706"/>
            </a:xfrm>
          </p:grpSpPr>
          <p:sp>
            <p:nvSpPr>
              <p:cNvPr id="10728" name="流程图: 接点 567">
                <a:extLst>
                  <a:ext uri="{FF2B5EF4-FFF2-40B4-BE49-F238E27FC236}">
                    <a16:creationId xmlns:a16="http://schemas.microsoft.com/office/drawing/2014/main" id="{2234E0D7-7E7E-287A-4BC6-DD27987C73CA}"/>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29" name="流程图: 接点 568">
                <a:extLst>
                  <a:ext uri="{FF2B5EF4-FFF2-40B4-BE49-F238E27FC236}">
                    <a16:creationId xmlns:a16="http://schemas.microsoft.com/office/drawing/2014/main" id="{A6329D16-5AF6-7EAF-9728-03C183C6ACB2}"/>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30" name="椭圆 10729">
                <a:extLst>
                  <a:ext uri="{FF2B5EF4-FFF2-40B4-BE49-F238E27FC236}">
                    <a16:creationId xmlns:a16="http://schemas.microsoft.com/office/drawing/2014/main" id="{5F05A8A6-2ADB-4ED2-5E16-4583037DF798}"/>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31" name="椭圆 10730">
                <a:extLst>
                  <a:ext uri="{FF2B5EF4-FFF2-40B4-BE49-F238E27FC236}">
                    <a16:creationId xmlns:a16="http://schemas.microsoft.com/office/drawing/2014/main" id="{9D56BB69-8F36-73C7-43E7-6C2A58B84C05}"/>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723" name="组合 10722">
              <a:extLst>
                <a:ext uri="{FF2B5EF4-FFF2-40B4-BE49-F238E27FC236}">
                  <a16:creationId xmlns:a16="http://schemas.microsoft.com/office/drawing/2014/main" id="{A5EAD1AF-B029-C8F9-1526-67E1C82D2938}"/>
                </a:ext>
              </a:extLst>
            </p:cNvPr>
            <p:cNvGrpSpPr/>
            <p:nvPr/>
          </p:nvGrpSpPr>
          <p:grpSpPr>
            <a:xfrm>
              <a:off x="8561361" y="1560577"/>
              <a:ext cx="1057501" cy="1052171"/>
              <a:chOff x="4841673" y="1802500"/>
              <a:chExt cx="875801" cy="967646"/>
            </a:xfrm>
            <a:scene3d>
              <a:camera prst="orthographicFront">
                <a:rot lat="600000" lon="15750000" rev="0"/>
              </a:camera>
              <a:lightRig rig="threePt" dir="t"/>
            </a:scene3d>
          </p:grpSpPr>
          <p:grpSp>
            <p:nvGrpSpPr>
              <p:cNvPr id="10724" name="组合 10723">
                <a:extLst>
                  <a:ext uri="{FF2B5EF4-FFF2-40B4-BE49-F238E27FC236}">
                    <a16:creationId xmlns:a16="http://schemas.microsoft.com/office/drawing/2014/main" id="{950D6C15-3D94-A6FC-1260-DAE917622F9D}"/>
                  </a:ext>
                </a:extLst>
              </p:cNvPr>
              <p:cNvGrpSpPr/>
              <p:nvPr/>
            </p:nvGrpSpPr>
            <p:grpSpPr>
              <a:xfrm>
                <a:off x="4841674" y="1802500"/>
                <a:ext cx="875800" cy="951265"/>
                <a:chOff x="6157861" y="1771473"/>
                <a:chExt cx="1527262" cy="1731253"/>
              </a:xfrm>
              <a:solidFill>
                <a:schemeClr val="tx1">
                  <a:lumMod val="65000"/>
                  <a:lumOff val="35000"/>
                </a:schemeClr>
              </a:solidFill>
            </p:grpSpPr>
            <p:sp>
              <p:nvSpPr>
                <p:cNvPr id="10726" name="流程图: 延期 565">
                  <a:extLst>
                    <a:ext uri="{FF2B5EF4-FFF2-40B4-BE49-F238E27FC236}">
                      <a16:creationId xmlns:a16="http://schemas.microsoft.com/office/drawing/2014/main" id="{C778080A-3D80-77CA-75EF-C058309746DD}"/>
                    </a:ext>
                  </a:extLst>
                </p:cNvPr>
                <p:cNvSpPr/>
                <p:nvPr/>
              </p:nvSpPr>
              <p:spPr>
                <a:xfrm rot="16200000">
                  <a:off x="6055865" y="187346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27" name="流程图: 接点 566">
                  <a:extLst>
                    <a:ext uri="{FF2B5EF4-FFF2-40B4-BE49-F238E27FC236}">
                      <a16:creationId xmlns:a16="http://schemas.microsoft.com/office/drawing/2014/main" id="{CE091BB6-3148-D3B2-1826-21809837059B}"/>
                    </a:ext>
                  </a:extLst>
                </p:cNvPr>
                <p:cNvSpPr/>
                <p:nvPr/>
              </p:nvSpPr>
              <p:spPr>
                <a:xfrm>
                  <a:off x="6360255" y="1967154"/>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25" name="矩形 10724">
                <a:extLst>
                  <a:ext uri="{FF2B5EF4-FFF2-40B4-BE49-F238E27FC236}">
                    <a16:creationId xmlns:a16="http://schemas.microsoft.com/office/drawing/2014/main" id="{E576284E-C497-18D2-7A4D-5C271483761A}"/>
                  </a:ext>
                </a:extLst>
              </p:cNvPr>
              <p:cNvSpPr/>
              <p:nvPr/>
            </p:nvSpPr>
            <p:spPr>
              <a:xfrm>
                <a:off x="4841673" y="250870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809" name="组合 10808">
            <a:extLst>
              <a:ext uri="{FF2B5EF4-FFF2-40B4-BE49-F238E27FC236}">
                <a16:creationId xmlns:a16="http://schemas.microsoft.com/office/drawing/2014/main" id="{57C723E6-3FF7-FF46-9F29-B27B64DFF7F7}"/>
              </a:ext>
            </a:extLst>
          </p:cNvPr>
          <p:cNvGrpSpPr/>
          <p:nvPr/>
        </p:nvGrpSpPr>
        <p:grpSpPr>
          <a:xfrm>
            <a:off x="550700" y="1872439"/>
            <a:ext cx="1973841" cy="3023766"/>
            <a:chOff x="10591783" y="1574671"/>
            <a:chExt cx="1973841" cy="3023766"/>
          </a:xfrm>
        </p:grpSpPr>
        <p:grpSp>
          <p:nvGrpSpPr>
            <p:cNvPr id="10810" name="组合 10809">
              <a:extLst>
                <a:ext uri="{FF2B5EF4-FFF2-40B4-BE49-F238E27FC236}">
                  <a16:creationId xmlns:a16="http://schemas.microsoft.com/office/drawing/2014/main" id="{74DC911D-6052-1131-967B-976B1E91B5DC}"/>
                </a:ext>
              </a:extLst>
            </p:cNvPr>
            <p:cNvGrpSpPr/>
            <p:nvPr/>
          </p:nvGrpSpPr>
          <p:grpSpPr>
            <a:xfrm rot="5400000" flipV="1">
              <a:off x="12009177" y="3644208"/>
              <a:ext cx="304542" cy="232905"/>
              <a:chOff x="572796" y="3354769"/>
              <a:chExt cx="419388" cy="377309"/>
            </a:xfrm>
          </p:grpSpPr>
          <p:grpSp>
            <p:nvGrpSpPr>
              <p:cNvPr id="10885" name="组合 10884">
                <a:extLst>
                  <a:ext uri="{FF2B5EF4-FFF2-40B4-BE49-F238E27FC236}">
                    <a16:creationId xmlns:a16="http://schemas.microsoft.com/office/drawing/2014/main" id="{8B519A4C-9159-8173-DB5A-A44BA42C1B0D}"/>
                  </a:ext>
                </a:extLst>
              </p:cNvPr>
              <p:cNvGrpSpPr/>
              <p:nvPr/>
            </p:nvGrpSpPr>
            <p:grpSpPr>
              <a:xfrm>
                <a:off x="572796" y="3354769"/>
                <a:ext cx="419388" cy="377309"/>
                <a:chOff x="3493877" y="4543338"/>
                <a:chExt cx="619038" cy="543169"/>
              </a:xfrm>
            </p:grpSpPr>
            <p:sp>
              <p:nvSpPr>
                <p:cNvPr id="10902" name="流程图: 接点 571">
                  <a:extLst>
                    <a:ext uri="{FF2B5EF4-FFF2-40B4-BE49-F238E27FC236}">
                      <a16:creationId xmlns:a16="http://schemas.microsoft.com/office/drawing/2014/main" id="{C739BE07-C2AD-EF8E-F11D-59CAABA4852E}"/>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03" name="流程图: 接点 572">
                  <a:extLst>
                    <a:ext uri="{FF2B5EF4-FFF2-40B4-BE49-F238E27FC236}">
                      <a16:creationId xmlns:a16="http://schemas.microsoft.com/office/drawing/2014/main" id="{D69377E3-3554-649D-6F8D-C2BBC95CD31A}"/>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886" name="直线连接符 10885">
                <a:extLst>
                  <a:ext uri="{FF2B5EF4-FFF2-40B4-BE49-F238E27FC236}">
                    <a16:creationId xmlns:a16="http://schemas.microsoft.com/office/drawing/2014/main" id="{529113E3-AC89-D78C-6BC8-1DE9311AFA0B}"/>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87" name="直线连接符 10886">
                <a:extLst>
                  <a:ext uri="{FF2B5EF4-FFF2-40B4-BE49-F238E27FC236}">
                    <a16:creationId xmlns:a16="http://schemas.microsoft.com/office/drawing/2014/main" id="{E8349DDF-707E-0E50-BB23-E5B0D50C2DFD}"/>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88" name="直线连接符 10887">
                <a:extLst>
                  <a:ext uri="{FF2B5EF4-FFF2-40B4-BE49-F238E27FC236}">
                    <a16:creationId xmlns:a16="http://schemas.microsoft.com/office/drawing/2014/main" id="{2EF3AA68-BAC8-4ADA-4154-7587582A6B3D}"/>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89" name="直线连接符 10888">
                <a:extLst>
                  <a:ext uri="{FF2B5EF4-FFF2-40B4-BE49-F238E27FC236}">
                    <a16:creationId xmlns:a16="http://schemas.microsoft.com/office/drawing/2014/main" id="{4564AC23-0623-CDAE-4B5C-9B09E18A0BC7}"/>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0" name="直线连接符 10889">
                <a:extLst>
                  <a:ext uri="{FF2B5EF4-FFF2-40B4-BE49-F238E27FC236}">
                    <a16:creationId xmlns:a16="http://schemas.microsoft.com/office/drawing/2014/main" id="{E7C98FCC-BA1D-0E8D-6065-CAC582804955}"/>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1" name="直线连接符 10890">
                <a:extLst>
                  <a:ext uri="{FF2B5EF4-FFF2-40B4-BE49-F238E27FC236}">
                    <a16:creationId xmlns:a16="http://schemas.microsoft.com/office/drawing/2014/main" id="{85F1B7EF-D294-1D54-5122-B59CB7BF5D0B}"/>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2" name="直线连接符 10891">
                <a:extLst>
                  <a:ext uri="{FF2B5EF4-FFF2-40B4-BE49-F238E27FC236}">
                    <a16:creationId xmlns:a16="http://schemas.microsoft.com/office/drawing/2014/main" id="{3BD4673A-C0C7-EB9F-C801-44E2C91B8472}"/>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3" name="直线连接符 10892">
                <a:extLst>
                  <a:ext uri="{FF2B5EF4-FFF2-40B4-BE49-F238E27FC236}">
                    <a16:creationId xmlns:a16="http://schemas.microsoft.com/office/drawing/2014/main" id="{72078203-7CAD-C9ED-3BFF-0D4DBDB667E2}"/>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4" name="直线连接符 10893">
                <a:extLst>
                  <a:ext uri="{FF2B5EF4-FFF2-40B4-BE49-F238E27FC236}">
                    <a16:creationId xmlns:a16="http://schemas.microsoft.com/office/drawing/2014/main" id="{0E875E04-3CBC-72AE-3436-3E1CE16C1621}"/>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5" name="直线连接符 10894">
                <a:extLst>
                  <a:ext uri="{FF2B5EF4-FFF2-40B4-BE49-F238E27FC236}">
                    <a16:creationId xmlns:a16="http://schemas.microsoft.com/office/drawing/2014/main" id="{97867CD8-E6A0-9553-2BBA-6299E9F1B1AA}"/>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6" name="直线连接符 10895">
                <a:extLst>
                  <a:ext uri="{FF2B5EF4-FFF2-40B4-BE49-F238E27FC236}">
                    <a16:creationId xmlns:a16="http://schemas.microsoft.com/office/drawing/2014/main" id="{256A9322-3B4E-8261-EDF4-DD5EBD6E7B4D}"/>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7" name="直线连接符 10896">
                <a:extLst>
                  <a:ext uri="{FF2B5EF4-FFF2-40B4-BE49-F238E27FC236}">
                    <a16:creationId xmlns:a16="http://schemas.microsoft.com/office/drawing/2014/main" id="{ADB01E95-9545-8E4F-D109-789BC5CCDD20}"/>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8" name="直线连接符 10897">
                <a:extLst>
                  <a:ext uri="{FF2B5EF4-FFF2-40B4-BE49-F238E27FC236}">
                    <a16:creationId xmlns:a16="http://schemas.microsoft.com/office/drawing/2014/main" id="{946E9DE0-C786-97EA-E03B-F202C60A73BE}"/>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99" name="直线连接符 10898">
                <a:extLst>
                  <a:ext uri="{FF2B5EF4-FFF2-40B4-BE49-F238E27FC236}">
                    <a16:creationId xmlns:a16="http://schemas.microsoft.com/office/drawing/2014/main" id="{CCA22AA2-1B7B-CCD5-2AFA-BDCACEF51BDE}"/>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900" name="直线连接符 10899">
                <a:extLst>
                  <a:ext uri="{FF2B5EF4-FFF2-40B4-BE49-F238E27FC236}">
                    <a16:creationId xmlns:a16="http://schemas.microsoft.com/office/drawing/2014/main" id="{712EE7EF-8012-F185-74B7-FD61B076C85C}"/>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901" name="直线连接符 10900">
                <a:extLst>
                  <a:ext uri="{FF2B5EF4-FFF2-40B4-BE49-F238E27FC236}">
                    <a16:creationId xmlns:a16="http://schemas.microsoft.com/office/drawing/2014/main" id="{8975740A-B4B5-6344-C085-3D7C4201A379}"/>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811" name="组合 10810">
              <a:extLst>
                <a:ext uri="{FF2B5EF4-FFF2-40B4-BE49-F238E27FC236}">
                  <a16:creationId xmlns:a16="http://schemas.microsoft.com/office/drawing/2014/main" id="{96EA209A-73E6-E5BA-430E-BC21396183BD}"/>
                </a:ext>
              </a:extLst>
            </p:cNvPr>
            <p:cNvGrpSpPr/>
            <p:nvPr/>
          </p:nvGrpSpPr>
          <p:grpSpPr>
            <a:xfrm>
              <a:off x="11129316" y="3011774"/>
              <a:ext cx="419388" cy="377446"/>
              <a:chOff x="572796" y="3376774"/>
              <a:chExt cx="419388" cy="377446"/>
            </a:xfrm>
          </p:grpSpPr>
          <p:grpSp>
            <p:nvGrpSpPr>
              <p:cNvPr id="10865" name="组合 10864">
                <a:extLst>
                  <a:ext uri="{FF2B5EF4-FFF2-40B4-BE49-F238E27FC236}">
                    <a16:creationId xmlns:a16="http://schemas.microsoft.com/office/drawing/2014/main" id="{692AD7FD-3640-BF11-42B2-5ABDC8510E1C}"/>
                  </a:ext>
                </a:extLst>
              </p:cNvPr>
              <p:cNvGrpSpPr/>
              <p:nvPr/>
            </p:nvGrpSpPr>
            <p:grpSpPr>
              <a:xfrm>
                <a:off x="572796" y="3376774"/>
                <a:ext cx="419388" cy="377446"/>
                <a:chOff x="3493877" y="4575043"/>
                <a:chExt cx="619038" cy="543369"/>
              </a:xfrm>
            </p:grpSpPr>
            <p:sp>
              <p:nvSpPr>
                <p:cNvPr id="10883" name="流程图: 接点 571">
                  <a:extLst>
                    <a:ext uri="{FF2B5EF4-FFF2-40B4-BE49-F238E27FC236}">
                      <a16:creationId xmlns:a16="http://schemas.microsoft.com/office/drawing/2014/main" id="{4E665D31-3210-F8EF-ECE7-D0424879DCE0}"/>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84" name="流程图: 接点 572">
                  <a:extLst>
                    <a:ext uri="{FF2B5EF4-FFF2-40B4-BE49-F238E27FC236}">
                      <a16:creationId xmlns:a16="http://schemas.microsoft.com/office/drawing/2014/main" id="{A45FFC82-C47D-E56C-EE48-670FCDAAD8E3}"/>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866" name="直线连接符 10865">
                <a:extLst>
                  <a:ext uri="{FF2B5EF4-FFF2-40B4-BE49-F238E27FC236}">
                    <a16:creationId xmlns:a16="http://schemas.microsoft.com/office/drawing/2014/main" id="{2F383375-B9E7-39E3-D588-87C74BB5C7FD}"/>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67" name="直线连接符 10866">
                <a:extLst>
                  <a:ext uri="{FF2B5EF4-FFF2-40B4-BE49-F238E27FC236}">
                    <a16:creationId xmlns:a16="http://schemas.microsoft.com/office/drawing/2014/main" id="{DE79AD89-6BE7-4C7A-518F-73B904157A27}"/>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68" name="直线连接符 10867">
                <a:extLst>
                  <a:ext uri="{FF2B5EF4-FFF2-40B4-BE49-F238E27FC236}">
                    <a16:creationId xmlns:a16="http://schemas.microsoft.com/office/drawing/2014/main" id="{83A1C2AC-62E4-58D4-401A-CF74A82BCB74}"/>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69" name="直线连接符 10868">
                <a:extLst>
                  <a:ext uri="{FF2B5EF4-FFF2-40B4-BE49-F238E27FC236}">
                    <a16:creationId xmlns:a16="http://schemas.microsoft.com/office/drawing/2014/main" id="{6D6AE356-B98C-259B-FCC3-992F7E1063DE}"/>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0" name="直线连接符 10869">
                <a:extLst>
                  <a:ext uri="{FF2B5EF4-FFF2-40B4-BE49-F238E27FC236}">
                    <a16:creationId xmlns:a16="http://schemas.microsoft.com/office/drawing/2014/main" id="{2C8F8402-5EA0-A517-B155-C73F0966D8A0}"/>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1" name="直线连接符 10870">
                <a:extLst>
                  <a:ext uri="{FF2B5EF4-FFF2-40B4-BE49-F238E27FC236}">
                    <a16:creationId xmlns:a16="http://schemas.microsoft.com/office/drawing/2014/main" id="{A06DC81C-0B00-8101-D3B1-B768F2B3B3F3}"/>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2" name="直线连接符 10871">
                <a:extLst>
                  <a:ext uri="{FF2B5EF4-FFF2-40B4-BE49-F238E27FC236}">
                    <a16:creationId xmlns:a16="http://schemas.microsoft.com/office/drawing/2014/main" id="{943EA5AB-1242-8B53-2C7D-81F50E7F8BCC}"/>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3" name="直线连接符 10872">
                <a:extLst>
                  <a:ext uri="{FF2B5EF4-FFF2-40B4-BE49-F238E27FC236}">
                    <a16:creationId xmlns:a16="http://schemas.microsoft.com/office/drawing/2014/main" id="{CB4B80AB-8F6C-B606-AEBF-2F811E49C9DA}"/>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4" name="直线连接符 10873">
                <a:extLst>
                  <a:ext uri="{FF2B5EF4-FFF2-40B4-BE49-F238E27FC236}">
                    <a16:creationId xmlns:a16="http://schemas.microsoft.com/office/drawing/2014/main" id="{7C81137B-9605-6933-EB85-BDA354E5F110}"/>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5" name="直线连接符 10874">
                <a:extLst>
                  <a:ext uri="{FF2B5EF4-FFF2-40B4-BE49-F238E27FC236}">
                    <a16:creationId xmlns:a16="http://schemas.microsoft.com/office/drawing/2014/main" id="{4BA6A177-8502-0753-E4BF-A9DDCE18DB95}"/>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6" name="直线连接符 10875">
                <a:extLst>
                  <a:ext uri="{FF2B5EF4-FFF2-40B4-BE49-F238E27FC236}">
                    <a16:creationId xmlns:a16="http://schemas.microsoft.com/office/drawing/2014/main" id="{AC21597E-FEAF-6961-8D3C-610A32B1FC15}"/>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7" name="直线连接符 10876">
                <a:extLst>
                  <a:ext uri="{FF2B5EF4-FFF2-40B4-BE49-F238E27FC236}">
                    <a16:creationId xmlns:a16="http://schemas.microsoft.com/office/drawing/2014/main" id="{30476CC1-9831-C982-7A64-A0AD7D3C2E3D}"/>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8" name="直线连接符 10877">
                <a:extLst>
                  <a:ext uri="{FF2B5EF4-FFF2-40B4-BE49-F238E27FC236}">
                    <a16:creationId xmlns:a16="http://schemas.microsoft.com/office/drawing/2014/main" id="{2CB47BAE-ED79-4796-CA21-11941398D014}"/>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79" name="直线连接符 10878">
                <a:extLst>
                  <a:ext uri="{FF2B5EF4-FFF2-40B4-BE49-F238E27FC236}">
                    <a16:creationId xmlns:a16="http://schemas.microsoft.com/office/drawing/2014/main" id="{9B81966B-B84B-2918-F78C-343B5D7E9917}"/>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80" name="直线连接符 10879">
                <a:extLst>
                  <a:ext uri="{FF2B5EF4-FFF2-40B4-BE49-F238E27FC236}">
                    <a16:creationId xmlns:a16="http://schemas.microsoft.com/office/drawing/2014/main" id="{13D350AF-535B-8FE7-B3F4-0E4ECE9F422B}"/>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881" name="直线连接符 10880">
                <a:extLst>
                  <a:ext uri="{FF2B5EF4-FFF2-40B4-BE49-F238E27FC236}">
                    <a16:creationId xmlns:a16="http://schemas.microsoft.com/office/drawing/2014/main" id="{EFBFC566-232C-C770-5225-95096D18D839}"/>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882" name="直线连接符 10881">
                <a:extLst>
                  <a:ext uri="{FF2B5EF4-FFF2-40B4-BE49-F238E27FC236}">
                    <a16:creationId xmlns:a16="http://schemas.microsoft.com/office/drawing/2014/main" id="{E84E02FE-AEA8-35A9-89E6-6C8F1E5872B3}"/>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0812" name="流程图: 接点 554">
              <a:extLst>
                <a:ext uri="{FF2B5EF4-FFF2-40B4-BE49-F238E27FC236}">
                  <a16:creationId xmlns:a16="http://schemas.microsoft.com/office/drawing/2014/main" id="{942E055C-68FB-B6A7-DF55-ACCB68A0B2EF}"/>
                </a:ext>
              </a:extLst>
            </p:cNvPr>
            <p:cNvSpPr/>
            <p:nvPr/>
          </p:nvSpPr>
          <p:spPr>
            <a:xfrm>
              <a:off x="11126931" y="3723190"/>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13" name="椭圆 10812">
              <a:extLst>
                <a:ext uri="{FF2B5EF4-FFF2-40B4-BE49-F238E27FC236}">
                  <a16:creationId xmlns:a16="http://schemas.microsoft.com/office/drawing/2014/main" id="{3481008A-80E8-B35D-3851-54C8E5B14D6C}"/>
                </a:ext>
              </a:extLst>
            </p:cNvPr>
            <p:cNvSpPr/>
            <p:nvPr/>
          </p:nvSpPr>
          <p:spPr>
            <a:xfrm>
              <a:off x="10955570" y="3301428"/>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14" name="流程图: 接点 556">
              <a:extLst>
                <a:ext uri="{FF2B5EF4-FFF2-40B4-BE49-F238E27FC236}">
                  <a16:creationId xmlns:a16="http://schemas.microsoft.com/office/drawing/2014/main" id="{D7C324EC-FCD7-34A9-7C91-57B684F123BA}"/>
                </a:ext>
              </a:extLst>
            </p:cNvPr>
            <p:cNvSpPr/>
            <p:nvPr/>
          </p:nvSpPr>
          <p:spPr>
            <a:xfrm>
              <a:off x="11080558" y="2922895"/>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815" name="组合 10814">
              <a:extLst>
                <a:ext uri="{FF2B5EF4-FFF2-40B4-BE49-F238E27FC236}">
                  <a16:creationId xmlns:a16="http://schemas.microsoft.com/office/drawing/2014/main" id="{DA827E86-AD78-14C5-1229-9A4E486BC247}"/>
                </a:ext>
              </a:extLst>
            </p:cNvPr>
            <p:cNvGrpSpPr/>
            <p:nvPr/>
          </p:nvGrpSpPr>
          <p:grpSpPr>
            <a:xfrm>
              <a:off x="11003703" y="3241393"/>
              <a:ext cx="419388" cy="487204"/>
              <a:chOff x="5768619" y="3058692"/>
              <a:chExt cx="419388" cy="487204"/>
            </a:xfrm>
          </p:grpSpPr>
          <p:sp>
            <p:nvSpPr>
              <p:cNvPr id="10846" name="流程图: 接点 571">
                <a:extLst>
                  <a:ext uri="{FF2B5EF4-FFF2-40B4-BE49-F238E27FC236}">
                    <a16:creationId xmlns:a16="http://schemas.microsoft.com/office/drawing/2014/main" id="{03F272E3-A819-2C96-B7AA-84B8BA1CD5F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47" name="流程图: 接点 572">
                <a:extLst>
                  <a:ext uri="{FF2B5EF4-FFF2-40B4-BE49-F238E27FC236}">
                    <a16:creationId xmlns:a16="http://schemas.microsoft.com/office/drawing/2014/main" id="{4DFDFEBB-8B9B-843D-53BF-73DA786C339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48" name="直线连接符 10847">
                <a:extLst>
                  <a:ext uri="{FF2B5EF4-FFF2-40B4-BE49-F238E27FC236}">
                    <a16:creationId xmlns:a16="http://schemas.microsoft.com/office/drawing/2014/main" id="{B166CB6C-2EDC-02AD-BFC6-3AC5E233AD1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49" name="直线连接符 10848">
                <a:extLst>
                  <a:ext uri="{FF2B5EF4-FFF2-40B4-BE49-F238E27FC236}">
                    <a16:creationId xmlns:a16="http://schemas.microsoft.com/office/drawing/2014/main" id="{E05D8906-214D-A8A9-3291-E1E665AE1BE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0" name="直线连接符 10849">
                <a:extLst>
                  <a:ext uri="{FF2B5EF4-FFF2-40B4-BE49-F238E27FC236}">
                    <a16:creationId xmlns:a16="http://schemas.microsoft.com/office/drawing/2014/main" id="{BE432644-D4F6-328A-93E0-9421F232CBA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1" name="直线连接符 10850">
                <a:extLst>
                  <a:ext uri="{FF2B5EF4-FFF2-40B4-BE49-F238E27FC236}">
                    <a16:creationId xmlns:a16="http://schemas.microsoft.com/office/drawing/2014/main" id="{A51B82C9-A90B-489A-FF68-C707C9E0945A}"/>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2" name="直线连接符 10851">
                <a:extLst>
                  <a:ext uri="{FF2B5EF4-FFF2-40B4-BE49-F238E27FC236}">
                    <a16:creationId xmlns:a16="http://schemas.microsoft.com/office/drawing/2014/main" id="{34F2B13A-C640-9D2F-31C5-424C2ECB817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3" name="直线连接符 10852">
                <a:extLst>
                  <a:ext uri="{FF2B5EF4-FFF2-40B4-BE49-F238E27FC236}">
                    <a16:creationId xmlns:a16="http://schemas.microsoft.com/office/drawing/2014/main" id="{98B569AB-2109-4EDC-0394-CCFF058043D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4" name="直线连接符 10853">
                <a:extLst>
                  <a:ext uri="{FF2B5EF4-FFF2-40B4-BE49-F238E27FC236}">
                    <a16:creationId xmlns:a16="http://schemas.microsoft.com/office/drawing/2014/main" id="{C9A6FE69-9DDA-79FA-D592-4A1605B99B5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5" name="直线连接符 10854">
                <a:extLst>
                  <a:ext uri="{FF2B5EF4-FFF2-40B4-BE49-F238E27FC236}">
                    <a16:creationId xmlns:a16="http://schemas.microsoft.com/office/drawing/2014/main" id="{90F5A080-665E-88B6-246E-05AB8303E8D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6" name="直线连接符 10855">
                <a:extLst>
                  <a:ext uri="{FF2B5EF4-FFF2-40B4-BE49-F238E27FC236}">
                    <a16:creationId xmlns:a16="http://schemas.microsoft.com/office/drawing/2014/main" id="{4DDC5193-BE99-A694-3825-7E4BB13B1367}"/>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7" name="直线连接符 10856">
                <a:extLst>
                  <a:ext uri="{FF2B5EF4-FFF2-40B4-BE49-F238E27FC236}">
                    <a16:creationId xmlns:a16="http://schemas.microsoft.com/office/drawing/2014/main" id="{C9E04551-4F5D-4890-9D04-A2A62534C36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8" name="直线连接符 10857">
                <a:extLst>
                  <a:ext uri="{FF2B5EF4-FFF2-40B4-BE49-F238E27FC236}">
                    <a16:creationId xmlns:a16="http://schemas.microsoft.com/office/drawing/2014/main" id="{717FEDE2-F6E2-FE9F-5C99-1C2713E3750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59" name="直线连接符 10858">
                <a:extLst>
                  <a:ext uri="{FF2B5EF4-FFF2-40B4-BE49-F238E27FC236}">
                    <a16:creationId xmlns:a16="http://schemas.microsoft.com/office/drawing/2014/main" id="{EC6ADB11-F1C7-97BA-EFF9-74B60A6231C0}"/>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60" name="直线连接符 10859">
                <a:extLst>
                  <a:ext uri="{FF2B5EF4-FFF2-40B4-BE49-F238E27FC236}">
                    <a16:creationId xmlns:a16="http://schemas.microsoft.com/office/drawing/2014/main" id="{3CBE09DE-26D0-A80C-9599-C4C02D5206EE}"/>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61" name="直线连接符 10860">
                <a:extLst>
                  <a:ext uri="{FF2B5EF4-FFF2-40B4-BE49-F238E27FC236}">
                    <a16:creationId xmlns:a16="http://schemas.microsoft.com/office/drawing/2014/main" id="{39B006BC-BFB3-FDBA-C23E-7739BB355B50}"/>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62" name="直线连接符 10861">
                <a:extLst>
                  <a:ext uri="{FF2B5EF4-FFF2-40B4-BE49-F238E27FC236}">
                    <a16:creationId xmlns:a16="http://schemas.microsoft.com/office/drawing/2014/main" id="{A8A02E79-FDD6-8EDE-11D5-B1567A137027}"/>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863" name="直线连接符 10862">
                <a:extLst>
                  <a:ext uri="{FF2B5EF4-FFF2-40B4-BE49-F238E27FC236}">
                    <a16:creationId xmlns:a16="http://schemas.microsoft.com/office/drawing/2014/main" id="{E67E3955-7A27-C72C-2932-CFD1A58E9176}"/>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864" name="直线连接符 10863">
                <a:extLst>
                  <a:ext uri="{FF2B5EF4-FFF2-40B4-BE49-F238E27FC236}">
                    <a16:creationId xmlns:a16="http://schemas.microsoft.com/office/drawing/2014/main" id="{F0A1E0A7-9518-24D2-4D7D-3AE5A8F23FE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816" name="组合 10815">
              <a:extLst>
                <a:ext uri="{FF2B5EF4-FFF2-40B4-BE49-F238E27FC236}">
                  <a16:creationId xmlns:a16="http://schemas.microsoft.com/office/drawing/2014/main" id="{D59BAD7F-71FA-B2CC-E6DA-6C72DCEF6A34}"/>
                </a:ext>
              </a:extLst>
            </p:cNvPr>
            <p:cNvGrpSpPr/>
            <p:nvPr/>
          </p:nvGrpSpPr>
          <p:grpSpPr>
            <a:xfrm>
              <a:off x="11982306" y="3201917"/>
              <a:ext cx="419388" cy="487204"/>
              <a:chOff x="5768619" y="3058692"/>
              <a:chExt cx="419388" cy="487204"/>
            </a:xfrm>
          </p:grpSpPr>
          <p:sp>
            <p:nvSpPr>
              <p:cNvPr id="10827" name="流程图: 接点 571">
                <a:extLst>
                  <a:ext uri="{FF2B5EF4-FFF2-40B4-BE49-F238E27FC236}">
                    <a16:creationId xmlns:a16="http://schemas.microsoft.com/office/drawing/2014/main" id="{7914EC0C-2806-8660-CB48-ED1ABCCDC73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28" name="流程图: 接点 572">
                <a:extLst>
                  <a:ext uri="{FF2B5EF4-FFF2-40B4-BE49-F238E27FC236}">
                    <a16:creationId xmlns:a16="http://schemas.microsoft.com/office/drawing/2014/main" id="{D4A20930-EA1C-3EF6-3845-3292EF99181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29" name="直线连接符 10828">
                <a:extLst>
                  <a:ext uri="{FF2B5EF4-FFF2-40B4-BE49-F238E27FC236}">
                    <a16:creationId xmlns:a16="http://schemas.microsoft.com/office/drawing/2014/main" id="{6B8F5603-E6D8-A4E2-D635-48B7A3F25CE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0" name="直线连接符 10829">
                <a:extLst>
                  <a:ext uri="{FF2B5EF4-FFF2-40B4-BE49-F238E27FC236}">
                    <a16:creationId xmlns:a16="http://schemas.microsoft.com/office/drawing/2014/main" id="{4513BC59-13E6-61C1-DFB6-CCBE6E92794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1" name="直线连接符 10830">
                <a:extLst>
                  <a:ext uri="{FF2B5EF4-FFF2-40B4-BE49-F238E27FC236}">
                    <a16:creationId xmlns:a16="http://schemas.microsoft.com/office/drawing/2014/main" id="{645220C4-3BB7-81DA-D88E-E1B5EFEDC7D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2" name="直线连接符 10831">
                <a:extLst>
                  <a:ext uri="{FF2B5EF4-FFF2-40B4-BE49-F238E27FC236}">
                    <a16:creationId xmlns:a16="http://schemas.microsoft.com/office/drawing/2014/main" id="{2EEF9A44-968B-5A13-352B-046FD66E5C5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3" name="直线连接符 10832">
                <a:extLst>
                  <a:ext uri="{FF2B5EF4-FFF2-40B4-BE49-F238E27FC236}">
                    <a16:creationId xmlns:a16="http://schemas.microsoft.com/office/drawing/2014/main" id="{9BF30BB1-2690-7A62-2012-AF52A30459C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4" name="直线连接符 10833">
                <a:extLst>
                  <a:ext uri="{FF2B5EF4-FFF2-40B4-BE49-F238E27FC236}">
                    <a16:creationId xmlns:a16="http://schemas.microsoft.com/office/drawing/2014/main" id="{39416639-DEC8-30B5-22ED-B984435B03F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5" name="直线连接符 10834">
                <a:extLst>
                  <a:ext uri="{FF2B5EF4-FFF2-40B4-BE49-F238E27FC236}">
                    <a16:creationId xmlns:a16="http://schemas.microsoft.com/office/drawing/2014/main" id="{2055D2F6-C3D9-9ADC-EA68-A6A350AA984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6" name="直线连接符 10835">
                <a:extLst>
                  <a:ext uri="{FF2B5EF4-FFF2-40B4-BE49-F238E27FC236}">
                    <a16:creationId xmlns:a16="http://schemas.microsoft.com/office/drawing/2014/main" id="{BC2B74D2-FC3C-4D84-37A5-C04FA5EBA6D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7" name="直线连接符 10836">
                <a:extLst>
                  <a:ext uri="{FF2B5EF4-FFF2-40B4-BE49-F238E27FC236}">
                    <a16:creationId xmlns:a16="http://schemas.microsoft.com/office/drawing/2014/main" id="{2899A7E4-1AE1-AF93-2B67-F4029873268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8" name="直线连接符 10837">
                <a:extLst>
                  <a:ext uri="{FF2B5EF4-FFF2-40B4-BE49-F238E27FC236}">
                    <a16:creationId xmlns:a16="http://schemas.microsoft.com/office/drawing/2014/main" id="{21B76A52-DD66-4A37-2798-19F1D31C8282}"/>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39" name="直线连接符 10838">
                <a:extLst>
                  <a:ext uri="{FF2B5EF4-FFF2-40B4-BE49-F238E27FC236}">
                    <a16:creationId xmlns:a16="http://schemas.microsoft.com/office/drawing/2014/main" id="{94F35E32-4284-4777-3817-CB83BD31BCE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40" name="直线连接符 10839">
                <a:extLst>
                  <a:ext uri="{FF2B5EF4-FFF2-40B4-BE49-F238E27FC236}">
                    <a16:creationId xmlns:a16="http://schemas.microsoft.com/office/drawing/2014/main" id="{C9F58F41-7C5E-A81B-E2FE-390BDB3A044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41" name="直线连接符 10840">
                <a:extLst>
                  <a:ext uri="{FF2B5EF4-FFF2-40B4-BE49-F238E27FC236}">
                    <a16:creationId xmlns:a16="http://schemas.microsoft.com/office/drawing/2014/main" id="{25FA4C1D-53D2-F53C-712F-4428FCCA807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42" name="直线连接符 10841">
                <a:extLst>
                  <a:ext uri="{FF2B5EF4-FFF2-40B4-BE49-F238E27FC236}">
                    <a16:creationId xmlns:a16="http://schemas.microsoft.com/office/drawing/2014/main" id="{3C5129F7-45DA-E47A-EC05-7F1EC7495B4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43" name="直线连接符 10842">
                <a:extLst>
                  <a:ext uri="{FF2B5EF4-FFF2-40B4-BE49-F238E27FC236}">
                    <a16:creationId xmlns:a16="http://schemas.microsoft.com/office/drawing/2014/main" id="{E89527F2-A0FA-54EF-1110-D44B0140370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844" name="直线连接符 10843">
                <a:extLst>
                  <a:ext uri="{FF2B5EF4-FFF2-40B4-BE49-F238E27FC236}">
                    <a16:creationId xmlns:a16="http://schemas.microsoft.com/office/drawing/2014/main" id="{F483487D-8D15-1F23-E74A-222BE6C6B2E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845" name="直线连接符 10844">
                <a:extLst>
                  <a:ext uri="{FF2B5EF4-FFF2-40B4-BE49-F238E27FC236}">
                    <a16:creationId xmlns:a16="http://schemas.microsoft.com/office/drawing/2014/main" id="{1F71C94D-D271-1601-9DCC-1B85B691FEF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817" name="组合 10816">
              <a:extLst>
                <a:ext uri="{FF2B5EF4-FFF2-40B4-BE49-F238E27FC236}">
                  <a16:creationId xmlns:a16="http://schemas.microsoft.com/office/drawing/2014/main" id="{D151D09D-50D3-C3B1-7805-369BA996A4D3}"/>
                </a:ext>
              </a:extLst>
            </p:cNvPr>
            <p:cNvGrpSpPr/>
            <p:nvPr/>
          </p:nvGrpSpPr>
          <p:grpSpPr>
            <a:xfrm>
              <a:off x="10591783" y="2086572"/>
              <a:ext cx="1973841" cy="1732229"/>
              <a:chOff x="7707547" y="3116283"/>
              <a:chExt cx="2913493" cy="2493706"/>
            </a:xfrm>
          </p:grpSpPr>
          <p:sp>
            <p:nvSpPr>
              <p:cNvPr id="10823" name="流程图: 接点 567">
                <a:extLst>
                  <a:ext uri="{FF2B5EF4-FFF2-40B4-BE49-F238E27FC236}">
                    <a16:creationId xmlns:a16="http://schemas.microsoft.com/office/drawing/2014/main" id="{A575C21A-A62C-3F6F-0CA2-1A5E15A7CB76}"/>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24" name="流程图: 接点 568">
                <a:extLst>
                  <a:ext uri="{FF2B5EF4-FFF2-40B4-BE49-F238E27FC236}">
                    <a16:creationId xmlns:a16="http://schemas.microsoft.com/office/drawing/2014/main" id="{793170E2-D8C5-0397-37C3-CC4F35E1BE68}"/>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25" name="椭圆 10824">
                <a:extLst>
                  <a:ext uri="{FF2B5EF4-FFF2-40B4-BE49-F238E27FC236}">
                    <a16:creationId xmlns:a16="http://schemas.microsoft.com/office/drawing/2014/main" id="{0027C04B-A5BB-3146-9A74-594F0911C731}"/>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26" name="椭圆 10825">
                <a:extLst>
                  <a:ext uri="{FF2B5EF4-FFF2-40B4-BE49-F238E27FC236}">
                    <a16:creationId xmlns:a16="http://schemas.microsoft.com/office/drawing/2014/main" id="{D671ECA4-A8E3-E16D-7B96-FE3E9BA5E12E}"/>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818" name="组合 10817">
              <a:extLst>
                <a:ext uri="{FF2B5EF4-FFF2-40B4-BE49-F238E27FC236}">
                  <a16:creationId xmlns:a16="http://schemas.microsoft.com/office/drawing/2014/main" id="{9D297A53-EA6F-6C74-AEBB-B1840A3BB750}"/>
                </a:ext>
              </a:extLst>
            </p:cNvPr>
            <p:cNvGrpSpPr/>
            <p:nvPr/>
          </p:nvGrpSpPr>
          <p:grpSpPr>
            <a:xfrm>
              <a:off x="11159394" y="1574671"/>
              <a:ext cx="1057506" cy="1052178"/>
              <a:chOff x="4841670" y="1792482"/>
              <a:chExt cx="875805" cy="967650"/>
            </a:xfrm>
            <a:scene3d>
              <a:camera prst="orthographicFront">
                <a:rot lat="600000" lon="15300000" rev="0"/>
              </a:camera>
              <a:lightRig rig="threePt" dir="t"/>
            </a:scene3d>
          </p:grpSpPr>
          <p:grpSp>
            <p:nvGrpSpPr>
              <p:cNvPr id="10819" name="组合 10818">
                <a:extLst>
                  <a:ext uri="{FF2B5EF4-FFF2-40B4-BE49-F238E27FC236}">
                    <a16:creationId xmlns:a16="http://schemas.microsoft.com/office/drawing/2014/main" id="{8FE6CCD9-8C98-7EE4-66C7-A5490B7D966D}"/>
                  </a:ext>
                </a:extLst>
              </p:cNvPr>
              <p:cNvGrpSpPr/>
              <p:nvPr/>
            </p:nvGrpSpPr>
            <p:grpSpPr>
              <a:xfrm>
                <a:off x="4841675" y="1792482"/>
                <a:ext cx="875800" cy="951265"/>
                <a:chOff x="6157862" y="1753243"/>
                <a:chExt cx="1527262" cy="1731253"/>
              </a:xfrm>
              <a:solidFill>
                <a:schemeClr val="tx1">
                  <a:lumMod val="65000"/>
                  <a:lumOff val="35000"/>
                </a:schemeClr>
              </a:solidFill>
            </p:grpSpPr>
            <p:sp>
              <p:nvSpPr>
                <p:cNvPr id="10821" name="流程图: 延期 565">
                  <a:extLst>
                    <a:ext uri="{FF2B5EF4-FFF2-40B4-BE49-F238E27FC236}">
                      <a16:creationId xmlns:a16="http://schemas.microsoft.com/office/drawing/2014/main" id="{15075B20-0D77-8157-DCD0-5ED9BAB313A6}"/>
                    </a:ext>
                  </a:extLst>
                </p:cNvPr>
                <p:cNvSpPr/>
                <p:nvPr/>
              </p:nvSpPr>
              <p:spPr>
                <a:xfrm rot="16200000">
                  <a:off x="6055866" y="185523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22" name="流程图: 接点 566">
                  <a:extLst>
                    <a:ext uri="{FF2B5EF4-FFF2-40B4-BE49-F238E27FC236}">
                      <a16:creationId xmlns:a16="http://schemas.microsoft.com/office/drawing/2014/main" id="{860173CF-63B6-88A4-4E16-AE8EA3B252AC}"/>
                    </a:ext>
                  </a:extLst>
                </p:cNvPr>
                <p:cNvSpPr/>
                <p:nvPr/>
              </p:nvSpPr>
              <p:spPr>
                <a:xfrm>
                  <a:off x="6360255" y="1948932"/>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820" name="矩形 10819">
                <a:extLst>
                  <a:ext uri="{FF2B5EF4-FFF2-40B4-BE49-F238E27FC236}">
                    <a16:creationId xmlns:a16="http://schemas.microsoft.com/office/drawing/2014/main" id="{6F69EAA9-F133-6A24-CC4D-4E6C48D4AF12}"/>
                  </a:ext>
                </a:extLst>
              </p:cNvPr>
              <p:cNvSpPr/>
              <p:nvPr/>
            </p:nvSpPr>
            <p:spPr>
              <a:xfrm>
                <a:off x="4841670" y="2498690"/>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904" name="组合 10903">
            <a:extLst>
              <a:ext uri="{FF2B5EF4-FFF2-40B4-BE49-F238E27FC236}">
                <a16:creationId xmlns:a16="http://schemas.microsoft.com/office/drawing/2014/main" id="{ACE4E9DB-A327-0609-12D4-DA3D9CE786E6}"/>
              </a:ext>
            </a:extLst>
          </p:cNvPr>
          <p:cNvGrpSpPr/>
          <p:nvPr/>
        </p:nvGrpSpPr>
        <p:grpSpPr>
          <a:xfrm>
            <a:off x="414891" y="1879317"/>
            <a:ext cx="2112108" cy="3035938"/>
            <a:chOff x="13073677" y="1583707"/>
            <a:chExt cx="2112108" cy="3035938"/>
          </a:xfrm>
        </p:grpSpPr>
        <p:grpSp>
          <p:nvGrpSpPr>
            <p:cNvPr id="10905" name="组合 10904">
              <a:extLst>
                <a:ext uri="{FF2B5EF4-FFF2-40B4-BE49-F238E27FC236}">
                  <a16:creationId xmlns:a16="http://schemas.microsoft.com/office/drawing/2014/main" id="{9155F1D0-A056-9EFA-D1B7-053B105DA75C}"/>
                </a:ext>
              </a:extLst>
            </p:cNvPr>
            <p:cNvGrpSpPr/>
            <p:nvPr/>
          </p:nvGrpSpPr>
          <p:grpSpPr>
            <a:xfrm>
              <a:off x="13073677" y="2600433"/>
              <a:ext cx="238182" cy="238003"/>
              <a:chOff x="5145960" y="4201202"/>
              <a:chExt cx="150892" cy="141375"/>
            </a:xfrm>
            <a:scene3d>
              <a:camera prst="orthographicFront">
                <a:rot lat="0" lon="5850000" rev="0"/>
              </a:camera>
              <a:lightRig rig="threePt" dir="t">
                <a:rot lat="0" lon="0" rev="0"/>
              </a:lightRig>
            </a:scene3d>
          </p:grpSpPr>
          <p:sp>
            <p:nvSpPr>
              <p:cNvPr id="10999" name="Oval 15540">
                <a:extLst>
                  <a:ext uri="{FF2B5EF4-FFF2-40B4-BE49-F238E27FC236}">
                    <a16:creationId xmlns:a16="http://schemas.microsoft.com/office/drawing/2014/main" id="{17025980-A320-E989-3C2E-4B7FA625199F}"/>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000" name="Line 15541">
                <a:extLst>
                  <a:ext uri="{FF2B5EF4-FFF2-40B4-BE49-F238E27FC236}">
                    <a16:creationId xmlns:a16="http://schemas.microsoft.com/office/drawing/2014/main" id="{C1D80203-FC70-2787-7B91-64FFC0CC2C54}"/>
                  </a:ext>
                </a:extLst>
              </p:cNvPr>
              <p:cNvCxnSpPr>
                <a:cxnSpLocks/>
                <a:stCxn id="10999" idx="1"/>
                <a:endCxn id="10999"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0906" name="组合 10905">
              <a:extLst>
                <a:ext uri="{FF2B5EF4-FFF2-40B4-BE49-F238E27FC236}">
                  <a16:creationId xmlns:a16="http://schemas.microsoft.com/office/drawing/2014/main" id="{5994D355-83DA-E910-2F4E-7953B065737E}"/>
                </a:ext>
              </a:extLst>
            </p:cNvPr>
            <p:cNvGrpSpPr/>
            <p:nvPr/>
          </p:nvGrpSpPr>
          <p:grpSpPr>
            <a:xfrm rot="5400000" flipV="1">
              <a:off x="14593914" y="3636244"/>
              <a:ext cx="304542" cy="232905"/>
              <a:chOff x="572796" y="3354769"/>
              <a:chExt cx="419388" cy="377309"/>
            </a:xfrm>
          </p:grpSpPr>
          <p:grpSp>
            <p:nvGrpSpPr>
              <p:cNvPr id="10980" name="组合 10979">
                <a:extLst>
                  <a:ext uri="{FF2B5EF4-FFF2-40B4-BE49-F238E27FC236}">
                    <a16:creationId xmlns:a16="http://schemas.microsoft.com/office/drawing/2014/main" id="{DCA9031F-B947-FA2A-97D2-EF32F09708D3}"/>
                  </a:ext>
                </a:extLst>
              </p:cNvPr>
              <p:cNvGrpSpPr/>
              <p:nvPr/>
            </p:nvGrpSpPr>
            <p:grpSpPr>
              <a:xfrm>
                <a:off x="572796" y="3354769"/>
                <a:ext cx="419388" cy="377309"/>
                <a:chOff x="3493877" y="4543338"/>
                <a:chExt cx="619038" cy="543169"/>
              </a:xfrm>
            </p:grpSpPr>
            <p:sp>
              <p:nvSpPr>
                <p:cNvPr id="10997" name="流程图: 接点 571">
                  <a:extLst>
                    <a:ext uri="{FF2B5EF4-FFF2-40B4-BE49-F238E27FC236}">
                      <a16:creationId xmlns:a16="http://schemas.microsoft.com/office/drawing/2014/main" id="{7EAFF9B5-3EA5-D415-6DCB-2255530D8A7A}"/>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98" name="流程图: 接点 572">
                  <a:extLst>
                    <a:ext uri="{FF2B5EF4-FFF2-40B4-BE49-F238E27FC236}">
                      <a16:creationId xmlns:a16="http://schemas.microsoft.com/office/drawing/2014/main" id="{824F03D3-FE8E-BD42-BBD5-72BDE69126AF}"/>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981" name="直线连接符 10980">
                <a:extLst>
                  <a:ext uri="{FF2B5EF4-FFF2-40B4-BE49-F238E27FC236}">
                    <a16:creationId xmlns:a16="http://schemas.microsoft.com/office/drawing/2014/main" id="{79AC9238-A300-4C4F-020F-91C110BBCCE3}"/>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2" name="直线连接符 10981">
                <a:extLst>
                  <a:ext uri="{FF2B5EF4-FFF2-40B4-BE49-F238E27FC236}">
                    <a16:creationId xmlns:a16="http://schemas.microsoft.com/office/drawing/2014/main" id="{6D454FB1-9951-31EC-A4A2-FBAA61956043}"/>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3" name="直线连接符 10982">
                <a:extLst>
                  <a:ext uri="{FF2B5EF4-FFF2-40B4-BE49-F238E27FC236}">
                    <a16:creationId xmlns:a16="http://schemas.microsoft.com/office/drawing/2014/main" id="{C2E6A541-C7C6-EF5A-E2E7-4529373C8EA0}"/>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4" name="直线连接符 10983">
                <a:extLst>
                  <a:ext uri="{FF2B5EF4-FFF2-40B4-BE49-F238E27FC236}">
                    <a16:creationId xmlns:a16="http://schemas.microsoft.com/office/drawing/2014/main" id="{EED74B98-BBFE-B9DA-53D4-29D4C57AD624}"/>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5" name="直线连接符 10984">
                <a:extLst>
                  <a:ext uri="{FF2B5EF4-FFF2-40B4-BE49-F238E27FC236}">
                    <a16:creationId xmlns:a16="http://schemas.microsoft.com/office/drawing/2014/main" id="{E0EB9946-4485-A13C-325B-7A445392923B}"/>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6" name="直线连接符 10985">
                <a:extLst>
                  <a:ext uri="{FF2B5EF4-FFF2-40B4-BE49-F238E27FC236}">
                    <a16:creationId xmlns:a16="http://schemas.microsoft.com/office/drawing/2014/main" id="{70CF3001-68FB-4E97-96F3-88FCBBAB6980}"/>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7" name="直线连接符 10986">
                <a:extLst>
                  <a:ext uri="{FF2B5EF4-FFF2-40B4-BE49-F238E27FC236}">
                    <a16:creationId xmlns:a16="http://schemas.microsoft.com/office/drawing/2014/main" id="{922CCFBE-8FF8-059F-CB1B-A3FD991FDE12}"/>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8" name="直线连接符 10987">
                <a:extLst>
                  <a:ext uri="{FF2B5EF4-FFF2-40B4-BE49-F238E27FC236}">
                    <a16:creationId xmlns:a16="http://schemas.microsoft.com/office/drawing/2014/main" id="{B74A8855-90E6-0F02-3AE2-FD07CB5495B3}"/>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89" name="直线连接符 10988">
                <a:extLst>
                  <a:ext uri="{FF2B5EF4-FFF2-40B4-BE49-F238E27FC236}">
                    <a16:creationId xmlns:a16="http://schemas.microsoft.com/office/drawing/2014/main" id="{2D734E95-9B0C-EF37-BB1E-BB8ED3079AA1}"/>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90" name="直线连接符 10989">
                <a:extLst>
                  <a:ext uri="{FF2B5EF4-FFF2-40B4-BE49-F238E27FC236}">
                    <a16:creationId xmlns:a16="http://schemas.microsoft.com/office/drawing/2014/main" id="{E9545EA5-361B-72FF-5BFC-7241DFD72A7F}"/>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91" name="直线连接符 10990">
                <a:extLst>
                  <a:ext uri="{FF2B5EF4-FFF2-40B4-BE49-F238E27FC236}">
                    <a16:creationId xmlns:a16="http://schemas.microsoft.com/office/drawing/2014/main" id="{4A192694-5024-B1F8-C3BB-BF0B4B5EA2B3}"/>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92" name="直线连接符 10991">
                <a:extLst>
                  <a:ext uri="{FF2B5EF4-FFF2-40B4-BE49-F238E27FC236}">
                    <a16:creationId xmlns:a16="http://schemas.microsoft.com/office/drawing/2014/main" id="{B2E4C929-7EE0-EB8E-2FDD-D21722743E9A}"/>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93" name="直线连接符 10992">
                <a:extLst>
                  <a:ext uri="{FF2B5EF4-FFF2-40B4-BE49-F238E27FC236}">
                    <a16:creationId xmlns:a16="http://schemas.microsoft.com/office/drawing/2014/main" id="{72C90042-4AE9-650A-DB45-E322E42EA199}"/>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94" name="直线连接符 10993">
                <a:extLst>
                  <a:ext uri="{FF2B5EF4-FFF2-40B4-BE49-F238E27FC236}">
                    <a16:creationId xmlns:a16="http://schemas.microsoft.com/office/drawing/2014/main" id="{DC07AA7A-7FBB-567B-BBFD-167009641DCB}"/>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995" name="直线连接符 10994">
                <a:extLst>
                  <a:ext uri="{FF2B5EF4-FFF2-40B4-BE49-F238E27FC236}">
                    <a16:creationId xmlns:a16="http://schemas.microsoft.com/office/drawing/2014/main" id="{D03BB4AF-AAB9-66A3-9285-38987A563A73}"/>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996" name="直线连接符 10995">
                <a:extLst>
                  <a:ext uri="{FF2B5EF4-FFF2-40B4-BE49-F238E27FC236}">
                    <a16:creationId xmlns:a16="http://schemas.microsoft.com/office/drawing/2014/main" id="{F6DFB756-2966-77FD-F446-BE8AA3B92B93}"/>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907" name="组合 10906">
              <a:extLst>
                <a:ext uri="{FF2B5EF4-FFF2-40B4-BE49-F238E27FC236}">
                  <a16:creationId xmlns:a16="http://schemas.microsoft.com/office/drawing/2014/main" id="{AF5C670D-8890-F58D-94E1-5BF1A34EE032}"/>
                </a:ext>
              </a:extLst>
            </p:cNvPr>
            <p:cNvGrpSpPr/>
            <p:nvPr/>
          </p:nvGrpSpPr>
          <p:grpSpPr>
            <a:xfrm>
              <a:off x="13669695" y="3010961"/>
              <a:ext cx="419388" cy="487204"/>
              <a:chOff x="5768619" y="3058692"/>
              <a:chExt cx="419388" cy="487204"/>
            </a:xfrm>
          </p:grpSpPr>
          <p:sp>
            <p:nvSpPr>
              <p:cNvPr id="10961" name="流程图: 接点 571">
                <a:extLst>
                  <a:ext uri="{FF2B5EF4-FFF2-40B4-BE49-F238E27FC236}">
                    <a16:creationId xmlns:a16="http://schemas.microsoft.com/office/drawing/2014/main" id="{BF1CA01D-FDBE-92F3-31B8-EAA77854B72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62" name="流程图: 接点 572">
                <a:extLst>
                  <a:ext uri="{FF2B5EF4-FFF2-40B4-BE49-F238E27FC236}">
                    <a16:creationId xmlns:a16="http://schemas.microsoft.com/office/drawing/2014/main" id="{B5E7FA42-9A67-5954-FE21-5A720A87542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963" name="直线连接符 10962">
                <a:extLst>
                  <a:ext uri="{FF2B5EF4-FFF2-40B4-BE49-F238E27FC236}">
                    <a16:creationId xmlns:a16="http://schemas.microsoft.com/office/drawing/2014/main" id="{06E19E09-A9BB-C21E-E03C-BAE18418B09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64" name="直线连接符 10963">
                <a:extLst>
                  <a:ext uri="{FF2B5EF4-FFF2-40B4-BE49-F238E27FC236}">
                    <a16:creationId xmlns:a16="http://schemas.microsoft.com/office/drawing/2014/main" id="{5D8937A2-EDC2-FC8F-38F3-15EC5F48975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65" name="直线连接符 10964">
                <a:extLst>
                  <a:ext uri="{FF2B5EF4-FFF2-40B4-BE49-F238E27FC236}">
                    <a16:creationId xmlns:a16="http://schemas.microsoft.com/office/drawing/2014/main" id="{7D20DCE9-FC1B-D472-8A93-B244FD144EC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66" name="直线连接符 10965">
                <a:extLst>
                  <a:ext uri="{FF2B5EF4-FFF2-40B4-BE49-F238E27FC236}">
                    <a16:creationId xmlns:a16="http://schemas.microsoft.com/office/drawing/2014/main" id="{959EFD97-12F1-A4FA-4073-AB0F5E58E92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67" name="直线连接符 10966">
                <a:extLst>
                  <a:ext uri="{FF2B5EF4-FFF2-40B4-BE49-F238E27FC236}">
                    <a16:creationId xmlns:a16="http://schemas.microsoft.com/office/drawing/2014/main" id="{4A37F173-048B-8F60-865E-1F99256C8721}"/>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68" name="直线连接符 10967">
                <a:extLst>
                  <a:ext uri="{FF2B5EF4-FFF2-40B4-BE49-F238E27FC236}">
                    <a16:creationId xmlns:a16="http://schemas.microsoft.com/office/drawing/2014/main" id="{04C10D11-BD8E-E2C5-241E-C5380D4339D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69" name="直线连接符 10968">
                <a:extLst>
                  <a:ext uri="{FF2B5EF4-FFF2-40B4-BE49-F238E27FC236}">
                    <a16:creationId xmlns:a16="http://schemas.microsoft.com/office/drawing/2014/main" id="{5F9823CB-6382-9746-4787-C3B599E959A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0" name="直线连接符 10969">
                <a:extLst>
                  <a:ext uri="{FF2B5EF4-FFF2-40B4-BE49-F238E27FC236}">
                    <a16:creationId xmlns:a16="http://schemas.microsoft.com/office/drawing/2014/main" id="{B06652AE-349A-F15E-9A32-A0E199099F8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1" name="直线连接符 10970">
                <a:extLst>
                  <a:ext uri="{FF2B5EF4-FFF2-40B4-BE49-F238E27FC236}">
                    <a16:creationId xmlns:a16="http://schemas.microsoft.com/office/drawing/2014/main" id="{EE155886-2E3F-82FC-6AB4-BF4F22D57AFD}"/>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2" name="直线连接符 10971">
                <a:extLst>
                  <a:ext uri="{FF2B5EF4-FFF2-40B4-BE49-F238E27FC236}">
                    <a16:creationId xmlns:a16="http://schemas.microsoft.com/office/drawing/2014/main" id="{2F20A23B-8DB5-F6F1-154C-EFAF0DC46A8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3" name="直线连接符 10972">
                <a:extLst>
                  <a:ext uri="{FF2B5EF4-FFF2-40B4-BE49-F238E27FC236}">
                    <a16:creationId xmlns:a16="http://schemas.microsoft.com/office/drawing/2014/main" id="{DC782C1A-BFDD-0008-A501-2D8237C4AEA4}"/>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4" name="直线连接符 10973">
                <a:extLst>
                  <a:ext uri="{FF2B5EF4-FFF2-40B4-BE49-F238E27FC236}">
                    <a16:creationId xmlns:a16="http://schemas.microsoft.com/office/drawing/2014/main" id="{BBE19FD8-1BDF-52EE-C072-37A82BE43BC6}"/>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5" name="直线连接符 10974">
                <a:extLst>
                  <a:ext uri="{FF2B5EF4-FFF2-40B4-BE49-F238E27FC236}">
                    <a16:creationId xmlns:a16="http://schemas.microsoft.com/office/drawing/2014/main" id="{FB7210F7-90C8-D595-E362-D013AE36E56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6" name="直线连接符 10975">
                <a:extLst>
                  <a:ext uri="{FF2B5EF4-FFF2-40B4-BE49-F238E27FC236}">
                    <a16:creationId xmlns:a16="http://schemas.microsoft.com/office/drawing/2014/main" id="{887DEDCC-923B-76FA-A199-C3653D41EB85}"/>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77" name="直线连接符 10976">
                <a:extLst>
                  <a:ext uri="{FF2B5EF4-FFF2-40B4-BE49-F238E27FC236}">
                    <a16:creationId xmlns:a16="http://schemas.microsoft.com/office/drawing/2014/main" id="{D9ECD14B-B936-CA68-186C-D0EC05F6F07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978" name="直线连接符 10977">
                <a:extLst>
                  <a:ext uri="{FF2B5EF4-FFF2-40B4-BE49-F238E27FC236}">
                    <a16:creationId xmlns:a16="http://schemas.microsoft.com/office/drawing/2014/main" id="{76FA4929-026F-1929-DF53-89308549066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979" name="直线连接符 10978">
                <a:extLst>
                  <a:ext uri="{FF2B5EF4-FFF2-40B4-BE49-F238E27FC236}">
                    <a16:creationId xmlns:a16="http://schemas.microsoft.com/office/drawing/2014/main" id="{DF11A239-55A9-B6CF-3D48-858FD7D94B2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0908" name="流程图: 接点 554">
              <a:extLst>
                <a:ext uri="{FF2B5EF4-FFF2-40B4-BE49-F238E27FC236}">
                  <a16:creationId xmlns:a16="http://schemas.microsoft.com/office/drawing/2014/main" id="{D721CABB-6BF7-52F2-7D86-B2216553A643}"/>
                </a:ext>
              </a:extLst>
            </p:cNvPr>
            <p:cNvSpPr/>
            <p:nvPr/>
          </p:nvSpPr>
          <p:spPr>
            <a:xfrm>
              <a:off x="13747092" y="3744398"/>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09" name="椭圆 10908">
              <a:extLst>
                <a:ext uri="{FF2B5EF4-FFF2-40B4-BE49-F238E27FC236}">
                  <a16:creationId xmlns:a16="http://schemas.microsoft.com/office/drawing/2014/main" id="{6D6F5FC4-DE9E-0B95-127A-26EA9C5A7F68}"/>
                </a:ext>
              </a:extLst>
            </p:cNvPr>
            <p:cNvSpPr/>
            <p:nvPr/>
          </p:nvSpPr>
          <p:spPr>
            <a:xfrm>
              <a:off x="13575731" y="3297651"/>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10" name="流程图: 接点 556">
              <a:extLst>
                <a:ext uri="{FF2B5EF4-FFF2-40B4-BE49-F238E27FC236}">
                  <a16:creationId xmlns:a16="http://schemas.microsoft.com/office/drawing/2014/main" id="{1E446CA1-A202-E27F-D4F6-72274E8F884F}"/>
                </a:ext>
              </a:extLst>
            </p:cNvPr>
            <p:cNvSpPr/>
            <p:nvPr/>
          </p:nvSpPr>
          <p:spPr>
            <a:xfrm>
              <a:off x="13700719" y="2919118"/>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911" name="组合 10910">
              <a:extLst>
                <a:ext uri="{FF2B5EF4-FFF2-40B4-BE49-F238E27FC236}">
                  <a16:creationId xmlns:a16="http://schemas.microsoft.com/office/drawing/2014/main" id="{4B4A90C1-83D9-4BAF-B096-9061F4D7A450}"/>
                </a:ext>
              </a:extLst>
            </p:cNvPr>
            <p:cNvGrpSpPr/>
            <p:nvPr/>
          </p:nvGrpSpPr>
          <p:grpSpPr>
            <a:xfrm>
              <a:off x="13696147" y="3236736"/>
              <a:ext cx="419388" cy="487204"/>
              <a:chOff x="5768619" y="3058692"/>
              <a:chExt cx="419388" cy="487204"/>
            </a:xfrm>
          </p:grpSpPr>
          <p:sp>
            <p:nvSpPr>
              <p:cNvPr id="10942" name="流程图: 接点 571">
                <a:extLst>
                  <a:ext uri="{FF2B5EF4-FFF2-40B4-BE49-F238E27FC236}">
                    <a16:creationId xmlns:a16="http://schemas.microsoft.com/office/drawing/2014/main" id="{121A2147-1F69-BE82-4032-0F32EF108AD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43" name="流程图: 接点 572">
                <a:extLst>
                  <a:ext uri="{FF2B5EF4-FFF2-40B4-BE49-F238E27FC236}">
                    <a16:creationId xmlns:a16="http://schemas.microsoft.com/office/drawing/2014/main" id="{656E9785-2724-7508-2424-D427313DE75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944" name="直线连接符 10943">
                <a:extLst>
                  <a:ext uri="{FF2B5EF4-FFF2-40B4-BE49-F238E27FC236}">
                    <a16:creationId xmlns:a16="http://schemas.microsoft.com/office/drawing/2014/main" id="{E5CE7154-F441-665C-3965-0482761DFCD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45" name="直线连接符 10944">
                <a:extLst>
                  <a:ext uri="{FF2B5EF4-FFF2-40B4-BE49-F238E27FC236}">
                    <a16:creationId xmlns:a16="http://schemas.microsoft.com/office/drawing/2014/main" id="{52875D58-C49A-B51B-F4D7-513ABB4132AF}"/>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46" name="直线连接符 10945">
                <a:extLst>
                  <a:ext uri="{FF2B5EF4-FFF2-40B4-BE49-F238E27FC236}">
                    <a16:creationId xmlns:a16="http://schemas.microsoft.com/office/drawing/2014/main" id="{3B940D81-F48A-B8F2-4A8F-BBD7A3C11015}"/>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47" name="直线连接符 10946">
                <a:extLst>
                  <a:ext uri="{FF2B5EF4-FFF2-40B4-BE49-F238E27FC236}">
                    <a16:creationId xmlns:a16="http://schemas.microsoft.com/office/drawing/2014/main" id="{5284DFA5-6BF3-FE2C-1371-4CC8E668D55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48" name="直线连接符 10947">
                <a:extLst>
                  <a:ext uri="{FF2B5EF4-FFF2-40B4-BE49-F238E27FC236}">
                    <a16:creationId xmlns:a16="http://schemas.microsoft.com/office/drawing/2014/main" id="{D2A7F0B0-F9D4-B364-7513-868673E1699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49" name="直线连接符 10948">
                <a:extLst>
                  <a:ext uri="{FF2B5EF4-FFF2-40B4-BE49-F238E27FC236}">
                    <a16:creationId xmlns:a16="http://schemas.microsoft.com/office/drawing/2014/main" id="{8B908EE4-E7F3-559D-0069-201F4E2FEA9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0" name="直线连接符 10949">
                <a:extLst>
                  <a:ext uri="{FF2B5EF4-FFF2-40B4-BE49-F238E27FC236}">
                    <a16:creationId xmlns:a16="http://schemas.microsoft.com/office/drawing/2014/main" id="{34DA0A1A-3738-F088-D363-2E3BAB0BA30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1" name="直线连接符 10950">
                <a:extLst>
                  <a:ext uri="{FF2B5EF4-FFF2-40B4-BE49-F238E27FC236}">
                    <a16:creationId xmlns:a16="http://schemas.microsoft.com/office/drawing/2014/main" id="{3F278D5A-2222-9A77-5273-E4773F80A56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2" name="直线连接符 10951">
                <a:extLst>
                  <a:ext uri="{FF2B5EF4-FFF2-40B4-BE49-F238E27FC236}">
                    <a16:creationId xmlns:a16="http://schemas.microsoft.com/office/drawing/2014/main" id="{1DF00A3F-5271-31A6-1834-B089CA59B98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3" name="直线连接符 10952">
                <a:extLst>
                  <a:ext uri="{FF2B5EF4-FFF2-40B4-BE49-F238E27FC236}">
                    <a16:creationId xmlns:a16="http://schemas.microsoft.com/office/drawing/2014/main" id="{A9995224-AD6F-8B1F-8EC7-C6A3D9F4C84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4" name="直线连接符 10953">
                <a:extLst>
                  <a:ext uri="{FF2B5EF4-FFF2-40B4-BE49-F238E27FC236}">
                    <a16:creationId xmlns:a16="http://schemas.microsoft.com/office/drawing/2014/main" id="{34037036-6758-518A-35F0-2DA0A77299E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5" name="直线连接符 10954">
                <a:extLst>
                  <a:ext uri="{FF2B5EF4-FFF2-40B4-BE49-F238E27FC236}">
                    <a16:creationId xmlns:a16="http://schemas.microsoft.com/office/drawing/2014/main" id="{9D83AB16-F8D7-9199-1BCE-5DAA2A4F0FE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6" name="直线连接符 10955">
                <a:extLst>
                  <a:ext uri="{FF2B5EF4-FFF2-40B4-BE49-F238E27FC236}">
                    <a16:creationId xmlns:a16="http://schemas.microsoft.com/office/drawing/2014/main" id="{4A8E35F6-99E3-F138-C11A-C6BEB2823330}"/>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7" name="直线连接符 10956">
                <a:extLst>
                  <a:ext uri="{FF2B5EF4-FFF2-40B4-BE49-F238E27FC236}">
                    <a16:creationId xmlns:a16="http://schemas.microsoft.com/office/drawing/2014/main" id="{7A449997-6A82-4657-B2A3-E11E8097D0DA}"/>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58" name="直线连接符 10957">
                <a:extLst>
                  <a:ext uri="{FF2B5EF4-FFF2-40B4-BE49-F238E27FC236}">
                    <a16:creationId xmlns:a16="http://schemas.microsoft.com/office/drawing/2014/main" id="{17B875A0-5570-171A-0122-E3243BE4247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959" name="直线连接符 10958">
                <a:extLst>
                  <a:ext uri="{FF2B5EF4-FFF2-40B4-BE49-F238E27FC236}">
                    <a16:creationId xmlns:a16="http://schemas.microsoft.com/office/drawing/2014/main" id="{2D72B3C8-B689-7E2C-D371-2729DA62B9B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960" name="直线连接符 10959">
                <a:extLst>
                  <a:ext uri="{FF2B5EF4-FFF2-40B4-BE49-F238E27FC236}">
                    <a16:creationId xmlns:a16="http://schemas.microsoft.com/office/drawing/2014/main" id="{EF1D85D8-7997-573E-534B-51CF0E8C08C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912" name="组合 10911">
              <a:extLst>
                <a:ext uri="{FF2B5EF4-FFF2-40B4-BE49-F238E27FC236}">
                  <a16:creationId xmlns:a16="http://schemas.microsoft.com/office/drawing/2014/main" id="{32E62315-DC8F-CBBD-FE79-76A124A2CF94}"/>
                </a:ext>
              </a:extLst>
            </p:cNvPr>
            <p:cNvGrpSpPr/>
            <p:nvPr/>
          </p:nvGrpSpPr>
          <p:grpSpPr>
            <a:xfrm>
              <a:off x="14694684" y="3163655"/>
              <a:ext cx="419388" cy="487204"/>
              <a:chOff x="5768619" y="3058692"/>
              <a:chExt cx="419388" cy="487204"/>
            </a:xfrm>
          </p:grpSpPr>
          <p:sp>
            <p:nvSpPr>
              <p:cNvPr id="10923" name="流程图: 接点 571">
                <a:extLst>
                  <a:ext uri="{FF2B5EF4-FFF2-40B4-BE49-F238E27FC236}">
                    <a16:creationId xmlns:a16="http://schemas.microsoft.com/office/drawing/2014/main" id="{354C0EDC-92A3-7A82-4063-FE6BADFEE105}"/>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24" name="流程图: 接点 572">
                <a:extLst>
                  <a:ext uri="{FF2B5EF4-FFF2-40B4-BE49-F238E27FC236}">
                    <a16:creationId xmlns:a16="http://schemas.microsoft.com/office/drawing/2014/main" id="{2144EE37-D663-3AE4-A4B4-EC8D9FBD6BC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925" name="直线连接符 10924">
                <a:extLst>
                  <a:ext uri="{FF2B5EF4-FFF2-40B4-BE49-F238E27FC236}">
                    <a16:creationId xmlns:a16="http://schemas.microsoft.com/office/drawing/2014/main" id="{D15CE3E8-0B88-F234-FD4E-65B2C4DF83A7}"/>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26" name="直线连接符 10925">
                <a:extLst>
                  <a:ext uri="{FF2B5EF4-FFF2-40B4-BE49-F238E27FC236}">
                    <a16:creationId xmlns:a16="http://schemas.microsoft.com/office/drawing/2014/main" id="{2E148E66-570C-4017-B724-4B0B32CB2C2E}"/>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27" name="直线连接符 10926">
                <a:extLst>
                  <a:ext uri="{FF2B5EF4-FFF2-40B4-BE49-F238E27FC236}">
                    <a16:creationId xmlns:a16="http://schemas.microsoft.com/office/drawing/2014/main" id="{63DF7441-C9F6-BCE3-F64E-3C4E13B3AD9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28" name="直线连接符 10927">
                <a:extLst>
                  <a:ext uri="{FF2B5EF4-FFF2-40B4-BE49-F238E27FC236}">
                    <a16:creationId xmlns:a16="http://schemas.microsoft.com/office/drawing/2014/main" id="{A60514DB-C54F-076B-4ABF-C6B7586B520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29" name="直线连接符 10928">
                <a:extLst>
                  <a:ext uri="{FF2B5EF4-FFF2-40B4-BE49-F238E27FC236}">
                    <a16:creationId xmlns:a16="http://schemas.microsoft.com/office/drawing/2014/main" id="{76CFC88A-2F1B-5C54-1653-57305C64FC9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0" name="直线连接符 10929">
                <a:extLst>
                  <a:ext uri="{FF2B5EF4-FFF2-40B4-BE49-F238E27FC236}">
                    <a16:creationId xmlns:a16="http://schemas.microsoft.com/office/drawing/2014/main" id="{3F6D9952-18C7-615D-CA37-3D4984CA382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1" name="直线连接符 10930">
                <a:extLst>
                  <a:ext uri="{FF2B5EF4-FFF2-40B4-BE49-F238E27FC236}">
                    <a16:creationId xmlns:a16="http://schemas.microsoft.com/office/drawing/2014/main" id="{8C4CF6FE-005B-7851-D524-925C21C636B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2" name="直线连接符 10931">
                <a:extLst>
                  <a:ext uri="{FF2B5EF4-FFF2-40B4-BE49-F238E27FC236}">
                    <a16:creationId xmlns:a16="http://schemas.microsoft.com/office/drawing/2014/main" id="{068735DD-D18F-5CD9-9407-726BEEA7C837}"/>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3" name="直线连接符 10932">
                <a:extLst>
                  <a:ext uri="{FF2B5EF4-FFF2-40B4-BE49-F238E27FC236}">
                    <a16:creationId xmlns:a16="http://schemas.microsoft.com/office/drawing/2014/main" id="{76F623F0-9FC6-0230-236C-4DF113DD2F7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4" name="直线连接符 10933">
                <a:extLst>
                  <a:ext uri="{FF2B5EF4-FFF2-40B4-BE49-F238E27FC236}">
                    <a16:creationId xmlns:a16="http://schemas.microsoft.com/office/drawing/2014/main" id="{2BCFDDF8-8530-8F26-CE2F-6F47B360166D}"/>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5" name="直线连接符 10934">
                <a:extLst>
                  <a:ext uri="{FF2B5EF4-FFF2-40B4-BE49-F238E27FC236}">
                    <a16:creationId xmlns:a16="http://schemas.microsoft.com/office/drawing/2014/main" id="{700E38EB-3646-C5C1-DC1B-D01619263F7D}"/>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6" name="直线连接符 10935">
                <a:extLst>
                  <a:ext uri="{FF2B5EF4-FFF2-40B4-BE49-F238E27FC236}">
                    <a16:creationId xmlns:a16="http://schemas.microsoft.com/office/drawing/2014/main" id="{9CB781A6-0FC6-D7AE-1054-52A9469C6268}"/>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7" name="直线连接符 10936">
                <a:extLst>
                  <a:ext uri="{FF2B5EF4-FFF2-40B4-BE49-F238E27FC236}">
                    <a16:creationId xmlns:a16="http://schemas.microsoft.com/office/drawing/2014/main" id="{F1734E45-A6A9-6700-C4C1-CE9F1A95FD90}"/>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8" name="直线连接符 10937">
                <a:extLst>
                  <a:ext uri="{FF2B5EF4-FFF2-40B4-BE49-F238E27FC236}">
                    <a16:creationId xmlns:a16="http://schemas.microsoft.com/office/drawing/2014/main" id="{08D9B80A-F19E-7281-9121-8A78C1DF017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39" name="直线连接符 10938">
                <a:extLst>
                  <a:ext uri="{FF2B5EF4-FFF2-40B4-BE49-F238E27FC236}">
                    <a16:creationId xmlns:a16="http://schemas.microsoft.com/office/drawing/2014/main" id="{00ECC9EA-7958-2066-A3F4-0A54BA0495EA}"/>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940" name="直线连接符 10939">
                <a:extLst>
                  <a:ext uri="{FF2B5EF4-FFF2-40B4-BE49-F238E27FC236}">
                    <a16:creationId xmlns:a16="http://schemas.microsoft.com/office/drawing/2014/main" id="{46EB2525-C5A1-764C-BB01-F38591861A4A}"/>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941" name="直线连接符 10940">
                <a:extLst>
                  <a:ext uri="{FF2B5EF4-FFF2-40B4-BE49-F238E27FC236}">
                    <a16:creationId xmlns:a16="http://schemas.microsoft.com/office/drawing/2014/main" id="{8307B4B1-EEA9-DBC8-6208-629F44F8087C}"/>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913" name="组合 10912">
              <a:extLst>
                <a:ext uri="{FF2B5EF4-FFF2-40B4-BE49-F238E27FC236}">
                  <a16:creationId xmlns:a16="http://schemas.microsoft.com/office/drawing/2014/main" id="{89193606-4EC5-294E-FD80-63AAD64C5251}"/>
                </a:ext>
              </a:extLst>
            </p:cNvPr>
            <p:cNvGrpSpPr/>
            <p:nvPr/>
          </p:nvGrpSpPr>
          <p:grpSpPr>
            <a:xfrm>
              <a:off x="13211944" y="2082795"/>
              <a:ext cx="1973841" cy="1732229"/>
              <a:chOff x="7707547" y="3116283"/>
              <a:chExt cx="2913493" cy="2493706"/>
            </a:xfrm>
          </p:grpSpPr>
          <p:sp>
            <p:nvSpPr>
              <p:cNvPr id="10919" name="流程图: 接点 567">
                <a:extLst>
                  <a:ext uri="{FF2B5EF4-FFF2-40B4-BE49-F238E27FC236}">
                    <a16:creationId xmlns:a16="http://schemas.microsoft.com/office/drawing/2014/main" id="{2C18231D-F0B8-BF8C-E9DF-B4A1DE0B0DB1}"/>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20" name="流程图: 接点 568">
                <a:extLst>
                  <a:ext uri="{FF2B5EF4-FFF2-40B4-BE49-F238E27FC236}">
                    <a16:creationId xmlns:a16="http://schemas.microsoft.com/office/drawing/2014/main" id="{11171EBA-1192-F292-C383-25E2B0B5BC95}"/>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21" name="椭圆 10920">
                <a:extLst>
                  <a:ext uri="{FF2B5EF4-FFF2-40B4-BE49-F238E27FC236}">
                    <a16:creationId xmlns:a16="http://schemas.microsoft.com/office/drawing/2014/main" id="{78C45CF6-0062-6D44-1D02-B5A6D3967597}"/>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22" name="椭圆 10921">
                <a:extLst>
                  <a:ext uri="{FF2B5EF4-FFF2-40B4-BE49-F238E27FC236}">
                    <a16:creationId xmlns:a16="http://schemas.microsoft.com/office/drawing/2014/main" id="{8AEBC5D6-3476-6E6C-EC2D-1CF25D2F0F02}"/>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914" name="组合 10913">
              <a:extLst>
                <a:ext uri="{FF2B5EF4-FFF2-40B4-BE49-F238E27FC236}">
                  <a16:creationId xmlns:a16="http://schemas.microsoft.com/office/drawing/2014/main" id="{90CD402D-9CA3-45AF-ED95-EFE564F1A148}"/>
                </a:ext>
              </a:extLst>
            </p:cNvPr>
            <p:cNvGrpSpPr/>
            <p:nvPr/>
          </p:nvGrpSpPr>
          <p:grpSpPr>
            <a:xfrm>
              <a:off x="13777634" y="1583707"/>
              <a:ext cx="1057503" cy="1052174"/>
              <a:chOff x="4832657" y="1812510"/>
              <a:chExt cx="875803" cy="967646"/>
            </a:xfrm>
            <a:scene3d>
              <a:camera prst="orthographicFront">
                <a:rot lat="600000" lon="14850000" rev="0"/>
              </a:camera>
              <a:lightRig rig="threePt" dir="t"/>
            </a:scene3d>
          </p:grpSpPr>
          <p:grpSp>
            <p:nvGrpSpPr>
              <p:cNvPr id="10915" name="组合 10914">
                <a:extLst>
                  <a:ext uri="{FF2B5EF4-FFF2-40B4-BE49-F238E27FC236}">
                    <a16:creationId xmlns:a16="http://schemas.microsoft.com/office/drawing/2014/main" id="{B7E4B1FD-2FD2-89B2-4890-38605FF022A7}"/>
                  </a:ext>
                </a:extLst>
              </p:cNvPr>
              <p:cNvGrpSpPr/>
              <p:nvPr/>
            </p:nvGrpSpPr>
            <p:grpSpPr>
              <a:xfrm>
                <a:off x="4832660" y="1812510"/>
                <a:ext cx="875800" cy="951265"/>
                <a:chOff x="6142141" y="1789689"/>
                <a:chExt cx="1527262" cy="1731253"/>
              </a:xfrm>
              <a:solidFill>
                <a:schemeClr val="tx1">
                  <a:lumMod val="65000"/>
                  <a:lumOff val="35000"/>
                </a:schemeClr>
              </a:solidFill>
            </p:grpSpPr>
            <p:sp>
              <p:nvSpPr>
                <p:cNvPr id="10917" name="流程图: 延期 565">
                  <a:extLst>
                    <a:ext uri="{FF2B5EF4-FFF2-40B4-BE49-F238E27FC236}">
                      <a16:creationId xmlns:a16="http://schemas.microsoft.com/office/drawing/2014/main" id="{04C39F89-4E5D-257D-51DE-1F881BF6289E}"/>
                    </a:ext>
                  </a:extLst>
                </p:cNvPr>
                <p:cNvSpPr/>
                <p:nvPr/>
              </p:nvSpPr>
              <p:spPr>
                <a:xfrm rot="16200000">
                  <a:off x="6040145" y="189168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18" name="流程图: 接点 566">
                  <a:extLst>
                    <a:ext uri="{FF2B5EF4-FFF2-40B4-BE49-F238E27FC236}">
                      <a16:creationId xmlns:a16="http://schemas.microsoft.com/office/drawing/2014/main" id="{0D0DA856-05A1-663B-F748-DA97A84C0A10}"/>
                    </a:ext>
                  </a:extLst>
                </p:cNvPr>
                <p:cNvSpPr/>
                <p:nvPr/>
              </p:nvSpPr>
              <p:spPr>
                <a:xfrm>
                  <a:off x="6344533" y="198537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916" name="矩形 10915">
                <a:extLst>
                  <a:ext uri="{FF2B5EF4-FFF2-40B4-BE49-F238E27FC236}">
                    <a16:creationId xmlns:a16="http://schemas.microsoft.com/office/drawing/2014/main" id="{4E7C4AC6-1ED1-CF71-1D5D-A26DD8101354}"/>
                  </a:ext>
                </a:extLst>
              </p:cNvPr>
              <p:cNvSpPr/>
              <p:nvPr/>
            </p:nvSpPr>
            <p:spPr>
              <a:xfrm>
                <a:off x="4832657" y="251871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1001" name="组合 11000">
            <a:extLst>
              <a:ext uri="{FF2B5EF4-FFF2-40B4-BE49-F238E27FC236}">
                <a16:creationId xmlns:a16="http://schemas.microsoft.com/office/drawing/2014/main" id="{DE0907DD-2B00-2910-FCC7-0DECE01E6CB6}"/>
              </a:ext>
            </a:extLst>
          </p:cNvPr>
          <p:cNvGrpSpPr/>
          <p:nvPr/>
        </p:nvGrpSpPr>
        <p:grpSpPr>
          <a:xfrm>
            <a:off x="377323" y="1867997"/>
            <a:ext cx="2149144" cy="3047258"/>
            <a:chOff x="15547935" y="1652325"/>
            <a:chExt cx="2149144" cy="3047258"/>
          </a:xfrm>
        </p:grpSpPr>
        <p:grpSp>
          <p:nvGrpSpPr>
            <p:cNvPr id="11002" name="组合 11001">
              <a:extLst>
                <a:ext uri="{FF2B5EF4-FFF2-40B4-BE49-F238E27FC236}">
                  <a16:creationId xmlns:a16="http://schemas.microsoft.com/office/drawing/2014/main" id="{5D8931C9-DC76-8390-C309-BB764D771133}"/>
                </a:ext>
              </a:extLst>
            </p:cNvPr>
            <p:cNvGrpSpPr/>
            <p:nvPr/>
          </p:nvGrpSpPr>
          <p:grpSpPr>
            <a:xfrm>
              <a:off x="16133125" y="3107972"/>
              <a:ext cx="419388" cy="487204"/>
              <a:chOff x="5768619" y="3058692"/>
              <a:chExt cx="419388" cy="487204"/>
            </a:xfrm>
          </p:grpSpPr>
          <p:sp>
            <p:nvSpPr>
              <p:cNvPr id="11059" name="流程图: 接点 571">
                <a:extLst>
                  <a:ext uri="{FF2B5EF4-FFF2-40B4-BE49-F238E27FC236}">
                    <a16:creationId xmlns:a16="http://schemas.microsoft.com/office/drawing/2014/main" id="{4839BD60-81AB-F4A5-CA2A-C5E220A9725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1060" name="流程图: 接点 572">
                <a:extLst>
                  <a:ext uri="{FF2B5EF4-FFF2-40B4-BE49-F238E27FC236}">
                    <a16:creationId xmlns:a16="http://schemas.microsoft.com/office/drawing/2014/main" id="{E5973B21-B27D-BD0D-B729-7EEA86EA9A9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11061" name="直线连接符 11060">
                <a:extLst>
                  <a:ext uri="{FF2B5EF4-FFF2-40B4-BE49-F238E27FC236}">
                    <a16:creationId xmlns:a16="http://schemas.microsoft.com/office/drawing/2014/main" id="{3802FB40-10E4-4EFC-29F8-D8E1A7BC70E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2" name="直线连接符 11061">
                <a:extLst>
                  <a:ext uri="{FF2B5EF4-FFF2-40B4-BE49-F238E27FC236}">
                    <a16:creationId xmlns:a16="http://schemas.microsoft.com/office/drawing/2014/main" id="{A97DA5F4-931D-A47A-38E7-1B2375B91697}"/>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3" name="直线连接符 11062">
                <a:extLst>
                  <a:ext uri="{FF2B5EF4-FFF2-40B4-BE49-F238E27FC236}">
                    <a16:creationId xmlns:a16="http://schemas.microsoft.com/office/drawing/2014/main" id="{1D756590-3564-32D7-8E5C-572D60AE3D7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4" name="直线连接符 11063">
                <a:extLst>
                  <a:ext uri="{FF2B5EF4-FFF2-40B4-BE49-F238E27FC236}">
                    <a16:creationId xmlns:a16="http://schemas.microsoft.com/office/drawing/2014/main" id="{3DE663EB-81D9-A21F-74B9-F6F2C503F00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5" name="直线连接符 11064">
                <a:extLst>
                  <a:ext uri="{FF2B5EF4-FFF2-40B4-BE49-F238E27FC236}">
                    <a16:creationId xmlns:a16="http://schemas.microsoft.com/office/drawing/2014/main" id="{C05A4433-2528-53B1-C549-09B05468BDD1}"/>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6" name="直线连接符 11065">
                <a:extLst>
                  <a:ext uri="{FF2B5EF4-FFF2-40B4-BE49-F238E27FC236}">
                    <a16:creationId xmlns:a16="http://schemas.microsoft.com/office/drawing/2014/main" id="{355BA725-6BED-51E1-BB5D-AB659F61B34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7" name="直线连接符 11066">
                <a:extLst>
                  <a:ext uri="{FF2B5EF4-FFF2-40B4-BE49-F238E27FC236}">
                    <a16:creationId xmlns:a16="http://schemas.microsoft.com/office/drawing/2014/main" id="{ED5F3620-4397-7B9B-1121-8BD4602486D7}"/>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8" name="直线连接符 11067">
                <a:extLst>
                  <a:ext uri="{FF2B5EF4-FFF2-40B4-BE49-F238E27FC236}">
                    <a16:creationId xmlns:a16="http://schemas.microsoft.com/office/drawing/2014/main" id="{7E4B7022-BBDB-835A-8764-2E4EA132D1E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69" name="直线连接符 11068">
                <a:extLst>
                  <a:ext uri="{FF2B5EF4-FFF2-40B4-BE49-F238E27FC236}">
                    <a16:creationId xmlns:a16="http://schemas.microsoft.com/office/drawing/2014/main" id="{8304FC49-C142-4349-E884-E05551FBA01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70" name="直线连接符 11069">
                <a:extLst>
                  <a:ext uri="{FF2B5EF4-FFF2-40B4-BE49-F238E27FC236}">
                    <a16:creationId xmlns:a16="http://schemas.microsoft.com/office/drawing/2014/main" id="{5681746B-02FB-150A-7F07-4F8BEE664FC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71" name="直线连接符 11070">
                <a:extLst>
                  <a:ext uri="{FF2B5EF4-FFF2-40B4-BE49-F238E27FC236}">
                    <a16:creationId xmlns:a16="http://schemas.microsoft.com/office/drawing/2014/main" id="{F9ECC0FD-4E10-EACE-D2A0-20593193A85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72" name="直线连接符 11071">
                <a:extLst>
                  <a:ext uri="{FF2B5EF4-FFF2-40B4-BE49-F238E27FC236}">
                    <a16:creationId xmlns:a16="http://schemas.microsoft.com/office/drawing/2014/main" id="{B7F5B32E-5215-B0C0-B354-AB0CAFF974C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73" name="直线连接符 11072">
                <a:extLst>
                  <a:ext uri="{FF2B5EF4-FFF2-40B4-BE49-F238E27FC236}">
                    <a16:creationId xmlns:a16="http://schemas.microsoft.com/office/drawing/2014/main" id="{FD2664D6-5A20-D9C1-E9D1-0918CC54709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74" name="直线连接符 11073">
                <a:extLst>
                  <a:ext uri="{FF2B5EF4-FFF2-40B4-BE49-F238E27FC236}">
                    <a16:creationId xmlns:a16="http://schemas.microsoft.com/office/drawing/2014/main" id="{20C0F2D8-E8BE-AC9E-FD26-B142AA2C45A5}"/>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75" name="直线连接符 11074">
                <a:extLst>
                  <a:ext uri="{FF2B5EF4-FFF2-40B4-BE49-F238E27FC236}">
                    <a16:creationId xmlns:a16="http://schemas.microsoft.com/office/drawing/2014/main" id="{2793F4CC-707D-5547-7669-133BF139E58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076" name="直线连接符 11075">
                <a:extLst>
                  <a:ext uri="{FF2B5EF4-FFF2-40B4-BE49-F238E27FC236}">
                    <a16:creationId xmlns:a16="http://schemas.microsoft.com/office/drawing/2014/main" id="{8FE3C339-4955-9854-6613-58A034F1AC8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077" name="直线连接符 11076">
                <a:extLst>
                  <a:ext uri="{FF2B5EF4-FFF2-40B4-BE49-F238E27FC236}">
                    <a16:creationId xmlns:a16="http://schemas.microsoft.com/office/drawing/2014/main" id="{0E031EDC-AA2D-9C4D-3962-C4B4D85A8307}"/>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003" name="流程图: 接点 554">
              <a:extLst>
                <a:ext uri="{FF2B5EF4-FFF2-40B4-BE49-F238E27FC236}">
                  <a16:creationId xmlns:a16="http://schemas.microsoft.com/office/drawing/2014/main" id="{6301F8A7-45E4-452C-447D-CD9B0CB76879}"/>
                </a:ext>
              </a:extLst>
            </p:cNvPr>
            <p:cNvSpPr/>
            <p:nvPr/>
          </p:nvSpPr>
          <p:spPr>
            <a:xfrm>
              <a:off x="16258386" y="3824336"/>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04" name="椭圆 11003">
              <a:extLst>
                <a:ext uri="{FF2B5EF4-FFF2-40B4-BE49-F238E27FC236}">
                  <a16:creationId xmlns:a16="http://schemas.microsoft.com/office/drawing/2014/main" id="{CE79C057-C19C-76AD-4FE6-526DB1CF38A6}"/>
                </a:ext>
              </a:extLst>
            </p:cNvPr>
            <p:cNvSpPr/>
            <p:nvPr/>
          </p:nvSpPr>
          <p:spPr>
            <a:xfrm>
              <a:off x="16087025" y="3377589"/>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05" name="流程图: 接点 556">
              <a:extLst>
                <a:ext uri="{FF2B5EF4-FFF2-40B4-BE49-F238E27FC236}">
                  <a16:creationId xmlns:a16="http://schemas.microsoft.com/office/drawing/2014/main" id="{0F942372-A0DA-421F-5A8F-C415645D4DFB}"/>
                </a:ext>
              </a:extLst>
            </p:cNvPr>
            <p:cNvSpPr/>
            <p:nvPr/>
          </p:nvSpPr>
          <p:spPr>
            <a:xfrm>
              <a:off x="16212013" y="2999056"/>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006" name="组合 11005">
              <a:extLst>
                <a:ext uri="{FF2B5EF4-FFF2-40B4-BE49-F238E27FC236}">
                  <a16:creationId xmlns:a16="http://schemas.microsoft.com/office/drawing/2014/main" id="{2207F49E-DBF7-A6C0-97E1-45D87627F3FE}"/>
                </a:ext>
              </a:extLst>
            </p:cNvPr>
            <p:cNvGrpSpPr/>
            <p:nvPr/>
          </p:nvGrpSpPr>
          <p:grpSpPr>
            <a:xfrm>
              <a:off x="17240056" y="3212838"/>
              <a:ext cx="419388" cy="487204"/>
              <a:chOff x="5768619" y="3058692"/>
              <a:chExt cx="419388" cy="487204"/>
            </a:xfrm>
          </p:grpSpPr>
          <p:sp>
            <p:nvSpPr>
              <p:cNvPr id="11040" name="流程图: 接点 571">
                <a:extLst>
                  <a:ext uri="{FF2B5EF4-FFF2-40B4-BE49-F238E27FC236}">
                    <a16:creationId xmlns:a16="http://schemas.microsoft.com/office/drawing/2014/main" id="{FA4CC99C-EC53-2215-3930-2D0172893150}"/>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41" name="流程图: 接点 572">
                <a:extLst>
                  <a:ext uri="{FF2B5EF4-FFF2-40B4-BE49-F238E27FC236}">
                    <a16:creationId xmlns:a16="http://schemas.microsoft.com/office/drawing/2014/main" id="{3876B000-7795-F258-EFC4-5CAED743CEA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42" name="直线连接符 11041">
                <a:extLst>
                  <a:ext uri="{FF2B5EF4-FFF2-40B4-BE49-F238E27FC236}">
                    <a16:creationId xmlns:a16="http://schemas.microsoft.com/office/drawing/2014/main" id="{D7D450D2-5428-CE29-80AC-ED5B6EB787E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43" name="直线连接符 11042">
                <a:extLst>
                  <a:ext uri="{FF2B5EF4-FFF2-40B4-BE49-F238E27FC236}">
                    <a16:creationId xmlns:a16="http://schemas.microsoft.com/office/drawing/2014/main" id="{E07C95E5-2117-3C7F-45BD-406BD995DE8F}"/>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44" name="直线连接符 11043">
                <a:extLst>
                  <a:ext uri="{FF2B5EF4-FFF2-40B4-BE49-F238E27FC236}">
                    <a16:creationId xmlns:a16="http://schemas.microsoft.com/office/drawing/2014/main" id="{20B79431-67A4-D8F1-F15B-60F5188FF37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45" name="直线连接符 11044">
                <a:extLst>
                  <a:ext uri="{FF2B5EF4-FFF2-40B4-BE49-F238E27FC236}">
                    <a16:creationId xmlns:a16="http://schemas.microsoft.com/office/drawing/2014/main" id="{EADA6FCD-739F-24DA-AE61-6D3F5317FFF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46" name="直线连接符 11045">
                <a:extLst>
                  <a:ext uri="{FF2B5EF4-FFF2-40B4-BE49-F238E27FC236}">
                    <a16:creationId xmlns:a16="http://schemas.microsoft.com/office/drawing/2014/main" id="{7054F971-D9C0-AE19-9C44-2E692AB0F8E0}"/>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47" name="直线连接符 11046">
                <a:extLst>
                  <a:ext uri="{FF2B5EF4-FFF2-40B4-BE49-F238E27FC236}">
                    <a16:creationId xmlns:a16="http://schemas.microsoft.com/office/drawing/2014/main" id="{AF45B32F-D7D5-87C6-5C72-19266454FB3D}"/>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48" name="直线连接符 11047">
                <a:extLst>
                  <a:ext uri="{FF2B5EF4-FFF2-40B4-BE49-F238E27FC236}">
                    <a16:creationId xmlns:a16="http://schemas.microsoft.com/office/drawing/2014/main" id="{4FDD1C1F-F6BA-BA4B-DF60-58C0707DAB9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49" name="直线连接符 11048">
                <a:extLst>
                  <a:ext uri="{FF2B5EF4-FFF2-40B4-BE49-F238E27FC236}">
                    <a16:creationId xmlns:a16="http://schemas.microsoft.com/office/drawing/2014/main" id="{58EDD3FA-6705-0B55-0552-68BA0737580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50" name="直线连接符 11049">
                <a:extLst>
                  <a:ext uri="{FF2B5EF4-FFF2-40B4-BE49-F238E27FC236}">
                    <a16:creationId xmlns:a16="http://schemas.microsoft.com/office/drawing/2014/main" id="{C91A84E7-6AB4-6739-1EEB-68E6D41E246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51" name="直线连接符 11050">
                <a:extLst>
                  <a:ext uri="{FF2B5EF4-FFF2-40B4-BE49-F238E27FC236}">
                    <a16:creationId xmlns:a16="http://schemas.microsoft.com/office/drawing/2014/main" id="{655B2F93-AD8F-54D5-78AB-0979D6EE2E9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52" name="直线连接符 11051">
                <a:extLst>
                  <a:ext uri="{FF2B5EF4-FFF2-40B4-BE49-F238E27FC236}">
                    <a16:creationId xmlns:a16="http://schemas.microsoft.com/office/drawing/2014/main" id="{39D92F1D-FBEC-C9BB-4665-428018E56C7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53" name="直线连接符 11052">
                <a:extLst>
                  <a:ext uri="{FF2B5EF4-FFF2-40B4-BE49-F238E27FC236}">
                    <a16:creationId xmlns:a16="http://schemas.microsoft.com/office/drawing/2014/main" id="{1ADF74D1-E9DC-78C4-17A7-3D345FB4AD06}"/>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54" name="直线连接符 11053">
                <a:extLst>
                  <a:ext uri="{FF2B5EF4-FFF2-40B4-BE49-F238E27FC236}">
                    <a16:creationId xmlns:a16="http://schemas.microsoft.com/office/drawing/2014/main" id="{A61A7776-C786-9B44-22AC-062D9071677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55" name="直线连接符 11054">
                <a:extLst>
                  <a:ext uri="{FF2B5EF4-FFF2-40B4-BE49-F238E27FC236}">
                    <a16:creationId xmlns:a16="http://schemas.microsoft.com/office/drawing/2014/main" id="{9C43FC41-AA00-8BA4-5111-548939190F6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56" name="直线连接符 11055">
                <a:extLst>
                  <a:ext uri="{FF2B5EF4-FFF2-40B4-BE49-F238E27FC236}">
                    <a16:creationId xmlns:a16="http://schemas.microsoft.com/office/drawing/2014/main" id="{4FB6A299-4DC8-AEC2-5101-C6E484477B9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057" name="直线连接符 11056">
                <a:extLst>
                  <a:ext uri="{FF2B5EF4-FFF2-40B4-BE49-F238E27FC236}">
                    <a16:creationId xmlns:a16="http://schemas.microsoft.com/office/drawing/2014/main" id="{9FB15851-2A2D-200F-66AF-ABBF8DB9013C}"/>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058" name="直线连接符 11057">
                <a:extLst>
                  <a:ext uri="{FF2B5EF4-FFF2-40B4-BE49-F238E27FC236}">
                    <a16:creationId xmlns:a16="http://schemas.microsoft.com/office/drawing/2014/main" id="{844C2260-6065-5783-1C0D-8087602FC5F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007" name="组合 11006">
              <a:extLst>
                <a:ext uri="{FF2B5EF4-FFF2-40B4-BE49-F238E27FC236}">
                  <a16:creationId xmlns:a16="http://schemas.microsoft.com/office/drawing/2014/main" id="{200632DD-2B78-1D86-3920-916125F2A748}"/>
                </a:ext>
              </a:extLst>
            </p:cNvPr>
            <p:cNvGrpSpPr/>
            <p:nvPr/>
          </p:nvGrpSpPr>
          <p:grpSpPr>
            <a:xfrm>
              <a:off x="15547935" y="2681115"/>
              <a:ext cx="238182" cy="238003"/>
              <a:chOff x="5145960" y="4201202"/>
              <a:chExt cx="150892" cy="141375"/>
            </a:xfrm>
            <a:scene3d>
              <a:camera prst="orthographicFront">
                <a:rot lat="0" lon="5400000" rev="0"/>
              </a:camera>
              <a:lightRig rig="threePt" dir="t">
                <a:rot lat="0" lon="0" rev="0"/>
              </a:lightRig>
            </a:scene3d>
          </p:grpSpPr>
          <p:sp>
            <p:nvSpPr>
              <p:cNvPr id="11038" name="Oval 15540">
                <a:extLst>
                  <a:ext uri="{FF2B5EF4-FFF2-40B4-BE49-F238E27FC236}">
                    <a16:creationId xmlns:a16="http://schemas.microsoft.com/office/drawing/2014/main" id="{B00E51FF-681D-B2EC-2933-22AECE4F6F18}"/>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039" name="Line 15541">
                <a:extLst>
                  <a:ext uri="{FF2B5EF4-FFF2-40B4-BE49-F238E27FC236}">
                    <a16:creationId xmlns:a16="http://schemas.microsoft.com/office/drawing/2014/main" id="{D84CF7AB-A250-8DB2-66C1-A50BC6C24C83}"/>
                  </a:ext>
                </a:extLst>
              </p:cNvPr>
              <p:cNvCxnSpPr>
                <a:cxnSpLocks/>
                <a:stCxn id="11038" idx="1"/>
                <a:endCxn id="11038"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1008" name="组合 11007">
              <a:extLst>
                <a:ext uri="{FF2B5EF4-FFF2-40B4-BE49-F238E27FC236}">
                  <a16:creationId xmlns:a16="http://schemas.microsoft.com/office/drawing/2014/main" id="{78BE3217-7C2B-8414-2A84-085C324F7ADF}"/>
                </a:ext>
              </a:extLst>
            </p:cNvPr>
            <p:cNvGrpSpPr/>
            <p:nvPr/>
          </p:nvGrpSpPr>
          <p:grpSpPr>
            <a:xfrm>
              <a:off x="16294252" y="3318673"/>
              <a:ext cx="419388" cy="487204"/>
              <a:chOff x="5768619" y="3058692"/>
              <a:chExt cx="419388" cy="487204"/>
            </a:xfrm>
          </p:grpSpPr>
          <p:sp>
            <p:nvSpPr>
              <p:cNvPr id="11019" name="流程图: 接点 571">
                <a:extLst>
                  <a:ext uri="{FF2B5EF4-FFF2-40B4-BE49-F238E27FC236}">
                    <a16:creationId xmlns:a16="http://schemas.microsoft.com/office/drawing/2014/main" id="{186495F7-D04F-8634-A168-271138C080A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1020" name="流程图: 接点 572">
                <a:extLst>
                  <a:ext uri="{FF2B5EF4-FFF2-40B4-BE49-F238E27FC236}">
                    <a16:creationId xmlns:a16="http://schemas.microsoft.com/office/drawing/2014/main" id="{309F1E52-DD94-D099-8D3F-393AF774B001}"/>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11021" name="直线连接符 11020">
                <a:extLst>
                  <a:ext uri="{FF2B5EF4-FFF2-40B4-BE49-F238E27FC236}">
                    <a16:creationId xmlns:a16="http://schemas.microsoft.com/office/drawing/2014/main" id="{7D949341-D33E-7B86-D8F0-9267DEA20EF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2" name="直线连接符 11021">
                <a:extLst>
                  <a:ext uri="{FF2B5EF4-FFF2-40B4-BE49-F238E27FC236}">
                    <a16:creationId xmlns:a16="http://schemas.microsoft.com/office/drawing/2014/main" id="{975022E4-3FD0-A5E9-CC2C-EC8EDDB58B1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3" name="直线连接符 11022">
                <a:extLst>
                  <a:ext uri="{FF2B5EF4-FFF2-40B4-BE49-F238E27FC236}">
                    <a16:creationId xmlns:a16="http://schemas.microsoft.com/office/drawing/2014/main" id="{97FF27AF-344A-303D-58D4-56407C6F8B3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4" name="直线连接符 11023">
                <a:extLst>
                  <a:ext uri="{FF2B5EF4-FFF2-40B4-BE49-F238E27FC236}">
                    <a16:creationId xmlns:a16="http://schemas.microsoft.com/office/drawing/2014/main" id="{4D2EDB43-4F72-5346-313E-28121622DD5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5" name="直线连接符 11024">
                <a:extLst>
                  <a:ext uri="{FF2B5EF4-FFF2-40B4-BE49-F238E27FC236}">
                    <a16:creationId xmlns:a16="http://schemas.microsoft.com/office/drawing/2014/main" id="{201F25E8-3BBA-9777-E2F1-39D887207E9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6" name="直线连接符 11025">
                <a:extLst>
                  <a:ext uri="{FF2B5EF4-FFF2-40B4-BE49-F238E27FC236}">
                    <a16:creationId xmlns:a16="http://schemas.microsoft.com/office/drawing/2014/main" id="{4CBA7907-DD8F-ED39-1732-88ABB13AF8A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7" name="直线连接符 11026">
                <a:extLst>
                  <a:ext uri="{FF2B5EF4-FFF2-40B4-BE49-F238E27FC236}">
                    <a16:creationId xmlns:a16="http://schemas.microsoft.com/office/drawing/2014/main" id="{937B92FA-EA54-9B15-2213-71F89C159216}"/>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8" name="直线连接符 11027">
                <a:extLst>
                  <a:ext uri="{FF2B5EF4-FFF2-40B4-BE49-F238E27FC236}">
                    <a16:creationId xmlns:a16="http://schemas.microsoft.com/office/drawing/2014/main" id="{1CEB74BF-85EE-1A4F-F7C1-B9B3F357C50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29" name="直线连接符 11028">
                <a:extLst>
                  <a:ext uri="{FF2B5EF4-FFF2-40B4-BE49-F238E27FC236}">
                    <a16:creationId xmlns:a16="http://schemas.microsoft.com/office/drawing/2014/main" id="{53BC8E29-095C-E2B3-48D1-A5FDDEE8ACB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30" name="直线连接符 11029">
                <a:extLst>
                  <a:ext uri="{FF2B5EF4-FFF2-40B4-BE49-F238E27FC236}">
                    <a16:creationId xmlns:a16="http://schemas.microsoft.com/office/drawing/2014/main" id="{4AB74DF5-1E16-AD8F-4D34-7D3605FDE402}"/>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31" name="直线连接符 11030">
                <a:extLst>
                  <a:ext uri="{FF2B5EF4-FFF2-40B4-BE49-F238E27FC236}">
                    <a16:creationId xmlns:a16="http://schemas.microsoft.com/office/drawing/2014/main" id="{4228E2F7-A41B-C08F-E300-F3BFF882434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32" name="直线连接符 11031">
                <a:extLst>
                  <a:ext uri="{FF2B5EF4-FFF2-40B4-BE49-F238E27FC236}">
                    <a16:creationId xmlns:a16="http://schemas.microsoft.com/office/drawing/2014/main" id="{17D5056E-89F9-77E0-B757-ACC780351BD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33" name="直线连接符 11032">
                <a:extLst>
                  <a:ext uri="{FF2B5EF4-FFF2-40B4-BE49-F238E27FC236}">
                    <a16:creationId xmlns:a16="http://schemas.microsoft.com/office/drawing/2014/main" id="{2D7379F5-2B7E-B3EC-1BEC-58E116726550}"/>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34" name="直线连接符 11033">
                <a:extLst>
                  <a:ext uri="{FF2B5EF4-FFF2-40B4-BE49-F238E27FC236}">
                    <a16:creationId xmlns:a16="http://schemas.microsoft.com/office/drawing/2014/main" id="{9A5004DE-D3DA-96E6-69F4-DC09B1921B8D}"/>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35" name="直线连接符 11034">
                <a:extLst>
                  <a:ext uri="{FF2B5EF4-FFF2-40B4-BE49-F238E27FC236}">
                    <a16:creationId xmlns:a16="http://schemas.microsoft.com/office/drawing/2014/main" id="{B4DB7AAC-DA37-30C5-CD41-D0DF6795267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036" name="直线连接符 11035">
                <a:extLst>
                  <a:ext uri="{FF2B5EF4-FFF2-40B4-BE49-F238E27FC236}">
                    <a16:creationId xmlns:a16="http://schemas.microsoft.com/office/drawing/2014/main" id="{F4E85D3C-4C16-3E4C-7381-08B5EF0BC20A}"/>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037" name="直线连接符 11036">
                <a:extLst>
                  <a:ext uri="{FF2B5EF4-FFF2-40B4-BE49-F238E27FC236}">
                    <a16:creationId xmlns:a16="http://schemas.microsoft.com/office/drawing/2014/main" id="{26C47AF5-144A-C9DE-1200-71E390424D3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009" name="组合 11008">
              <a:extLst>
                <a:ext uri="{FF2B5EF4-FFF2-40B4-BE49-F238E27FC236}">
                  <a16:creationId xmlns:a16="http://schemas.microsoft.com/office/drawing/2014/main" id="{82F13EFD-94B5-CCAF-2406-36CAAC6AA2AD}"/>
                </a:ext>
              </a:extLst>
            </p:cNvPr>
            <p:cNvGrpSpPr/>
            <p:nvPr/>
          </p:nvGrpSpPr>
          <p:grpSpPr>
            <a:xfrm>
              <a:off x="15723238" y="2162733"/>
              <a:ext cx="1973841" cy="1732229"/>
              <a:chOff x="7707547" y="3116283"/>
              <a:chExt cx="2913493" cy="2493706"/>
            </a:xfrm>
          </p:grpSpPr>
          <p:sp>
            <p:nvSpPr>
              <p:cNvPr id="11015" name="流程图: 接点 567">
                <a:extLst>
                  <a:ext uri="{FF2B5EF4-FFF2-40B4-BE49-F238E27FC236}">
                    <a16:creationId xmlns:a16="http://schemas.microsoft.com/office/drawing/2014/main" id="{4C7A1EF0-B39E-9115-D36F-D0A9818E37F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16" name="流程图: 接点 568">
                <a:extLst>
                  <a:ext uri="{FF2B5EF4-FFF2-40B4-BE49-F238E27FC236}">
                    <a16:creationId xmlns:a16="http://schemas.microsoft.com/office/drawing/2014/main" id="{7EB0C91B-3600-A54A-8875-8B4F7EBDC8B4}"/>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17" name="椭圆 11016">
                <a:extLst>
                  <a:ext uri="{FF2B5EF4-FFF2-40B4-BE49-F238E27FC236}">
                    <a16:creationId xmlns:a16="http://schemas.microsoft.com/office/drawing/2014/main" id="{C3575582-9E72-7119-BFE4-80C6073ACE4C}"/>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18" name="椭圆 11017">
                <a:extLst>
                  <a:ext uri="{FF2B5EF4-FFF2-40B4-BE49-F238E27FC236}">
                    <a16:creationId xmlns:a16="http://schemas.microsoft.com/office/drawing/2014/main" id="{62D5A140-87B5-D677-DC03-E86DA7588919}"/>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010" name="组合 11009">
              <a:extLst>
                <a:ext uri="{FF2B5EF4-FFF2-40B4-BE49-F238E27FC236}">
                  <a16:creationId xmlns:a16="http://schemas.microsoft.com/office/drawing/2014/main" id="{EE43DB74-D38F-11DE-86EF-B4C802CAA06D}"/>
                </a:ext>
              </a:extLst>
            </p:cNvPr>
            <p:cNvGrpSpPr/>
            <p:nvPr/>
          </p:nvGrpSpPr>
          <p:grpSpPr>
            <a:xfrm>
              <a:off x="16288928" y="1652325"/>
              <a:ext cx="1057503" cy="1052172"/>
              <a:chOff x="4832657" y="1802100"/>
              <a:chExt cx="875803" cy="967644"/>
            </a:xfrm>
            <a:scene3d>
              <a:camera prst="orthographicFront">
                <a:rot lat="600000" lon="14400000" rev="0"/>
              </a:camera>
              <a:lightRig rig="threePt" dir="t"/>
            </a:scene3d>
          </p:grpSpPr>
          <p:grpSp>
            <p:nvGrpSpPr>
              <p:cNvPr id="11011" name="组合 11010">
                <a:extLst>
                  <a:ext uri="{FF2B5EF4-FFF2-40B4-BE49-F238E27FC236}">
                    <a16:creationId xmlns:a16="http://schemas.microsoft.com/office/drawing/2014/main" id="{0E6B213D-23D6-2CAC-F84C-7936118C697F}"/>
                  </a:ext>
                </a:extLst>
              </p:cNvPr>
              <p:cNvGrpSpPr/>
              <p:nvPr/>
            </p:nvGrpSpPr>
            <p:grpSpPr>
              <a:xfrm>
                <a:off x="4832660" y="1802100"/>
                <a:ext cx="875800" cy="951265"/>
                <a:chOff x="6142141" y="1770745"/>
                <a:chExt cx="1527262" cy="1731253"/>
              </a:xfrm>
              <a:solidFill>
                <a:schemeClr val="tx1">
                  <a:lumMod val="65000"/>
                  <a:lumOff val="35000"/>
                </a:schemeClr>
              </a:solidFill>
            </p:grpSpPr>
            <p:sp>
              <p:nvSpPr>
                <p:cNvPr id="11013" name="流程图: 延期 565">
                  <a:extLst>
                    <a:ext uri="{FF2B5EF4-FFF2-40B4-BE49-F238E27FC236}">
                      <a16:creationId xmlns:a16="http://schemas.microsoft.com/office/drawing/2014/main" id="{681417CF-0518-0404-68BA-E0A16FCDBEA5}"/>
                    </a:ext>
                  </a:extLst>
                </p:cNvPr>
                <p:cNvSpPr/>
                <p:nvPr/>
              </p:nvSpPr>
              <p:spPr>
                <a:xfrm rot="16200000">
                  <a:off x="6040145" y="1872741"/>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14" name="流程图: 接点 566">
                  <a:extLst>
                    <a:ext uri="{FF2B5EF4-FFF2-40B4-BE49-F238E27FC236}">
                      <a16:creationId xmlns:a16="http://schemas.microsoft.com/office/drawing/2014/main" id="{EF68B0C0-1E18-A3D1-36D0-29BD3D645112}"/>
                    </a:ext>
                  </a:extLst>
                </p:cNvPr>
                <p:cNvSpPr/>
                <p:nvPr/>
              </p:nvSpPr>
              <p:spPr>
                <a:xfrm>
                  <a:off x="6344533" y="1966433"/>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012" name="矩形 11011">
                <a:extLst>
                  <a:ext uri="{FF2B5EF4-FFF2-40B4-BE49-F238E27FC236}">
                    <a16:creationId xmlns:a16="http://schemas.microsoft.com/office/drawing/2014/main" id="{2BEB5F90-75A7-2D96-9F3D-DD126EB56F6F}"/>
                  </a:ext>
                </a:extLst>
              </p:cNvPr>
              <p:cNvSpPr/>
              <p:nvPr/>
            </p:nvSpPr>
            <p:spPr>
              <a:xfrm>
                <a:off x="4832657" y="250830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1078" name="组合 11077">
            <a:extLst>
              <a:ext uri="{FF2B5EF4-FFF2-40B4-BE49-F238E27FC236}">
                <a16:creationId xmlns:a16="http://schemas.microsoft.com/office/drawing/2014/main" id="{97A0DDFF-A109-3BC2-E7A8-2E9E106418E9}"/>
              </a:ext>
            </a:extLst>
          </p:cNvPr>
          <p:cNvGrpSpPr/>
          <p:nvPr/>
        </p:nvGrpSpPr>
        <p:grpSpPr>
          <a:xfrm>
            <a:off x="399934" y="1877141"/>
            <a:ext cx="2122972" cy="3038114"/>
            <a:chOff x="-5774638" y="4668561"/>
            <a:chExt cx="2122972" cy="3038114"/>
          </a:xfrm>
        </p:grpSpPr>
        <p:sp>
          <p:nvSpPr>
            <p:cNvPr id="11079" name="流程图: 接点 554">
              <a:extLst>
                <a:ext uri="{FF2B5EF4-FFF2-40B4-BE49-F238E27FC236}">
                  <a16:creationId xmlns:a16="http://schemas.microsoft.com/office/drawing/2014/main" id="{153EF04C-416A-3479-86A6-A2DB2AB66FFD}"/>
                </a:ext>
              </a:extLst>
            </p:cNvPr>
            <p:cNvSpPr/>
            <p:nvPr/>
          </p:nvSpPr>
          <p:spPr>
            <a:xfrm>
              <a:off x="-5090359" y="6831428"/>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80" name="椭圆 11079">
              <a:extLst>
                <a:ext uri="{FF2B5EF4-FFF2-40B4-BE49-F238E27FC236}">
                  <a16:creationId xmlns:a16="http://schemas.microsoft.com/office/drawing/2014/main" id="{EE5BA31A-CDE0-65D2-AAED-7FEF036FBDD4}"/>
                </a:ext>
              </a:extLst>
            </p:cNvPr>
            <p:cNvSpPr/>
            <p:nvPr/>
          </p:nvSpPr>
          <p:spPr>
            <a:xfrm>
              <a:off x="-5261720" y="6384681"/>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081" name="组合 11080">
              <a:extLst>
                <a:ext uri="{FF2B5EF4-FFF2-40B4-BE49-F238E27FC236}">
                  <a16:creationId xmlns:a16="http://schemas.microsoft.com/office/drawing/2014/main" id="{DA47C180-A7E3-FA1C-CE84-AD63A8FCCE1E}"/>
                </a:ext>
              </a:extLst>
            </p:cNvPr>
            <p:cNvGrpSpPr/>
            <p:nvPr/>
          </p:nvGrpSpPr>
          <p:grpSpPr>
            <a:xfrm>
              <a:off x="-4149747" y="6210556"/>
              <a:ext cx="419388" cy="487204"/>
              <a:chOff x="5768619" y="3058692"/>
              <a:chExt cx="419388" cy="487204"/>
            </a:xfrm>
          </p:grpSpPr>
          <p:sp>
            <p:nvSpPr>
              <p:cNvPr id="11136" name="流程图: 接点 571">
                <a:extLst>
                  <a:ext uri="{FF2B5EF4-FFF2-40B4-BE49-F238E27FC236}">
                    <a16:creationId xmlns:a16="http://schemas.microsoft.com/office/drawing/2014/main" id="{ED38EC5E-CF11-ADB7-2B02-EAE33793171A}"/>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37" name="流程图: 接点 572">
                <a:extLst>
                  <a:ext uri="{FF2B5EF4-FFF2-40B4-BE49-F238E27FC236}">
                    <a16:creationId xmlns:a16="http://schemas.microsoft.com/office/drawing/2014/main" id="{A2406033-92B1-828A-DCC7-FEC01C19DD7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38" name="直线连接符 11137">
                <a:extLst>
                  <a:ext uri="{FF2B5EF4-FFF2-40B4-BE49-F238E27FC236}">
                    <a16:creationId xmlns:a16="http://schemas.microsoft.com/office/drawing/2014/main" id="{F386DEF2-DF17-8D2F-3B02-48A133A0DD8D}"/>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39" name="直线连接符 11138">
                <a:extLst>
                  <a:ext uri="{FF2B5EF4-FFF2-40B4-BE49-F238E27FC236}">
                    <a16:creationId xmlns:a16="http://schemas.microsoft.com/office/drawing/2014/main" id="{53805491-C712-0ADA-C0A8-8437383A964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0" name="直线连接符 11139">
                <a:extLst>
                  <a:ext uri="{FF2B5EF4-FFF2-40B4-BE49-F238E27FC236}">
                    <a16:creationId xmlns:a16="http://schemas.microsoft.com/office/drawing/2014/main" id="{22DA87C5-B81A-45C0-7053-1491AB7D6A4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1" name="直线连接符 11140">
                <a:extLst>
                  <a:ext uri="{FF2B5EF4-FFF2-40B4-BE49-F238E27FC236}">
                    <a16:creationId xmlns:a16="http://schemas.microsoft.com/office/drawing/2014/main" id="{BB92E4F1-E41A-3129-7B2F-C0C2BAC9DF0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2" name="直线连接符 11141">
                <a:extLst>
                  <a:ext uri="{FF2B5EF4-FFF2-40B4-BE49-F238E27FC236}">
                    <a16:creationId xmlns:a16="http://schemas.microsoft.com/office/drawing/2014/main" id="{D11DE32D-1964-EC3E-E5DD-A11F7481611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3" name="直线连接符 11142">
                <a:extLst>
                  <a:ext uri="{FF2B5EF4-FFF2-40B4-BE49-F238E27FC236}">
                    <a16:creationId xmlns:a16="http://schemas.microsoft.com/office/drawing/2014/main" id="{44C05821-54F2-7FF9-2902-2E55EECCBAD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4" name="直线连接符 11143">
                <a:extLst>
                  <a:ext uri="{FF2B5EF4-FFF2-40B4-BE49-F238E27FC236}">
                    <a16:creationId xmlns:a16="http://schemas.microsoft.com/office/drawing/2014/main" id="{22B2157D-E9D4-61E0-51A5-5A8496F90B2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5" name="直线连接符 11144">
                <a:extLst>
                  <a:ext uri="{FF2B5EF4-FFF2-40B4-BE49-F238E27FC236}">
                    <a16:creationId xmlns:a16="http://schemas.microsoft.com/office/drawing/2014/main" id="{A8D5A7E0-AA35-D014-4763-085C0901410B}"/>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6" name="直线连接符 11145">
                <a:extLst>
                  <a:ext uri="{FF2B5EF4-FFF2-40B4-BE49-F238E27FC236}">
                    <a16:creationId xmlns:a16="http://schemas.microsoft.com/office/drawing/2014/main" id="{1604CC5A-2152-6B69-C2E7-5A8ECBD0EEAB}"/>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7" name="直线连接符 11146">
                <a:extLst>
                  <a:ext uri="{FF2B5EF4-FFF2-40B4-BE49-F238E27FC236}">
                    <a16:creationId xmlns:a16="http://schemas.microsoft.com/office/drawing/2014/main" id="{6CAC8791-D8B9-FBD4-5E27-3967E6AA36F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8" name="直线连接符 11147">
                <a:extLst>
                  <a:ext uri="{FF2B5EF4-FFF2-40B4-BE49-F238E27FC236}">
                    <a16:creationId xmlns:a16="http://schemas.microsoft.com/office/drawing/2014/main" id="{6A252230-4E9E-9C0C-F2FD-02F82A0642C5}"/>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49" name="直线连接符 11148">
                <a:extLst>
                  <a:ext uri="{FF2B5EF4-FFF2-40B4-BE49-F238E27FC236}">
                    <a16:creationId xmlns:a16="http://schemas.microsoft.com/office/drawing/2014/main" id="{E26FC64E-7F0B-95B6-6450-3EA1E49F48B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50" name="直线连接符 11149">
                <a:extLst>
                  <a:ext uri="{FF2B5EF4-FFF2-40B4-BE49-F238E27FC236}">
                    <a16:creationId xmlns:a16="http://schemas.microsoft.com/office/drawing/2014/main" id="{E3472E6F-B50B-5599-B43C-D53DBCC7BB76}"/>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51" name="直线连接符 11150">
                <a:extLst>
                  <a:ext uri="{FF2B5EF4-FFF2-40B4-BE49-F238E27FC236}">
                    <a16:creationId xmlns:a16="http://schemas.microsoft.com/office/drawing/2014/main" id="{4B70362D-0451-FF76-5793-AA98EC83B8E5}"/>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52" name="直线连接符 11151">
                <a:extLst>
                  <a:ext uri="{FF2B5EF4-FFF2-40B4-BE49-F238E27FC236}">
                    <a16:creationId xmlns:a16="http://schemas.microsoft.com/office/drawing/2014/main" id="{79F26CC8-28C7-409A-0F35-F5F23C95FF5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153" name="直线连接符 11152">
                <a:extLst>
                  <a:ext uri="{FF2B5EF4-FFF2-40B4-BE49-F238E27FC236}">
                    <a16:creationId xmlns:a16="http://schemas.microsoft.com/office/drawing/2014/main" id="{FC81B558-5197-B12B-5961-998C32276073}"/>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154" name="直线连接符 11153">
                <a:extLst>
                  <a:ext uri="{FF2B5EF4-FFF2-40B4-BE49-F238E27FC236}">
                    <a16:creationId xmlns:a16="http://schemas.microsoft.com/office/drawing/2014/main" id="{D79F6357-6F29-7FF4-813A-FA176D6AAAF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082" name="组合 11081">
              <a:extLst>
                <a:ext uri="{FF2B5EF4-FFF2-40B4-BE49-F238E27FC236}">
                  <a16:creationId xmlns:a16="http://schemas.microsoft.com/office/drawing/2014/main" id="{FC4964DA-3DF2-C04F-1974-C2C6963CBBF3}"/>
                </a:ext>
              </a:extLst>
            </p:cNvPr>
            <p:cNvGrpSpPr/>
            <p:nvPr/>
          </p:nvGrpSpPr>
          <p:grpSpPr>
            <a:xfrm>
              <a:off x="-5268700" y="6127831"/>
              <a:ext cx="419388" cy="487204"/>
              <a:chOff x="5768619" y="3058692"/>
              <a:chExt cx="419388" cy="487204"/>
            </a:xfrm>
          </p:grpSpPr>
          <p:sp>
            <p:nvSpPr>
              <p:cNvPr id="11117" name="流程图: 接点 571">
                <a:extLst>
                  <a:ext uri="{FF2B5EF4-FFF2-40B4-BE49-F238E27FC236}">
                    <a16:creationId xmlns:a16="http://schemas.microsoft.com/office/drawing/2014/main" id="{9B954520-D226-719D-3B52-2009468964D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18" name="流程图: 接点 572">
                <a:extLst>
                  <a:ext uri="{FF2B5EF4-FFF2-40B4-BE49-F238E27FC236}">
                    <a16:creationId xmlns:a16="http://schemas.microsoft.com/office/drawing/2014/main" id="{28A9F71F-08AA-0542-7A94-8CE798EF025B}"/>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19" name="直线连接符 11118">
                <a:extLst>
                  <a:ext uri="{FF2B5EF4-FFF2-40B4-BE49-F238E27FC236}">
                    <a16:creationId xmlns:a16="http://schemas.microsoft.com/office/drawing/2014/main" id="{95A206D7-0CBB-32B7-9B42-AA493F3DAAA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0" name="直线连接符 11119">
                <a:extLst>
                  <a:ext uri="{FF2B5EF4-FFF2-40B4-BE49-F238E27FC236}">
                    <a16:creationId xmlns:a16="http://schemas.microsoft.com/office/drawing/2014/main" id="{2C70FC2E-F239-FC2C-4958-EEF935E8127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1" name="直线连接符 11120">
                <a:extLst>
                  <a:ext uri="{FF2B5EF4-FFF2-40B4-BE49-F238E27FC236}">
                    <a16:creationId xmlns:a16="http://schemas.microsoft.com/office/drawing/2014/main" id="{B036AA99-68CD-EA3C-ADF6-B432C8EECC9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2" name="直线连接符 11121">
                <a:extLst>
                  <a:ext uri="{FF2B5EF4-FFF2-40B4-BE49-F238E27FC236}">
                    <a16:creationId xmlns:a16="http://schemas.microsoft.com/office/drawing/2014/main" id="{A247247D-273C-E411-7358-7F3BC0F59D1B}"/>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3" name="直线连接符 11122">
                <a:extLst>
                  <a:ext uri="{FF2B5EF4-FFF2-40B4-BE49-F238E27FC236}">
                    <a16:creationId xmlns:a16="http://schemas.microsoft.com/office/drawing/2014/main" id="{3C94C197-1A35-A94A-F734-B40A455366C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4" name="直线连接符 11123">
                <a:extLst>
                  <a:ext uri="{FF2B5EF4-FFF2-40B4-BE49-F238E27FC236}">
                    <a16:creationId xmlns:a16="http://schemas.microsoft.com/office/drawing/2014/main" id="{5D68396C-F773-A1B9-187B-DDAE8BC8B9C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5" name="直线连接符 11124">
                <a:extLst>
                  <a:ext uri="{FF2B5EF4-FFF2-40B4-BE49-F238E27FC236}">
                    <a16:creationId xmlns:a16="http://schemas.microsoft.com/office/drawing/2014/main" id="{3F42EA5B-0F58-76AB-BDF6-BA0F3484172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6" name="直线连接符 11125">
                <a:extLst>
                  <a:ext uri="{FF2B5EF4-FFF2-40B4-BE49-F238E27FC236}">
                    <a16:creationId xmlns:a16="http://schemas.microsoft.com/office/drawing/2014/main" id="{0DDBAAD3-5BB9-47BA-E13A-26392936814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7" name="直线连接符 11126">
                <a:extLst>
                  <a:ext uri="{FF2B5EF4-FFF2-40B4-BE49-F238E27FC236}">
                    <a16:creationId xmlns:a16="http://schemas.microsoft.com/office/drawing/2014/main" id="{188BCF7D-A37B-6670-DF29-5063657297D9}"/>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8" name="直线连接符 11127">
                <a:extLst>
                  <a:ext uri="{FF2B5EF4-FFF2-40B4-BE49-F238E27FC236}">
                    <a16:creationId xmlns:a16="http://schemas.microsoft.com/office/drawing/2014/main" id="{66927A71-4913-B336-C5F4-B03B5987C1B4}"/>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29" name="直线连接符 11128">
                <a:extLst>
                  <a:ext uri="{FF2B5EF4-FFF2-40B4-BE49-F238E27FC236}">
                    <a16:creationId xmlns:a16="http://schemas.microsoft.com/office/drawing/2014/main" id="{E8D404AC-98D6-FE8B-B9EB-BD516B01527E}"/>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30" name="直线连接符 11129">
                <a:extLst>
                  <a:ext uri="{FF2B5EF4-FFF2-40B4-BE49-F238E27FC236}">
                    <a16:creationId xmlns:a16="http://schemas.microsoft.com/office/drawing/2014/main" id="{42F800CD-2377-7A9D-2FFC-62F9CEE6409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31" name="直线连接符 11130">
                <a:extLst>
                  <a:ext uri="{FF2B5EF4-FFF2-40B4-BE49-F238E27FC236}">
                    <a16:creationId xmlns:a16="http://schemas.microsoft.com/office/drawing/2014/main" id="{BE56FBAB-74E8-4F3F-0710-1C482E5A1C0E}"/>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32" name="直线连接符 11131">
                <a:extLst>
                  <a:ext uri="{FF2B5EF4-FFF2-40B4-BE49-F238E27FC236}">
                    <a16:creationId xmlns:a16="http://schemas.microsoft.com/office/drawing/2014/main" id="{0AAEA4C3-974C-3FF8-036C-84D0E3CBA37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33" name="直线连接符 11132">
                <a:extLst>
                  <a:ext uri="{FF2B5EF4-FFF2-40B4-BE49-F238E27FC236}">
                    <a16:creationId xmlns:a16="http://schemas.microsoft.com/office/drawing/2014/main" id="{B63045FD-22D2-A43F-B9FD-1487F3EFE0C5}"/>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134" name="直线连接符 11133">
                <a:extLst>
                  <a:ext uri="{FF2B5EF4-FFF2-40B4-BE49-F238E27FC236}">
                    <a16:creationId xmlns:a16="http://schemas.microsoft.com/office/drawing/2014/main" id="{E1F35DC2-B8C4-394C-210D-F87ACF8A758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135" name="直线连接符 11134">
                <a:extLst>
                  <a:ext uri="{FF2B5EF4-FFF2-40B4-BE49-F238E27FC236}">
                    <a16:creationId xmlns:a16="http://schemas.microsoft.com/office/drawing/2014/main" id="{3CFD0E36-AED0-7012-2439-D2D68CE74587}"/>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083" name="流程图: 接点 556">
              <a:extLst>
                <a:ext uri="{FF2B5EF4-FFF2-40B4-BE49-F238E27FC236}">
                  <a16:creationId xmlns:a16="http://schemas.microsoft.com/office/drawing/2014/main" id="{DB9B1A98-96F5-AE49-218C-7E4E79D0BD0C}"/>
                </a:ext>
              </a:extLst>
            </p:cNvPr>
            <p:cNvSpPr/>
            <p:nvPr/>
          </p:nvSpPr>
          <p:spPr>
            <a:xfrm>
              <a:off x="-5136732" y="6006148"/>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084" name="组合 11083">
              <a:extLst>
                <a:ext uri="{FF2B5EF4-FFF2-40B4-BE49-F238E27FC236}">
                  <a16:creationId xmlns:a16="http://schemas.microsoft.com/office/drawing/2014/main" id="{9D26794C-BB0F-4A13-388A-1FA89DCE0BF7}"/>
                </a:ext>
              </a:extLst>
            </p:cNvPr>
            <p:cNvGrpSpPr/>
            <p:nvPr/>
          </p:nvGrpSpPr>
          <p:grpSpPr>
            <a:xfrm>
              <a:off x="-5011665" y="6337830"/>
              <a:ext cx="419388" cy="487204"/>
              <a:chOff x="5768619" y="3058692"/>
              <a:chExt cx="419388" cy="487204"/>
            </a:xfrm>
          </p:grpSpPr>
          <p:sp>
            <p:nvSpPr>
              <p:cNvPr id="11098" name="流程图: 接点 571">
                <a:extLst>
                  <a:ext uri="{FF2B5EF4-FFF2-40B4-BE49-F238E27FC236}">
                    <a16:creationId xmlns:a16="http://schemas.microsoft.com/office/drawing/2014/main" id="{27FE699C-AB66-8CDE-9F79-AA16E6B63AFC}"/>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99" name="流程图: 接点 572">
                <a:extLst>
                  <a:ext uri="{FF2B5EF4-FFF2-40B4-BE49-F238E27FC236}">
                    <a16:creationId xmlns:a16="http://schemas.microsoft.com/office/drawing/2014/main" id="{E8D7F7E7-BBAB-D7B3-D1DC-49A646A7555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00" name="直线连接符 11099">
                <a:extLst>
                  <a:ext uri="{FF2B5EF4-FFF2-40B4-BE49-F238E27FC236}">
                    <a16:creationId xmlns:a16="http://schemas.microsoft.com/office/drawing/2014/main" id="{E2B5BD1C-5209-DCA5-7F52-89224ECEE6D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1" name="直线连接符 11100">
                <a:extLst>
                  <a:ext uri="{FF2B5EF4-FFF2-40B4-BE49-F238E27FC236}">
                    <a16:creationId xmlns:a16="http://schemas.microsoft.com/office/drawing/2014/main" id="{A3BDE4FB-1F22-4960-AB43-FAB12DF64A6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2" name="直线连接符 11101">
                <a:extLst>
                  <a:ext uri="{FF2B5EF4-FFF2-40B4-BE49-F238E27FC236}">
                    <a16:creationId xmlns:a16="http://schemas.microsoft.com/office/drawing/2014/main" id="{983FF74F-2250-D25B-01F9-DCE23B9EEC0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3" name="直线连接符 11102">
                <a:extLst>
                  <a:ext uri="{FF2B5EF4-FFF2-40B4-BE49-F238E27FC236}">
                    <a16:creationId xmlns:a16="http://schemas.microsoft.com/office/drawing/2014/main" id="{FFE87611-1F26-5711-3E27-E97DA4968B9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4" name="直线连接符 11103">
                <a:extLst>
                  <a:ext uri="{FF2B5EF4-FFF2-40B4-BE49-F238E27FC236}">
                    <a16:creationId xmlns:a16="http://schemas.microsoft.com/office/drawing/2014/main" id="{100800C6-E1CB-67E3-07E9-10A2F0DE58A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5" name="直线连接符 11104">
                <a:extLst>
                  <a:ext uri="{FF2B5EF4-FFF2-40B4-BE49-F238E27FC236}">
                    <a16:creationId xmlns:a16="http://schemas.microsoft.com/office/drawing/2014/main" id="{B3F26364-32A5-775F-A543-E431B9E6DBE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6" name="直线连接符 11105">
                <a:extLst>
                  <a:ext uri="{FF2B5EF4-FFF2-40B4-BE49-F238E27FC236}">
                    <a16:creationId xmlns:a16="http://schemas.microsoft.com/office/drawing/2014/main" id="{B1BEE43D-30D3-4A26-9447-1EFC3D39F21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7" name="直线连接符 11106">
                <a:extLst>
                  <a:ext uri="{FF2B5EF4-FFF2-40B4-BE49-F238E27FC236}">
                    <a16:creationId xmlns:a16="http://schemas.microsoft.com/office/drawing/2014/main" id="{BFD46C6D-C7F5-A42B-8C62-5624C0290E62}"/>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8" name="直线连接符 11107">
                <a:extLst>
                  <a:ext uri="{FF2B5EF4-FFF2-40B4-BE49-F238E27FC236}">
                    <a16:creationId xmlns:a16="http://schemas.microsoft.com/office/drawing/2014/main" id="{8AF9646F-D711-42BB-0524-38E32401AA2D}"/>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09" name="直线连接符 11108">
                <a:extLst>
                  <a:ext uri="{FF2B5EF4-FFF2-40B4-BE49-F238E27FC236}">
                    <a16:creationId xmlns:a16="http://schemas.microsoft.com/office/drawing/2014/main" id="{DFF475B1-C339-3BA8-467F-C077BDBBF907}"/>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10" name="直线连接符 11109">
                <a:extLst>
                  <a:ext uri="{FF2B5EF4-FFF2-40B4-BE49-F238E27FC236}">
                    <a16:creationId xmlns:a16="http://schemas.microsoft.com/office/drawing/2014/main" id="{DBB16636-5A12-EB9D-7408-8B72DC531D3B}"/>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11" name="直线连接符 11110">
                <a:extLst>
                  <a:ext uri="{FF2B5EF4-FFF2-40B4-BE49-F238E27FC236}">
                    <a16:creationId xmlns:a16="http://schemas.microsoft.com/office/drawing/2014/main" id="{818BC194-FECE-BB3C-254D-63E58D89329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12" name="直线连接符 11111">
                <a:extLst>
                  <a:ext uri="{FF2B5EF4-FFF2-40B4-BE49-F238E27FC236}">
                    <a16:creationId xmlns:a16="http://schemas.microsoft.com/office/drawing/2014/main" id="{3D3512E7-FEAB-DEE3-AD3A-BCA915CC796D}"/>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13" name="直线连接符 11112">
                <a:extLst>
                  <a:ext uri="{FF2B5EF4-FFF2-40B4-BE49-F238E27FC236}">
                    <a16:creationId xmlns:a16="http://schemas.microsoft.com/office/drawing/2014/main" id="{70CDA2D6-D451-A77F-8357-AD7E91A6398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14" name="直线连接符 11113">
                <a:extLst>
                  <a:ext uri="{FF2B5EF4-FFF2-40B4-BE49-F238E27FC236}">
                    <a16:creationId xmlns:a16="http://schemas.microsoft.com/office/drawing/2014/main" id="{0EE888D9-EC0B-5540-D870-B2289941B71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115" name="直线连接符 11114">
                <a:extLst>
                  <a:ext uri="{FF2B5EF4-FFF2-40B4-BE49-F238E27FC236}">
                    <a16:creationId xmlns:a16="http://schemas.microsoft.com/office/drawing/2014/main" id="{E334E12C-7336-9984-6588-A6B97C4B2C49}"/>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116" name="直线连接符 11115">
                <a:extLst>
                  <a:ext uri="{FF2B5EF4-FFF2-40B4-BE49-F238E27FC236}">
                    <a16:creationId xmlns:a16="http://schemas.microsoft.com/office/drawing/2014/main" id="{973D1495-4464-88E0-5149-4E4984F3FE7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085" name="组合 11084">
              <a:extLst>
                <a:ext uri="{FF2B5EF4-FFF2-40B4-BE49-F238E27FC236}">
                  <a16:creationId xmlns:a16="http://schemas.microsoft.com/office/drawing/2014/main" id="{C092871E-90F6-9C49-016E-13AA7F487F8E}"/>
                </a:ext>
              </a:extLst>
            </p:cNvPr>
            <p:cNvGrpSpPr/>
            <p:nvPr/>
          </p:nvGrpSpPr>
          <p:grpSpPr>
            <a:xfrm>
              <a:off x="-5625507" y="5169825"/>
              <a:ext cx="1973841" cy="1732229"/>
              <a:chOff x="7707547" y="3116283"/>
              <a:chExt cx="2913493" cy="2493706"/>
            </a:xfrm>
          </p:grpSpPr>
          <p:sp>
            <p:nvSpPr>
              <p:cNvPr id="11094" name="流程图: 接点 567">
                <a:extLst>
                  <a:ext uri="{FF2B5EF4-FFF2-40B4-BE49-F238E27FC236}">
                    <a16:creationId xmlns:a16="http://schemas.microsoft.com/office/drawing/2014/main" id="{62F43EF1-684D-E267-5774-43C7AE89192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95" name="流程图: 接点 568">
                <a:extLst>
                  <a:ext uri="{FF2B5EF4-FFF2-40B4-BE49-F238E27FC236}">
                    <a16:creationId xmlns:a16="http://schemas.microsoft.com/office/drawing/2014/main" id="{50E8A70B-0A9C-A107-3EA5-4587534916A3}"/>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96" name="椭圆 11095">
                <a:extLst>
                  <a:ext uri="{FF2B5EF4-FFF2-40B4-BE49-F238E27FC236}">
                    <a16:creationId xmlns:a16="http://schemas.microsoft.com/office/drawing/2014/main" id="{70384609-4249-A14D-8392-ECF9EEAE15ED}"/>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97" name="椭圆 11096">
                <a:extLst>
                  <a:ext uri="{FF2B5EF4-FFF2-40B4-BE49-F238E27FC236}">
                    <a16:creationId xmlns:a16="http://schemas.microsoft.com/office/drawing/2014/main" id="{4B6F4E19-44E5-978C-28A9-A85C077024A6}"/>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086" name="组合 11085">
              <a:extLst>
                <a:ext uri="{FF2B5EF4-FFF2-40B4-BE49-F238E27FC236}">
                  <a16:creationId xmlns:a16="http://schemas.microsoft.com/office/drawing/2014/main" id="{4943421F-66C7-BAD3-9CF6-BF29B00819EB}"/>
                </a:ext>
              </a:extLst>
            </p:cNvPr>
            <p:cNvGrpSpPr/>
            <p:nvPr/>
          </p:nvGrpSpPr>
          <p:grpSpPr>
            <a:xfrm>
              <a:off x="-5054275" y="4668561"/>
              <a:ext cx="1057503" cy="1052173"/>
              <a:chOff x="4832657" y="1810509"/>
              <a:chExt cx="875803" cy="967645"/>
            </a:xfrm>
            <a:scene3d>
              <a:camera prst="orthographicFront">
                <a:rot lat="600000" lon="13950000" rev="0"/>
              </a:camera>
              <a:lightRig rig="threePt" dir="t"/>
            </a:scene3d>
          </p:grpSpPr>
          <p:grpSp>
            <p:nvGrpSpPr>
              <p:cNvPr id="11090" name="组合 11089">
                <a:extLst>
                  <a:ext uri="{FF2B5EF4-FFF2-40B4-BE49-F238E27FC236}">
                    <a16:creationId xmlns:a16="http://schemas.microsoft.com/office/drawing/2014/main" id="{77A3BBA2-F191-6E02-BC3A-CF40D919C8AB}"/>
                  </a:ext>
                </a:extLst>
              </p:cNvPr>
              <p:cNvGrpSpPr/>
              <p:nvPr/>
            </p:nvGrpSpPr>
            <p:grpSpPr>
              <a:xfrm>
                <a:off x="4832660" y="1810509"/>
                <a:ext cx="875800" cy="951265"/>
                <a:chOff x="6142141" y="1786049"/>
                <a:chExt cx="1527262" cy="1731253"/>
              </a:xfrm>
              <a:solidFill>
                <a:schemeClr val="tx1">
                  <a:lumMod val="65000"/>
                  <a:lumOff val="35000"/>
                </a:schemeClr>
              </a:solidFill>
            </p:grpSpPr>
            <p:sp>
              <p:nvSpPr>
                <p:cNvPr id="11092" name="流程图: 延期 565">
                  <a:extLst>
                    <a:ext uri="{FF2B5EF4-FFF2-40B4-BE49-F238E27FC236}">
                      <a16:creationId xmlns:a16="http://schemas.microsoft.com/office/drawing/2014/main" id="{CA01E477-61E7-3A18-A236-019F277B9DBF}"/>
                    </a:ext>
                  </a:extLst>
                </p:cNvPr>
                <p:cNvSpPr/>
                <p:nvPr/>
              </p:nvSpPr>
              <p:spPr>
                <a:xfrm rot="16200000">
                  <a:off x="6040145" y="188804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93" name="流程图: 接点 566">
                  <a:extLst>
                    <a:ext uri="{FF2B5EF4-FFF2-40B4-BE49-F238E27FC236}">
                      <a16:creationId xmlns:a16="http://schemas.microsoft.com/office/drawing/2014/main" id="{B8E75E0F-D591-9004-1BAD-680A18EB7DE0}"/>
                    </a:ext>
                  </a:extLst>
                </p:cNvPr>
                <p:cNvSpPr/>
                <p:nvPr/>
              </p:nvSpPr>
              <p:spPr>
                <a:xfrm>
                  <a:off x="6344533" y="198173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091" name="矩形 11090">
                <a:extLst>
                  <a:ext uri="{FF2B5EF4-FFF2-40B4-BE49-F238E27FC236}">
                    <a16:creationId xmlns:a16="http://schemas.microsoft.com/office/drawing/2014/main" id="{197ED1A6-AA3C-027A-8055-2B5D0DF516CB}"/>
                  </a:ext>
                </a:extLst>
              </p:cNvPr>
              <p:cNvSpPr/>
              <p:nvPr/>
            </p:nvSpPr>
            <p:spPr>
              <a:xfrm>
                <a:off x="4832657" y="251671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87" name="组合 11086">
              <a:extLst>
                <a:ext uri="{FF2B5EF4-FFF2-40B4-BE49-F238E27FC236}">
                  <a16:creationId xmlns:a16="http://schemas.microsoft.com/office/drawing/2014/main" id="{B6670C6F-9EB1-DB4A-49B5-8A7C5FEC72A8}"/>
                </a:ext>
              </a:extLst>
            </p:cNvPr>
            <p:cNvGrpSpPr/>
            <p:nvPr/>
          </p:nvGrpSpPr>
          <p:grpSpPr>
            <a:xfrm>
              <a:off x="-5774638" y="5723070"/>
              <a:ext cx="238182" cy="238003"/>
              <a:chOff x="5145960" y="4201202"/>
              <a:chExt cx="150892" cy="141375"/>
            </a:xfrm>
            <a:scene3d>
              <a:camera prst="orthographicFront">
                <a:rot lat="0" lon="4950000" rev="0"/>
              </a:camera>
              <a:lightRig rig="threePt" dir="t">
                <a:rot lat="0" lon="0" rev="0"/>
              </a:lightRig>
            </a:scene3d>
          </p:grpSpPr>
          <p:sp>
            <p:nvSpPr>
              <p:cNvPr id="11088" name="Oval 15540">
                <a:extLst>
                  <a:ext uri="{FF2B5EF4-FFF2-40B4-BE49-F238E27FC236}">
                    <a16:creationId xmlns:a16="http://schemas.microsoft.com/office/drawing/2014/main" id="{B6AB47DA-D9DF-19BD-445C-1D1CECCB5B71}"/>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089" name="Line 15541">
                <a:extLst>
                  <a:ext uri="{FF2B5EF4-FFF2-40B4-BE49-F238E27FC236}">
                    <a16:creationId xmlns:a16="http://schemas.microsoft.com/office/drawing/2014/main" id="{55B70672-354F-B260-D8AD-2E11DC50F3FC}"/>
                  </a:ext>
                </a:extLst>
              </p:cNvPr>
              <p:cNvCxnSpPr>
                <a:cxnSpLocks/>
                <a:stCxn id="11088" idx="1"/>
                <a:endCxn id="11088"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155" name="组合 11154">
            <a:extLst>
              <a:ext uri="{FF2B5EF4-FFF2-40B4-BE49-F238E27FC236}">
                <a16:creationId xmlns:a16="http://schemas.microsoft.com/office/drawing/2014/main" id="{995D9FD7-33AF-86A5-33E2-2681792E368A}"/>
              </a:ext>
            </a:extLst>
          </p:cNvPr>
          <p:cNvGrpSpPr/>
          <p:nvPr/>
        </p:nvGrpSpPr>
        <p:grpSpPr>
          <a:xfrm>
            <a:off x="446065" y="1877141"/>
            <a:ext cx="2081510" cy="3038114"/>
            <a:chOff x="-3444429" y="4628304"/>
            <a:chExt cx="2081510" cy="3038114"/>
          </a:xfrm>
        </p:grpSpPr>
        <p:sp>
          <p:nvSpPr>
            <p:cNvPr id="11156" name="流程图: 接点 554">
              <a:extLst>
                <a:ext uri="{FF2B5EF4-FFF2-40B4-BE49-F238E27FC236}">
                  <a16:creationId xmlns:a16="http://schemas.microsoft.com/office/drawing/2014/main" id="{59925E2F-F39C-CF45-12C1-C9264E2BB8B1}"/>
                </a:ext>
              </a:extLst>
            </p:cNvPr>
            <p:cNvSpPr/>
            <p:nvPr/>
          </p:nvSpPr>
          <p:spPr>
            <a:xfrm>
              <a:off x="-2801612" y="6791171"/>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57" name="椭圆 11156">
              <a:extLst>
                <a:ext uri="{FF2B5EF4-FFF2-40B4-BE49-F238E27FC236}">
                  <a16:creationId xmlns:a16="http://schemas.microsoft.com/office/drawing/2014/main" id="{C0C526F3-8460-C885-7D98-3071DE32CC52}"/>
                </a:ext>
              </a:extLst>
            </p:cNvPr>
            <p:cNvSpPr/>
            <p:nvPr/>
          </p:nvSpPr>
          <p:spPr>
            <a:xfrm>
              <a:off x="-2972973" y="6344424"/>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158" name="组合 11157">
              <a:extLst>
                <a:ext uri="{FF2B5EF4-FFF2-40B4-BE49-F238E27FC236}">
                  <a16:creationId xmlns:a16="http://schemas.microsoft.com/office/drawing/2014/main" id="{F32269B2-4B04-5B0F-6C31-E44215B2BD08}"/>
                </a:ext>
              </a:extLst>
            </p:cNvPr>
            <p:cNvGrpSpPr/>
            <p:nvPr/>
          </p:nvGrpSpPr>
          <p:grpSpPr>
            <a:xfrm>
              <a:off x="-1905960" y="6148059"/>
              <a:ext cx="419388" cy="487204"/>
              <a:chOff x="5768619" y="3058692"/>
              <a:chExt cx="419388" cy="487204"/>
            </a:xfrm>
          </p:grpSpPr>
          <p:sp>
            <p:nvSpPr>
              <p:cNvPr id="11213" name="流程图: 接点 571">
                <a:extLst>
                  <a:ext uri="{FF2B5EF4-FFF2-40B4-BE49-F238E27FC236}">
                    <a16:creationId xmlns:a16="http://schemas.microsoft.com/office/drawing/2014/main" id="{EE366A14-0E4B-CCF8-6063-395866FD891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14" name="流程图: 接点 572">
                <a:extLst>
                  <a:ext uri="{FF2B5EF4-FFF2-40B4-BE49-F238E27FC236}">
                    <a16:creationId xmlns:a16="http://schemas.microsoft.com/office/drawing/2014/main" id="{47E94E20-EBB5-AEA8-D89C-EB8A8395707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15" name="直线连接符 11214">
                <a:extLst>
                  <a:ext uri="{FF2B5EF4-FFF2-40B4-BE49-F238E27FC236}">
                    <a16:creationId xmlns:a16="http://schemas.microsoft.com/office/drawing/2014/main" id="{FA35484A-EF43-871D-6106-AB91A76F863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16" name="直线连接符 11215">
                <a:extLst>
                  <a:ext uri="{FF2B5EF4-FFF2-40B4-BE49-F238E27FC236}">
                    <a16:creationId xmlns:a16="http://schemas.microsoft.com/office/drawing/2014/main" id="{0F5CC4F9-EE11-AD47-A967-A0DA2F6B2BB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17" name="直线连接符 11216">
                <a:extLst>
                  <a:ext uri="{FF2B5EF4-FFF2-40B4-BE49-F238E27FC236}">
                    <a16:creationId xmlns:a16="http://schemas.microsoft.com/office/drawing/2014/main" id="{C9FF64DA-BAAD-D8D7-1199-44211C65DBC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18" name="直线连接符 11217">
                <a:extLst>
                  <a:ext uri="{FF2B5EF4-FFF2-40B4-BE49-F238E27FC236}">
                    <a16:creationId xmlns:a16="http://schemas.microsoft.com/office/drawing/2014/main" id="{19CDE15F-F990-537E-7730-F8E32A30899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19" name="直线连接符 11218">
                <a:extLst>
                  <a:ext uri="{FF2B5EF4-FFF2-40B4-BE49-F238E27FC236}">
                    <a16:creationId xmlns:a16="http://schemas.microsoft.com/office/drawing/2014/main" id="{DF854F74-872E-C457-4887-5E855AE3F9E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0" name="直线连接符 11219">
                <a:extLst>
                  <a:ext uri="{FF2B5EF4-FFF2-40B4-BE49-F238E27FC236}">
                    <a16:creationId xmlns:a16="http://schemas.microsoft.com/office/drawing/2014/main" id="{5D5B0249-C7AF-8AD8-43ED-C74203795D7A}"/>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1" name="直线连接符 11220">
                <a:extLst>
                  <a:ext uri="{FF2B5EF4-FFF2-40B4-BE49-F238E27FC236}">
                    <a16:creationId xmlns:a16="http://schemas.microsoft.com/office/drawing/2014/main" id="{9D0D58F1-CCF7-1431-A1C4-98D68B55370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2" name="直线连接符 11221">
                <a:extLst>
                  <a:ext uri="{FF2B5EF4-FFF2-40B4-BE49-F238E27FC236}">
                    <a16:creationId xmlns:a16="http://schemas.microsoft.com/office/drawing/2014/main" id="{71BC04FF-43A0-0D86-0A85-752DAD4D127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3" name="直线连接符 11222">
                <a:extLst>
                  <a:ext uri="{FF2B5EF4-FFF2-40B4-BE49-F238E27FC236}">
                    <a16:creationId xmlns:a16="http://schemas.microsoft.com/office/drawing/2014/main" id="{0712613C-75AC-685A-6587-0D42CCF504C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4" name="直线连接符 11223">
                <a:extLst>
                  <a:ext uri="{FF2B5EF4-FFF2-40B4-BE49-F238E27FC236}">
                    <a16:creationId xmlns:a16="http://schemas.microsoft.com/office/drawing/2014/main" id="{37884FC7-3D63-5171-35F4-9FC58BBD70A4}"/>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5" name="直线连接符 11224">
                <a:extLst>
                  <a:ext uri="{FF2B5EF4-FFF2-40B4-BE49-F238E27FC236}">
                    <a16:creationId xmlns:a16="http://schemas.microsoft.com/office/drawing/2014/main" id="{565DE111-3613-9B7F-E9D1-088C724F367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6" name="直线连接符 11225">
                <a:extLst>
                  <a:ext uri="{FF2B5EF4-FFF2-40B4-BE49-F238E27FC236}">
                    <a16:creationId xmlns:a16="http://schemas.microsoft.com/office/drawing/2014/main" id="{1F9D5CFF-E835-41EE-5A9F-FA3A2F4261F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7" name="直线连接符 11226">
                <a:extLst>
                  <a:ext uri="{FF2B5EF4-FFF2-40B4-BE49-F238E27FC236}">
                    <a16:creationId xmlns:a16="http://schemas.microsoft.com/office/drawing/2014/main" id="{92666F49-A1BD-A6AE-8536-D30F0CC110F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8" name="直线连接符 11227">
                <a:extLst>
                  <a:ext uri="{FF2B5EF4-FFF2-40B4-BE49-F238E27FC236}">
                    <a16:creationId xmlns:a16="http://schemas.microsoft.com/office/drawing/2014/main" id="{C0D8474E-CABF-1FF0-CE96-668F5737A2F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29" name="直线连接符 11228">
                <a:extLst>
                  <a:ext uri="{FF2B5EF4-FFF2-40B4-BE49-F238E27FC236}">
                    <a16:creationId xmlns:a16="http://schemas.microsoft.com/office/drawing/2014/main" id="{51CDA573-3F2B-ECF4-A697-B4533DE6BAA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230" name="直线连接符 11229">
                <a:extLst>
                  <a:ext uri="{FF2B5EF4-FFF2-40B4-BE49-F238E27FC236}">
                    <a16:creationId xmlns:a16="http://schemas.microsoft.com/office/drawing/2014/main" id="{C6AAFB8D-DD8E-9CCF-16FF-CBEC7A2D862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231" name="直线连接符 11230">
                <a:extLst>
                  <a:ext uri="{FF2B5EF4-FFF2-40B4-BE49-F238E27FC236}">
                    <a16:creationId xmlns:a16="http://schemas.microsoft.com/office/drawing/2014/main" id="{0B479D63-30F2-6446-442A-EE79C4CCB1E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159" name="组合 11158">
              <a:extLst>
                <a:ext uri="{FF2B5EF4-FFF2-40B4-BE49-F238E27FC236}">
                  <a16:creationId xmlns:a16="http://schemas.microsoft.com/office/drawing/2014/main" id="{95250E03-E92E-F0F1-101F-56FB85D0EEBC}"/>
                </a:ext>
              </a:extLst>
            </p:cNvPr>
            <p:cNvGrpSpPr/>
            <p:nvPr/>
          </p:nvGrpSpPr>
          <p:grpSpPr>
            <a:xfrm>
              <a:off x="-3036739" y="6079801"/>
              <a:ext cx="419388" cy="487204"/>
              <a:chOff x="5768619" y="3058692"/>
              <a:chExt cx="419388" cy="487204"/>
            </a:xfrm>
          </p:grpSpPr>
          <p:sp>
            <p:nvSpPr>
              <p:cNvPr id="11194" name="流程图: 接点 571">
                <a:extLst>
                  <a:ext uri="{FF2B5EF4-FFF2-40B4-BE49-F238E27FC236}">
                    <a16:creationId xmlns:a16="http://schemas.microsoft.com/office/drawing/2014/main" id="{CB1FBB20-A0D5-D6A6-3035-9D2691C0B30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95" name="流程图: 接点 572">
                <a:extLst>
                  <a:ext uri="{FF2B5EF4-FFF2-40B4-BE49-F238E27FC236}">
                    <a16:creationId xmlns:a16="http://schemas.microsoft.com/office/drawing/2014/main" id="{288B61EB-FB46-937D-0AF6-FDE64B71D40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96" name="直线连接符 11195">
                <a:extLst>
                  <a:ext uri="{FF2B5EF4-FFF2-40B4-BE49-F238E27FC236}">
                    <a16:creationId xmlns:a16="http://schemas.microsoft.com/office/drawing/2014/main" id="{90D2B55A-07AC-F0D7-786D-D932AC82686B}"/>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97" name="直线连接符 11196">
                <a:extLst>
                  <a:ext uri="{FF2B5EF4-FFF2-40B4-BE49-F238E27FC236}">
                    <a16:creationId xmlns:a16="http://schemas.microsoft.com/office/drawing/2014/main" id="{7A10E976-821B-81D8-EAE4-DFB7C8C85964}"/>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98" name="直线连接符 11197">
                <a:extLst>
                  <a:ext uri="{FF2B5EF4-FFF2-40B4-BE49-F238E27FC236}">
                    <a16:creationId xmlns:a16="http://schemas.microsoft.com/office/drawing/2014/main" id="{CFC9ADFA-7160-37A1-EE4A-0A9D19CAED70}"/>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99" name="直线连接符 11198">
                <a:extLst>
                  <a:ext uri="{FF2B5EF4-FFF2-40B4-BE49-F238E27FC236}">
                    <a16:creationId xmlns:a16="http://schemas.microsoft.com/office/drawing/2014/main" id="{6663889E-5337-A1FE-CBC6-45CB32A77A3A}"/>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0" name="直线连接符 11199">
                <a:extLst>
                  <a:ext uri="{FF2B5EF4-FFF2-40B4-BE49-F238E27FC236}">
                    <a16:creationId xmlns:a16="http://schemas.microsoft.com/office/drawing/2014/main" id="{EE5BBD33-6A0B-A750-0C3C-E57C7054CD1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1" name="直线连接符 11200">
                <a:extLst>
                  <a:ext uri="{FF2B5EF4-FFF2-40B4-BE49-F238E27FC236}">
                    <a16:creationId xmlns:a16="http://schemas.microsoft.com/office/drawing/2014/main" id="{5D4AC96A-0646-AD62-87A2-02463BC2526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2" name="直线连接符 11201">
                <a:extLst>
                  <a:ext uri="{FF2B5EF4-FFF2-40B4-BE49-F238E27FC236}">
                    <a16:creationId xmlns:a16="http://schemas.microsoft.com/office/drawing/2014/main" id="{D9C51360-7430-CE05-2861-6E516D554878}"/>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3" name="直线连接符 11202">
                <a:extLst>
                  <a:ext uri="{FF2B5EF4-FFF2-40B4-BE49-F238E27FC236}">
                    <a16:creationId xmlns:a16="http://schemas.microsoft.com/office/drawing/2014/main" id="{97E7EB37-A913-CACC-EB01-52E0B83D15B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4" name="直线连接符 11203">
                <a:extLst>
                  <a:ext uri="{FF2B5EF4-FFF2-40B4-BE49-F238E27FC236}">
                    <a16:creationId xmlns:a16="http://schemas.microsoft.com/office/drawing/2014/main" id="{9FDBA275-FE21-DD26-979C-5710399FCD6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5" name="直线连接符 11204">
                <a:extLst>
                  <a:ext uri="{FF2B5EF4-FFF2-40B4-BE49-F238E27FC236}">
                    <a16:creationId xmlns:a16="http://schemas.microsoft.com/office/drawing/2014/main" id="{293635A2-9EF7-9823-2D16-34A52CF1944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6" name="直线连接符 11205">
                <a:extLst>
                  <a:ext uri="{FF2B5EF4-FFF2-40B4-BE49-F238E27FC236}">
                    <a16:creationId xmlns:a16="http://schemas.microsoft.com/office/drawing/2014/main" id="{5F9BC792-8937-AF8A-EBD6-5A9CBAD32950}"/>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7" name="直线连接符 11206">
                <a:extLst>
                  <a:ext uri="{FF2B5EF4-FFF2-40B4-BE49-F238E27FC236}">
                    <a16:creationId xmlns:a16="http://schemas.microsoft.com/office/drawing/2014/main" id="{3AA9FDBF-34DE-C702-D9A0-5B89E043B2F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8" name="直线连接符 11207">
                <a:extLst>
                  <a:ext uri="{FF2B5EF4-FFF2-40B4-BE49-F238E27FC236}">
                    <a16:creationId xmlns:a16="http://schemas.microsoft.com/office/drawing/2014/main" id="{0BBCAC3F-B1CB-4808-88A4-BA2BD59BD78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09" name="直线连接符 11208">
                <a:extLst>
                  <a:ext uri="{FF2B5EF4-FFF2-40B4-BE49-F238E27FC236}">
                    <a16:creationId xmlns:a16="http://schemas.microsoft.com/office/drawing/2014/main" id="{38932B4E-B023-16F2-0E5A-EE8E22AC894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10" name="直线连接符 11209">
                <a:extLst>
                  <a:ext uri="{FF2B5EF4-FFF2-40B4-BE49-F238E27FC236}">
                    <a16:creationId xmlns:a16="http://schemas.microsoft.com/office/drawing/2014/main" id="{A405FA00-AFAD-A268-92CB-5CAF4D0783F7}"/>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211" name="直线连接符 11210">
                <a:extLst>
                  <a:ext uri="{FF2B5EF4-FFF2-40B4-BE49-F238E27FC236}">
                    <a16:creationId xmlns:a16="http://schemas.microsoft.com/office/drawing/2014/main" id="{C77D6078-FE8F-D597-7193-73B4B7B10BCC}"/>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212" name="直线连接符 11211">
                <a:extLst>
                  <a:ext uri="{FF2B5EF4-FFF2-40B4-BE49-F238E27FC236}">
                    <a16:creationId xmlns:a16="http://schemas.microsoft.com/office/drawing/2014/main" id="{16D13EC8-534B-3474-772A-54038C93507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160" name="流程图: 接点 556">
              <a:extLst>
                <a:ext uri="{FF2B5EF4-FFF2-40B4-BE49-F238E27FC236}">
                  <a16:creationId xmlns:a16="http://schemas.microsoft.com/office/drawing/2014/main" id="{6D7C64E2-538F-A3F8-D0AD-0F944E68F046}"/>
                </a:ext>
              </a:extLst>
            </p:cNvPr>
            <p:cNvSpPr/>
            <p:nvPr/>
          </p:nvSpPr>
          <p:spPr>
            <a:xfrm>
              <a:off x="-2847985" y="5965891"/>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161" name="组合 11160">
              <a:extLst>
                <a:ext uri="{FF2B5EF4-FFF2-40B4-BE49-F238E27FC236}">
                  <a16:creationId xmlns:a16="http://schemas.microsoft.com/office/drawing/2014/main" id="{5B1CF670-F07E-7776-DC0C-AE619AAD1457}"/>
                </a:ext>
              </a:extLst>
            </p:cNvPr>
            <p:cNvGrpSpPr/>
            <p:nvPr/>
          </p:nvGrpSpPr>
          <p:grpSpPr>
            <a:xfrm>
              <a:off x="-2665768" y="6302779"/>
              <a:ext cx="419388" cy="487204"/>
              <a:chOff x="5768619" y="3058692"/>
              <a:chExt cx="419388" cy="487204"/>
            </a:xfrm>
          </p:grpSpPr>
          <p:sp>
            <p:nvSpPr>
              <p:cNvPr id="11175" name="流程图: 接点 571">
                <a:extLst>
                  <a:ext uri="{FF2B5EF4-FFF2-40B4-BE49-F238E27FC236}">
                    <a16:creationId xmlns:a16="http://schemas.microsoft.com/office/drawing/2014/main" id="{58730A59-CD53-C78F-37F7-7AAC634CE2B5}"/>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76" name="流程图: 接点 572">
                <a:extLst>
                  <a:ext uri="{FF2B5EF4-FFF2-40B4-BE49-F238E27FC236}">
                    <a16:creationId xmlns:a16="http://schemas.microsoft.com/office/drawing/2014/main" id="{C93163AB-65BE-4156-878E-BB95BFB0769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77" name="直线连接符 11176">
                <a:extLst>
                  <a:ext uri="{FF2B5EF4-FFF2-40B4-BE49-F238E27FC236}">
                    <a16:creationId xmlns:a16="http://schemas.microsoft.com/office/drawing/2014/main" id="{118DD79A-3BAA-F6B8-AABA-93B5B6EAEA43}"/>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78" name="直线连接符 11177">
                <a:extLst>
                  <a:ext uri="{FF2B5EF4-FFF2-40B4-BE49-F238E27FC236}">
                    <a16:creationId xmlns:a16="http://schemas.microsoft.com/office/drawing/2014/main" id="{156262BA-D1D3-735E-17A6-08724E82500A}"/>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79" name="直线连接符 11178">
                <a:extLst>
                  <a:ext uri="{FF2B5EF4-FFF2-40B4-BE49-F238E27FC236}">
                    <a16:creationId xmlns:a16="http://schemas.microsoft.com/office/drawing/2014/main" id="{BB4E895D-519C-2A32-A4A8-9E38A62A5D1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0" name="直线连接符 11179">
                <a:extLst>
                  <a:ext uri="{FF2B5EF4-FFF2-40B4-BE49-F238E27FC236}">
                    <a16:creationId xmlns:a16="http://schemas.microsoft.com/office/drawing/2014/main" id="{7A1DE748-7ABE-2680-5FD1-977EACA7541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1" name="直线连接符 11180">
                <a:extLst>
                  <a:ext uri="{FF2B5EF4-FFF2-40B4-BE49-F238E27FC236}">
                    <a16:creationId xmlns:a16="http://schemas.microsoft.com/office/drawing/2014/main" id="{F2DF1BBB-F2B6-3C18-62B5-EA78CE5A50C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2" name="直线连接符 11181">
                <a:extLst>
                  <a:ext uri="{FF2B5EF4-FFF2-40B4-BE49-F238E27FC236}">
                    <a16:creationId xmlns:a16="http://schemas.microsoft.com/office/drawing/2014/main" id="{DBCC1DE5-7017-C0C7-3921-0B1E005554A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3" name="直线连接符 11182">
                <a:extLst>
                  <a:ext uri="{FF2B5EF4-FFF2-40B4-BE49-F238E27FC236}">
                    <a16:creationId xmlns:a16="http://schemas.microsoft.com/office/drawing/2014/main" id="{6E8DB231-9E4E-E21F-5352-C0B3FF0D62C7}"/>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4" name="直线连接符 11183">
                <a:extLst>
                  <a:ext uri="{FF2B5EF4-FFF2-40B4-BE49-F238E27FC236}">
                    <a16:creationId xmlns:a16="http://schemas.microsoft.com/office/drawing/2014/main" id="{51E85B35-05E8-E10C-BBBC-D7FB3E5C651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5" name="直线连接符 11184">
                <a:extLst>
                  <a:ext uri="{FF2B5EF4-FFF2-40B4-BE49-F238E27FC236}">
                    <a16:creationId xmlns:a16="http://schemas.microsoft.com/office/drawing/2014/main" id="{4CC1F305-BBDD-EFFB-64A0-09E23855467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6" name="直线连接符 11185">
                <a:extLst>
                  <a:ext uri="{FF2B5EF4-FFF2-40B4-BE49-F238E27FC236}">
                    <a16:creationId xmlns:a16="http://schemas.microsoft.com/office/drawing/2014/main" id="{3E516FA3-6347-FAFA-A5F1-8E0C1A5FB32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7" name="直线连接符 11186">
                <a:extLst>
                  <a:ext uri="{FF2B5EF4-FFF2-40B4-BE49-F238E27FC236}">
                    <a16:creationId xmlns:a16="http://schemas.microsoft.com/office/drawing/2014/main" id="{E79554B9-6957-C0D6-A1D4-B3D7E83F4DF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8" name="直线连接符 11187">
                <a:extLst>
                  <a:ext uri="{FF2B5EF4-FFF2-40B4-BE49-F238E27FC236}">
                    <a16:creationId xmlns:a16="http://schemas.microsoft.com/office/drawing/2014/main" id="{867324A7-6468-0042-7B27-C0CBBA8D0C9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89" name="直线连接符 11188">
                <a:extLst>
                  <a:ext uri="{FF2B5EF4-FFF2-40B4-BE49-F238E27FC236}">
                    <a16:creationId xmlns:a16="http://schemas.microsoft.com/office/drawing/2014/main" id="{C195DED1-5BA8-2F10-2C53-845385E5D6E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90" name="直线连接符 11189">
                <a:extLst>
                  <a:ext uri="{FF2B5EF4-FFF2-40B4-BE49-F238E27FC236}">
                    <a16:creationId xmlns:a16="http://schemas.microsoft.com/office/drawing/2014/main" id="{3A6461F0-53A4-F238-F404-050A8BE063D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91" name="直线连接符 11190">
                <a:extLst>
                  <a:ext uri="{FF2B5EF4-FFF2-40B4-BE49-F238E27FC236}">
                    <a16:creationId xmlns:a16="http://schemas.microsoft.com/office/drawing/2014/main" id="{D8C8809E-0023-331B-F7E9-FE6DECF5925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192" name="直线连接符 11191">
                <a:extLst>
                  <a:ext uri="{FF2B5EF4-FFF2-40B4-BE49-F238E27FC236}">
                    <a16:creationId xmlns:a16="http://schemas.microsoft.com/office/drawing/2014/main" id="{6B5E209D-3D12-79D6-79FD-98E824F7045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193" name="直线连接符 11192">
                <a:extLst>
                  <a:ext uri="{FF2B5EF4-FFF2-40B4-BE49-F238E27FC236}">
                    <a16:creationId xmlns:a16="http://schemas.microsoft.com/office/drawing/2014/main" id="{06A9F6D4-0F42-630E-F9C8-1474E58F8D7F}"/>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162" name="组合 11161">
              <a:extLst>
                <a:ext uri="{FF2B5EF4-FFF2-40B4-BE49-F238E27FC236}">
                  <a16:creationId xmlns:a16="http://schemas.microsoft.com/office/drawing/2014/main" id="{12F26FAB-487F-3CEB-1A53-9F943E39A6C7}"/>
                </a:ext>
              </a:extLst>
            </p:cNvPr>
            <p:cNvGrpSpPr/>
            <p:nvPr/>
          </p:nvGrpSpPr>
          <p:grpSpPr>
            <a:xfrm>
              <a:off x="-3336760" y="5129568"/>
              <a:ext cx="1973841" cy="1732229"/>
              <a:chOff x="7707547" y="3116283"/>
              <a:chExt cx="2913493" cy="2493706"/>
            </a:xfrm>
          </p:grpSpPr>
          <p:sp>
            <p:nvSpPr>
              <p:cNvPr id="11171" name="流程图: 接点 567">
                <a:extLst>
                  <a:ext uri="{FF2B5EF4-FFF2-40B4-BE49-F238E27FC236}">
                    <a16:creationId xmlns:a16="http://schemas.microsoft.com/office/drawing/2014/main" id="{DE45536B-6F57-1D47-CA54-9D358D94B2AE}"/>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72" name="流程图: 接点 568">
                <a:extLst>
                  <a:ext uri="{FF2B5EF4-FFF2-40B4-BE49-F238E27FC236}">
                    <a16:creationId xmlns:a16="http://schemas.microsoft.com/office/drawing/2014/main" id="{C3A71478-237D-E6AF-992A-1F4873E5E9C7}"/>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73" name="椭圆 11172">
                <a:extLst>
                  <a:ext uri="{FF2B5EF4-FFF2-40B4-BE49-F238E27FC236}">
                    <a16:creationId xmlns:a16="http://schemas.microsoft.com/office/drawing/2014/main" id="{2818254B-5CC8-D28F-05ED-D451C5471EE1}"/>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74" name="椭圆 11173">
                <a:extLst>
                  <a:ext uri="{FF2B5EF4-FFF2-40B4-BE49-F238E27FC236}">
                    <a16:creationId xmlns:a16="http://schemas.microsoft.com/office/drawing/2014/main" id="{06CCF6AF-24B2-6C69-063B-C6918E3A5C0F}"/>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163" name="组合 11162">
              <a:extLst>
                <a:ext uri="{FF2B5EF4-FFF2-40B4-BE49-F238E27FC236}">
                  <a16:creationId xmlns:a16="http://schemas.microsoft.com/office/drawing/2014/main" id="{8000C8C1-CB0D-5623-2900-33562255FD37}"/>
                </a:ext>
              </a:extLst>
            </p:cNvPr>
            <p:cNvGrpSpPr/>
            <p:nvPr/>
          </p:nvGrpSpPr>
          <p:grpSpPr>
            <a:xfrm>
              <a:off x="-2759265" y="4628304"/>
              <a:ext cx="1057503" cy="1052173"/>
              <a:chOff x="4832657" y="1810509"/>
              <a:chExt cx="875803" cy="967645"/>
            </a:xfrm>
            <a:scene3d>
              <a:camera prst="orthographicFront">
                <a:rot lat="600000" lon="13500000" rev="0"/>
              </a:camera>
              <a:lightRig rig="threePt" dir="t"/>
            </a:scene3d>
          </p:grpSpPr>
          <p:grpSp>
            <p:nvGrpSpPr>
              <p:cNvPr id="11167" name="组合 11166">
                <a:extLst>
                  <a:ext uri="{FF2B5EF4-FFF2-40B4-BE49-F238E27FC236}">
                    <a16:creationId xmlns:a16="http://schemas.microsoft.com/office/drawing/2014/main" id="{7DC859BC-BE32-415D-B8D8-2F65611A08D6}"/>
                  </a:ext>
                </a:extLst>
              </p:cNvPr>
              <p:cNvGrpSpPr/>
              <p:nvPr/>
            </p:nvGrpSpPr>
            <p:grpSpPr>
              <a:xfrm>
                <a:off x="4832660" y="1810509"/>
                <a:ext cx="875800" cy="951265"/>
                <a:chOff x="6142141" y="1786049"/>
                <a:chExt cx="1527262" cy="1731253"/>
              </a:xfrm>
              <a:solidFill>
                <a:schemeClr val="tx1">
                  <a:lumMod val="65000"/>
                  <a:lumOff val="35000"/>
                </a:schemeClr>
              </a:solidFill>
            </p:grpSpPr>
            <p:sp>
              <p:nvSpPr>
                <p:cNvPr id="11169" name="流程图: 延期 565">
                  <a:extLst>
                    <a:ext uri="{FF2B5EF4-FFF2-40B4-BE49-F238E27FC236}">
                      <a16:creationId xmlns:a16="http://schemas.microsoft.com/office/drawing/2014/main" id="{4DF8F828-F8C4-E0B6-4FD8-BE42AC5882B3}"/>
                    </a:ext>
                  </a:extLst>
                </p:cNvPr>
                <p:cNvSpPr/>
                <p:nvPr/>
              </p:nvSpPr>
              <p:spPr>
                <a:xfrm rot="16200000">
                  <a:off x="6040145" y="188804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70" name="流程图: 接点 566">
                  <a:extLst>
                    <a:ext uri="{FF2B5EF4-FFF2-40B4-BE49-F238E27FC236}">
                      <a16:creationId xmlns:a16="http://schemas.microsoft.com/office/drawing/2014/main" id="{693755E1-140B-26C6-DDCC-C128D3C9132F}"/>
                    </a:ext>
                  </a:extLst>
                </p:cNvPr>
                <p:cNvSpPr/>
                <p:nvPr/>
              </p:nvSpPr>
              <p:spPr>
                <a:xfrm>
                  <a:off x="6344533" y="198173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168" name="矩形 11167">
                <a:extLst>
                  <a:ext uri="{FF2B5EF4-FFF2-40B4-BE49-F238E27FC236}">
                    <a16:creationId xmlns:a16="http://schemas.microsoft.com/office/drawing/2014/main" id="{52A9A449-3CC1-754B-EB40-4416731E944F}"/>
                  </a:ext>
                </a:extLst>
              </p:cNvPr>
              <p:cNvSpPr/>
              <p:nvPr/>
            </p:nvSpPr>
            <p:spPr>
              <a:xfrm>
                <a:off x="4832657" y="251671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64" name="组合 11163">
              <a:extLst>
                <a:ext uri="{FF2B5EF4-FFF2-40B4-BE49-F238E27FC236}">
                  <a16:creationId xmlns:a16="http://schemas.microsoft.com/office/drawing/2014/main" id="{BA76D6A4-CBFB-041B-5198-16193869D450}"/>
                </a:ext>
              </a:extLst>
            </p:cNvPr>
            <p:cNvGrpSpPr/>
            <p:nvPr/>
          </p:nvGrpSpPr>
          <p:grpSpPr>
            <a:xfrm>
              <a:off x="-3444429" y="5727888"/>
              <a:ext cx="238182" cy="238003"/>
              <a:chOff x="5145960" y="4201202"/>
              <a:chExt cx="150892" cy="141375"/>
            </a:xfrm>
            <a:scene3d>
              <a:camera prst="orthographicFront">
                <a:rot lat="0" lon="4500000" rev="0"/>
              </a:camera>
              <a:lightRig rig="threePt" dir="t">
                <a:rot lat="0" lon="0" rev="0"/>
              </a:lightRig>
            </a:scene3d>
          </p:grpSpPr>
          <p:sp>
            <p:nvSpPr>
              <p:cNvPr id="11165" name="Oval 15540">
                <a:extLst>
                  <a:ext uri="{FF2B5EF4-FFF2-40B4-BE49-F238E27FC236}">
                    <a16:creationId xmlns:a16="http://schemas.microsoft.com/office/drawing/2014/main" id="{1745E2CB-8AC1-8C87-F189-B7818590AEC8}"/>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166" name="Line 15541">
                <a:extLst>
                  <a:ext uri="{FF2B5EF4-FFF2-40B4-BE49-F238E27FC236}">
                    <a16:creationId xmlns:a16="http://schemas.microsoft.com/office/drawing/2014/main" id="{D7471C0A-1BED-0373-4830-60637A4C36D3}"/>
                  </a:ext>
                </a:extLst>
              </p:cNvPr>
              <p:cNvCxnSpPr>
                <a:cxnSpLocks/>
                <a:stCxn id="11165" idx="1"/>
                <a:endCxn id="11165"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232" name="组合 11231">
            <a:extLst>
              <a:ext uri="{FF2B5EF4-FFF2-40B4-BE49-F238E27FC236}">
                <a16:creationId xmlns:a16="http://schemas.microsoft.com/office/drawing/2014/main" id="{E4A8C77D-A363-39C4-3C7D-C02807FAA8C4}"/>
              </a:ext>
            </a:extLst>
          </p:cNvPr>
          <p:cNvGrpSpPr/>
          <p:nvPr/>
        </p:nvGrpSpPr>
        <p:grpSpPr>
          <a:xfrm>
            <a:off x="511045" y="1877141"/>
            <a:ext cx="2015050" cy="3038114"/>
            <a:chOff x="-1052395" y="4500097"/>
            <a:chExt cx="2015050" cy="3038114"/>
          </a:xfrm>
        </p:grpSpPr>
        <p:sp>
          <p:nvSpPr>
            <p:cNvPr id="11233" name="流程图: 接点 554">
              <a:extLst>
                <a:ext uri="{FF2B5EF4-FFF2-40B4-BE49-F238E27FC236}">
                  <a16:creationId xmlns:a16="http://schemas.microsoft.com/office/drawing/2014/main" id="{A902EA51-7166-C568-0EBC-FDC773EC92EB}"/>
                </a:ext>
              </a:extLst>
            </p:cNvPr>
            <p:cNvSpPr/>
            <p:nvPr/>
          </p:nvSpPr>
          <p:spPr>
            <a:xfrm>
              <a:off x="-476038" y="6662964"/>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34" name="椭圆 11233">
              <a:extLst>
                <a:ext uri="{FF2B5EF4-FFF2-40B4-BE49-F238E27FC236}">
                  <a16:creationId xmlns:a16="http://schemas.microsoft.com/office/drawing/2014/main" id="{90987B62-5644-60F1-BB6C-46ADDB918602}"/>
                </a:ext>
              </a:extLst>
            </p:cNvPr>
            <p:cNvSpPr/>
            <p:nvPr/>
          </p:nvSpPr>
          <p:spPr>
            <a:xfrm>
              <a:off x="-647399" y="6216217"/>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235" name="组合 11234">
              <a:extLst>
                <a:ext uri="{FF2B5EF4-FFF2-40B4-BE49-F238E27FC236}">
                  <a16:creationId xmlns:a16="http://schemas.microsoft.com/office/drawing/2014/main" id="{3583968B-2935-7123-4F85-9C9BBB2D4BF2}"/>
                </a:ext>
              </a:extLst>
            </p:cNvPr>
            <p:cNvGrpSpPr/>
            <p:nvPr/>
          </p:nvGrpSpPr>
          <p:grpSpPr>
            <a:xfrm>
              <a:off x="362376" y="6008109"/>
              <a:ext cx="419388" cy="487204"/>
              <a:chOff x="5768619" y="3058692"/>
              <a:chExt cx="419388" cy="487204"/>
            </a:xfrm>
          </p:grpSpPr>
          <p:sp>
            <p:nvSpPr>
              <p:cNvPr id="11290" name="流程图: 接点 571">
                <a:extLst>
                  <a:ext uri="{FF2B5EF4-FFF2-40B4-BE49-F238E27FC236}">
                    <a16:creationId xmlns:a16="http://schemas.microsoft.com/office/drawing/2014/main" id="{E41A358D-37D6-A83B-8891-47F535F1E3E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91" name="流程图: 接点 572">
                <a:extLst>
                  <a:ext uri="{FF2B5EF4-FFF2-40B4-BE49-F238E27FC236}">
                    <a16:creationId xmlns:a16="http://schemas.microsoft.com/office/drawing/2014/main" id="{6CB7A4F3-4671-639A-7A5A-7ED999C8FB4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92" name="直线连接符 11291">
                <a:extLst>
                  <a:ext uri="{FF2B5EF4-FFF2-40B4-BE49-F238E27FC236}">
                    <a16:creationId xmlns:a16="http://schemas.microsoft.com/office/drawing/2014/main" id="{149F3E26-9792-6054-402D-84E55633489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93" name="直线连接符 11292">
                <a:extLst>
                  <a:ext uri="{FF2B5EF4-FFF2-40B4-BE49-F238E27FC236}">
                    <a16:creationId xmlns:a16="http://schemas.microsoft.com/office/drawing/2014/main" id="{FA1932AD-DE6E-23D2-AB3D-30ACF2F28B2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94" name="直线连接符 11293">
                <a:extLst>
                  <a:ext uri="{FF2B5EF4-FFF2-40B4-BE49-F238E27FC236}">
                    <a16:creationId xmlns:a16="http://schemas.microsoft.com/office/drawing/2014/main" id="{9D773F2D-3668-C49E-24CF-70A8576D715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95" name="直线连接符 11294">
                <a:extLst>
                  <a:ext uri="{FF2B5EF4-FFF2-40B4-BE49-F238E27FC236}">
                    <a16:creationId xmlns:a16="http://schemas.microsoft.com/office/drawing/2014/main" id="{8D7171FB-F809-4CC6-A6C5-27120F516C3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96" name="直线连接符 11295">
                <a:extLst>
                  <a:ext uri="{FF2B5EF4-FFF2-40B4-BE49-F238E27FC236}">
                    <a16:creationId xmlns:a16="http://schemas.microsoft.com/office/drawing/2014/main" id="{AD046205-81AB-D220-3E4F-C97E3989371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97" name="直线连接符 11296">
                <a:extLst>
                  <a:ext uri="{FF2B5EF4-FFF2-40B4-BE49-F238E27FC236}">
                    <a16:creationId xmlns:a16="http://schemas.microsoft.com/office/drawing/2014/main" id="{602DEECB-C4E4-6DB3-C0D0-DD455E4E445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98" name="直线连接符 11297">
                <a:extLst>
                  <a:ext uri="{FF2B5EF4-FFF2-40B4-BE49-F238E27FC236}">
                    <a16:creationId xmlns:a16="http://schemas.microsoft.com/office/drawing/2014/main" id="{9EF95135-0DDE-34B0-64DE-8840E4DC59F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99" name="直线连接符 11298">
                <a:extLst>
                  <a:ext uri="{FF2B5EF4-FFF2-40B4-BE49-F238E27FC236}">
                    <a16:creationId xmlns:a16="http://schemas.microsoft.com/office/drawing/2014/main" id="{3554C9DD-221E-77E6-6C1D-71D11BC454A7}"/>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00" name="直线连接符 11299">
                <a:extLst>
                  <a:ext uri="{FF2B5EF4-FFF2-40B4-BE49-F238E27FC236}">
                    <a16:creationId xmlns:a16="http://schemas.microsoft.com/office/drawing/2014/main" id="{89CAD0CA-C423-AA9C-4481-458E3E83B0AB}"/>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01" name="直线连接符 11300">
                <a:extLst>
                  <a:ext uri="{FF2B5EF4-FFF2-40B4-BE49-F238E27FC236}">
                    <a16:creationId xmlns:a16="http://schemas.microsoft.com/office/drawing/2014/main" id="{0FEFAA7C-72B4-335D-BB46-2075DAAEFD0C}"/>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02" name="直线连接符 11301">
                <a:extLst>
                  <a:ext uri="{FF2B5EF4-FFF2-40B4-BE49-F238E27FC236}">
                    <a16:creationId xmlns:a16="http://schemas.microsoft.com/office/drawing/2014/main" id="{A6A7BDE8-13C2-8716-4A51-22AE744F578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03" name="直线连接符 11302">
                <a:extLst>
                  <a:ext uri="{FF2B5EF4-FFF2-40B4-BE49-F238E27FC236}">
                    <a16:creationId xmlns:a16="http://schemas.microsoft.com/office/drawing/2014/main" id="{621E9B74-7F18-B207-EC7A-07EC6F4BD45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04" name="直线连接符 11303">
                <a:extLst>
                  <a:ext uri="{FF2B5EF4-FFF2-40B4-BE49-F238E27FC236}">
                    <a16:creationId xmlns:a16="http://schemas.microsoft.com/office/drawing/2014/main" id="{7362C1F7-2EB1-C10E-1716-E1C431D90E5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05" name="直线连接符 11304">
                <a:extLst>
                  <a:ext uri="{FF2B5EF4-FFF2-40B4-BE49-F238E27FC236}">
                    <a16:creationId xmlns:a16="http://schemas.microsoft.com/office/drawing/2014/main" id="{5074181E-7F5B-04B2-A24F-CCFABAFAB58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06" name="直线连接符 11305">
                <a:extLst>
                  <a:ext uri="{FF2B5EF4-FFF2-40B4-BE49-F238E27FC236}">
                    <a16:creationId xmlns:a16="http://schemas.microsoft.com/office/drawing/2014/main" id="{B4988AC4-BD88-2F70-B119-3B47BAB7D9B7}"/>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307" name="直线连接符 11306">
                <a:extLst>
                  <a:ext uri="{FF2B5EF4-FFF2-40B4-BE49-F238E27FC236}">
                    <a16:creationId xmlns:a16="http://schemas.microsoft.com/office/drawing/2014/main" id="{4E612D89-E2D1-2C76-7598-4290508A7B0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308" name="直线连接符 11307">
                <a:extLst>
                  <a:ext uri="{FF2B5EF4-FFF2-40B4-BE49-F238E27FC236}">
                    <a16:creationId xmlns:a16="http://schemas.microsoft.com/office/drawing/2014/main" id="{2A83A75E-FC41-155B-BDA9-DADB7EA1FAE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236" name="组合 11235">
              <a:extLst>
                <a:ext uri="{FF2B5EF4-FFF2-40B4-BE49-F238E27FC236}">
                  <a16:creationId xmlns:a16="http://schemas.microsoft.com/office/drawing/2014/main" id="{AB4DADB8-5467-A00F-ED66-402E8839F60B}"/>
                </a:ext>
              </a:extLst>
            </p:cNvPr>
            <p:cNvGrpSpPr/>
            <p:nvPr/>
          </p:nvGrpSpPr>
          <p:grpSpPr>
            <a:xfrm>
              <a:off x="-761952" y="5980542"/>
              <a:ext cx="419388" cy="487204"/>
              <a:chOff x="5768619" y="3058692"/>
              <a:chExt cx="419388" cy="487204"/>
            </a:xfrm>
          </p:grpSpPr>
          <p:sp>
            <p:nvSpPr>
              <p:cNvPr id="11271" name="流程图: 接点 571">
                <a:extLst>
                  <a:ext uri="{FF2B5EF4-FFF2-40B4-BE49-F238E27FC236}">
                    <a16:creationId xmlns:a16="http://schemas.microsoft.com/office/drawing/2014/main" id="{EC3278F2-BAF6-EFF7-E666-3BE8F9F972B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72" name="流程图: 接点 572">
                <a:extLst>
                  <a:ext uri="{FF2B5EF4-FFF2-40B4-BE49-F238E27FC236}">
                    <a16:creationId xmlns:a16="http://schemas.microsoft.com/office/drawing/2014/main" id="{3EEB5421-4628-C0BE-0D93-154F2A2B027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73" name="直线连接符 11272">
                <a:extLst>
                  <a:ext uri="{FF2B5EF4-FFF2-40B4-BE49-F238E27FC236}">
                    <a16:creationId xmlns:a16="http://schemas.microsoft.com/office/drawing/2014/main" id="{9CCBC392-C151-FA4F-6491-4BFDF6F83AEB}"/>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74" name="直线连接符 11273">
                <a:extLst>
                  <a:ext uri="{FF2B5EF4-FFF2-40B4-BE49-F238E27FC236}">
                    <a16:creationId xmlns:a16="http://schemas.microsoft.com/office/drawing/2014/main" id="{0695AEBD-A1D3-1531-4097-C014C0B3621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75" name="直线连接符 11274">
                <a:extLst>
                  <a:ext uri="{FF2B5EF4-FFF2-40B4-BE49-F238E27FC236}">
                    <a16:creationId xmlns:a16="http://schemas.microsoft.com/office/drawing/2014/main" id="{E459FE20-A880-3962-0559-5D15268BF95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76" name="直线连接符 11275">
                <a:extLst>
                  <a:ext uri="{FF2B5EF4-FFF2-40B4-BE49-F238E27FC236}">
                    <a16:creationId xmlns:a16="http://schemas.microsoft.com/office/drawing/2014/main" id="{B9602426-A4E8-87D5-62FC-91408E2BCE75}"/>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77" name="直线连接符 11276">
                <a:extLst>
                  <a:ext uri="{FF2B5EF4-FFF2-40B4-BE49-F238E27FC236}">
                    <a16:creationId xmlns:a16="http://schemas.microsoft.com/office/drawing/2014/main" id="{2282D9EF-2AA2-E746-10FD-AA6F08475266}"/>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78" name="直线连接符 11277">
                <a:extLst>
                  <a:ext uri="{FF2B5EF4-FFF2-40B4-BE49-F238E27FC236}">
                    <a16:creationId xmlns:a16="http://schemas.microsoft.com/office/drawing/2014/main" id="{475A88BE-19B1-0856-9177-A4E8C442111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79" name="直线连接符 11278">
                <a:extLst>
                  <a:ext uri="{FF2B5EF4-FFF2-40B4-BE49-F238E27FC236}">
                    <a16:creationId xmlns:a16="http://schemas.microsoft.com/office/drawing/2014/main" id="{E7B75A36-4EC1-B678-6242-7D07636CE588}"/>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0" name="直线连接符 11279">
                <a:extLst>
                  <a:ext uri="{FF2B5EF4-FFF2-40B4-BE49-F238E27FC236}">
                    <a16:creationId xmlns:a16="http://schemas.microsoft.com/office/drawing/2014/main" id="{CA1CD9C8-7E04-62F8-7B0C-39DAB724E3F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1" name="直线连接符 11280">
                <a:extLst>
                  <a:ext uri="{FF2B5EF4-FFF2-40B4-BE49-F238E27FC236}">
                    <a16:creationId xmlns:a16="http://schemas.microsoft.com/office/drawing/2014/main" id="{B2C3BF7D-67E3-424E-7A2D-602E6DC5E594}"/>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2" name="直线连接符 11281">
                <a:extLst>
                  <a:ext uri="{FF2B5EF4-FFF2-40B4-BE49-F238E27FC236}">
                    <a16:creationId xmlns:a16="http://schemas.microsoft.com/office/drawing/2014/main" id="{964EA4BA-AD01-5E62-F80F-E669A782A07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3" name="直线连接符 11282">
                <a:extLst>
                  <a:ext uri="{FF2B5EF4-FFF2-40B4-BE49-F238E27FC236}">
                    <a16:creationId xmlns:a16="http://schemas.microsoft.com/office/drawing/2014/main" id="{6E11256C-980A-7F72-9072-9129516E068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4" name="直线连接符 11283">
                <a:extLst>
                  <a:ext uri="{FF2B5EF4-FFF2-40B4-BE49-F238E27FC236}">
                    <a16:creationId xmlns:a16="http://schemas.microsoft.com/office/drawing/2014/main" id="{9A1C90E4-5F59-3E4A-2C8C-209E81FE852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5" name="直线连接符 11284">
                <a:extLst>
                  <a:ext uri="{FF2B5EF4-FFF2-40B4-BE49-F238E27FC236}">
                    <a16:creationId xmlns:a16="http://schemas.microsoft.com/office/drawing/2014/main" id="{BB72F76F-4ECF-05D0-E16D-051B42BF256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6" name="直线连接符 11285">
                <a:extLst>
                  <a:ext uri="{FF2B5EF4-FFF2-40B4-BE49-F238E27FC236}">
                    <a16:creationId xmlns:a16="http://schemas.microsoft.com/office/drawing/2014/main" id="{A842CF45-FFAF-8DEC-1279-0299B7C7D5A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87" name="直线连接符 11286">
                <a:extLst>
                  <a:ext uri="{FF2B5EF4-FFF2-40B4-BE49-F238E27FC236}">
                    <a16:creationId xmlns:a16="http://schemas.microsoft.com/office/drawing/2014/main" id="{95F0E6CE-CFB1-6F47-B67D-0AB8531997C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288" name="直线连接符 11287">
                <a:extLst>
                  <a:ext uri="{FF2B5EF4-FFF2-40B4-BE49-F238E27FC236}">
                    <a16:creationId xmlns:a16="http://schemas.microsoft.com/office/drawing/2014/main" id="{4F806879-D22E-4584-380C-C952AAE0EB6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289" name="直线连接符 11288">
                <a:extLst>
                  <a:ext uri="{FF2B5EF4-FFF2-40B4-BE49-F238E27FC236}">
                    <a16:creationId xmlns:a16="http://schemas.microsoft.com/office/drawing/2014/main" id="{1C1042D0-E888-9848-828D-620D0A10BB0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237" name="流程图: 接点 556">
              <a:extLst>
                <a:ext uri="{FF2B5EF4-FFF2-40B4-BE49-F238E27FC236}">
                  <a16:creationId xmlns:a16="http://schemas.microsoft.com/office/drawing/2014/main" id="{5ADE0B1C-2C13-E2FE-E6A2-4A372D0D16A2}"/>
                </a:ext>
              </a:extLst>
            </p:cNvPr>
            <p:cNvSpPr/>
            <p:nvPr/>
          </p:nvSpPr>
          <p:spPr>
            <a:xfrm>
              <a:off x="-522411" y="5837684"/>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238" name="组合 11237">
              <a:extLst>
                <a:ext uri="{FF2B5EF4-FFF2-40B4-BE49-F238E27FC236}">
                  <a16:creationId xmlns:a16="http://schemas.microsoft.com/office/drawing/2014/main" id="{BB7A502B-82EB-B87B-30F1-8921A5BAAC55}"/>
                </a:ext>
              </a:extLst>
            </p:cNvPr>
            <p:cNvGrpSpPr/>
            <p:nvPr/>
          </p:nvGrpSpPr>
          <p:grpSpPr>
            <a:xfrm>
              <a:off x="-286838" y="6192417"/>
              <a:ext cx="419388" cy="487204"/>
              <a:chOff x="5768619" y="3058692"/>
              <a:chExt cx="419388" cy="487204"/>
            </a:xfrm>
          </p:grpSpPr>
          <p:sp>
            <p:nvSpPr>
              <p:cNvPr id="11252" name="流程图: 接点 571">
                <a:extLst>
                  <a:ext uri="{FF2B5EF4-FFF2-40B4-BE49-F238E27FC236}">
                    <a16:creationId xmlns:a16="http://schemas.microsoft.com/office/drawing/2014/main" id="{71340087-D652-F96B-802C-5D6F2623D069}"/>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53" name="流程图: 接点 572">
                <a:extLst>
                  <a:ext uri="{FF2B5EF4-FFF2-40B4-BE49-F238E27FC236}">
                    <a16:creationId xmlns:a16="http://schemas.microsoft.com/office/drawing/2014/main" id="{22CEAB99-1290-2AF1-CDA6-6FB10D7690F7}"/>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54" name="直线连接符 11253">
                <a:extLst>
                  <a:ext uri="{FF2B5EF4-FFF2-40B4-BE49-F238E27FC236}">
                    <a16:creationId xmlns:a16="http://schemas.microsoft.com/office/drawing/2014/main" id="{E6B70F34-F638-85EA-6E67-EEF0641D785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55" name="直线连接符 11254">
                <a:extLst>
                  <a:ext uri="{FF2B5EF4-FFF2-40B4-BE49-F238E27FC236}">
                    <a16:creationId xmlns:a16="http://schemas.microsoft.com/office/drawing/2014/main" id="{E5024A4A-B4B6-BA2A-8D98-F22EC670FFB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56" name="直线连接符 11255">
                <a:extLst>
                  <a:ext uri="{FF2B5EF4-FFF2-40B4-BE49-F238E27FC236}">
                    <a16:creationId xmlns:a16="http://schemas.microsoft.com/office/drawing/2014/main" id="{494516A1-2D00-454A-DA39-001A4AEE6AE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57" name="直线连接符 11256">
                <a:extLst>
                  <a:ext uri="{FF2B5EF4-FFF2-40B4-BE49-F238E27FC236}">
                    <a16:creationId xmlns:a16="http://schemas.microsoft.com/office/drawing/2014/main" id="{DC3AF32E-AD2B-E775-BB9B-98978289202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58" name="直线连接符 11257">
                <a:extLst>
                  <a:ext uri="{FF2B5EF4-FFF2-40B4-BE49-F238E27FC236}">
                    <a16:creationId xmlns:a16="http://schemas.microsoft.com/office/drawing/2014/main" id="{B7A074BA-CDE8-7699-9660-CD01F98A98F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59" name="直线连接符 11258">
                <a:extLst>
                  <a:ext uri="{FF2B5EF4-FFF2-40B4-BE49-F238E27FC236}">
                    <a16:creationId xmlns:a16="http://schemas.microsoft.com/office/drawing/2014/main" id="{30788C90-B4AB-FE1C-F469-713ADE8F4F2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0" name="直线连接符 11259">
                <a:extLst>
                  <a:ext uri="{FF2B5EF4-FFF2-40B4-BE49-F238E27FC236}">
                    <a16:creationId xmlns:a16="http://schemas.microsoft.com/office/drawing/2014/main" id="{240B9F3E-2540-BFC3-2C43-ABDAA5DE99B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1" name="直线连接符 11260">
                <a:extLst>
                  <a:ext uri="{FF2B5EF4-FFF2-40B4-BE49-F238E27FC236}">
                    <a16:creationId xmlns:a16="http://schemas.microsoft.com/office/drawing/2014/main" id="{C7AC1564-C9BD-945F-391D-20CAE940692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2" name="直线连接符 11261">
                <a:extLst>
                  <a:ext uri="{FF2B5EF4-FFF2-40B4-BE49-F238E27FC236}">
                    <a16:creationId xmlns:a16="http://schemas.microsoft.com/office/drawing/2014/main" id="{1FE048DE-6346-5347-9D73-640E727E0F2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3" name="直线连接符 11262">
                <a:extLst>
                  <a:ext uri="{FF2B5EF4-FFF2-40B4-BE49-F238E27FC236}">
                    <a16:creationId xmlns:a16="http://schemas.microsoft.com/office/drawing/2014/main" id="{450370E7-A719-1986-2713-80E02EA7F38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4" name="直线连接符 11263">
                <a:extLst>
                  <a:ext uri="{FF2B5EF4-FFF2-40B4-BE49-F238E27FC236}">
                    <a16:creationId xmlns:a16="http://schemas.microsoft.com/office/drawing/2014/main" id="{D9B940AB-A4D7-5956-7B73-2828E84D80E0}"/>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5" name="直线连接符 11264">
                <a:extLst>
                  <a:ext uri="{FF2B5EF4-FFF2-40B4-BE49-F238E27FC236}">
                    <a16:creationId xmlns:a16="http://schemas.microsoft.com/office/drawing/2014/main" id="{BCE4019A-C34A-50A5-915D-2BA220B28DA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6" name="直线连接符 11265">
                <a:extLst>
                  <a:ext uri="{FF2B5EF4-FFF2-40B4-BE49-F238E27FC236}">
                    <a16:creationId xmlns:a16="http://schemas.microsoft.com/office/drawing/2014/main" id="{9FE6FEDB-B6C5-9110-D396-13313A61D83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7" name="直线连接符 11266">
                <a:extLst>
                  <a:ext uri="{FF2B5EF4-FFF2-40B4-BE49-F238E27FC236}">
                    <a16:creationId xmlns:a16="http://schemas.microsoft.com/office/drawing/2014/main" id="{71E3AD25-9FAE-0866-97A3-5BE64D318D00}"/>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68" name="直线连接符 11267">
                <a:extLst>
                  <a:ext uri="{FF2B5EF4-FFF2-40B4-BE49-F238E27FC236}">
                    <a16:creationId xmlns:a16="http://schemas.microsoft.com/office/drawing/2014/main" id="{F49B65CE-2036-F2FB-F712-1DBD15BDED9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269" name="直线连接符 11268">
                <a:extLst>
                  <a:ext uri="{FF2B5EF4-FFF2-40B4-BE49-F238E27FC236}">
                    <a16:creationId xmlns:a16="http://schemas.microsoft.com/office/drawing/2014/main" id="{EA939EE8-433C-2A2E-E9CC-53D5EF87C5B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270" name="直线连接符 11269">
                <a:extLst>
                  <a:ext uri="{FF2B5EF4-FFF2-40B4-BE49-F238E27FC236}">
                    <a16:creationId xmlns:a16="http://schemas.microsoft.com/office/drawing/2014/main" id="{F2530000-A81C-0174-9304-DD6137A7C06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239" name="组合 11238">
              <a:extLst>
                <a:ext uri="{FF2B5EF4-FFF2-40B4-BE49-F238E27FC236}">
                  <a16:creationId xmlns:a16="http://schemas.microsoft.com/office/drawing/2014/main" id="{4114617B-6E0A-B9F6-CF70-C6950AE3A302}"/>
                </a:ext>
              </a:extLst>
            </p:cNvPr>
            <p:cNvGrpSpPr/>
            <p:nvPr/>
          </p:nvGrpSpPr>
          <p:grpSpPr>
            <a:xfrm>
              <a:off x="-1011186" y="5001361"/>
              <a:ext cx="1973841" cy="1732229"/>
              <a:chOff x="7707547" y="3116283"/>
              <a:chExt cx="2913493" cy="2493706"/>
            </a:xfrm>
          </p:grpSpPr>
          <p:sp>
            <p:nvSpPr>
              <p:cNvPr id="11248" name="流程图: 接点 567">
                <a:extLst>
                  <a:ext uri="{FF2B5EF4-FFF2-40B4-BE49-F238E27FC236}">
                    <a16:creationId xmlns:a16="http://schemas.microsoft.com/office/drawing/2014/main" id="{83C34408-9B9C-A13D-6E6B-0643C1EAB87D}"/>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49" name="流程图: 接点 568">
                <a:extLst>
                  <a:ext uri="{FF2B5EF4-FFF2-40B4-BE49-F238E27FC236}">
                    <a16:creationId xmlns:a16="http://schemas.microsoft.com/office/drawing/2014/main" id="{E0FE6616-953D-AFC2-F94A-2BEAC1EC94DC}"/>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50" name="椭圆 11249">
                <a:extLst>
                  <a:ext uri="{FF2B5EF4-FFF2-40B4-BE49-F238E27FC236}">
                    <a16:creationId xmlns:a16="http://schemas.microsoft.com/office/drawing/2014/main" id="{466E57B7-F7D9-C90B-AC2B-3FD6A6978600}"/>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51" name="椭圆 11250">
                <a:extLst>
                  <a:ext uri="{FF2B5EF4-FFF2-40B4-BE49-F238E27FC236}">
                    <a16:creationId xmlns:a16="http://schemas.microsoft.com/office/drawing/2014/main" id="{1410513C-875C-D197-7C2E-ACAAC054B78A}"/>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240" name="组合 11239">
              <a:extLst>
                <a:ext uri="{FF2B5EF4-FFF2-40B4-BE49-F238E27FC236}">
                  <a16:creationId xmlns:a16="http://schemas.microsoft.com/office/drawing/2014/main" id="{B3307015-EF9C-83FC-1AC3-3A35B06D0674}"/>
                </a:ext>
              </a:extLst>
            </p:cNvPr>
            <p:cNvGrpSpPr/>
            <p:nvPr/>
          </p:nvGrpSpPr>
          <p:grpSpPr>
            <a:xfrm>
              <a:off x="-421165" y="4500097"/>
              <a:ext cx="1057503" cy="1052173"/>
              <a:chOff x="4832657" y="1810509"/>
              <a:chExt cx="875803" cy="967645"/>
            </a:xfrm>
            <a:scene3d>
              <a:camera prst="orthographicFront">
                <a:rot lat="600000" lon="13050000" rev="0"/>
              </a:camera>
              <a:lightRig rig="threePt" dir="t"/>
            </a:scene3d>
          </p:grpSpPr>
          <p:grpSp>
            <p:nvGrpSpPr>
              <p:cNvPr id="11244" name="组合 11243">
                <a:extLst>
                  <a:ext uri="{FF2B5EF4-FFF2-40B4-BE49-F238E27FC236}">
                    <a16:creationId xmlns:a16="http://schemas.microsoft.com/office/drawing/2014/main" id="{FB42B17D-8943-5330-129F-FE10ACF78E7E}"/>
                  </a:ext>
                </a:extLst>
              </p:cNvPr>
              <p:cNvGrpSpPr/>
              <p:nvPr/>
            </p:nvGrpSpPr>
            <p:grpSpPr>
              <a:xfrm>
                <a:off x="4832660" y="1810509"/>
                <a:ext cx="875800" cy="951265"/>
                <a:chOff x="6142141" y="1786049"/>
                <a:chExt cx="1527262" cy="1731253"/>
              </a:xfrm>
              <a:solidFill>
                <a:schemeClr val="tx1">
                  <a:lumMod val="65000"/>
                  <a:lumOff val="35000"/>
                </a:schemeClr>
              </a:solidFill>
            </p:grpSpPr>
            <p:sp>
              <p:nvSpPr>
                <p:cNvPr id="11246" name="流程图: 延期 565">
                  <a:extLst>
                    <a:ext uri="{FF2B5EF4-FFF2-40B4-BE49-F238E27FC236}">
                      <a16:creationId xmlns:a16="http://schemas.microsoft.com/office/drawing/2014/main" id="{03069FC6-F17F-0170-FE15-0B1CE09DC416}"/>
                    </a:ext>
                  </a:extLst>
                </p:cNvPr>
                <p:cNvSpPr/>
                <p:nvPr/>
              </p:nvSpPr>
              <p:spPr>
                <a:xfrm rot="16200000">
                  <a:off x="6040145" y="188804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47" name="流程图: 接点 566">
                  <a:extLst>
                    <a:ext uri="{FF2B5EF4-FFF2-40B4-BE49-F238E27FC236}">
                      <a16:creationId xmlns:a16="http://schemas.microsoft.com/office/drawing/2014/main" id="{B4438E15-51EA-B252-1C4B-3075A0203D5D}"/>
                    </a:ext>
                  </a:extLst>
                </p:cNvPr>
                <p:cNvSpPr/>
                <p:nvPr/>
              </p:nvSpPr>
              <p:spPr>
                <a:xfrm>
                  <a:off x="6344533" y="198173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45" name="矩形 11244">
                <a:extLst>
                  <a:ext uri="{FF2B5EF4-FFF2-40B4-BE49-F238E27FC236}">
                    <a16:creationId xmlns:a16="http://schemas.microsoft.com/office/drawing/2014/main" id="{741E6DC3-AAF8-ED8F-7B33-B07B7AF7280D}"/>
                  </a:ext>
                </a:extLst>
              </p:cNvPr>
              <p:cNvSpPr/>
              <p:nvPr/>
            </p:nvSpPr>
            <p:spPr>
              <a:xfrm>
                <a:off x="4832657" y="251671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241" name="组合 11240">
              <a:extLst>
                <a:ext uri="{FF2B5EF4-FFF2-40B4-BE49-F238E27FC236}">
                  <a16:creationId xmlns:a16="http://schemas.microsoft.com/office/drawing/2014/main" id="{B64382A1-2754-A4D5-C1CB-F0C7FB83F986}"/>
                </a:ext>
              </a:extLst>
            </p:cNvPr>
            <p:cNvGrpSpPr/>
            <p:nvPr/>
          </p:nvGrpSpPr>
          <p:grpSpPr>
            <a:xfrm>
              <a:off x="-1052395" y="5612939"/>
              <a:ext cx="238182" cy="238003"/>
              <a:chOff x="5145960" y="4201202"/>
              <a:chExt cx="150892" cy="141375"/>
            </a:xfrm>
            <a:scene3d>
              <a:camera prst="orthographicFront">
                <a:rot lat="0" lon="4050000" rev="0"/>
              </a:camera>
              <a:lightRig rig="threePt" dir="t">
                <a:rot lat="0" lon="0" rev="0"/>
              </a:lightRig>
            </a:scene3d>
          </p:grpSpPr>
          <p:sp>
            <p:nvSpPr>
              <p:cNvPr id="11242" name="Oval 15540">
                <a:extLst>
                  <a:ext uri="{FF2B5EF4-FFF2-40B4-BE49-F238E27FC236}">
                    <a16:creationId xmlns:a16="http://schemas.microsoft.com/office/drawing/2014/main" id="{08514FD3-ADC4-2E93-26F4-203509C0017C}"/>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243" name="Line 15541">
                <a:extLst>
                  <a:ext uri="{FF2B5EF4-FFF2-40B4-BE49-F238E27FC236}">
                    <a16:creationId xmlns:a16="http://schemas.microsoft.com/office/drawing/2014/main" id="{F8F57927-CB85-753B-5CFE-6CCC8A71F029}"/>
                  </a:ext>
                </a:extLst>
              </p:cNvPr>
              <p:cNvCxnSpPr>
                <a:cxnSpLocks/>
                <a:stCxn id="11242" idx="1"/>
                <a:endCxn id="11242"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309" name="组合 11308">
            <a:extLst>
              <a:ext uri="{FF2B5EF4-FFF2-40B4-BE49-F238E27FC236}">
                <a16:creationId xmlns:a16="http://schemas.microsoft.com/office/drawing/2014/main" id="{1C6E136D-DB6E-DB30-305A-E7AA6F803A44}"/>
              </a:ext>
            </a:extLst>
          </p:cNvPr>
          <p:cNvGrpSpPr/>
          <p:nvPr/>
        </p:nvGrpSpPr>
        <p:grpSpPr>
          <a:xfrm>
            <a:off x="550700" y="1886286"/>
            <a:ext cx="1973841" cy="3028969"/>
            <a:chOff x="1097522" y="4593885"/>
            <a:chExt cx="1973841" cy="3028969"/>
          </a:xfrm>
        </p:grpSpPr>
        <p:sp>
          <p:nvSpPr>
            <p:cNvPr id="11310" name="流程图: 接点 554">
              <a:extLst>
                <a:ext uri="{FF2B5EF4-FFF2-40B4-BE49-F238E27FC236}">
                  <a16:creationId xmlns:a16="http://schemas.microsoft.com/office/drawing/2014/main" id="{D6E3D1F5-9333-6EA0-FA6F-E9369F909835}"/>
                </a:ext>
              </a:extLst>
            </p:cNvPr>
            <p:cNvSpPr/>
            <p:nvPr/>
          </p:nvSpPr>
          <p:spPr>
            <a:xfrm>
              <a:off x="1632670" y="6747607"/>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11" name="椭圆 11310">
              <a:extLst>
                <a:ext uri="{FF2B5EF4-FFF2-40B4-BE49-F238E27FC236}">
                  <a16:creationId xmlns:a16="http://schemas.microsoft.com/office/drawing/2014/main" id="{B53D2770-5561-3394-12BE-8DBEBC512EA2}"/>
                </a:ext>
              </a:extLst>
            </p:cNvPr>
            <p:cNvSpPr/>
            <p:nvPr/>
          </p:nvSpPr>
          <p:spPr>
            <a:xfrm>
              <a:off x="1461309" y="6300860"/>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312" name="组合 11311">
              <a:extLst>
                <a:ext uri="{FF2B5EF4-FFF2-40B4-BE49-F238E27FC236}">
                  <a16:creationId xmlns:a16="http://schemas.microsoft.com/office/drawing/2014/main" id="{61AFE062-A548-9DFE-50AB-C95CF1A7BF14}"/>
                </a:ext>
              </a:extLst>
            </p:cNvPr>
            <p:cNvGrpSpPr/>
            <p:nvPr/>
          </p:nvGrpSpPr>
          <p:grpSpPr>
            <a:xfrm>
              <a:off x="1297925" y="6079753"/>
              <a:ext cx="419388" cy="487204"/>
              <a:chOff x="5768619" y="3058692"/>
              <a:chExt cx="419388" cy="487204"/>
            </a:xfrm>
          </p:grpSpPr>
          <p:sp>
            <p:nvSpPr>
              <p:cNvPr id="11367" name="流程图: 接点 571">
                <a:extLst>
                  <a:ext uri="{FF2B5EF4-FFF2-40B4-BE49-F238E27FC236}">
                    <a16:creationId xmlns:a16="http://schemas.microsoft.com/office/drawing/2014/main" id="{89868C28-3D28-88C7-8006-6EB15A91831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68" name="流程图: 接点 572">
                <a:extLst>
                  <a:ext uri="{FF2B5EF4-FFF2-40B4-BE49-F238E27FC236}">
                    <a16:creationId xmlns:a16="http://schemas.microsoft.com/office/drawing/2014/main" id="{FF6AD61E-68FB-7423-3E39-27FAF2D8F63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69" name="直线连接符 11368">
                <a:extLst>
                  <a:ext uri="{FF2B5EF4-FFF2-40B4-BE49-F238E27FC236}">
                    <a16:creationId xmlns:a16="http://schemas.microsoft.com/office/drawing/2014/main" id="{665F016B-031A-D9E0-1F58-96F828B6FD9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0" name="直线连接符 11369">
                <a:extLst>
                  <a:ext uri="{FF2B5EF4-FFF2-40B4-BE49-F238E27FC236}">
                    <a16:creationId xmlns:a16="http://schemas.microsoft.com/office/drawing/2014/main" id="{18E31344-AB01-2F84-A01D-1BFA061FE9F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1" name="直线连接符 11370">
                <a:extLst>
                  <a:ext uri="{FF2B5EF4-FFF2-40B4-BE49-F238E27FC236}">
                    <a16:creationId xmlns:a16="http://schemas.microsoft.com/office/drawing/2014/main" id="{21BAED49-AE91-58A1-3D5F-C67FEADF780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2" name="直线连接符 11371">
                <a:extLst>
                  <a:ext uri="{FF2B5EF4-FFF2-40B4-BE49-F238E27FC236}">
                    <a16:creationId xmlns:a16="http://schemas.microsoft.com/office/drawing/2014/main" id="{51A15267-237B-72C3-1579-3A453E66495A}"/>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3" name="直线连接符 11372">
                <a:extLst>
                  <a:ext uri="{FF2B5EF4-FFF2-40B4-BE49-F238E27FC236}">
                    <a16:creationId xmlns:a16="http://schemas.microsoft.com/office/drawing/2014/main" id="{E118BF17-5EE9-2A25-FA5A-626214988C66}"/>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4" name="直线连接符 11373">
                <a:extLst>
                  <a:ext uri="{FF2B5EF4-FFF2-40B4-BE49-F238E27FC236}">
                    <a16:creationId xmlns:a16="http://schemas.microsoft.com/office/drawing/2014/main" id="{F10AB25A-726F-8E29-1D60-4A54A7C4AAF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5" name="直线连接符 11374">
                <a:extLst>
                  <a:ext uri="{FF2B5EF4-FFF2-40B4-BE49-F238E27FC236}">
                    <a16:creationId xmlns:a16="http://schemas.microsoft.com/office/drawing/2014/main" id="{176385C0-8D6E-292B-20D4-383C1E0CF4E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6" name="直线连接符 11375">
                <a:extLst>
                  <a:ext uri="{FF2B5EF4-FFF2-40B4-BE49-F238E27FC236}">
                    <a16:creationId xmlns:a16="http://schemas.microsoft.com/office/drawing/2014/main" id="{CBAC438B-1750-06F1-61D6-D858BB96159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7" name="直线连接符 11376">
                <a:extLst>
                  <a:ext uri="{FF2B5EF4-FFF2-40B4-BE49-F238E27FC236}">
                    <a16:creationId xmlns:a16="http://schemas.microsoft.com/office/drawing/2014/main" id="{17E83289-7516-B026-E03B-EDBC3A94B5F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8" name="直线连接符 11377">
                <a:extLst>
                  <a:ext uri="{FF2B5EF4-FFF2-40B4-BE49-F238E27FC236}">
                    <a16:creationId xmlns:a16="http://schemas.microsoft.com/office/drawing/2014/main" id="{BCC71CA1-55D1-7F17-7002-82102D59566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79" name="直线连接符 11378">
                <a:extLst>
                  <a:ext uri="{FF2B5EF4-FFF2-40B4-BE49-F238E27FC236}">
                    <a16:creationId xmlns:a16="http://schemas.microsoft.com/office/drawing/2014/main" id="{86FD0BDF-2D1A-E561-D056-DEA0E574CE5C}"/>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80" name="直线连接符 11379">
                <a:extLst>
                  <a:ext uri="{FF2B5EF4-FFF2-40B4-BE49-F238E27FC236}">
                    <a16:creationId xmlns:a16="http://schemas.microsoft.com/office/drawing/2014/main" id="{A0A2E75C-3FC4-8B8B-DE90-8A9EEFBA89E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81" name="直线连接符 11380">
                <a:extLst>
                  <a:ext uri="{FF2B5EF4-FFF2-40B4-BE49-F238E27FC236}">
                    <a16:creationId xmlns:a16="http://schemas.microsoft.com/office/drawing/2014/main" id="{21BA8CD1-0DA0-E4CB-4EFA-FED737EF7E6B}"/>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82" name="直线连接符 11381">
                <a:extLst>
                  <a:ext uri="{FF2B5EF4-FFF2-40B4-BE49-F238E27FC236}">
                    <a16:creationId xmlns:a16="http://schemas.microsoft.com/office/drawing/2014/main" id="{ECD00067-42ED-2834-5415-EAD96957971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83" name="直线连接符 11382">
                <a:extLst>
                  <a:ext uri="{FF2B5EF4-FFF2-40B4-BE49-F238E27FC236}">
                    <a16:creationId xmlns:a16="http://schemas.microsoft.com/office/drawing/2014/main" id="{F0F7AFE1-44A3-3EFA-4F2F-D1D55000118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384" name="直线连接符 11383">
                <a:extLst>
                  <a:ext uri="{FF2B5EF4-FFF2-40B4-BE49-F238E27FC236}">
                    <a16:creationId xmlns:a16="http://schemas.microsoft.com/office/drawing/2014/main" id="{6B1F0C92-BD77-5BA6-6AC2-A9E2F3E47A5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385" name="直线连接符 11384">
                <a:extLst>
                  <a:ext uri="{FF2B5EF4-FFF2-40B4-BE49-F238E27FC236}">
                    <a16:creationId xmlns:a16="http://schemas.microsoft.com/office/drawing/2014/main" id="{D88581C4-D177-CDE9-D0AA-AB9D71125DAC}"/>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313" name="组合 11312">
              <a:extLst>
                <a:ext uri="{FF2B5EF4-FFF2-40B4-BE49-F238E27FC236}">
                  <a16:creationId xmlns:a16="http://schemas.microsoft.com/office/drawing/2014/main" id="{347687BD-91A1-2E2B-BF1C-5969420D8D1B}"/>
                </a:ext>
              </a:extLst>
            </p:cNvPr>
            <p:cNvGrpSpPr/>
            <p:nvPr/>
          </p:nvGrpSpPr>
          <p:grpSpPr>
            <a:xfrm>
              <a:off x="2409094" y="6098155"/>
              <a:ext cx="419388" cy="487204"/>
              <a:chOff x="5768619" y="3058692"/>
              <a:chExt cx="419388" cy="487204"/>
            </a:xfrm>
          </p:grpSpPr>
          <p:sp>
            <p:nvSpPr>
              <p:cNvPr id="11348" name="流程图: 接点 571">
                <a:extLst>
                  <a:ext uri="{FF2B5EF4-FFF2-40B4-BE49-F238E27FC236}">
                    <a16:creationId xmlns:a16="http://schemas.microsoft.com/office/drawing/2014/main" id="{00FC34C9-35A2-AFF5-BBD0-D6A4DE385070}"/>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49" name="流程图: 接点 572">
                <a:extLst>
                  <a:ext uri="{FF2B5EF4-FFF2-40B4-BE49-F238E27FC236}">
                    <a16:creationId xmlns:a16="http://schemas.microsoft.com/office/drawing/2014/main" id="{CE13198A-E191-95F7-D15E-519E10D31D2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50" name="直线连接符 11349">
                <a:extLst>
                  <a:ext uri="{FF2B5EF4-FFF2-40B4-BE49-F238E27FC236}">
                    <a16:creationId xmlns:a16="http://schemas.microsoft.com/office/drawing/2014/main" id="{9BEE6A61-25FB-C1D1-F16B-8AAD10FD101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1" name="直线连接符 11350">
                <a:extLst>
                  <a:ext uri="{FF2B5EF4-FFF2-40B4-BE49-F238E27FC236}">
                    <a16:creationId xmlns:a16="http://schemas.microsoft.com/office/drawing/2014/main" id="{4770DC51-0AD3-BA51-5AF4-5EB671D42EAE}"/>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2" name="直线连接符 11351">
                <a:extLst>
                  <a:ext uri="{FF2B5EF4-FFF2-40B4-BE49-F238E27FC236}">
                    <a16:creationId xmlns:a16="http://schemas.microsoft.com/office/drawing/2014/main" id="{52879C9D-7352-1F61-3EC4-B9143F0C068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3" name="直线连接符 11352">
                <a:extLst>
                  <a:ext uri="{FF2B5EF4-FFF2-40B4-BE49-F238E27FC236}">
                    <a16:creationId xmlns:a16="http://schemas.microsoft.com/office/drawing/2014/main" id="{5865CEE6-36A4-E39A-D321-FAC83716251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4" name="直线连接符 11353">
                <a:extLst>
                  <a:ext uri="{FF2B5EF4-FFF2-40B4-BE49-F238E27FC236}">
                    <a16:creationId xmlns:a16="http://schemas.microsoft.com/office/drawing/2014/main" id="{4075BE5E-192A-EA94-B770-F011F170CEB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5" name="直线连接符 11354">
                <a:extLst>
                  <a:ext uri="{FF2B5EF4-FFF2-40B4-BE49-F238E27FC236}">
                    <a16:creationId xmlns:a16="http://schemas.microsoft.com/office/drawing/2014/main" id="{92403824-12A8-4DCC-E7BB-4DD6FB385D24}"/>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6" name="直线连接符 11355">
                <a:extLst>
                  <a:ext uri="{FF2B5EF4-FFF2-40B4-BE49-F238E27FC236}">
                    <a16:creationId xmlns:a16="http://schemas.microsoft.com/office/drawing/2014/main" id="{9DBF070F-5A7C-1694-8AA8-343C1CD99DFC}"/>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7" name="直线连接符 11356">
                <a:extLst>
                  <a:ext uri="{FF2B5EF4-FFF2-40B4-BE49-F238E27FC236}">
                    <a16:creationId xmlns:a16="http://schemas.microsoft.com/office/drawing/2014/main" id="{D2FC9C42-35C5-B237-08C2-3B4283A81A03}"/>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8" name="直线连接符 11357">
                <a:extLst>
                  <a:ext uri="{FF2B5EF4-FFF2-40B4-BE49-F238E27FC236}">
                    <a16:creationId xmlns:a16="http://schemas.microsoft.com/office/drawing/2014/main" id="{818802B4-325D-B44B-71F8-5A41BA4A9A7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59" name="直线连接符 11358">
                <a:extLst>
                  <a:ext uri="{FF2B5EF4-FFF2-40B4-BE49-F238E27FC236}">
                    <a16:creationId xmlns:a16="http://schemas.microsoft.com/office/drawing/2014/main" id="{01472E87-5858-C017-0416-EDB46335B63C}"/>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60" name="直线连接符 11359">
                <a:extLst>
                  <a:ext uri="{FF2B5EF4-FFF2-40B4-BE49-F238E27FC236}">
                    <a16:creationId xmlns:a16="http://schemas.microsoft.com/office/drawing/2014/main" id="{E84F30ED-C148-5460-DEAC-59EBC6A63CE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61" name="直线连接符 11360">
                <a:extLst>
                  <a:ext uri="{FF2B5EF4-FFF2-40B4-BE49-F238E27FC236}">
                    <a16:creationId xmlns:a16="http://schemas.microsoft.com/office/drawing/2014/main" id="{186DBB5B-27BF-4FFC-0C49-52CB945DF68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62" name="直线连接符 11361">
                <a:extLst>
                  <a:ext uri="{FF2B5EF4-FFF2-40B4-BE49-F238E27FC236}">
                    <a16:creationId xmlns:a16="http://schemas.microsoft.com/office/drawing/2014/main" id="{3B54D4FC-7542-EA07-33DB-A8423908411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63" name="直线连接符 11362">
                <a:extLst>
                  <a:ext uri="{FF2B5EF4-FFF2-40B4-BE49-F238E27FC236}">
                    <a16:creationId xmlns:a16="http://schemas.microsoft.com/office/drawing/2014/main" id="{A779670A-3178-BDD9-97E2-0FCF47E9450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64" name="直线连接符 11363">
                <a:extLst>
                  <a:ext uri="{FF2B5EF4-FFF2-40B4-BE49-F238E27FC236}">
                    <a16:creationId xmlns:a16="http://schemas.microsoft.com/office/drawing/2014/main" id="{07836BBE-6536-E886-1B7B-D8B537DCB36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365" name="直线连接符 11364">
                <a:extLst>
                  <a:ext uri="{FF2B5EF4-FFF2-40B4-BE49-F238E27FC236}">
                    <a16:creationId xmlns:a16="http://schemas.microsoft.com/office/drawing/2014/main" id="{1FDF114E-A34D-9F77-01AA-A6D53D05F37F}"/>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366" name="直线连接符 11365">
                <a:extLst>
                  <a:ext uri="{FF2B5EF4-FFF2-40B4-BE49-F238E27FC236}">
                    <a16:creationId xmlns:a16="http://schemas.microsoft.com/office/drawing/2014/main" id="{371BAE73-619F-5DEE-E19D-B34B3C1E4E19}"/>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314" name="流程图: 接点 556">
              <a:extLst>
                <a:ext uri="{FF2B5EF4-FFF2-40B4-BE49-F238E27FC236}">
                  <a16:creationId xmlns:a16="http://schemas.microsoft.com/office/drawing/2014/main" id="{B1CC4D9F-25B9-4F63-97E7-0C56DD2A5729}"/>
                </a:ext>
              </a:extLst>
            </p:cNvPr>
            <p:cNvSpPr/>
            <p:nvPr/>
          </p:nvSpPr>
          <p:spPr>
            <a:xfrm>
              <a:off x="1586297" y="5922327"/>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315" name="组合 11314">
              <a:extLst>
                <a:ext uri="{FF2B5EF4-FFF2-40B4-BE49-F238E27FC236}">
                  <a16:creationId xmlns:a16="http://schemas.microsoft.com/office/drawing/2014/main" id="{F88DF4DB-ACD3-B20A-03EA-3701FDA2D0A4}"/>
                </a:ext>
              </a:extLst>
            </p:cNvPr>
            <p:cNvGrpSpPr/>
            <p:nvPr/>
          </p:nvGrpSpPr>
          <p:grpSpPr>
            <a:xfrm>
              <a:off x="1912290" y="6275146"/>
              <a:ext cx="419388" cy="487204"/>
              <a:chOff x="5768619" y="3058692"/>
              <a:chExt cx="419388" cy="487204"/>
            </a:xfrm>
          </p:grpSpPr>
          <p:sp>
            <p:nvSpPr>
              <p:cNvPr id="11329" name="流程图: 接点 571">
                <a:extLst>
                  <a:ext uri="{FF2B5EF4-FFF2-40B4-BE49-F238E27FC236}">
                    <a16:creationId xmlns:a16="http://schemas.microsoft.com/office/drawing/2014/main" id="{5D1E32F2-5F20-BA9F-CAE9-36B46CC216A5}"/>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30" name="流程图: 接点 572">
                <a:extLst>
                  <a:ext uri="{FF2B5EF4-FFF2-40B4-BE49-F238E27FC236}">
                    <a16:creationId xmlns:a16="http://schemas.microsoft.com/office/drawing/2014/main" id="{13148F37-1293-A1D9-5EA3-8430F4C6877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331" name="直线连接符 11330">
                <a:extLst>
                  <a:ext uri="{FF2B5EF4-FFF2-40B4-BE49-F238E27FC236}">
                    <a16:creationId xmlns:a16="http://schemas.microsoft.com/office/drawing/2014/main" id="{554EFBC5-C866-6962-A238-771D2082C51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2" name="直线连接符 11331">
                <a:extLst>
                  <a:ext uri="{FF2B5EF4-FFF2-40B4-BE49-F238E27FC236}">
                    <a16:creationId xmlns:a16="http://schemas.microsoft.com/office/drawing/2014/main" id="{78DE9810-579C-8FD5-2C85-D881BD38163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3" name="直线连接符 11332">
                <a:extLst>
                  <a:ext uri="{FF2B5EF4-FFF2-40B4-BE49-F238E27FC236}">
                    <a16:creationId xmlns:a16="http://schemas.microsoft.com/office/drawing/2014/main" id="{3B72FA71-5AC2-74C9-8D82-7C39EACA9D4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4" name="直线连接符 11333">
                <a:extLst>
                  <a:ext uri="{FF2B5EF4-FFF2-40B4-BE49-F238E27FC236}">
                    <a16:creationId xmlns:a16="http://schemas.microsoft.com/office/drawing/2014/main" id="{F7F8067E-46C8-C108-4D00-8C9B56439F55}"/>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5" name="直线连接符 11334">
                <a:extLst>
                  <a:ext uri="{FF2B5EF4-FFF2-40B4-BE49-F238E27FC236}">
                    <a16:creationId xmlns:a16="http://schemas.microsoft.com/office/drawing/2014/main" id="{4241531B-84B9-CE03-AE17-8D970EE22871}"/>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6" name="直线连接符 11335">
                <a:extLst>
                  <a:ext uri="{FF2B5EF4-FFF2-40B4-BE49-F238E27FC236}">
                    <a16:creationId xmlns:a16="http://schemas.microsoft.com/office/drawing/2014/main" id="{245EF2CD-7DD6-EB27-9C5D-734D5856543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7" name="直线连接符 11336">
                <a:extLst>
                  <a:ext uri="{FF2B5EF4-FFF2-40B4-BE49-F238E27FC236}">
                    <a16:creationId xmlns:a16="http://schemas.microsoft.com/office/drawing/2014/main" id="{7E69D450-66C1-E2FC-13C1-4BD2E6D4A95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8" name="直线连接符 11337">
                <a:extLst>
                  <a:ext uri="{FF2B5EF4-FFF2-40B4-BE49-F238E27FC236}">
                    <a16:creationId xmlns:a16="http://schemas.microsoft.com/office/drawing/2014/main" id="{387D31B8-D14C-90A4-B310-97F4161A07E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39" name="直线连接符 11338">
                <a:extLst>
                  <a:ext uri="{FF2B5EF4-FFF2-40B4-BE49-F238E27FC236}">
                    <a16:creationId xmlns:a16="http://schemas.microsoft.com/office/drawing/2014/main" id="{57CB9377-98F3-9D9F-BF9B-5C8AEE03B342}"/>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40" name="直线连接符 11339">
                <a:extLst>
                  <a:ext uri="{FF2B5EF4-FFF2-40B4-BE49-F238E27FC236}">
                    <a16:creationId xmlns:a16="http://schemas.microsoft.com/office/drawing/2014/main" id="{02A16A1E-CEC7-5383-B535-E1D638B3E04E}"/>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41" name="直线连接符 11340">
                <a:extLst>
                  <a:ext uri="{FF2B5EF4-FFF2-40B4-BE49-F238E27FC236}">
                    <a16:creationId xmlns:a16="http://schemas.microsoft.com/office/drawing/2014/main" id="{9E55622F-0191-4D5E-5840-A206E64F00FD}"/>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42" name="直线连接符 11341">
                <a:extLst>
                  <a:ext uri="{FF2B5EF4-FFF2-40B4-BE49-F238E27FC236}">
                    <a16:creationId xmlns:a16="http://schemas.microsoft.com/office/drawing/2014/main" id="{CC1B7466-A515-1CE4-EB90-E8336F9B3E16}"/>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43" name="直线连接符 11342">
                <a:extLst>
                  <a:ext uri="{FF2B5EF4-FFF2-40B4-BE49-F238E27FC236}">
                    <a16:creationId xmlns:a16="http://schemas.microsoft.com/office/drawing/2014/main" id="{76CA7CC5-BFF6-A466-D274-53312F62E8D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44" name="直线连接符 11343">
                <a:extLst>
                  <a:ext uri="{FF2B5EF4-FFF2-40B4-BE49-F238E27FC236}">
                    <a16:creationId xmlns:a16="http://schemas.microsoft.com/office/drawing/2014/main" id="{6E3F75D0-1908-C423-B0BB-B17FCF8CAC2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45" name="直线连接符 11344">
                <a:extLst>
                  <a:ext uri="{FF2B5EF4-FFF2-40B4-BE49-F238E27FC236}">
                    <a16:creationId xmlns:a16="http://schemas.microsoft.com/office/drawing/2014/main" id="{0FCD76FD-8229-3F15-AEA4-FC15C9F480D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346" name="直线连接符 11345">
                <a:extLst>
                  <a:ext uri="{FF2B5EF4-FFF2-40B4-BE49-F238E27FC236}">
                    <a16:creationId xmlns:a16="http://schemas.microsoft.com/office/drawing/2014/main" id="{A8E02352-583E-F172-5CB6-7F41A16C07F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347" name="直线连接符 11346">
                <a:extLst>
                  <a:ext uri="{FF2B5EF4-FFF2-40B4-BE49-F238E27FC236}">
                    <a16:creationId xmlns:a16="http://schemas.microsoft.com/office/drawing/2014/main" id="{63DC42FA-98A9-2344-F1EF-3E31BC257F0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316" name="组合 11315">
              <a:extLst>
                <a:ext uri="{FF2B5EF4-FFF2-40B4-BE49-F238E27FC236}">
                  <a16:creationId xmlns:a16="http://schemas.microsoft.com/office/drawing/2014/main" id="{CD6CAF6D-6AE1-5CD0-2C29-46C1DC90D1CE}"/>
                </a:ext>
              </a:extLst>
            </p:cNvPr>
            <p:cNvGrpSpPr/>
            <p:nvPr/>
          </p:nvGrpSpPr>
          <p:grpSpPr>
            <a:xfrm>
              <a:off x="1097522" y="5086004"/>
              <a:ext cx="1973841" cy="1732229"/>
              <a:chOff x="7707547" y="3116283"/>
              <a:chExt cx="2913493" cy="2493706"/>
            </a:xfrm>
          </p:grpSpPr>
          <p:sp>
            <p:nvSpPr>
              <p:cNvPr id="11325" name="流程图: 接点 567">
                <a:extLst>
                  <a:ext uri="{FF2B5EF4-FFF2-40B4-BE49-F238E27FC236}">
                    <a16:creationId xmlns:a16="http://schemas.microsoft.com/office/drawing/2014/main" id="{6AD06908-7EC8-1C21-D076-95014E25708E}"/>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26" name="流程图: 接点 568">
                <a:extLst>
                  <a:ext uri="{FF2B5EF4-FFF2-40B4-BE49-F238E27FC236}">
                    <a16:creationId xmlns:a16="http://schemas.microsoft.com/office/drawing/2014/main" id="{DA4F0881-8A10-03F7-F2A6-BF77C7E9482F}"/>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27" name="椭圆 11326">
                <a:extLst>
                  <a:ext uri="{FF2B5EF4-FFF2-40B4-BE49-F238E27FC236}">
                    <a16:creationId xmlns:a16="http://schemas.microsoft.com/office/drawing/2014/main" id="{ED956ADF-B199-8BEC-B95F-05EC7CEBBF82}"/>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28" name="椭圆 11327">
                <a:extLst>
                  <a:ext uri="{FF2B5EF4-FFF2-40B4-BE49-F238E27FC236}">
                    <a16:creationId xmlns:a16="http://schemas.microsoft.com/office/drawing/2014/main" id="{578EE37B-D4E7-0D01-E511-5AEB9C6A6B63}"/>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317" name="组合 11316">
              <a:extLst>
                <a:ext uri="{FF2B5EF4-FFF2-40B4-BE49-F238E27FC236}">
                  <a16:creationId xmlns:a16="http://schemas.microsoft.com/office/drawing/2014/main" id="{5EF7E9B7-BFCD-B16F-DB5E-40778D18FF1A}"/>
                </a:ext>
              </a:extLst>
            </p:cNvPr>
            <p:cNvGrpSpPr/>
            <p:nvPr/>
          </p:nvGrpSpPr>
          <p:grpSpPr>
            <a:xfrm>
              <a:off x="1678401" y="4593885"/>
              <a:ext cx="1057502" cy="1052170"/>
              <a:chOff x="4825085" y="1818921"/>
              <a:chExt cx="875802" cy="967644"/>
            </a:xfrm>
            <a:scene3d>
              <a:camera prst="orthographicFront">
                <a:rot lat="600000" lon="12600000" rev="0"/>
              </a:camera>
              <a:lightRig rig="threePt" dir="t"/>
            </a:scene3d>
          </p:grpSpPr>
          <p:grpSp>
            <p:nvGrpSpPr>
              <p:cNvPr id="11321" name="组合 11320">
                <a:extLst>
                  <a:ext uri="{FF2B5EF4-FFF2-40B4-BE49-F238E27FC236}">
                    <a16:creationId xmlns:a16="http://schemas.microsoft.com/office/drawing/2014/main" id="{EBB37F3C-B6A5-2831-6F9F-0C13FDDAC00E}"/>
                  </a:ext>
                </a:extLst>
              </p:cNvPr>
              <p:cNvGrpSpPr/>
              <p:nvPr/>
            </p:nvGrpSpPr>
            <p:grpSpPr>
              <a:xfrm>
                <a:off x="4825087" y="1818921"/>
                <a:ext cx="875800" cy="951265"/>
                <a:chOff x="6128935" y="1801356"/>
                <a:chExt cx="1527262" cy="1731253"/>
              </a:xfrm>
              <a:solidFill>
                <a:schemeClr val="tx1">
                  <a:lumMod val="65000"/>
                  <a:lumOff val="35000"/>
                </a:schemeClr>
              </a:solidFill>
            </p:grpSpPr>
            <p:sp>
              <p:nvSpPr>
                <p:cNvPr id="11323" name="流程图: 延期 565">
                  <a:extLst>
                    <a:ext uri="{FF2B5EF4-FFF2-40B4-BE49-F238E27FC236}">
                      <a16:creationId xmlns:a16="http://schemas.microsoft.com/office/drawing/2014/main" id="{42ACE618-C448-AB87-B9D6-14FA3F07DDB6}"/>
                    </a:ext>
                  </a:extLst>
                </p:cNvPr>
                <p:cNvSpPr/>
                <p:nvPr/>
              </p:nvSpPr>
              <p:spPr>
                <a:xfrm rot="16200000">
                  <a:off x="6026939" y="1903352"/>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24" name="流程图: 接点 566">
                  <a:extLst>
                    <a:ext uri="{FF2B5EF4-FFF2-40B4-BE49-F238E27FC236}">
                      <a16:creationId xmlns:a16="http://schemas.microsoft.com/office/drawing/2014/main" id="{98072F02-09BB-EB82-B504-C41D53C6E618}"/>
                    </a:ext>
                  </a:extLst>
                </p:cNvPr>
                <p:cNvSpPr/>
                <p:nvPr/>
              </p:nvSpPr>
              <p:spPr>
                <a:xfrm>
                  <a:off x="6331327" y="1997048"/>
                  <a:ext cx="1122468" cy="1059756"/>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322" name="矩形 11321">
                <a:extLst>
                  <a:ext uri="{FF2B5EF4-FFF2-40B4-BE49-F238E27FC236}">
                    <a16:creationId xmlns:a16="http://schemas.microsoft.com/office/drawing/2014/main" id="{14A12396-AF5E-ADE5-1CB2-A450AF1E6FA2}"/>
                  </a:ext>
                </a:extLst>
              </p:cNvPr>
              <p:cNvSpPr/>
              <p:nvPr/>
            </p:nvSpPr>
            <p:spPr>
              <a:xfrm>
                <a:off x="4825085" y="2525123"/>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18" name="组合 11317">
              <a:extLst>
                <a:ext uri="{FF2B5EF4-FFF2-40B4-BE49-F238E27FC236}">
                  <a16:creationId xmlns:a16="http://schemas.microsoft.com/office/drawing/2014/main" id="{A646C9D6-167C-3D4C-3240-E15B56579D6C}"/>
                </a:ext>
              </a:extLst>
            </p:cNvPr>
            <p:cNvGrpSpPr/>
            <p:nvPr/>
          </p:nvGrpSpPr>
          <p:grpSpPr>
            <a:xfrm>
              <a:off x="1136778" y="5697582"/>
              <a:ext cx="238182" cy="238003"/>
              <a:chOff x="5145960" y="4201202"/>
              <a:chExt cx="150892" cy="141375"/>
            </a:xfrm>
            <a:scene3d>
              <a:camera prst="orthographicFront">
                <a:rot lat="0" lon="3600000" rev="0"/>
              </a:camera>
              <a:lightRig rig="threePt" dir="t">
                <a:rot lat="0" lon="0" rev="0"/>
              </a:lightRig>
            </a:scene3d>
          </p:grpSpPr>
          <p:sp>
            <p:nvSpPr>
              <p:cNvPr id="11319" name="Oval 15540">
                <a:extLst>
                  <a:ext uri="{FF2B5EF4-FFF2-40B4-BE49-F238E27FC236}">
                    <a16:creationId xmlns:a16="http://schemas.microsoft.com/office/drawing/2014/main" id="{C0A7A735-A1EC-2975-C67B-C281408BA989}"/>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320" name="Line 15541">
                <a:extLst>
                  <a:ext uri="{FF2B5EF4-FFF2-40B4-BE49-F238E27FC236}">
                    <a16:creationId xmlns:a16="http://schemas.microsoft.com/office/drawing/2014/main" id="{F403E726-7848-DAC6-084C-7D2B1B390FDF}"/>
                  </a:ext>
                </a:extLst>
              </p:cNvPr>
              <p:cNvCxnSpPr>
                <a:cxnSpLocks/>
                <a:stCxn id="11319" idx="1"/>
                <a:endCxn id="11319"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386" name="组合 11385">
            <a:extLst>
              <a:ext uri="{FF2B5EF4-FFF2-40B4-BE49-F238E27FC236}">
                <a16:creationId xmlns:a16="http://schemas.microsoft.com/office/drawing/2014/main" id="{D7B6A402-81A4-44C4-E611-E057C6255FA3}"/>
              </a:ext>
            </a:extLst>
          </p:cNvPr>
          <p:cNvGrpSpPr/>
          <p:nvPr/>
        </p:nvGrpSpPr>
        <p:grpSpPr>
          <a:xfrm>
            <a:off x="550700" y="1886285"/>
            <a:ext cx="1973841" cy="3028970"/>
            <a:chOff x="3431516" y="4628569"/>
            <a:chExt cx="1973841" cy="3028970"/>
          </a:xfrm>
        </p:grpSpPr>
        <p:sp>
          <p:nvSpPr>
            <p:cNvPr id="11387" name="流程图: 接点 554">
              <a:extLst>
                <a:ext uri="{FF2B5EF4-FFF2-40B4-BE49-F238E27FC236}">
                  <a16:creationId xmlns:a16="http://schemas.microsoft.com/office/drawing/2014/main" id="{08F76C04-B60E-C534-6EB8-B9E57D2835D6}"/>
                </a:ext>
              </a:extLst>
            </p:cNvPr>
            <p:cNvSpPr/>
            <p:nvPr/>
          </p:nvSpPr>
          <p:spPr>
            <a:xfrm>
              <a:off x="3966664" y="678229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88" name="椭圆 11387">
              <a:extLst>
                <a:ext uri="{FF2B5EF4-FFF2-40B4-BE49-F238E27FC236}">
                  <a16:creationId xmlns:a16="http://schemas.microsoft.com/office/drawing/2014/main" id="{3FBD86D4-ECF8-0912-2AC5-816672C28B42}"/>
                </a:ext>
              </a:extLst>
            </p:cNvPr>
            <p:cNvSpPr/>
            <p:nvPr/>
          </p:nvSpPr>
          <p:spPr>
            <a:xfrm>
              <a:off x="3795303" y="633554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389" name="组合 11388">
              <a:extLst>
                <a:ext uri="{FF2B5EF4-FFF2-40B4-BE49-F238E27FC236}">
                  <a16:creationId xmlns:a16="http://schemas.microsoft.com/office/drawing/2014/main" id="{90E3A668-AE49-9F0C-D80B-19C44DC41580}"/>
                </a:ext>
              </a:extLst>
            </p:cNvPr>
            <p:cNvGrpSpPr/>
            <p:nvPr/>
          </p:nvGrpSpPr>
          <p:grpSpPr>
            <a:xfrm>
              <a:off x="3570017" y="6130747"/>
              <a:ext cx="419388" cy="487204"/>
              <a:chOff x="5768619" y="3058692"/>
              <a:chExt cx="419388" cy="487204"/>
            </a:xfrm>
          </p:grpSpPr>
          <p:sp>
            <p:nvSpPr>
              <p:cNvPr id="11444" name="流程图: 接点 571">
                <a:extLst>
                  <a:ext uri="{FF2B5EF4-FFF2-40B4-BE49-F238E27FC236}">
                    <a16:creationId xmlns:a16="http://schemas.microsoft.com/office/drawing/2014/main" id="{7E877E43-503F-0A84-1A18-9F6C05E53D3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45" name="流程图: 接点 572">
                <a:extLst>
                  <a:ext uri="{FF2B5EF4-FFF2-40B4-BE49-F238E27FC236}">
                    <a16:creationId xmlns:a16="http://schemas.microsoft.com/office/drawing/2014/main" id="{3B6CCE0E-DACA-0200-09DF-8D973D2275F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46" name="直线连接符 11445">
                <a:extLst>
                  <a:ext uri="{FF2B5EF4-FFF2-40B4-BE49-F238E27FC236}">
                    <a16:creationId xmlns:a16="http://schemas.microsoft.com/office/drawing/2014/main" id="{D6F2E160-4D7A-62E4-131A-A096C9542EA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47" name="直线连接符 11446">
                <a:extLst>
                  <a:ext uri="{FF2B5EF4-FFF2-40B4-BE49-F238E27FC236}">
                    <a16:creationId xmlns:a16="http://schemas.microsoft.com/office/drawing/2014/main" id="{27B14155-978A-4116-8DC2-811EF96FFBB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48" name="直线连接符 11447">
                <a:extLst>
                  <a:ext uri="{FF2B5EF4-FFF2-40B4-BE49-F238E27FC236}">
                    <a16:creationId xmlns:a16="http://schemas.microsoft.com/office/drawing/2014/main" id="{F27B72EA-9772-EC59-3E29-2E457E2D4F8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49" name="直线连接符 11448">
                <a:extLst>
                  <a:ext uri="{FF2B5EF4-FFF2-40B4-BE49-F238E27FC236}">
                    <a16:creationId xmlns:a16="http://schemas.microsoft.com/office/drawing/2014/main" id="{51F6C41E-1716-16FB-F23D-53AD5E4DC80A}"/>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0" name="直线连接符 11449">
                <a:extLst>
                  <a:ext uri="{FF2B5EF4-FFF2-40B4-BE49-F238E27FC236}">
                    <a16:creationId xmlns:a16="http://schemas.microsoft.com/office/drawing/2014/main" id="{A56B6DA3-7E86-8C77-4E54-CD7BF34180D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1" name="直线连接符 11450">
                <a:extLst>
                  <a:ext uri="{FF2B5EF4-FFF2-40B4-BE49-F238E27FC236}">
                    <a16:creationId xmlns:a16="http://schemas.microsoft.com/office/drawing/2014/main" id="{01F28038-9E44-8082-F4FC-F48D238130B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2" name="直线连接符 11451">
                <a:extLst>
                  <a:ext uri="{FF2B5EF4-FFF2-40B4-BE49-F238E27FC236}">
                    <a16:creationId xmlns:a16="http://schemas.microsoft.com/office/drawing/2014/main" id="{CE60780D-7CED-7F91-6027-861501B90C16}"/>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3" name="直线连接符 11452">
                <a:extLst>
                  <a:ext uri="{FF2B5EF4-FFF2-40B4-BE49-F238E27FC236}">
                    <a16:creationId xmlns:a16="http://schemas.microsoft.com/office/drawing/2014/main" id="{4B7673FD-178E-E107-BD20-D3D2366446DB}"/>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4" name="直线连接符 11453">
                <a:extLst>
                  <a:ext uri="{FF2B5EF4-FFF2-40B4-BE49-F238E27FC236}">
                    <a16:creationId xmlns:a16="http://schemas.microsoft.com/office/drawing/2014/main" id="{20B028DE-2650-F930-87F9-3C91A897FC1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5" name="直线连接符 11454">
                <a:extLst>
                  <a:ext uri="{FF2B5EF4-FFF2-40B4-BE49-F238E27FC236}">
                    <a16:creationId xmlns:a16="http://schemas.microsoft.com/office/drawing/2014/main" id="{2190CBD9-21BE-543E-9B41-58D4CEA8018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6" name="直线连接符 11455">
                <a:extLst>
                  <a:ext uri="{FF2B5EF4-FFF2-40B4-BE49-F238E27FC236}">
                    <a16:creationId xmlns:a16="http://schemas.microsoft.com/office/drawing/2014/main" id="{AE3C3745-5F1D-81B3-CA10-5A7F87A0D6A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7" name="直线连接符 11456">
                <a:extLst>
                  <a:ext uri="{FF2B5EF4-FFF2-40B4-BE49-F238E27FC236}">
                    <a16:creationId xmlns:a16="http://schemas.microsoft.com/office/drawing/2014/main" id="{E054CC38-8BA1-82B9-82E7-72A6100AB672}"/>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8" name="直线连接符 11457">
                <a:extLst>
                  <a:ext uri="{FF2B5EF4-FFF2-40B4-BE49-F238E27FC236}">
                    <a16:creationId xmlns:a16="http://schemas.microsoft.com/office/drawing/2014/main" id="{ED40BCBF-E70C-DE46-CD0E-929162702986}"/>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59" name="直线连接符 11458">
                <a:extLst>
                  <a:ext uri="{FF2B5EF4-FFF2-40B4-BE49-F238E27FC236}">
                    <a16:creationId xmlns:a16="http://schemas.microsoft.com/office/drawing/2014/main" id="{6CC7A5EA-8366-DA4A-BEA6-EEE2F750370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60" name="直线连接符 11459">
                <a:extLst>
                  <a:ext uri="{FF2B5EF4-FFF2-40B4-BE49-F238E27FC236}">
                    <a16:creationId xmlns:a16="http://schemas.microsoft.com/office/drawing/2014/main" id="{52BCC40E-799D-72EF-97FE-070AADA1596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461" name="直线连接符 11460">
                <a:extLst>
                  <a:ext uri="{FF2B5EF4-FFF2-40B4-BE49-F238E27FC236}">
                    <a16:creationId xmlns:a16="http://schemas.microsoft.com/office/drawing/2014/main" id="{72848595-D358-036B-A7A7-A2979414232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462" name="直线连接符 11461">
                <a:extLst>
                  <a:ext uri="{FF2B5EF4-FFF2-40B4-BE49-F238E27FC236}">
                    <a16:creationId xmlns:a16="http://schemas.microsoft.com/office/drawing/2014/main" id="{491FCD87-8DAA-B77D-9AC8-6EF5876F828C}"/>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390" name="组合 11389">
              <a:extLst>
                <a:ext uri="{FF2B5EF4-FFF2-40B4-BE49-F238E27FC236}">
                  <a16:creationId xmlns:a16="http://schemas.microsoft.com/office/drawing/2014/main" id="{D26745F3-28F1-ACD2-ACBA-BDC5B1F32443}"/>
                </a:ext>
              </a:extLst>
            </p:cNvPr>
            <p:cNvGrpSpPr/>
            <p:nvPr/>
          </p:nvGrpSpPr>
          <p:grpSpPr>
            <a:xfrm>
              <a:off x="4744538" y="6116320"/>
              <a:ext cx="419388" cy="487204"/>
              <a:chOff x="5768619" y="3058692"/>
              <a:chExt cx="419388" cy="487204"/>
            </a:xfrm>
          </p:grpSpPr>
          <p:sp>
            <p:nvSpPr>
              <p:cNvPr id="11425" name="流程图: 接点 571">
                <a:extLst>
                  <a:ext uri="{FF2B5EF4-FFF2-40B4-BE49-F238E27FC236}">
                    <a16:creationId xmlns:a16="http://schemas.microsoft.com/office/drawing/2014/main" id="{02821C08-3475-6764-CDF7-758D2B2901A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26" name="流程图: 接点 572">
                <a:extLst>
                  <a:ext uri="{FF2B5EF4-FFF2-40B4-BE49-F238E27FC236}">
                    <a16:creationId xmlns:a16="http://schemas.microsoft.com/office/drawing/2014/main" id="{90D7AE59-3C9F-7921-DCE0-130C66B01351}"/>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27" name="直线连接符 11426">
                <a:extLst>
                  <a:ext uri="{FF2B5EF4-FFF2-40B4-BE49-F238E27FC236}">
                    <a16:creationId xmlns:a16="http://schemas.microsoft.com/office/drawing/2014/main" id="{635485C9-30F6-FC89-BF73-19563063E77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28" name="直线连接符 11427">
                <a:extLst>
                  <a:ext uri="{FF2B5EF4-FFF2-40B4-BE49-F238E27FC236}">
                    <a16:creationId xmlns:a16="http://schemas.microsoft.com/office/drawing/2014/main" id="{AC48B24F-B1F3-5259-7A7D-96524A70FB5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29" name="直线连接符 11428">
                <a:extLst>
                  <a:ext uri="{FF2B5EF4-FFF2-40B4-BE49-F238E27FC236}">
                    <a16:creationId xmlns:a16="http://schemas.microsoft.com/office/drawing/2014/main" id="{295BE4D7-81C8-B060-E96A-D127AADB7D1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0" name="直线连接符 11429">
                <a:extLst>
                  <a:ext uri="{FF2B5EF4-FFF2-40B4-BE49-F238E27FC236}">
                    <a16:creationId xmlns:a16="http://schemas.microsoft.com/office/drawing/2014/main" id="{FDE50ADC-BDFE-2D4C-DAEA-2B57A48DCF35}"/>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1" name="直线连接符 11430">
                <a:extLst>
                  <a:ext uri="{FF2B5EF4-FFF2-40B4-BE49-F238E27FC236}">
                    <a16:creationId xmlns:a16="http://schemas.microsoft.com/office/drawing/2014/main" id="{67C9CD63-0DFD-9B44-9BD7-48A897A7C4C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2" name="直线连接符 11431">
                <a:extLst>
                  <a:ext uri="{FF2B5EF4-FFF2-40B4-BE49-F238E27FC236}">
                    <a16:creationId xmlns:a16="http://schemas.microsoft.com/office/drawing/2014/main" id="{36590C32-52E7-1AF2-E254-05313ACE1FD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3" name="直线连接符 11432">
                <a:extLst>
                  <a:ext uri="{FF2B5EF4-FFF2-40B4-BE49-F238E27FC236}">
                    <a16:creationId xmlns:a16="http://schemas.microsoft.com/office/drawing/2014/main" id="{5C4F8FA9-8BA0-2326-7DF2-0397DE95938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4" name="直线连接符 11433">
                <a:extLst>
                  <a:ext uri="{FF2B5EF4-FFF2-40B4-BE49-F238E27FC236}">
                    <a16:creationId xmlns:a16="http://schemas.microsoft.com/office/drawing/2014/main" id="{57174392-8A91-A408-4C1C-B702F2DE094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5" name="直线连接符 11434">
                <a:extLst>
                  <a:ext uri="{FF2B5EF4-FFF2-40B4-BE49-F238E27FC236}">
                    <a16:creationId xmlns:a16="http://schemas.microsoft.com/office/drawing/2014/main" id="{A6B0BA47-7D16-3051-614B-FCD604D167B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6" name="直线连接符 11435">
                <a:extLst>
                  <a:ext uri="{FF2B5EF4-FFF2-40B4-BE49-F238E27FC236}">
                    <a16:creationId xmlns:a16="http://schemas.microsoft.com/office/drawing/2014/main" id="{5344DC23-5119-3245-E41F-B33EB97337B5}"/>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7" name="直线连接符 11436">
                <a:extLst>
                  <a:ext uri="{FF2B5EF4-FFF2-40B4-BE49-F238E27FC236}">
                    <a16:creationId xmlns:a16="http://schemas.microsoft.com/office/drawing/2014/main" id="{B3938ED8-ACB1-30A9-6C61-FDF1B561F6A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8" name="直线连接符 11437">
                <a:extLst>
                  <a:ext uri="{FF2B5EF4-FFF2-40B4-BE49-F238E27FC236}">
                    <a16:creationId xmlns:a16="http://schemas.microsoft.com/office/drawing/2014/main" id="{D93308AB-F869-9B2B-F0D3-B20F0878B25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39" name="直线连接符 11438">
                <a:extLst>
                  <a:ext uri="{FF2B5EF4-FFF2-40B4-BE49-F238E27FC236}">
                    <a16:creationId xmlns:a16="http://schemas.microsoft.com/office/drawing/2014/main" id="{68055F0B-27C5-5833-401E-35DDC26768AD}"/>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40" name="直线连接符 11439">
                <a:extLst>
                  <a:ext uri="{FF2B5EF4-FFF2-40B4-BE49-F238E27FC236}">
                    <a16:creationId xmlns:a16="http://schemas.microsoft.com/office/drawing/2014/main" id="{AE04612F-C3AD-6914-1223-A3CAAAD83D8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41" name="直线连接符 11440">
                <a:extLst>
                  <a:ext uri="{FF2B5EF4-FFF2-40B4-BE49-F238E27FC236}">
                    <a16:creationId xmlns:a16="http://schemas.microsoft.com/office/drawing/2014/main" id="{9F8ED78E-FA48-3D8F-B5DA-B6904BE88BC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442" name="直线连接符 11441">
                <a:extLst>
                  <a:ext uri="{FF2B5EF4-FFF2-40B4-BE49-F238E27FC236}">
                    <a16:creationId xmlns:a16="http://schemas.microsoft.com/office/drawing/2014/main" id="{40E8EACD-8317-398A-DEA5-A0499600249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443" name="直线连接符 11442">
                <a:extLst>
                  <a:ext uri="{FF2B5EF4-FFF2-40B4-BE49-F238E27FC236}">
                    <a16:creationId xmlns:a16="http://schemas.microsoft.com/office/drawing/2014/main" id="{3206B821-7C62-BFD8-8AA3-3D90694147C0}"/>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391" name="流程图: 接点 556">
              <a:extLst>
                <a:ext uri="{FF2B5EF4-FFF2-40B4-BE49-F238E27FC236}">
                  <a16:creationId xmlns:a16="http://schemas.microsoft.com/office/drawing/2014/main" id="{5844CB3F-5D48-45AA-28C9-331EAF08F486}"/>
                </a:ext>
              </a:extLst>
            </p:cNvPr>
            <p:cNvSpPr/>
            <p:nvPr/>
          </p:nvSpPr>
          <p:spPr>
            <a:xfrm>
              <a:off x="3920291" y="595701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392" name="组合 11391">
              <a:extLst>
                <a:ext uri="{FF2B5EF4-FFF2-40B4-BE49-F238E27FC236}">
                  <a16:creationId xmlns:a16="http://schemas.microsoft.com/office/drawing/2014/main" id="{70A87FFB-6FE6-17BA-0469-96C0B70B756F}"/>
                </a:ext>
              </a:extLst>
            </p:cNvPr>
            <p:cNvGrpSpPr/>
            <p:nvPr/>
          </p:nvGrpSpPr>
          <p:grpSpPr>
            <a:xfrm>
              <a:off x="4326990" y="6299147"/>
              <a:ext cx="419388" cy="487204"/>
              <a:chOff x="5768619" y="3058692"/>
              <a:chExt cx="419388" cy="487204"/>
            </a:xfrm>
          </p:grpSpPr>
          <p:sp>
            <p:nvSpPr>
              <p:cNvPr id="11406" name="流程图: 接点 571">
                <a:extLst>
                  <a:ext uri="{FF2B5EF4-FFF2-40B4-BE49-F238E27FC236}">
                    <a16:creationId xmlns:a16="http://schemas.microsoft.com/office/drawing/2014/main" id="{333185BD-6840-45B3-B9D9-3B5C303071B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07" name="流程图: 接点 572">
                <a:extLst>
                  <a:ext uri="{FF2B5EF4-FFF2-40B4-BE49-F238E27FC236}">
                    <a16:creationId xmlns:a16="http://schemas.microsoft.com/office/drawing/2014/main" id="{7010D4C7-D7CC-EEF0-A136-B6CE1A2CC46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08" name="直线连接符 11407">
                <a:extLst>
                  <a:ext uri="{FF2B5EF4-FFF2-40B4-BE49-F238E27FC236}">
                    <a16:creationId xmlns:a16="http://schemas.microsoft.com/office/drawing/2014/main" id="{BD06C87E-EE9D-D36B-6F70-5B7B56DE51B6}"/>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09" name="直线连接符 11408">
                <a:extLst>
                  <a:ext uri="{FF2B5EF4-FFF2-40B4-BE49-F238E27FC236}">
                    <a16:creationId xmlns:a16="http://schemas.microsoft.com/office/drawing/2014/main" id="{9CE6421A-DE5E-C152-CECA-E9C0F60C424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0" name="直线连接符 11409">
                <a:extLst>
                  <a:ext uri="{FF2B5EF4-FFF2-40B4-BE49-F238E27FC236}">
                    <a16:creationId xmlns:a16="http://schemas.microsoft.com/office/drawing/2014/main" id="{26C10A22-9884-2638-3191-E5BF83417F2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1" name="直线连接符 11410">
                <a:extLst>
                  <a:ext uri="{FF2B5EF4-FFF2-40B4-BE49-F238E27FC236}">
                    <a16:creationId xmlns:a16="http://schemas.microsoft.com/office/drawing/2014/main" id="{461B7D5D-0E12-3963-135F-5CB677C08CC9}"/>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2" name="直线连接符 11411">
                <a:extLst>
                  <a:ext uri="{FF2B5EF4-FFF2-40B4-BE49-F238E27FC236}">
                    <a16:creationId xmlns:a16="http://schemas.microsoft.com/office/drawing/2014/main" id="{AB55EF35-835A-8FC9-C41B-85F8C6EC4010}"/>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3" name="直线连接符 11412">
                <a:extLst>
                  <a:ext uri="{FF2B5EF4-FFF2-40B4-BE49-F238E27FC236}">
                    <a16:creationId xmlns:a16="http://schemas.microsoft.com/office/drawing/2014/main" id="{B6122F9B-58F8-54FF-6171-49C22652D0A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4" name="直线连接符 11413">
                <a:extLst>
                  <a:ext uri="{FF2B5EF4-FFF2-40B4-BE49-F238E27FC236}">
                    <a16:creationId xmlns:a16="http://schemas.microsoft.com/office/drawing/2014/main" id="{87D64663-8C5C-FA25-1C3D-2146CE8249E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5" name="直线连接符 11414">
                <a:extLst>
                  <a:ext uri="{FF2B5EF4-FFF2-40B4-BE49-F238E27FC236}">
                    <a16:creationId xmlns:a16="http://schemas.microsoft.com/office/drawing/2014/main" id="{60822E5B-AB62-37D4-AA21-7B04B4761A1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6" name="直线连接符 11415">
                <a:extLst>
                  <a:ext uri="{FF2B5EF4-FFF2-40B4-BE49-F238E27FC236}">
                    <a16:creationId xmlns:a16="http://schemas.microsoft.com/office/drawing/2014/main" id="{23A5A139-4EAB-1825-F6C3-DE038662361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7" name="直线连接符 11416">
                <a:extLst>
                  <a:ext uri="{FF2B5EF4-FFF2-40B4-BE49-F238E27FC236}">
                    <a16:creationId xmlns:a16="http://schemas.microsoft.com/office/drawing/2014/main" id="{D5884A2C-52FF-1443-F487-52B17D9433C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8" name="直线连接符 11417">
                <a:extLst>
                  <a:ext uri="{FF2B5EF4-FFF2-40B4-BE49-F238E27FC236}">
                    <a16:creationId xmlns:a16="http://schemas.microsoft.com/office/drawing/2014/main" id="{E46F74E0-4E58-5FB7-DC4D-8DE24F5FDA2E}"/>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19" name="直线连接符 11418">
                <a:extLst>
                  <a:ext uri="{FF2B5EF4-FFF2-40B4-BE49-F238E27FC236}">
                    <a16:creationId xmlns:a16="http://schemas.microsoft.com/office/drawing/2014/main" id="{EF5BD9F7-52F2-CAA1-954E-C1AA6858062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20" name="直线连接符 11419">
                <a:extLst>
                  <a:ext uri="{FF2B5EF4-FFF2-40B4-BE49-F238E27FC236}">
                    <a16:creationId xmlns:a16="http://schemas.microsoft.com/office/drawing/2014/main" id="{5639DD0C-9333-6B30-0E30-FFDB64B9CE6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21" name="直线连接符 11420">
                <a:extLst>
                  <a:ext uri="{FF2B5EF4-FFF2-40B4-BE49-F238E27FC236}">
                    <a16:creationId xmlns:a16="http://schemas.microsoft.com/office/drawing/2014/main" id="{43D6CD14-E8FE-4B0B-8818-4FB0D4E80BD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22" name="直线连接符 11421">
                <a:extLst>
                  <a:ext uri="{FF2B5EF4-FFF2-40B4-BE49-F238E27FC236}">
                    <a16:creationId xmlns:a16="http://schemas.microsoft.com/office/drawing/2014/main" id="{0AA1B7FB-A7B2-627B-4D84-D067B63DC26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423" name="直线连接符 11422">
                <a:extLst>
                  <a:ext uri="{FF2B5EF4-FFF2-40B4-BE49-F238E27FC236}">
                    <a16:creationId xmlns:a16="http://schemas.microsoft.com/office/drawing/2014/main" id="{703E996E-5EDF-AA00-F342-49E402AC12B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424" name="直线连接符 11423">
                <a:extLst>
                  <a:ext uri="{FF2B5EF4-FFF2-40B4-BE49-F238E27FC236}">
                    <a16:creationId xmlns:a16="http://schemas.microsoft.com/office/drawing/2014/main" id="{CEDEAE5C-6EE1-1C3C-3957-C0B7ED0CC191}"/>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393" name="组合 11392">
              <a:extLst>
                <a:ext uri="{FF2B5EF4-FFF2-40B4-BE49-F238E27FC236}">
                  <a16:creationId xmlns:a16="http://schemas.microsoft.com/office/drawing/2014/main" id="{6E8F7CDA-161B-BB06-39CE-D0ABE807B4C0}"/>
                </a:ext>
              </a:extLst>
            </p:cNvPr>
            <p:cNvGrpSpPr/>
            <p:nvPr/>
          </p:nvGrpSpPr>
          <p:grpSpPr>
            <a:xfrm>
              <a:off x="3431516" y="5120689"/>
              <a:ext cx="1973841" cy="1732229"/>
              <a:chOff x="7707547" y="3116283"/>
              <a:chExt cx="2913493" cy="2493706"/>
            </a:xfrm>
          </p:grpSpPr>
          <p:sp>
            <p:nvSpPr>
              <p:cNvPr id="11402" name="流程图: 接点 567">
                <a:extLst>
                  <a:ext uri="{FF2B5EF4-FFF2-40B4-BE49-F238E27FC236}">
                    <a16:creationId xmlns:a16="http://schemas.microsoft.com/office/drawing/2014/main" id="{71653C93-F08C-64EF-26D8-AC9A4BDCFBBA}"/>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03" name="流程图: 接点 568">
                <a:extLst>
                  <a:ext uri="{FF2B5EF4-FFF2-40B4-BE49-F238E27FC236}">
                    <a16:creationId xmlns:a16="http://schemas.microsoft.com/office/drawing/2014/main" id="{081FB52C-0BC2-8B44-2975-D1CA9385F9A9}"/>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04" name="椭圆 11403">
                <a:extLst>
                  <a:ext uri="{FF2B5EF4-FFF2-40B4-BE49-F238E27FC236}">
                    <a16:creationId xmlns:a16="http://schemas.microsoft.com/office/drawing/2014/main" id="{401E21B5-B338-1089-A2C4-D339F92B26D5}"/>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05" name="椭圆 11404">
                <a:extLst>
                  <a:ext uri="{FF2B5EF4-FFF2-40B4-BE49-F238E27FC236}">
                    <a16:creationId xmlns:a16="http://schemas.microsoft.com/office/drawing/2014/main" id="{FB2DBB17-70D9-17F7-4DC6-F55B3B943F57}"/>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394" name="组合 11393">
              <a:extLst>
                <a:ext uri="{FF2B5EF4-FFF2-40B4-BE49-F238E27FC236}">
                  <a16:creationId xmlns:a16="http://schemas.microsoft.com/office/drawing/2014/main" id="{36EE5875-4118-D3A9-B251-AE7E1F4BEC14}"/>
                </a:ext>
              </a:extLst>
            </p:cNvPr>
            <p:cNvGrpSpPr/>
            <p:nvPr/>
          </p:nvGrpSpPr>
          <p:grpSpPr>
            <a:xfrm>
              <a:off x="4012962" y="4628569"/>
              <a:ext cx="1057503" cy="1052174"/>
              <a:chOff x="4809941" y="1818918"/>
              <a:chExt cx="875803" cy="967646"/>
            </a:xfrm>
            <a:scene3d>
              <a:camera prst="orthographicFront">
                <a:rot lat="600000" lon="12150000" rev="0"/>
              </a:camera>
              <a:lightRig rig="threePt" dir="t"/>
            </a:scene3d>
          </p:grpSpPr>
          <p:grpSp>
            <p:nvGrpSpPr>
              <p:cNvPr id="11398" name="组合 11397">
                <a:extLst>
                  <a:ext uri="{FF2B5EF4-FFF2-40B4-BE49-F238E27FC236}">
                    <a16:creationId xmlns:a16="http://schemas.microsoft.com/office/drawing/2014/main" id="{A2D799D9-8B06-863F-94D1-95A26AB146DD}"/>
                  </a:ext>
                </a:extLst>
              </p:cNvPr>
              <p:cNvGrpSpPr/>
              <p:nvPr/>
            </p:nvGrpSpPr>
            <p:grpSpPr>
              <a:xfrm>
                <a:off x="4809944" y="1818918"/>
                <a:ext cx="875800" cy="951265"/>
                <a:chOff x="6102526" y="1801353"/>
                <a:chExt cx="1527262" cy="1731253"/>
              </a:xfrm>
              <a:solidFill>
                <a:schemeClr val="tx1">
                  <a:lumMod val="65000"/>
                  <a:lumOff val="35000"/>
                </a:schemeClr>
              </a:solidFill>
            </p:grpSpPr>
            <p:sp>
              <p:nvSpPr>
                <p:cNvPr id="11400" name="流程图: 延期 565">
                  <a:extLst>
                    <a:ext uri="{FF2B5EF4-FFF2-40B4-BE49-F238E27FC236}">
                      <a16:creationId xmlns:a16="http://schemas.microsoft.com/office/drawing/2014/main" id="{6B396DEE-DB97-901C-ACFA-BB63EE168DAC}"/>
                    </a:ext>
                  </a:extLst>
                </p:cNvPr>
                <p:cNvSpPr/>
                <p:nvPr/>
              </p:nvSpPr>
              <p:spPr>
                <a:xfrm rot="16200000">
                  <a:off x="6000530" y="190334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01" name="流程图: 接点 566">
                  <a:extLst>
                    <a:ext uri="{FF2B5EF4-FFF2-40B4-BE49-F238E27FC236}">
                      <a16:creationId xmlns:a16="http://schemas.microsoft.com/office/drawing/2014/main" id="{CEED4823-336E-6946-DF52-8D2CB8038045}"/>
                    </a:ext>
                  </a:extLst>
                </p:cNvPr>
                <p:cNvSpPr/>
                <p:nvPr/>
              </p:nvSpPr>
              <p:spPr>
                <a:xfrm>
                  <a:off x="6304913" y="1997043"/>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399" name="矩形 11398">
                <a:extLst>
                  <a:ext uri="{FF2B5EF4-FFF2-40B4-BE49-F238E27FC236}">
                    <a16:creationId xmlns:a16="http://schemas.microsoft.com/office/drawing/2014/main" id="{948B2250-7555-F492-2BDC-D5B92E6DD6BA}"/>
                  </a:ext>
                </a:extLst>
              </p:cNvPr>
              <p:cNvSpPr/>
              <p:nvPr/>
            </p:nvSpPr>
            <p:spPr>
              <a:xfrm>
                <a:off x="4809941"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95" name="组合 11394">
              <a:extLst>
                <a:ext uri="{FF2B5EF4-FFF2-40B4-BE49-F238E27FC236}">
                  <a16:creationId xmlns:a16="http://schemas.microsoft.com/office/drawing/2014/main" id="{E15A468B-3BBE-EC0C-ADBE-3D941CD4004C}"/>
                </a:ext>
              </a:extLst>
            </p:cNvPr>
            <p:cNvGrpSpPr/>
            <p:nvPr/>
          </p:nvGrpSpPr>
          <p:grpSpPr>
            <a:xfrm>
              <a:off x="3528937" y="5758884"/>
              <a:ext cx="238182" cy="238003"/>
              <a:chOff x="5145960" y="4201202"/>
              <a:chExt cx="150892" cy="141375"/>
            </a:xfrm>
            <a:scene3d>
              <a:camera prst="orthographicFront">
                <a:rot lat="0" lon="3150000" rev="0"/>
              </a:camera>
              <a:lightRig rig="threePt" dir="t">
                <a:rot lat="0" lon="0" rev="0"/>
              </a:lightRig>
            </a:scene3d>
          </p:grpSpPr>
          <p:sp>
            <p:nvSpPr>
              <p:cNvPr id="11396" name="Oval 15540">
                <a:extLst>
                  <a:ext uri="{FF2B5EF4-FFF2-40B4-BE49-F238E27FC236}">
                    <a16:creationId xmlns:a16="http://schemas.microsoft.com/office/drawing/2014/main" id="{36E85D85-82A9-FF5E-742D-2B20DD9099DE}"/>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397" name="Line 15541">
                <a:extLst>
                  <a:ext uri="{FF2B5EF4-FFF2-40B4-BE49-F238E27FC236}">
                    <a16:creationId xmlns:a16="http://schemas.microsoft.com/office/drawing/2014/main" id="{682F740B-DA2F-1E9E-DCB2-70DC634BAEC7}"/>
                  </a:ext>
                </a:extLst>
              </p:cNvPr>
              <p:cNvCxnSpPr>
                <a:cxnSpLocks/>
                <a:stCxn id="11396" idx="1"/>
                <a:endCxn id="11396"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463" name="组合 11462">
            <a:extLst>
              <a:ext uri="{FF2B5EF4-FFF2-40B4-BE49-F238E27FC236}">
                <a16:creationId xmlns:a16="http://schemas.microsoft.com/office/drawing/2014/main" id="{CD8D2C60-70CD-01B3-B040-640B893A9FCC}"/>
              </a:ext>
            </a:extLst>
          </p:cNvPr>
          <p:cNvGrpSpPr/>
          <p:nvPr/>
        </p:nvGrpSpPr>
        <p:grpSpPr>
          <a:xfrm>
            <a:off x="550700" y="1877142"/>
            <a:ext cx="1973841" cy="3038113"/>
            <a:chOff x="5677750" y="4668562"/>
            <a:chExt cx="1973841" cy="3038113"/>
          </a:xfrm>
        </p:grpSpPr>
        <p:sp>
          <p:nvSpPr>
            <p:cNvPr id="11464" name="流程图: 接点 554">
              <a:extLst>
                <a:ext uri="{FF2B5EF4-FFF2-40B4-BE49-F238E27FC236}">
                  <a16:creationId xmlns:a16="http://schemas.microsoft.com/office/drawing/2014/main" id="{4B7429BF-DB64-77E0-26C9-62ACB93DA9BA}"/>
                </a:ext>
              </a:extLst>
            </p:cNvPr>
            <p:cNvSpPr/>
            <p:nvPr/>
          </p:nvSpPr>
          <p:spPr>
            <a:xfrm>
              <a:off x="6212898" y="6831428"/>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65" name="椭圆 11464">
              <a:extLst>
                <a:ext uri="{FF2B5EF4-FFF2-40B4-BE49-F238E27FC236}">
                  <a16:creationId xmlns:a16="http://schemas.microsoft.com/office/drawing/2014/main" id="{31985F0B-CDC1-E2D8-D7C6-E1EA53788A31}"/>
                </a:ext>
              </a:extLst>
            </p:cNvPr>
            <p:cNvSpPr/>
            <p:nvPr/>
          </p:nvSpPr>
          <p:spPr>
            <a:xfrm>
              <a:off x="6041537" y="6384681"/>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466" name="组合 11465">
              <a:extLst>
                <a:ext uri="{FF2B5EF4-FFF2-40B4-BE49-F238E27FC236}">
                  <a16:creationId xmlns:a16="http://schemas.microsoft.com/office/drawing/2014/main" id="{905C459A-5AF1-8DF1-9E92-7ACCC516A3E9}"/>
                </a:ext>
              </a:extLst>
            </p:cNvPr>
            <p:cNvGrpSpPr/>
            <p:nvPr/>
          </p:nvGrpSpPr>
          <p:grpSpPr>
            <a:xfrm>
              <a:off x="5782120" y="6180580"/>
              <a:ext cx="419388" cy="487204"/>
              <a:chOff x="5768619" y="3058692"/>
              <a:chExt cx="419388" cy="487204"/>
            </a:xfrm>
          </p:grpSpPr>
          <p:sp>
            <p:nvSpPr>
              <p:cNvPr id="11521" name="流程图: 接点 571">
                <a:extLst>
                  <a:ext uri="{FF2B5EF4-FFF2-40B4-BE49-F238E27FC236}">
                    <a16:creationId xmlns:a16="http://schemas.microsoft.com/office/drawing/2014/main" id="{93588678-32AC-C4D7-1E83-73B70E624FC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22" name="流程图: 接点 572">
                <a:extLst>
                  <a:ext uri="{FF2B5EF4-FFF2-40B4-BE49-F238E27FC236}">
                    <a16:creationId xmlns:a16="http://schemas.microsoft.com/office/drawing/2014/main" id="{82D4A67D-91FD-F609-355E-6C2E39F6C83B}"/>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23" name="直线连接符 11522">
                <a:extLst>
                  <a:ext uri="{FF2B5EF4-FFF2-40B4-BE49-F238E27FC236}">
                    <a16:creationId xmlns:a16="http://schemas.microsoft.com/office/drawing/2014/main" id="{36D83366-BF39-C624-D489-101CEEC8533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24" name="直线连接符 11523">
                <a:extLst>
                  <a:ext uri="{FF2B5EF4-FFF2-40B4-BE49-F238E27FC236}">
                    <a16:creationId xmlns:a16="http://schemas.microsoft.com/office/drawing/2014/main" id="{30F81165-00E2-462D-D5AD-DDEB266197FE}"/>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25" name="直线连接符 11524">
                <a:extLst>
                  <a:ext uri="{FF2B5EF4-FFF2-40B4-BE49-F238E27FC236}">
                    <a16:creationId xmlns:a16="http://schemas.microsoft.com/office/drawing/2014/main" id="{664E948D-DCA4-13E6-F363-64C0AD8B828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26" name="直线连接符 11525">
                <a:extLst>
                  <a:ext uri="{FF2B5EF4-FFF2-40B4-BE49-F238E27FC236}">
                    <a16:creationId xmlns:a16="http://schemas.microsoft.com/office/drawing/2014/main" id="{0F006E36-CB4C-A67F-5529-EB9DE0E3EA2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27" name="直线连接符 11526">
                <a:extLst>
                  <a:ext uri="{FF2B5EF4-FFF2-40B4-BE49-F238E27FC236}">
                    <a16:creationId xmlns:a16="http://schemas.microsoft.com/office/drawing/2014/main" id="{5EAEAFE3-8544-380F-DBC1-8B139FA3715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28" name="直线连接符 11527">
                <a:extLst>
                  <a:ext uri="{FF2B5EF4-FFF2-40B4-BE49-F238E27FC236}">
                    <a16:creationId xmlns:a16="http://schemas.microsoft.com/office/drawing/2014/main" id="{549B1693-6849-2D11-AE6A-74D206CBF3D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29" name="直线连接符 11528">
                <a:extLst>
                  <a:ext uri="{FF2B5EF4-FFF2-40B4-BE49-F238E27FC236}">
                    <a16:creationId xmlns:a16="http://schemas.microsoft.com/office/drawing/2014/main" id="{21A27F9F-746A-08FD-68CD-29EBF108164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0" name="直线连接符 11529">
                <a:extLst>
                  <a:ext uri="{FF2B5EF4-FFF2-40B4-BE49-F238E27FC236}">
                    <a16:creationId xmlns:a16="http://schemas.microsoft.com/office/drawing/2014/main" id="{DFCBD629-C5D4-EF6C-6F69-02FB02269D7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1" name="直线连接符 11530">
                <a:extLst>
                  <a:ext uri="{FF2B5EF4-FFF2-40B4-BE49-F238E27FC236}">
                    <a16:creationId xmlns:a16="http://schemas.microsoft.com/office/drawing/2014/main" id="{B473F998-12A3-A63E-31C2-5E932055099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2" name="直线连接符 11531">
                <a:extLst>
                  <a:ext uri="{FF2B5EF4-FFF2-40B4-BE49-F238E27FC236}">
                    <a16:creationId xmlns:a16="http://schemas.microsoft.com/office/drawing/2014/main" id="{314C03EB-895E-11CD-94A2-866B6E8167C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3" name="直线连接符 11532">
                <a:extLst>
                  <a:ext uri="{FF2B5EF4-FFF2-40B4-BE49-F238E27FC236}">
                    <a16:creationId xmlns:a16="http://schemas.microsoft.com/office/drawing/2014/main" id="{F366250A-1BF9-4D50-D54F-100D99CFB6A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4" name="直线连接符 11533">
                <a:extLst>
                  <a:ext uri="{FF2B5EF4-FFF2-40B4-BE49-F238E27FC236}">
                    <a16:creationId xmlns:a16="http://schemas.microsoft.com/office/drawing/2014/main" id="{B3CB4D8A-BF42-3495-271B-AACBC94773C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5" name="直线连接符 11534">
                <a:extLst>
                  <a:ext uri="{FF2B5EF4-FFF2-40B4-BE49-F238E27FC236}">
                    <a16:creationId xmlns:a16="http://schemas.microsoft.com/office/drawing/2014/main" id="{482F1E84-D839-7FD6-BA3A-D529FAB6663E}"/>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6" name="直线连接符 11535">
                <a:extLst>
                  <a:ext uri="{FF2B5EF4-FFF2-40B4-BE49-F238E27FC236}">
                    <a16:creationId xmlns:a16="http://schemas.microsoft.com/office/drawing/2014/main" id="{00AAA2A8-BA40-7F1F-80CF-E94FC6CC03C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37" name="直线连接符 11536">
                <a:extLst>
                  <a:ext uri="{FF2B5EF4-FFF2-40B4-BE49-F238E27FC236}">
                    <a16:creationId xmlns:a16="http://schemas.microsoft.com/office/drawing/2014/main" id="{EF077ED2-961B-7251-C7BB-C9C72593ABC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538" name="直线连接符 11537">
                <a:extLst>
                  <a:ext uri="{FF2B5EF4-FFF2-40B4-BE49-F238E27FC236}">
                    <a16:creationId xmlns:a16="http://schemas.microsoft.com/office/drawing/2014/main" id="{102E7B8C-5964-48C2-F75E-3E6A895FB94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539" name="直线连接符 11538">
                <a:extLst>
                  <a:ext uri="{FF2B5EF4-FFF2-40B4-BE49-F238E27FC236}">
                    <a16:creationId xmlns:a16="http://schemas.microsoft.com/office/drawing/2014/main" id="{5C1CFFC1-CC70-4167-7E05-6A4EC23793C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467" name="组合 11466">
              <a:extLst>
                <a:ext uri="{FF2B5EF4-FFF2-40B4-BE49-F238E27FC236}">
                  <a16:creationId xmlns:a16="http://schemas.microsoft.com/office/drawing/2014/main" id="{339DBE86-C385-F8B3-8591-D8AD592AA415}"/>
                </a:ext>
              </a:extLst>
            </p:cNvPr>
            <p:cNvGrpSpPr/>
            <p:nvPr/>
          </p:nvGrpSpPr>
          <p:grpSpPr>
            <a:xfrm>
              <a:off x="6944572" y="6154958"/>
              <a:ext cx="419388" cy="487204"/>
              <a:chOff x="5768619" y="3058692"/>
              <a:chExt cx="419388" cy="487204"/>
            </a:xfrm>
          </p:grpSpPr>
          <p:sp>
            <p:nvSpPr>
              <p:cNvPr id="11502" name="流程图: 接点 571">
                <a:extLst>
                  <a:ext uri="{FF2B5EF4-FFF2-40B4-BE49-F238E27FC236}">
                    <a16:creationId xmlns:a16="http://schemas.microsoft.com/office/drawing/2014/main" id="{CF04903B-D97C-B4DE-A3AE-52AAB1CD68B8}"/>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03" name="流程图: 接点 572">
                <a:extLst>
                  <a:ext uri="{FF2B5EF4-FFF2-40B4-BE49-F238E27FC236}">
                    <a16:creationId xmlns:a16="http://schemas.microsoft.com/office/drawing/2014/main" id="{7A56C80E-A516-E7C5-8171-A932DDE52C44}"/>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04" name="直线连接符 11503">
                <a:extLst>
                  <a:ext uri="{FF2B5EF4-FFF2-40B4-BE49-F238E27FC236}">
                    <a16:creationId xmlns:a16="http://schemas.microsoft.com/office/drawing/2014/main" id="{38BB05C3-17C1-2389-AC66-89C5B48FC5B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05" name="直线连接符 11504">
                <a:extLst>
                  <a:ext uri="{FF2B5EF4-FFF2-40B4-BE49-F238E27FC236}">
                    <a16:creationId xmlns:a16="http://schemas.microsoft.com/office/drawing/2014/main" id="{B969E1A6-7454-6C7C-0D84-AA027E47E01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06" name="直线连接符 11505">
                <a:extLst>
                  <a:ext uri="{FF2B5EF4-FFF2-40B4-BE49-F238E27FC236}">
                    <a16:creationId xmlns:a16="http://schemas.microsoft.com/office/drawing/2014/main" id="{5CD73FDC-16DF-39AD-D208-6ED39763BC3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07" name="直线连接符 11506">
                <a:extLst>
                  <a:ext uri="{FF2B5EF4-FFF2-40B4-BE49-F238E27FC236}">
                    <a16:creationId xmlns:a16="http://schemas.microsoft.com/office/drawing/2014/main" id="{87438508-0BA7-B147-E307-8F3CC692B01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08" name="直线连接符 11507">
                <a:extLst>
                  <a:ext uri="{FF2B5EF4-FFF2-40B4-BE49-F238E27FC236}">
                    <a16:creationId xmlns:a16="http://schemas.microsoft.com/office/drawing/2014/main" id="{73353A44-E9B5-F5A3-51DB-06AC5B49980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09" name="直线连接符 11508">
                <a:extLst>
                  <a:ext uri="{FF2B5EF4-FFF2-40B4-BE49-F238E27FC236}">
                    <a16:creationId xmlns:a16="http://schemas.microsoft.com/office/drawing/2014/main" id="{9F438A85-D8F5-9EB4-FD8E-0AA836A92424}"/>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0" name="直线连接符 11509">
                <a:extLst>
                  <a:ext uri="{FF2B5EF4-FFF2-40B4-BE49-F238E27FC236}">
                    <a16:creationId xmlns:a16="http://schemas.microsoft.com/office/drawing/2014/main" id="{75193D32-50F7-FF3A-57A6-42402B1C6821}"/>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1" name="直线连接符 11510">
                <a:extLst>
                  <a:ext uri="{FF2B5EF4-FFF2-40B4-BE49-F238E27FC236}">
                    <a16:creationId xmlns:a16="http://schemas.microsoft.com/office/drawing/2014/main" id="{0EE4C106-BC19-02FA-1380-7882396DF1B1}"/>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2" name="直线连接符 11511">
                <a:extLst>
                  <a:ext uri="{FF2B5EF4-FFF2-40B4-BE49-F238E27FC236}">
                    <a16:creationId xmlns:a16="http://schemas.microsoft.com/office/drawing/2014/main" id="{683025C1-8D89-51B2-BCB3-6D3BD95D217D}"/>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3" name="直线连接符 11512">
                <a:extLst>
                  <a:ext uri="{FF2B5EF4-FFF2-40B4-BE49-F238E27FC236}">
                    <a16:creationId xmlns:a16="http://schemas.microsoft.com/office/drawing/2014/main" id="{68CD6B5F-72AF-CFCC-FDD2-E61752B4C954}"/>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4" name="直线连接符 11513">
                <a:extLst>
                  <a:ext uri="{FF2B5EF4-FFF2-40B4-BE49-F238E27FC236}">
                    <a16:creationId xmlns:a16="http://schemas.microsoft.com/office/drawing/2014/main" id="{D3C576D6-EADC-C102-C4D1-550CA83006DA}"/>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5" name="直线连接符 11514">
                <a:extLst>
                  <a:ext uri="{FF2B5EF4-FFF2-40B4-BE49-F238E27FC236}">
                    <a16:creationId xmlns:a16="http://schemas.microsoft.com/office/drawing/2014/main" id="{D7C3E7E6-1116-1BA0-3DDD-4506BF685BD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6" name="直线连接符 11515">
                <a:extLst>
                  <a:ext uri="{FF2B5EF4-FFF2-40B4-BE49-F238E27FC236}">
                    <a16:creationId xmlns:a16="http://schemas.microsoft.com/office/drawing/2014/main" id="{69B21A96-86D5-A96D-0E81-AD85050E852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7" name="直线连接符 11516">
                <a:extLst>
                  <a:ext uri="{FF2B5EF4-FFF2-40B4-BE49-F238E27FC236}">
                    <a16:creationId xmlns:a16="http://schemas.microsoft.com/office/drawing/2014/main" id="{9A5B0489-1D3E-094B-2D45-A193A8425ED2}"/>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18" name="直线连接符 11517">
                <a:extLst>
                  <a:ext uri="{FF2B5EF4-FFF2-40B4-BE49-F238E27FC236}">
                    <a16:creationId xmlns:a16="http://schemas.microsoft.com/office/drawing/2014/main" id="{CC4884A5-7DC2-2A93-9541-80B9015E8EC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519" name="直线连接符 11518">
                <a:extLst>
                  <a:ext uri="{FF2B5EF4-FFF2-40B4-BE49-F238E27FC236}">
                    <a16:creationId xmlns:a16="http://schemas.microsoft.com/office/drawing/2014/main" id="{C7F0DA4B-31A5-D36E-16EC-E7905FDD7E6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520" name="直线连接符 11519">
                <a:extLst>
                  <a:ext uri="{FF2B5EF4-FFF2-40B4-BE49-F238E27FC236}">
                    <a16:creationId xmlns:a16="http://schemas.microsoft.com/office/drawing/2014/main" id="{AF520D37-A3E9-E056-340B-1A66D34DE0A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468" name="流程图: 接点 556">
              <a:extLst>
                <a:ext uri="{FF2B5EF4-FFF2-40B4-BE49-F238E27FC236}">
                  <a16:creationId xmlns:a16="http://schemas.microsoft.com/office/drawing/2014/main" id="{4622C788-8622-30C3-D4B3-09C6DC64D6E2}"/>
                </a:ext>
              </a:extLst>
            </p:cNvPr>
            <p:cNvSpPr/>
            <p:nvPr/>
          </p:nvSpPr>
          <p:spPr>
            <a:xfrm>
              <a:off x="6166525" y="6006148"/>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469" name="组合 11468">
              <a:extLst>
                <a:ext uri="{FF2B5EF4-FFF2-40B4-BE49-F238E27FC236}">
                  <a16:creationId xmlns:a16="http://schemas.microsoft.com/office/drawing/2014/main" id="{7FE9551D-F77E-8FBC-B85A-F08560F78129}"/>
                </a:ext>
              </a:extLst>
            </p:cNvPr>
            <p:cNvGrpSpPr/>
            <p:nvPr/>
          </p:nvGrpSpPr>
          <p:grpSpPr>
            <a:xfrm>
              <a:off x="6668673" y="6336706"/>
              <a:ext cx="419388" cy="487204"/>
              <a:chOff x="5768619" y="3058692"/>
              <a:chExt cx="419388" cy="487204"/>
            </a:xfrm>
          </p:grpSpPr>
          <p:sp>
            <p:nvSpPr>
              <p:cNvPr id="11483" name="流程图: 接点 571">
                <a:extLst>
                  <a:ext uri="{FF2B5EF4-FFF2-40B4-BE49-F238E27FC236}">
                    <a16:creationId xmlns:a16="http://schemas.microsoft.com/office/drawing/2014/main" id="{57761567-2230-BFCF-7F87-F74FE6EA613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84" name="流程图: 接点 572">
                <a:extLst>
                  <a:ext uri="{FF2B5EF4-FFF2-40B4-BE49-F238E27FC236}">
                    <a16:creationId xmlns:a16="http://schemas.microsoft.com/office/drawing/2014/main" id="{597DF354-7982-6076-3188-90119F1CB15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85" name="直线连接符 11484">
                <a:extLst>
                  <a:ext uri="{FF2B5EF4-FFF2-40B4-BE49-F238E27FC236}">
                    <a16:creationId xmlns:a16="http://schemas.microsoft.com/office/drawing/2014/main" id="{D7F96043-BB1D-A113-C27C-2CD33A4EF06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86" name="直线连接符 11485">
                <a:extLst>
                  <a:ext uri="{FF2B5EF4-FFF2-40B4-BE49-F238E27FC236}">
                    <a16:creationId xmlns:a16="http://schemas.microsoft.com/office/drawing/2014/main" id="{8273929A-CC86-02A2-CAFB-6AD8F84CE90A}"/>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87" name="直线连接符 11486">
                <a:extLst>
                  <a:ext uri="{FF2B5EF4-FFF2-40B4-BE49-F238E27FC236}">
                    <a16:creationId xmlns:a16="http://schemas.microsoft.com/office/drawing/2014/main" id="{D71D46C3-34AC-CDA1-9CB4-A36819F96A5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88" name="直线连接符 11487">
                <a:extLst>
                  <a:ext uri="{FF2B5EF4-FFF2-40B4-BE49-F238E27FC236}">
                    <a16:creationId xmlns:a16="http://schemas.microsoft.com/office/drawing/2014/main" id="{E2EE8367-96E8-2AF4-4D18-D954BD19F53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89" name="直线连接符 11488">
                <a:extLst>
                  <a:ext uri="{FF2B5EF4-FFF2-40B4-BE49-F238E27FC236}">
                    <a16:creationId xmlns:a16="http://schemas.microsoft.com/office/drawing/2014/main" id="{FB590D65-0D64-3E27-C233-D892DE02123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0" name="直线连接符 11489">
                <a:extLst>
                  <a:ext uri="{FF2B5EF4-FFF2-40B4-BE49-F238E27FC236}">
                    <a16:creationId xmlns:a16="http://schemas.microsoft.com/office/drawing/2014/main" id="{7AADCE8C-0CA2-B3D8-63EF-3AC173DF338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1" name="直线连接符 11490">
                <a:extLst>
                  <a:ext uri="{FF2B5EF4-FFF2-40B4-BE49-F238E27FC236}">
                    <a16:creationId xmlns:a16="http://schemas.microsoft.com/office/drawing/2014/main" id="{32E577B3-0B52-6BF7-548F-B2B41887446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2" name="直线连接符 11491">
                <a:extLst>
                  <a:ext uri="{FF2B5EF4-FFF2-40B4-BE49-F238E27FC236}">
                    <a16:creationId xmlns:a16="http://schemas.microsoft.com/office/drawing/2014/main" id="{86414A5D-CA30-41FD-BC7B-AD9C3CDC6C4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3" name="直线连接符 11492">
                <a:extLst>
                  <a:ext uri="{FF2B5EF4-FFF2-40B4-BE49-F238E27FC236}">
                    <a16:creationId xmlns:a16="http://schemas.microsoft.com/office/drawing/2014/main" id="{2F307C46-51C0-1E53-A836-3AC7F4AD779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4" name="直线连接符 11493">
                <a:extLst>
                  <a:ext uri="{FF2B5EF4-FFF2-40B4-BE49-F238E27FC236}">
                    <a16:creationId xmlns:a16="http://schemas.microsoft.com/office/drawing/2014/main" id="{9F578E66-948F-AEF6-9691-9041AC170BB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5" name="直线连接符 11494">
                <a:extLst>
                  <a:ext uri="{FF2B5EF4-FFF2-40B4-BE49-F238E27FC236}">
                    <a16:creationId xmlns:a16="http://schemas.microsoft.com/office/drawing/2014/main" id="{71272467-CC3E-1BF2-7863-7AF8B63426E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6" name="直线连接符 11495">
                <a:extLst>
                  <a:ext uri="{FF2B5EF4-FFF2-40B4-BE49-F238E27FC236}">
                    <a16:creationId xmlns:a16="http://schemas.microsoft.com/office/drawing/2014/main" id="{653EEEA9-5BA0-0E61-E4E3-2032FE48445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7" name="直线连接符 11496">
                <a:extLst>
                  <a:ext uri="{FF2B5EF4-FFF2-40B4-BE49-F238E27FC236}">
                    <a16:creationId xmlns:a16="http://schemas.microsoft.com/office/drawing/2014/main" id="{FC1854FA-121A-D0AC-561B-E75052B64B2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8" name="直线连接符 11497">
                <a:extLst>
                  <a:ext uri="{FF2B5EF4-FFF2-40B4-BE49-F238E27FC236}">
                    <a16:creationId xmlns:a16="http://schemas.microsoft.com/office/drawing/2014/main" id="{902D49AF-6C7F-F7D7-873F-9459CC936B3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99" name="直线连接符 11498">
                <a:extLst>
                  <a:ext uri="{FF2B5EF4-FFF2-40B4-BE49-F238E27FC236}">
                    <a16:creationId xmlns:a16="http://schemas.microsoft.com/office/drawing/2014/main" id="{12A5E3C3-652E-DCFF-0D57-6918EAEC89A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500" name="直线连接符 11499">
                <a:extLst>
                  <a:ext uri="{FF2B5EF4-FFF2-40B4-BE49-F238E27FC236}">
                    <a16:creationId xmlns:a16="http://schemas.microsoft.com/office/drawing/2014/main" id="{016CDCDA-68AC-1A52-C7BF-39D2BDE67F9A}"/>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501" name="直线连接符 11500">
                <a:extLst>
                  <a:ext uri="{FF2B5EF4-FFF2-40B4-BE49-F238E27FC236}">
                    <a16:creationId xmlns:a16="http://schemas.microsoft.com/office/drawing/2014/main" id="{84762C4C-4F90-582E-CE92-E67B9E122D8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470" name="组合 11469">
              <a:extLst>
                <a:ext uri="{FF2B5EF4-FFF2-40B4-BE49-F238E27FC236}">
                  <a16:creationId xmlns:a16="http://schemas.microsoft.com/office/drawing/2014/main" id="{801E9118-87C7-AABA-532E-6368CE7B7F80}"/>
                </a:ext>
              </a:extLst>
            </p:cNvPr>
            <p:cNvGrpSpPr/>
            <p:nvPr/>
          </p:nvGrpSpPr>
          <p:grpSpPr>
            <a:xfrm>
              <a:off x="5677750" y="5169825"/>
              <a:ext cx="1973841" cy="1732229"/>
              <a:chOff x="7707547" y="3116283"/>
              <a:chExt cx="2913493" cy="2493706"/>
            </a:xfrm>
          </p:grpSpPr>
          <p:sp>
            <p:nvSpPr>
              <p:cNvPr id="11479" name="流程图: 接点 567">
                <a:extLst>
                  <a:ext uri="{FF2B5EF4-FFF2-40B4-BE49-F238E27FC236}">
                    <a16:creationId xmlns:a16="http://schemas.microsoft.com/office/drawing/2014/main" id="{891003FD-4099-8CBC-7C7A-F2342B036EC5}"/>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80" name="流程图: 接点 568">
                <a:extLst>
                  <a:ext uri="{FF2B5EF4-FFF2-40B4-BE49-F238E27FC236}">
                    <a16:creationId xmlns:a16="http://schemas.microsoft.com/office/drawing/2014/main" id="{CCA7C2D4-E725-C9AC-DD7A-CCE8BC38F6FC}"/>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81" name="椭圆 11480">
                <a:extLst>
                  <a:ext uri="{FF2B5EF4-FFF2-40B4-BE49-F238E27FC236}">
                    <a16:creationId xmlns:a16="http://schemas.microsoft.com/office/drawing/2014/main" id="{9879A145-4204-220B-2177-2918D198FA72}"/>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82" name="椭圆 11481">
                <a:extLst>
                  <a:ext uri="{FF2B5EF4-FFF2-40B4-BE49-F238E27FC236}">
                    <a16:creationId xmlns:a16="http://schemas.microsoft.com/office/drawing/2014/main" id="{B9C3E759-1966-B643-88AB-6C2BE681D472}"/>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471" name="组合 11470">
              <a:extLst>
                <a:ext uri="{FF2B5EF4-FFF2-40B4-BE49-F238E27FC236}">
                  <a16:creationId xmlns:a16="http://schemas.microsoft.com/office/drawing/2014/main" id="{72985B0F-AEC6-8D55-7F39-A725E3E46746}"/>
                </a:ext>
              </a:extLst>
            </p:cNvPr>
            <p:cNvGrpSpPr/>
            <p:nvPr/>
          </p:nvGrpSpPr>
          <p:grpSpPr>
            <a:xfrm>
              <a:off x="6217467" y="4668562"/>
              <a:ext cx="1057509" cy="1052166"/>
              <a:chOff x="4787219" y="1810514"/>
              <a:chExt cx="875809" cy="967642"/>
            </a:xfrm>
            <a:scene3d>
              <a:camera prst="orthographicFront">
                <a:rot lat="600000" lon="11700000" rev="0"/>
              </a:camera>
              <a:lightRig rig="threePt" dir="t"/>
            </a:scene3d>
          </p:grpSpPr>
          <p:grpSp>
            <p:nvGrpSpPr>
              <p:cNvPr id="11475" name="组合 11474">
                <a:extLst>
                  <a:ext uri="{FF2B5EF4-FFF2-40B4-BE49-F238E27FC236}">
                    <a16:creationId xmlns:a16="http://schemas.microsoft.com/office/drawing/2014/main" id="{3828C155-1AF5-368E-51B4-C6B7A1263505}"/>
                  </a:ext>
                </a:extLst>
              </p:cNvPr>
              <p:cNvGrpSpPr/>
              <p:nvPr/>
            </p:nvGrpSpPr>
            <p:grpSpPr>
              <a:xfrm>
                <a:off x="4787228" y="1810514"/>
                <a:ext cx="875800" cy="951265"/>
                <a:chOff x="6062915" y="1786054"/>
                <a:chExt cx="1527262" cy="1731253"/>
              </a:xfrm>
              <a:solidFill>
                <a:schemeClr val="tx1">
                  <a:lumMod val="65000"/>
                  <a:lumOff val="35000"/>
                </a:schemeClr>
              </a:solidFill>
            </p:grpSpPr>
            <p:sp>
              <p:nvSpPr>
                <p:cNvPr id="11477" name="流程图: 延期 565">
                  <a:extLst>
                    <a:ext uri="{FF2B5EF4-FFF2-40B4-BE49-F238E27FC236}">
                      <a16:creationId xmlns:a16="http://schemas.microsoft.com/office/drawing/2014/main" id="{BDF1E2C7-8339-DD45-B063-97A0D6948753}"/>
                    </a:ext>
                  </a:extLst>
                </p:cNvPr>
                <p:cNvSpPr/>
                <p:nvPr/>
              </p:nvSpPr>
              <p:spPr>
                <a:xfrm rot="16200000">
                  <a:off x="5960919" y="1888050"/>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78" name="流程图: 接点 566">
                  <a:extLst>
                    <a:ext uri="{FF2B5EF4-FFF2-40B4-BE49-F238E27FC236}">
                      <a16:creationId xmlns:a16="http://schemas.microsoft.com/office/drawing/2014/main" id="{7D513BF4-38A4-1B44-156C-5039F88D4F0A}"/>
                    </a:ext>
                  </a:extLst>
                </p:cNvPr>
                <p:cNvSpPr/>
                <p:nvPr/>
              </p:nvSpPr>
              <p:spPr>
                <a:xfrm>
                  <a:off x="6265305" y="1981743"/>
                  <a:ext cx="1122470" cy="1059758"/>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476" name="矩形 11475">
                <a:extLst>
                  <a:ext uri="{FF2B5EF4-FFF2-40B4-BE49-F238E27FC236}">
                    <a16:creationId xmlns:a16="http://schemas.microsoft.com/office/drawing/2014/main" id="{97ECB2C1-5C2D-296D-87FF-C95D13575874}"/>
                  </a:ext>
                </a:extLst>
              </p:cNvPr>
              <p:cNvSpPr/>
              <p:nvPr/>
            </p:nvSpPr>
            <p:spPr>
              <a:xfrm>
                <a:off x="4787219" y="251671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472" name="组合 11471">
              <a:extLst>
                <a:ext uri="{FF2B5EF4-FFF2-40B4-BE49-F238E27FC236}">
                  <a16:creationId xmlns:a16="http://schemas.microsoft.com/office/drawing/2014/main" id="{65EE2C77-D85C-4660-0E1C-5270BEB796D4}"/>
                </a:ext>
              </a:extLst>
            </p:cNvPr>
            <p:cNvGrpSpPr/>
            <p:nvPr/>
          </p:nvGrpSpPr>
          <p:grpSpPr>
            <a:xfrm>
              <a:off x="5862581" y="5813657"/>
              <a:ext cx="238182" cy="238003"/>
              <a:chOff x="5145960" y="4201202"/>
              <a:chExt cx="150892" cy="141375"/>
            </a:xfrm>
            <a:scene3d>
              <a:camera prst="orthographicFront">
                <a:rot lat="0" lon="2700000" rev="0"/>
              </a:camera>
              <a:lightRig rig="threePt" dir="t">
                <a:rot lat="0" lon="0" rev="0"/>
              </a:lightRig>
            </a:scene3d>
          </p:grpSpPr>
          <p:sp>
            <p:nvSpPr>
              <p:cNvPr id="11473" name="Oval 15540">
                <a:extLst>
                  <a:ext uri="{FF2B5EF4-FFF2-40B4-BE49-F238E27FC236}">
                    <a16:creationId xmlns:a16="http://schemas.microsoft.com/office/drawing/2014/main" id="{FBEA7BD8-115A-6E11-6C58-A802784CC5B7}"/>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474" name="Line 15541">
                <a:extLst>
                  <a:ext uri="{FF2B5EF4-FFF2-40B4-BE49-F238E27FC236}">
                    <a16:creationId xmlns:a16="http://schemas.microsoft.com/office/drawing/2014/main" id="{E57CACFF-79C6-F421-5EE1-4392F24A4BE8}"/>
                  </a:ext>
                </a:extLst>
              </p:cNvPr>
              <p:cNvCxnSpPr>
                <a:cxnSpLocks/>
                <a:stCxn id="11473" idx="1"/>
                <a:endCxn id="11473"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540" name="组合 11539">
            <a:extLst>
              <a:ext uri="{FF2B5EF4-FFF2-40B4-BE49-F238E27FC236}">
                <a16:creationId xmlns:a16="http://schemas.microsoft.com/office/drawing/2014/main" id="{B92AF2EF-8911-89A0-C05A-4277A3030E88}"/>
              </a:ext>
            </a:extLst>
          </p:cNvPr>
          <p:cNvGrpSpPr/>
          <p:nvPr/>
        </p:nvGrpSpPr>
        <p:grpSpPr>
          <a:xfrm>
            <a:off x="550700" y="1866827"/>
            <a:ext cx="1973841" cy="3048428"/>
            <a:chOff x="7951877" y="4637166"/>
            <a:chExt cx="1973841" cy="3048428"/>
          </a:xfrm>
        </p:grpSpPr>
        <p:sp>
          <p:nvSpPr>
            <p:cNvPr id="11541" name="流程图: 接点 554">
              <a:extLst>
                <a:ext uri="{FF2B5EF4-FFF2-40B4-BE49-F238E27FC236}">
                  <a16:creationId xmlns:a16="http://schemas.microsoft.com/office/drawing/2014/main" id="{8C68FE24-326A-9C59-7972-70CE9573A214}"/>
                </a:ext>
              </a:extLst>
            </p:cNvPr>
            <p:cNvSpPr/>
            <p:nvPr/>
          </p:nvSpPr>
          <p:spPr>
            <a:xfrm>
              <a:off x="8487025" y="6810347"/>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42" name="椭圆 11541">
              <a:extLst>
                <a:ext uri="{FF2B5EF4-FFF2-40B4-BE49-F238E27FC236}">
                  <a16:creationId xmlns:a16="http://schemas.microsoft.com/office/drawing/2014/main" id="{641A8CED-8FEC-D9CB-FE47-B672947E7721}"/>
                </a:ext>
              </a:extLst>
            </p:cNvPr>
            <p:cNvSpPr/>
            <p:nvPr/>
          </p:nvSpPr>
          <p:spPr>
            <a:xfrm>
              <a:off x="8315664" y="6363600"/>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543" name="组合 11542">
              <a:extLst>
                <a:ext uri="{FF2B5EF4-FFF2-40B4-BE49-F238E27FC236}">
                  <a16:creationId xmlns:a16="http://schemas.microsoft.com/office/drawing/2014/main" id="{FDD2FCDE-1542-92E3-9E95-2016CF28B8CC}"/>
                </a:ext>
              </a:extLst>
            </p:cNvPr>
            <p:cNvGrpSpPr/>
            <p:nvPr/>
          </p:nvGrpSpPr>
          <p:grpSpPr>
            <a:xfrm>
              <a:off x="8013044" y="6183083"/>
              <a:ext cx="419388" cy="487204"/>
              <a:chOff x="5768619" y="3058692"/>
              <a:chExt cx="419388" cy="487204"/>
            </a:xfrm>
          </p:grpSpPr>
          <p:sp>
            <p:nvSpPr>
              <p:cNvPr id="11598" name="流程图: 接点 571">
                <a:extLst>
                  <a:ext uri="{FF2B5EF4-FFF2-40B4-BE49-F238E27FC236}">
                    <a16:creationId xmlns:a16="http://schemas.microsoft.com/office/drawing/2014/main" id="{82E46D53-03CE-D868-A94F-0E19A929ECC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99" name="流程图: 接点 572">
                <a:extLst>
                  <a:ext uri="{FF2B5EF4-FFF2-40B4-BE49-F238E27FC236}">
                    <a16:creationId xmlns:a16="http://schemas.microsoft.com/office/drawing/2014/main" id="{615BB172-BE78-1BA0-E094-6D0CD02178E7}"/>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00" name="直线连接符 11599">
                <a:extLst>
                  <a:ext uri="{FF2B5EF4-FFF2-40B4-BE49-F238E27FC236}">
                    <a16:creationId xmlns:a16="http://schemas.microsoft.com/office/drawing/2014/main" id="{95DC1062-B6D8-ADA7-5B94-55997C19762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1" name="直线连接符 11600">
                <a:extLst>
                  <a:ext uri="{FF2B5EF4-FFF2-40B4-BE49-F238E27FC236}">
                    <a16:creationId xmlns:a16="http://schemas.microsoft.com/office/drawing/2014/main" id="{E849A72C-8E37-DD76-2D03-4E424BFDCD2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2" name="直线连接符 11601">
                <a:extLst>
                  <a:ext uri="{FF2B5EF4-FFF2-40B4-BE49-F238E27FC236}">
                    <a16:creationId xmlns:a16="http://schemas.microsoft.com/office/drawing/2014/main" id="{FA18FD47-689E-B7A3-3F1A-05358C56F6F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3" name="直线连接符 11602">
                <a:extLst>
                  <a:ext uri="{FF2B5EF4-FFF2-40B4-BE49-F238E27FC236}">
                    <a16:creationId xmlns:a16="http://schemas.microsoft.com/office/drawing/2014/main" id="{88E85679-62E6-EBA1-05A3-C36FCC3690AA}"/>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4" name="直线连接符 11603">
                <a:extLst>
                  <a:ext uri="{FF2B5EF4-FFF2-40B4-BE49-F238E27FC236}">
                    <a16:creationId xmlns:a16="http://schemas.microsoft.com/office/drawing/2014/main" id="{C23EE94E-05E5-AA57-8CA3-EAA3F101E0F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5" name="直线连接符 11604">
                <a:extLst>
                  <a:ext uri="{FF2B5EF4-FFF2-40B4-BE49-F238E27FC236}">
                    <a16:creationId xmlns:a16="http://schemas.microsoft.com/office/drawing/2014/main" id="{EAB3DC73-F2DC-F8A7-7FA2-3681F502A47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6" name="直线连接符 11605">
                <a:extLst>
                  <a:ext uri="{FF2B5EF4-FFF2-40B4-BE49-F238E27FC236}">
                    <a16:creationId xmlns:a16="http://schemas.microsoft.com/office/drawing/2014/main" id="{04296952-E0E3-40D1-9504-E3F28AFF94D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7" name="直线连接符 11606">
                <a:extLst>
                  <a:ext uri="{FF2B5EF4-FFF2-40B4-BE49-F238E27FC236}">
                    <a16:creationId xmlns:a16="http://schemas.microsoft.com/office/drawing/2014/main" id="{C4ADBB05-FC5B-E970-6CF6-0C5A15A26230}"/>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8" name="直线连接符 11607">
                <a:extLst>
                  <a:ext uri="{FF2B5EF4-FFF2-40B4-BE49-F238E27FC236}">
                    <a16:creationId xmlns:a16="http://schemas.microsoft.com/office/drawing/2014/main" id="{9390C251-D2C8-D668-B1BA-E30B3A79AF1D}"/>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09" name="直线连接符 11608">
                <a:extLst>
                  <a:ext uri="{FF2B5EF4-FFF2-40B4-BE49-F238E27FC236}">
                    <a16:creationId xmlns:a16="http://schemas.microsoft.com/office/drawing/2014/main" id="{95A87A5A-628E-B3CA-F063-C3CE1148292C}"/>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10" name="直线连接符 11609">
                <a:extLst>
                  <a:ext uri="{FF2B5EF4-FFF2-40B4-BE49-F238E27FC236}">
                    <a16:creationId xmlns:a16="http://schemas.microsoft.com/office/drawing/2014/main" id="{D384B109-F929-4D63-08D8-F364F60200F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11" name="直线连接符 11610">
                <a:extLst>
                  <a:ext uri="{FF2B5EF4-FFF2-40B4-BE49-F238E27FC236}">
                    <a16:creationId xmlns:a16="http://schemas.microsoft.com/office/drawing/2014/main" id="{D65A8E89-E69A-01D3-B27A-2908652BEAA6}"/>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12" name="直线连接符 11611">
                <a:extLst>
                  <a:ext uri="{FF2B5EF4-FFF2-40B4-BE49-F238E27FC236}">
                    <a16:creationId xmlns:a16="http://schemas.microsoft.com/office/drawing/2014/main" id="{EB764FB5-64CC-42C6-29D5-AE4781D4886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13" name="直线连接符 11612">
                <a:extLst>
                  <a:ext uri="{FF2B5EF4-FFF2-40B4-BE49-F238E27FC236}">
                    <a16:creationId xmlns:a16="http://schemas.microsoft.com/office/drawing/2014/main" id="{2AEE6060-EBFF-2B62-12B9-6CD54820DC4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14" name="直线连接符 11613">
                <a:extLst>
                  <a:ext uri="{FF2B5EF4-FFF2-40B4-BE49-F238E27FC236}">
                    <a16:creationId xmlns:a16="http://schemas.microsoft.com/office/drawing/2014/main" id="{94A1B128-268F-09C4-9306-3DA216CD115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615" name="直线连接符 11614">
                <a:extLst>
                  <a:ext uri="{FF2B5EF4-FFF2-40B4-BE49-F238E27FC236}">
                    <a16:creationId xmlns:a16="http://schemas.microsoft.com/office/drawing/2014/main" id="{8707FB1C-5ED3-4946-483E-E2DF0FE45AF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616" name="直线连接符 11615">
                <a:extLst>
                  <a:ext uri="{FF2B5EF4-FFF2-40B4-BE49-F238E27FC236}">
                    <a16:creationId xmlns:a16="http://schemas.microsoft.com/office/drawing/2014/main" id="{BB814EDD-1DD5-D659-8728-ECD43F51AA81}"/>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544" name="组合 11543">
              <a:extLst>
                <a:ext uri="{FF2B5EF4-FFF2-40B4-BE49-F238E27FC236}">
                  <a16:creationId xmlns:a16="http://schemas.microsoft.com/office/drawing/2014/main" id="{23A12437-91C4-9556-5678-C582AD7D2F0F}"/>
                </a:ext>
              </a:extLst>
            </p:cNvPr>
            <p:cNvGrpSpPr/>
            <p:nvPr/>
          </p:nvGrpSpPr>
          <p:grpSpPr>
            <a:xfrm>
              <a:off x="9166003" y="6128809"/>
              <a:ext cx="419388" cy="487204"/>
              <a:chOff x="5768619" y="3058692"/>
              <a:chExt cx="419388" cy="487204"/>
            </a:xfrm>
          </p:grpSpPr>
          <p:sp>
            <p:nvSpPr>
              <p:cNvPr id="11579" name="流程图: 接点 571">
                <a:extLst>
                  <a:ext uri="{FF2B5EF4-FFF2-40B4-BE49-F238E27FC236}">
                    <a16:creationId xmlns:a16="http://schemas.microsoft.com/office/drawing/2014/main" id="{1ABCBCAA-CA54-1B9E-A75A-A5CBAA27AB5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80" name="流程图: 接点 572">
                <a:extLst>
                  <a:ext uri="{FF2B5EF4-FFF2-40B4-BE49-F238E27FC236}">
                    <a16:creationId xmlns:a16="http://schemas.microsoft.com/office/drawing/2014/main" id="{7D7BCFD3-0D40-7B5F-787A-BD33CDBE61A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81" name="直线连接符 11580">
                <a:extLst>
                  <a:ext uri="{FF2B5EF4-FFF2-40B4-BE49-F238E27FC236}">
                    <a16:creationId xmlns:a16="http://schemas.microsoft.com/office/drawing/2014/main" id="{544CE77C-EE1B-2396-AF3C-3941CB2ACE27}"/>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2" name="直线连接符 11581">
                <a:extLst>
                  <a:ext uri="{FF2B5EF4-FFF2-40B4-BE49-F238E27FC236}">
                    <a16:creationId xmlns:a16="http://schemas.microsoft.com/office/drawing/2014/main" id="{8FB221C2-B1D7-1C90-1624-A7439F5B2D0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3" name="直线连接符 11582">
                <a:extLst>
                  <a:ext uri="{FF2B5EF4-FFF2-40B4-BE49-F238E27FC236}">
                    <a16:creationId xmlns:a16="http://schemas.microsoft.com/office/drawing/2014/main" id="{7C67D1F3-C63B-B22B-8514-268F739635D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4" name="直线连接符 11583">
                <a:extLst>
                  <a:ext uri="{FF2B5EF4-FFF2-40B4-BE49-F238E27FC236}">
                    <a16:creationId xmlns:a16="http://schemas.microsoft.com/office/drawing/2014/main" id="{1C20327C-F0D1-09BB-1A99-E683A987FA1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5" name="直线连接符 11584">
                <a:extLst>
                  <a:ext uri="{FF2B5EF4-FFF2-40B4-BE49-F238E27FC236}">
                    <a16:creationId xmlns:a16="http://schemas.microsoft.com/office/drawing/2014/main" id="{4CBD79C3-4A4F-5716-ABE4-4FEAC47A8B9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6" name="直线连接符 11585">
                <a:extLst>
                  <a:ext uri="{FF2B5EF4-FFF2-40B4-BE49-F238E27FC236}">
                    <a16:creationId xmlns:a16="http://schemas.microsoft.com/office/drawing/2014/main" id="{A55C5F10-033E-EB40-13FD-55BE6AF59CD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7" name="直线连接符 11586">
                <a:extLst>
                  <a:ext uri="{FF2B5EF4-FFF2-40B4-BE49-F238E27FC236}">
                    <a16:creationId xmlns:a16="http://schemas.microsoft.com/office/drawing/2014/main" id="{623E4454-98BE-33C9-708D-C67E5B21092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8" name="直线连接符 11587">
                <a:extLst>
                  <a:ext uri="{FF2B5EF4-FFF2-40B4-BE49-F238E27FC236}">
                    <a16:creationId xmlns:a16="http://schemas.microsoft.com/office/drawing/2014/main" id="{5D17F327-4888-2AB4-6BAF-29297EAFD631}"/>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89" name="直线连接符 11588">
                <a:extLst>
                  <a:ext uri="{FF2B5EF4-FFF2-40B4-BE49-F238E27FC236}">
                    <a16:creationId xmlns:a16="http://schemas.microsoft.com/office/drawing/2014/main" id="{B32F053A-C686-40AA-2BAD-E91664DF0DDB}"/>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90" name="直线连接符 11589">
                <a:extLst>
                  <a:ext uri="{FF2B5EF4-FFF2-40B4-BE49-F238E27FC236}">
                    <a16:creationId xmlns:a16="http://schemas.microsoft.com/office/drawing/2014/main" id="{52534D3F-7337-0F58-670B-6A642804C37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91" name="直线连接符 11590">
                <a:extLst>
                  <a:ext uri="{FF2B5EF4-FFF2-40B4-BE49-F238E27FC236}">
                    <a16:creationId xmlns:a16="http://schemas.microsoft.com/office/drawing/2014/main" id="{6005FA8D-7559-8DBA-F8AE-C466A68DEDE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92" name="直线连接符 11591">
                <a:extLst>
                  <a:ext uri="{FF2B5EF4-FFF2-40B4-BE49-F238E27FC236}">
                    <a16:creationId xmlns:a16="http://schemas.microsoft.com/office/drawing/2014/main" id="{3A49AE69-517C-A5E6-B732-1A848541DC91}"/>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93" name="直线连接符 11592">
                <a:extLst>
                  <a:ext uri="{FF2B5EF4-FFF2-40B4-BE49-F238E27FC236}">
                    <a16:creationId xmlns:a16="http://schemas.microsoft.com/office/drawing/2014/main" id="{84F102A0-C69C-EFA9-5CA0-FC334DAB404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94" name="直线连接符 11593">
                <a:extLst>
                  <a:ext uri="{FF2B5EF4-FFF2-40B4-BE49-F238E27FC236}">
                    <a16:creationId xmlns:a16="http://schemas.microsoft.com/office/drawing/2014/main" id="{FCB7F4EF-CD9E-BDC5-4D15-5458E722A66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95" name="直线连接符 11594">
                <a:extLst>
                  <a:ext uri="{FF2B5EF4-FFF2-40B4-BE49-F238E27FC236}">
                    <a16:creationId xmlns:a16="http://schemas.microsoft.com/office/drawing/2014/main" id="{1E7087C0-9F29-F0C4-FB8E-5050A5351147}"/>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596" name="直线连接符 11595">
                <a:extLst>
                  <a:ext uri="{FF2B5EF4-FFF2-40B4-BE49-F238E27FC236}">
                    <a16:creationId xmlns:a16="http://schemas.microsoft.com/office/drawing/2014/main" id="{D7314FBF-1A4B-894E-ED4A-8D82D52E011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597" name="直线连接符 11596">
                <a:extLst>
                  <a:ext uri="{FF2B5EF4-FFF2-40B4-BE49-F238E27FC236}">
                    <a16:creationId xmlns:a16="http://schemas.microsoft.com/office/drawing/2014/main" id="{65F86851-C6E9-B886-314F-122E4CC81AB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545" name="流程图: 接点 556">
              <a:extLst>
                <a:ext uri="{FF2B5EF4-FFF2-40B4-BE49-F238E27FC236}">
                  <a16:creationId xmlns:a16="http://schemas.microsoft.com/office/drawing/2014/main" id="{81A04F6E-D4FF-AA5E-F1D4-DDE527AC9B4C}"/>
                </a:ext>
              </a:extLst>
            </p:cNvPr>
            <p:cNvSpPr/>
            <p:nvPr/>
          </p:nvSpPr>
          <p:spPr>
            <a:xfrm>
              <a:off x="8440652" y="5985067"/>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546" name="组合 11545">
              <a:extLst>
                <a:ext uri="{FF2B5EF4-FFF2-40B4-BE49-F238E27FC236}">
                  <a16:creationId xmlns:a16="http://schemas.microsoft.com/office/drawing/2014/main" id="{12F6133F-A997-7FAC-E43E-4810A57199F2}"/>
                </a:ext>
              </a:extLst>
            </p:cNvPr>
            <p:cNvGrpSpPr/>
            <p:nvPr/>
          </p:nvGrpSpPr>
          <p:grpSpPr>
            <a:xfrm>
              <a:off x="9028837" y="6321293"/>
              <a:ext cx="419388" cy="487204"/>
              <a:chOff x="5768619" y="3058692"/>
              <a:chExt cx="419388" cy="487204"/>
            </a:xfrm>
          </p:grpSpPr>
          <p:sp>
            <p:nvSpPr>
              <p:cNvPr id="11560" name="流程图: 接点 571">
                <a:extLst>
                  <a:ext uri="{FF2B5EF4-FFF2-40B4-BE49-F238E27FC236}">
                    <a16:creationId xmlns:a16="http://schemas.microsoft.com/office/drawing/2014/main" id="{665FF4B7-6D45-FB40-EFF1-337DB9B2808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61" name="流程图: 接点 572">
                <a:extLst>
                  <a:ext uri="{FF2B5EF4-FFF2-40B4-BE49-F238E27FC236}">
                    <a16:creationId xmlns:a16="http://schemas.microsoft.com/office/drawing/2014/main" id="{DD10E09E-3F5E-EBBF-6880-1B93F885A56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62" name="直线连接符 11561">
                <a:extLst>
                  <a:ext uri="{FF2B5EF4-FFF2-40B4-BE49-F238E27FC236}">
                    <a16:creationId xmlns:a16="http://schemas.microsoft.com/office/drawing/2014/main" id="{875974C2-612E-DEDF-B0C6-3C6C2D51340B}"/>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63" name="直线连接符 11562">
                <a:extLst>
                  <a:ext uri="{FF2B5EF4-FFF2-40B4-BE49-F238E27FC236}">
                    <a16:creationId xmlns:a16="http://schemas.microsoft.com/office/drawing/2014/main" id="{3FAFE9AA-ACDF-A22D-164D-83AEB39AE98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64" name="直线连接符 11563">
                <a:extLst>
                  <a:ext uri="{FF2B5EF4-FFF2-40B4-BE49-F238E27FC236}">
                    <a16:creationId xmlns:a16="http://schemas.microsoft.com/office/drawing/2014/main" id="{EF7C1B17-2D3C-4127-E422-6750F733F02C}"/>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65" name="直线连接符 11564">
                <a:extLst>
                  <a:ext uri="{FF2B5EF4-FFF2-40B4-BE49-F238E27FC236}">
                    <a16:creationId xmlns:a16="http://schemas.microsoft.com/office/drawing/2014/main" id="{27611BE8-FE99-F97B-023C-90B75459450A}"/>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66" name="直线连接符 11565">
                <a:extLst>
                  <a:ext uri="{FF2B5EF4-FFF2-40B4-BE49-F238E27FC236}">
                    <a16:creationId xmlns:a16="http://schemas.microsoft.com/office/drawing/2014/main" id="{5297651E-93CF-1799-3ECB-1EF7B669EA0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67" name="直线连接符 11566">
                <a:extLst>
                  <a:ext uri="{FF2B5EF4-FFF2-40B4-BE49-F238E27FC236}">
                    <a16:creationId xmlns:a16="http://schemas.microsoft.com/office/drawing/2014/main" id="{D4A1CB4D-4869-1780-B10D-9ECDE803848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68" name="直线连接符 11567">
                <a:extLst>
                  <a:ext uri="{FF2B5EF4-FFF2-40B4-BE49-F238E27FC236}">
                    <a16:creationId xmlns:a16="http://schemas.microsoft.com/office/drawing/2014/main" id="{0D332531-7C0B-4485-1163-1DEB80963D4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69" name="直线连接符 11568">
                <a:extLst>
                  <a:ext uri="{FF2B5EF4-FFF2-40B4-BE49-F238E27FC236}">
                    <a16:creationId xmlns:a16="http://schemas.microsoft.com/office/drawing/2014/main" id="{60AD392A-AEFA-3D8C-F163-9769521CEDC1}"/>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70" name="直线连接符 11569">
                <a:extLst>
                  <a:ext uri="{FF2B5EF4-FFF2-40B4-BE49-F238E27FC236}">
                    <a16:creationId xmlns:a16="http://schemas.microsoft.com/office/drawing/2014/main" id="{681D7091-BAAC-0BE6-0982-C62E23E26A72}"/>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71" name="直线连接符 11570">
                <a:extLst>
                  <a:ext uri="{FF2B5EF4-FFF2-40B4-BE49-F238E27FC236}">
                    <a16:creationId xmlns:a16="http://schemas.microsoft.com/office/drawing/2014/main" id="{F7BBD32B-2900-C205-964E-0057F26C4CF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72" name="直线连接符 11571">
                <a:extLst>
                  <a:ext uri="{FF2B5EF4-FFF2-40B4-BE49-F238E27FC236}">
                    <a16:creationId xmlns:a16="http://schemas.microsoft.com/office/drawing/2014/main" id="{0E8C9EF1-6D54-5981-089A-6FF8F7A5759C}"/>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73" name="直线连接符 11572">
                <a:extLst>
                  <a:ext uri="{FF2B5EF4-FFF2-40B4-BE49-F238E27FC236}">
                    <a16:creationId xmlns:a16="http://schemas.microsoft.com/office/drawing/2014/main" id="{0B7F4296-05B9-BD78-ECC6-DBA7D4E5086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74" name="直线连接符 11573">
                <a:extLst>
                  <a:ext uri="{FF2B5EF4-FFF2-40B4-BE49-F238E27FC236}">
                    <a16:creationId xmlns:a16="http://schemas.microsoft.com/office/drawing/2014/main" id="{C847979F-9B36-6CA1-ECA4-F08FC5AD52F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75" name="直线连接符 11574">
                <a:extLst>
                  <a:ext uri="{FF2B5EF4-FFF2-40B4-BE49-F238E27FC236}">
                    <a16:creationId xmlns:a16="http://schemas.microsoft.com/office/drawing/2014/main" id="{122C12C0-044B-2D1B-0C5C-E05B11AFA4C0}"/>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76" name="直线连接符 11575">
                <a:extLst>
                  <a:ext uri="{FF2B5EF4-FFF2-40B4-BE49-F238E27FC236}">
                    <a16:creationId xmlns:a16="http://schemas.microsoft.com/office/drawing/2014/main" id="{08412B35-4B21-BA7F-7E8E-E5A677AD1C2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577" name="直线连接符 11576">
                <a:extLst>
                  <a:ext uri="{FF2B5EF4-FFF2-40B4-BE49-F238E27FC236}">
                    <a16:creationId xmlns:a16="http://schemas.microsoft.com/office/drawing/2014/main" id="{3DD6EA7A-EC56-2D8C-95CF-D1A1F6983D4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578" name="直线连接符 11577">
                <a:extLst>
                  <a:ext uri="{FF2B5EF4-FFF2-40B4-BE49-F238E27FC236}">
                    <a16:creationId xmlns:a16="http://schemas.microsoft.com/office/drawing/2014/main" id="{A1007BD0-4D2E-D515-CF96-5B19A9F9C39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547" name="组合 11546">
              <a:extLst>
                <a:ext uri="{FF2B5EF4-FFF2-40B4-BE49-F238E27FC236}">
                  <a16:creationId xmlns:a16="http://schemas.microsoft.com/office/drawing/2014/main" id="{F1309FD2-5362-80CA-A9F9-27621739BF49}"/>
                </a:ext>
              </a:extLst>
            </p:cNvPr>
            <p:cNvGrpSpPr/>
            <p:nvPr/>
          </p:nvGrpSpPr>
          <p:grpSpPr>
            <a:xfrm>
              <a:off x="7951877" y="5148744"/>
              <a:ext cx="1973841" cy="1732229"/>
              <a:chOff x="7707547" y="3116283"/>
              <a:chExt cx="2913493" cy="2493706"/>
            </a:xfrm>
          </p:grpSpPr>
          <p:sp>
            <p:nvSpPr>
              <p:cNvPr id="11556" name="流程图: 接点 567">
                <a:extLst>
                  <a:ext uri="{FF2B5EF4-FFF2-40B4-BE49-F238E27FC236}">
                    <a16:creationId xmlns:a16="http://schemas.microsoft.com/office/drawing/2014/main" id="{10DA90B9-588B-14E5-B0DE-B5D0F00D1C98}"/>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57" name="流程图: 接点 568">
                <a:extLst>
                  <a:ext uri="{FF2B5EF4-FFF2-40B4-BE49-F238E27FC236}">
                    <a16:creationId xmlns:a16="http://schemas.microsoft.com/office/drawing/2014/main" id="{94D52C44-949B-EE19-2FF6-A0C04D551511}"/>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58" name="椭圆 11557">
                <a:extLst>
                  <a:ext uri="{FF2B5EF4-FFF2-40B4-BE49-F238E27FC236}">
                    <a16:creationId xmlns:a16="http://schemas.microsoft.com/office/drawing/2014/main" id="{49C2B219-0045-E6C8-A398-A3230B57421C}"/>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59" name="椭圆 11558">
                <a:extLst>
                  <a:ext uri="{FF2B5EF4-FFF2-40B4-BE49-F238E27FC236}">
                    <a16:creationId xmlns:a16="http://schemas.microsoft.com/office/drawing/2014/main" id="{BE699490-672E-B5B1-D57F-5116A06D4980}"/>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548" name="组合 11547">
              <a:extLst>
                <a:ext uri="{FF2B5EF4-FFF2-40B4-BE49-F238E27FC236}">
                  <a16:creationId xmlns:a16="http://schemas.microsoft.com/office/drawing/2014/main" id="{590F05F4-00BF-EB7B-105D-C406A4CFAFA0}"/>
                </a:ext>
              </a:extLst>
            </p:cNvPr>
            <p:cNvGrpSpPr/>
            <p:nvPr/>
          </p:nvGrpSpPr>
          <p:grpSpPr>
            <a:xfrm>
              <a:off x="8442421" y="4637166"/>
              <a:ext cx="1057506" cy="1052177"/>
              <a:chOff x="4756933" y="1818915"/>
              <a:chExt cx="875806" cy="967649"/>
            </a:xfrm>
            <a:scene3d>
              <a:camera prst="orthographicFront">
                <a:rot lat="600000" lon="11250000" rev="0"/>
              </a:camera>
              <a:lightRig rig="threePt" dir="t"/>
            </a:scene3d>
          </p:grpSpPr>
          <p:grpSp>
            <p:nvGrpSpPr>
              <p:cNvPr id="11552" name="组合 11551">
                <a:extLst>
                  <a:ext uri="{FF2B5EF4-FFF2-40B4-BE49-F238E27FC236}">
                    <a16:creationId xmlns:a16="http://schemas.microsoft.com/office/drawing/2014/main" id="{F0B72619-3436-D2A2-31EF-606DBEFA245F}"/>
                  </a:ext>
                </a:extLst>
              </p:cNvPr>
              <p:cNvGrpSpPr/>
              <p:nvPr/>
            </p:nvGrpSpPr>
            <p:grpSpPr>
              <a:xfrm>
                <a:off x="4756939" y="1818915"/>
                <a:ext cx="875800" cy="951265"/>
                <a:chOff x="6010090" y="1801350"/>
                <a:chExt cx="1527262" cy="1731253"/>
              </a:xfrm>
              <a:solidFill>
                <a:schemeClr val="tx1">
                  <a:lumMod val="65000"/>
                  <a:lumOff val="35000"/>
                </a:schemeClr>
              </a:solidFill>
            </p:grpSpPr>
            <p:sp>
              <p:nvSpPr>
                <p:cNvPr id="11554" name="流程图: 延期 565">
                  <a:extLst>
                    <a:ext uri="{FF2B5EF4-FFF2-40B4-BE49-F238E27FC236}">
                      <a16:creationId xmlns:a16="http://schemas.microsoft.com/office/drawing/2014/main" id="{C0563981-4D89-623F-3F77-1460E1A87F5E}"/>
                    </a:ext>
                  </a:extLst>
                </p:cNvPr>
                <p:cNvSpPr/>
                <p:nvPr/>
              </p:nvSpPr>
              <p:spPr>
                <a:xfrm rot="16200000">
                  <a:off x="5908094" y="190334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55" name="流程图: 接点 566">
                  <a:extLst>
                    <a:ext uri="{FF2B5EF4-FFF2-40B4-BE49-F238E27FC236}">
                      <a16:creationId xmlns:a16="http://schemas.microsoft.com/office/drawing/2014/main" id="{BD990182-5BA9-43CC-CF47-FF62730106BC}"/>
                    </a:ext>
                  </a:extLst>
                </p:cNvPr>
                <p:cNvSpPr/>
                <p:nvPr/>
              </p:nvSpPr>
              <p:spPr>
                <a:xfrm>
                  <a:off x="6212481" y="1997039"/>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553" name="矩形 11552">
                <a:extLst>
                  <a:ext uri="{FF2B5EF4-FFF2-40B4-BE49-F238E27FC236}">
                    <a16:creationId xmlns:a16="http://schemas.microsoft.com/office/drawing/2014/main" id="{E3F383C0-AE38-AFF0-7133-2AA4CB594B36}"/>
                  </a:ext>
                </a:extLst>
              </p:cNvPr>
              <p:cNvSpPr/>
              <p:nvPr/>
            </p:nvSpPr>
            <p:spPr>
              <a:xfrm>
                <a:off x="4756933"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549" name="组合 11548">
              <a:extLst>
                <a:ext uri="{FF2B5EF4-FFF2-40B4-BE49-F238E27FC236}">
                  <a16:creationId xmlns:a16="http://schemas.microsoft.com/office/drawing/2014/main" id="{A8FEAF69-7BA8-AC37-370A-BA312AFBF841}"/>
                </a:ext>
              </a:extLst>
            </p:cNvPr>
            <p:cNvGrpSpPr/>
            <p:nvPr/>
          </p:nvGrpSpPr>
          <p:grpSpPr>
            <a:xfrm>
              <a:off x="8219403" y="5816432"/>
              <a:ext cx="238182" cy="238003"/>
              <a:chOff x="5145960" y="4201202"/>
              <a:chExt cx="150892" cy="141375"/>
            </a:xfrm>
            <a:scene3d>
              <a:camera prst="orthographicFront">
                <a:rot lat="0" lon="2250000" rev="0"/>
              </a:camera>
              <a:lightRig rig="threePt" dir="t">
                <a:rot lat="0" lon="0" rev="0"/>
              </a:lightRig>
            </a:scene3d>
          </p:grpSpPr>
          <p:sp>
            <p:nvSpPr>
              <p:cNvPr id="11550" name="Oval 15540">
                <a:extLst>
                  <a:ext uri="{FF2B5EF4-FFF2-40B4-BE49-F238E27FC236}">
                    <a16:creationId xmlns:a16="http://schemas.microsoft.com/office/drawing/2014/main" id="{8783CBA2-50D2-E2FD-FF4B-81BAA6472A40}"/>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551" name="Line 15541">
                <a:extLst>
                  <a:ext uri="{FF2B5EF4-FFF2-40B4-BE49-F238E27FC236}">
                    <a16:creationId xmlns:a16="http://schemas.microsoft.com/office/drawing/2014/main" id="{57FA8650-B400-D468-AA38-9B0378740865}"/>
                  </a:ext>
                </a:extLst>
              </p:cNvPr>
              <p:cNvCxnSpPr>
                <a:cxnSpLocks/>
                <a:stCxn id="11550" idx="1"/>
                <a:endCxn id="11550"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617" name="组合 11616">
            <a:extLst>
              <a:ext uri="{FF2B5EF4-FFF2-40B4-BE49-F238E27FC236}">
                <a16:creationId xmlns:a16="http://schemas.microsoft.com/office/drawing/2014/main" id="{F7D8A45D-E237-6795-9B80-AE7D50DBA79D}"/>
              </a:ext>
            </a:extLst>
          </p:cNvPr>
          <p:cNvGrpSpPr/>
          <p:nvPr/>
        </p:nvGrpSpPr>
        <p:grpSpPr>
          <a:xfrm>
            <a:off x="550700" y="1866827"/>
            <a:ext cx="1973841" cy="3048428"/>
            <a:chOff x="10486357" y="4722298"/>
            <a:chExt cx="1973841" cy="3048428"/>
          </a:xfrm>
        </p:grpSpPr>
        <p:sp>
          <p:nvSpPr>
            <p:cNvPr id="11618" name="流程图: 接点 554">
              <a:extLst>
                <a:ext uri="{FF2B5EF4-FFF2-40B4-BE49-F238E27FC236}">
                  <a16:creationId xmlns:a16="http://schemas.microsoft.com/office/drawing/2014/main" id="{568319D8-96E4-650C-81F5-E35BE39D818A}"/>
                </a:ext>
              </a:extLst>
            </p:cNvPr>
            <p:cNvSpPr/>
            <p:nvPr/>
          </p:nvSpPr>
          <p:spPr>
            <a:xfrm>
              <a:off x="11021505" y="6895479"/>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19" name="椭圆 11618">
              <a:extLst>
                <a:ext uri="{FF2B5EF4-FFF2-40B4-BE49-F238E27FC236}">
                  <a16:creationId xmlns:a16="http://schemas.microsoft.com/office/drawing/2014/main" id="{F234B72A-155D-5D99-A76D-70470CFA6159}"/>
                </a:ext>
              </a:extLst>
            </p:cNvPr>
            <p:cNvSpPr/>
            <p:nvPr/>
          </p:nvSpPr>
          <p:spPr>
            <a:xfrm>
              <a:off x="10850144" y="6448732"/>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620" name="组合 11619">
              <a:extLst>
                <a:ext uri="{FF2B5EF4-FFF2-40B4-BE49-F238E27FC236}">
                  <a16:creationId xmlns:a16="http://schemas.microsoft.com/office/drawing/2014/main" id="{13520CEF-248D-EFFE-4EAC-9925598135E2}"/>
                </a:ext>
              </a:extLst>
            </p:cNvPr>
            <p:cNvGrpSpPr/>
            <p:nvPr/>
          </p:nvGrpSpPr>
          <p:grpSpPr>
            <a:xfrm>
              <a:off x="10498416" y="6264857"/>
              <a:ext cx="419388" cy="487204"/>
              <a:chOff x="5768619" y="3058692"/>
              <a:chExt cx="419388" cy="487204"/>
            </a:xfrm>
          </p:grpSpPr>
          <p:sp>
            <p:nvSpPr>
              <p:cNvPr id="11675" name="流程图: 接点 571">
                <a:extLst>
                  <a:ext uri="{FF2B5EF4-FFF2-40B4-BE49-F238E27FC236}">
                    <a16:creationId xmlns:a16="http://schemas.microsoft.com/office/drawing/2014/main" id="{4071490E-90C2-909F-57D7-53203B6E8A7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76" name="流程图: 接点 572">
                <a:extLst>
                  <a:ext uri="{FF2B5EF4-FFF2-40B4-BE49-F238E27FC236}">
                    <a16:creationId xmlns:a16="http://schemas.microsoft.com/office/drawing/2014/main" id="{294FBAAF-2948-9C55-D2D6-02337C52428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77" name="直线连接符 11676">
                <a:extLst>
                  <a:ext uri="{FF2B5EF4-FFF2-40B4-BE49-F238E27FC236}">
                    <a16:creationId xmlns:a16="http://schemas.microsoft.com/office/drawing/2014/main" id="{56FBC851-1964-C45E-7358-74A0A660E931}"/>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78" name="直线连接符 11677">
                <a:extLst>
                  <a:ext uri="{FF2B5EF4-FFF2-40B4-BE49-F238E27FC236}">
                    <a16:creationId xmlns:a16="http://schemas.microsoft.com/office/drawing/2014/main" id="{45AA9E25-1ACB-8385-A600-74508C9FA16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79" name="直线连接符 11678">
                <a:extLst>
                  <a:ext uri="{FF2B5EF4-FFF2-40B4-BE49-F238E27FC236}">
                    <a16:creationId xmlns:a16="http://schemas.microsoft.com/office/drawing/2014/main" id="{7A7CA695-EEE4-79ED-F3EA-E98887F2874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0" name="直线连接符 11679">
                <a:extLst>
                  <a:ext uri="{FF2B5EF4-FFF2-40B4-BE49-F238E27FC236}">
                    <a16:creationId xmlns:a16="http://schemas.microsoft.com/office/drawing/2014/main" id="{89A055FB-6B28-F8D5-1957-21984E65BAA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1" name="直线连接符 11680">
                <a:extLst>
                  <a:ext uri="{FF2B5EF4-FFF2-40B4-BE49-F238E27FC236}">
                    <a16:creationId xmlns:a16="http://schemas.microsoft.com/office/drawing/2014/main" id="{C275677A-5B04-0774-971C-A2FE9006397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2" name="直线连接符 11681">
                <a:extLst>
                  <a:ext uri="{FF2B5EF4-FFF2-40B4-BE49-F238E27FC236}">
                    <a16:creationId xmlns:a16="http://schemas.microsoft.com/office/drawing/2014/main" id="{1327EB48-D7E3-42F9-2D20-388B7CABB23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3" name="直线连接符 11682">
                <a:extLst>
                  <a:ext uri="{FF2B5EF4-FFF2-40B4-BE49-F238E27FC236}">
                    <a16:creationId xmlns:a16="http://schemas.microsoft.com/office/drawing/2014/main" id="{2A735C79-52AD-A9D1-8CB7-A6D21EA3FCE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4" name="直线连接符 11683">
                <a:extLst>
                  <a:ext uri="{FF2B5EF4-FFF2-40B4-BE49-F238E27FC236}">
                    <a16:creationId xmlns:a16="http://schemas.microsoft.com/office/drawing/2014/main" id="{91B5B935-C75F-F39A-FEBF-114D7893D482}"/>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5" name="直线连接符 11684">
                <a:extLst>
                  <a:ext uri="{FF2B5EF4-FFF2-40B4-BE49-F238E27FC236}">
                    <a16:creationId xmlns:a16="http://schemas.microsoft.com/office/drawing/2014/main" id="{DFEA598D-3E17-1DFC-17C6-1241511190B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6" name="直线连接符 11685">
                <a:extLst>
                  <a:ext uri="{FF2B5EF4-FFF2-40B4-BE49-F238E27FC236}">
                    <a16:creationId xmlns:a16="http://schemas.microsoft.com/office/drawing/2014/main" id="{2E394AAC-27AD-BB90-1ACA-6433758561E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7" name="直线连接符 11686">
                <a:extLst>
                  <a:ext uri="{FF2B5EF4-FFF2-40B4-BE49-F238E27FC236}">
                    <a16:creationId xmlns:a16="http://schemas.microsoft.com/office/drawing/2014/main" id="{E79DED76-8A5C-9928-BB6F-708372FE72EE}"/>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8" name="直线连接符 11687">
                <a:extLst>
                  <a:ext uri="{FF2B5EF4-FFF2-40B4-BE49-F238E27FC236}">
                    <a16:creationId xmlns:a16="http://schemas.microsoft.com/office/drawing/2014/main" id="{6FDC398F-55A5-483A-EE32-E832F67EFBE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89" name="直线连接符 11688">
                <a:extLst>
                  <a:ext uri="{FF2B5EF4-FFF2-40B4-BE49-F238E27FC236}">
                    <a16:creationId xmlns:a16="http://schemas.microsoft.com/office/drawing/2014/main" id="{7CB72420-638E-30B8-2C07-9D739DAE5FEB}"/>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90" name="直线连接符 11689">
                <a:extLst>
                  <a:ext uri="{FF2B5EF4-FFF2-40B4-BE49-F238E27FC236}">
                    <a16:creationId xmlns:a16="http://schemas.microsoft.com/office/drawing/2014/main" id="{15A76AA1-DEBA-DFB4-DC1C-F48A3238A23D}"/>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91" name="直线连接符 11690">
                <a:extLst>
                  <a:ext uri="{FF2B5EF4-FFF2-40B4-BE49-F238E27FC236}">
                    <a16:creationId xmlns:a16="http://schemas.microsoft.com/office/drawing/2014/main" id="{CC0B2462-3082-1B1A-7B0B-644E9B631C2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692" name="直线连接符 11691">
                <a:extLst>
                  <a:ext uri="{FF2B5EF4-FFF2-40B4-BE49-F238E27FC236}">
                    <a16:creationId xmlns:a16="http://schemas.microsoft.com/office/drawing/2014/main" id="{C0BD3E66-4817-E6D7-FC95-2C00F126727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693" name="直线连接符 11692">
                <a:extLst>
                  <a:ext uri="{FF2B5EF4-FFF2-40B4-BE49-F238E27FC236}">
                    <a16:creationId xmlns:a16="http://schemas.microsoft.com/office/drawing/2014/main" id="{60DC17B9-24A9-3692-1909-46F5DFB315EC}"/>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621" name="组合 11620">
              <a:extLst>
                <a:ext uri="{FF2B5EF4-FFF2-40B4-BE49-F238E27FC236}">
                  <a16:creationId xmlns:a16="http://schemas.microsoft.com/office/drawing/2014/main" id="{67419D7A-DED3-74E3-C048-4855FCFE0074}"/>
                </a:ext>
              </a:extLst>
            </p:cNvPr>
            <p:cNvGrpSpPr/>
            <p:nvPr/>
          </p:nvGrpSpPr>
          <p:grpSpPr>
            <a:xfrm>
              <a:off x="11639893" y="6208677"/>
              <a:ext cx="419388" cy="487204"/>
              <a:chOff x="5768619" y="3058692"/>
              <a:chExt cx="419388" cy="487204"/>
            </a:xfrm>
          </p:grpSpPr>
          <p:sp>
            <p:nvSpPr>
              <p:cNvPr id="11656" name="流程图: 接点 571">
                <a:extLst>
                  <a:ext uri="{FF2B5EF4-FFF2-40B4-BE49-F238E27FC236}">
                    <a16:creationId xmlns:a16="http://schemas.microsoft.com/office/drawing/2014/main" id="{91D40B2B-74B8-031D-1FD5-0BCB40F3745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57" name="流程图: 接点 572">
                <a:extLst>
                  <a:ext uri="{FF2B5EF4-FFF2-40B4-BE49-F238E27FC236}">
                    <a16:creationId xmlns:a16="http://schemas.microsoft.com/office/drawing/2014/main" id="{930F95EE-C0D4-C62F-B137-5AB8F17CB11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58" name="直线连接符 11657">
                <a:extLst>
                  <a:ext uri="{FF2B5EF4-FFF2-40B4-BE49-F238E27FC236}">
                    <a16:creationId xmlns:a16="http://schemas.microsoft.com/office/drawing/2014/main" id="{B9C399C6-B1B2-9C1C-FDA0-C857100E31B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59" name="直线连接符 11658">
                <a:extLst>
                  <a:ext uri="{FF2B5EF4-FFF2-40B4-BE49-F238E27FC236}">
                    <a16:creationId xmlns:a16="http://schemas.microsoft.com/office/drawing/2014/main" id="{970A321D-58A7-992E-3DBD-28C8602CADE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0" name="直线连接符 11659">
                <a:extLst>
                  <a:ext uri="{FF2B5EF4-FFF2-40B4-BE49-F238E27FC236}">
                    <a16:creationId xmlns:a16="http://schemas.microsoft.com/office/drawing/2014/main" id="{8F2DDF24-24F6-447E-7461-6D6D3B528E8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1" name="直线连接符 11660">
                <a:extLst>
                  <a:ext uri="{FF2B5EF4-FFF2-40B4-BE49-F238E27FC236}">
                    <a16:creationId xmlns:a16="http://schemas.microsoft.com/office/drawing/2014/main" id="{4E95C449-9E56-8C1C-2E36-EB108DF2B07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2" name="直线连接符 11661">
                <a:extLst>
                  <a:ext uri="{FF2B5EF4-FFF2-40B4-BE49-F238E27FC236}">
                    <a16:creationId xmlns:a16="http://schemas.microsoft.com/office/drawing/2014/main" id="{679E962B-6EDD-D415-2F58-57F07854366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3" name="直线连接符 11662">
                <a:extLst>
                  <a:ext uri="{FF2B5EF4-FFF2-40B4-BE49-F238E27FC236}">
                    <a16:creationId xmlns:a16="http://schemas.microsoft.com/office/drawing/2014/main" id="{9D17E37D-EA8E-473D-7F04-54604A60DE2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4" name="直线连接符 11663">
                <a:extLst>
                  <a:ext uri="{FF2B5EF4-FFF2-40B4-BE49-F238E27FC236}">
                    <a16:creationId xmlns:a16="http://schemas.microsoft.com/office/drawing/2014/main" id="{9D63E52E-F19A-E8B4-26B9-3786FCCB4AE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5" name="直线连接符 11664">
                <a:extLst>
                  <a:ext uri="{FF2B5EF4-FFF2-40B4-BE49-F238E27FC236}">
                    <a16:creationId xmlns:a16="http://schemas.microsoft.com/office/drawing/2014/main" id="{54EC31E8-E0CD-A01B-8D5E-8CE60A4B53B3}"/>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6" name="直线连接符 11665">
                <a:extLst>
                  <a:ext uri="{FF2B5EF4-FFF2-40B4-BE49-F238E27FC236}">
                    <a16:creationId xmlns:a16="http://schemas.microsoft.com/office/drawing/2014/main" id="{8CE49B5E-30B9-026B-E410-C3FCC05C757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7" name="直线连接符 11666">
                <a:extLst>
                  <a:ext uri="{FF2B5EF4-FFF2-40B4-BE49-F238E27FC236}">
                    <a16:creationId xmlns:a16="http://schemas.microsoft.com/office/drawing/2014/main" id="{6B1BB6B1-AC2A-CC25-3932-1E4DA6A64D0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8" name="直线连接符 11667">
                <a:extLst>
                  <a:ext uri="{FF2B5EF4-FFF2-40B4-BE49-F238E27FC236}">
                    <a16:creationId xmlns:a16="http://schemas.microsoft.com/office/drawing/2014/main" id="{A1BA1561-1665-E686-878B-942FE484976C}"/>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69" name="直线连接符 11668">
                <a:extLst>
                  <a:ext uri="{FF2B5EF4-FFF2-40B4-BE49-F238E27FC236}">
                    <a16:creationId xmlns:a16="http://schemas.microsoft.com/office/drawing/2014/main" id="{157D0DED-957E-64D1-F446-79CAC8F74658}"/>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70" name="直线连接符 11669">
                <a:extLst>
                  <a:ext uri="{FF2B5EF4-FFF2-40B4-BE49-F238E27FC236}">
                    <a16:creationId xmlns:a16="http://schemas.microsoft.com/office/drawing/2014/main" id="{C6659A21-D24A-5E24-265A-2A7C57508667}"/>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71" name="直线连接符 11670">
                <a:extLst>
                  <a:ext uri="{FF2B5EF4-FFF2-40B4-BE49-F238E27FC236}">
                    <a16:creationId xmlns:a16="http://schemas.microsoft.com/office/drawing/2014/main" id="{AD20AAEE-96DE-D4C4-9D07-D2CD3609193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72" name="直线连接符 11671">
                <a:extLst>
                  <a:ext uri="{FF2B5EF4-FFF2-40B4-BE49-F238E27FC236}">
                    <a16:creationId xmlns:a16="http://schemas.microsoft.com/office/drawing/2014/main" id="{5EAC1F09-2041-176F-B5F7-20CBAF8C70F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673" name="直线连接符 11672">
                <a:extLst>
                  <a:ext uri="{FF2B5EF4-FFF2-40B4-BE49-F238E27FC236}">
                    <a16:creationId xmlns:a16="http://schemas.microsoft.com/office/drawing/2014/main" id="{599CD269-CFD3-4060-24C9-91C415B39A7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674" name="直线连接符 11673">
                <a:extLst>
                  <a:ext uri="{FF2B5EF4-FFF2-40B4-BE49-F238E27FC236}">
                    <a16:creationId xmlns:a16="http://schemas.microsoft.com/office/drawing/2014/main" id="{6783F388-3C66-2FEC-DECF-074F71DCFA0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622" name="流程图: 接点 556">
              <a:extLst>
                <a:ext uri="{FF2B5EF4-FFF2-40B4-BE49-F238E27FC236}">
                  <a16:creationId xmlns:a16="http://schemas.microsoft.com/office/drawing/2014/main" id="{5218F14E-CF60-63E7-CC84-4B3523CCE0F1}"/>
                </a:ext>
              </a:extLst>
            </p:cNvPr>
            <p:cNvSpPr/>
            <p:nvPr/>
          </p:nvSpPr>
          <p:spPr>
            <a:xfrm>
              <a:off x="10975132" y="6070199"/>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623" name="组合 11622">
              <a:extLst>
                <a:ext uri="{FF2B5EF4-FFF2-40B4-BE49-F238E27FC236}">
                  <a16:creationId xmlns:a16="http://schemas.microsoft.com/office/drawing/2014/main" id="{5261213C-DF40-5BDE-1973-FB67236BB7BF}"/>
                </a:ext>
              </a:extLst>
            </p:cNvPr>
            <p:cNvGrpSpPr/>
            <p:nvPr/>
          </p:nvGrpSpPr>
          <p:grpSpPr>
            <a:xfrm>
              <a:off x="11641783" y="6400068"/>
              <a:ext cx="419388" cy="487204"/>
              <a:chOff x="5768619" y="3058692"/>
              <a:chExt cx="419388" cy="487204"/>
            </a:xfrm>
          </p:grpSpPr>
          <p:sp>
            <p:nvSpPr>
              <p:cNvPr id="11637" name="流程图: 接点 571">
                <a:extLst>
                  <a:ext uri="{FF2B5EF4-FFF2-40B4-BE49-F238E27FC236}">
                    <a16:creationId xmlns:a16="http://schemas.microsoft.com/office/drawing/2014/main" id="{C1380511-6016-5510-6866-3E8822DCD69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38" name="流程图: 接点 572">
                <a:extLst>
                  <a:ext uri="{FF2B5EF4-FFF2-40B4-BE49-F238E27FC236}">
                    <a16:creationId xmlns:a16="http://schemas.microsoft.com/office/drawing/2014/main" id="{57568DF8-4876-979F-374D-1178E303053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39" name="直线连接符 11638">
                <a:extLst>
                  <a:ext uri="{FF2B5EF4-FFF2-40B4-BE49-F238E27FC236}">
                    <a16:creationId xmlns:a16="http://schemas.microsoft.com/office/drawing/2014/main" id="{3F6EC91A-2C93-FE23-2CCC-72C96D731C16}"/>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0" name="直线连接符 11639">
                <a:extLst>
                  <a:ext uri="{FF2B5EF4-FFF2-40B4-BE49-F238E27FC236}">
                    <a16:creationId xmlns:a16="http://schemas.microsoft.com/office/drawing/2014/main" id="{0E3A93B9-DAD2-F5A1-0BFD-F9212C1EE16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1" name="直线连接符 11640">
                <a:extLst>
                  <a:ext uri="{FF2B5EF4-FFF2-40B4-BE49-F238E27FC236}">
                    <a16:creationId xmlns:a16="http://schemas.microsoft.com/office/drawing/2014/main" id="{72662EDA-739C-E271-A0A8-00A10C5E883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2" name="直线连接符 11641">
                <a:extLst>
                  <a:ext uri="{FF2B5EF4-FFF2-40B4-BE49-F238E27FC236}">
                    <a16:creationId xmlns:a16="http://schemas.microsoft.com/office/drawing/2014/main" id="{66881A5F-AEF4-EFE6-84B2-104389B8BD33}"/>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3" name="直线连接符 11642">
                <a:extLst>
                  <a:ext uri="{FF2B5EF4-FFF2-40B4-BE49-F238E27FC236}">
                    <a16:creationId xmlns:a16="http://schemas.microsoft.com/office/drawing/2014/main" id="{6ACF5BEA-8EC4-3511-97D5-BF7FD08D44B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4" name="直线连接符 11643">
                <a:extLst>
                  <a:ext uri="{FF2B5EF4-FFF2-40B4-BE49-F238E27FC236}">
                    <a16:creationId xmlns:a16="http://schemas.microsoft.com/office/drawing/2014/main" id="{1A9760A0-9EB5-95B6-8B78-F5EACEE70CE2}"/>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5" name="直线连接符 11644">
                <a:extLst>
                  <a:ext uri="{FF2B5EF4-FFF2-40B4-BE49-F238E27FC236}">
                    <a16:creationId xmlns:a16="http://schemas.microsoft.com/office/drawing/2014/main" id="{CD2D55C4-D036-FD6C-01EB-7A1DEA46FF8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6" name="直线连接符 11645">
                <a:extLst>
                  <a:ext uri="{FF2B5EF4-FFF2-40B4-BE49-F238E27FC236}">
                    <a16:creationId xmlns:a16="http://schemas.microsoft.com/office/drawing/2014/main" id="{61A17410-3501-12A5-7480-8DF062108F8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7" name="直线连接符 11646">
                <a:extLst>
                  <a:ext uri="{FF2B5EF4-FFF2-40B4-BE49-F238E27FC236}">
                    <a16:creationId xmlns:a16="http://schemas.microsoft.com/office/drawing/2014/main" id="{C78D113F-A157-4B14-0FC0-001936A5B00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8" name="直线连接符 11647">
                <a:extLst>
                  <a:ext uri="{FF2B5EF4-FFF2-40B4-BE49-F238E27FC236}">
                    <a16:creationId xmlns:a16="http://schemas.microsoft.com/office/drawing/2014/main" id="{8D3EDA56-3A0C-A25B-DA02-62CB4E6C116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49" name="直线连接符 11648">
                <a:extLst>
                  <a:ext uri="{FF2B5EF4-FFF2-40B4-BE49-F238E27FC236}">
                    <a16:creationId xmlns:a16="http://schemas.microsoft.com/office/drawing/2014/main" id="{0E2107F7-4F74-E9E5-A944-B9110F178C1D}"/>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50" name="直线连接符 11649">
                <a:extLst>
                  <a:ext uri="{FF2B5EF4-FFF2-40B4-BE49-F238E27FC236}">
                    <a16:creationId xmlns:a16="http://schemas.microsoft.com/office/drawing/2014/main" id="{BB052D78-30B0-503F-B0E3-0DE2E9A04E0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51" name="直线连接符 11650">
                <a:extLst>
                  <a:ext uri="{FF2B5EF4-FFF2-40B4-BE49-F238E27FC236}">
                    <a16:creationId xmlns:a16="http://schemas.microsoft.com/office/drawing/2014/main" id="{CA47B4CC-7E92-70A3-02E6-B25E85A7E717}"/>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52" name="直线连接符 11651">
                <a:extLst>
                  <a:ext uri="{FF2B5EF4-FFF2-40B4-BE49-F238E27FC236}">
                    <a16:creationId xmlns:a16="http://schemas.microsoft.com/office/drawing/2014/main" id="{8B9C96A5-684A-D8A3-5D3A-453499BF6C7D}"/>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53" name="直线连接符 11652">
                <a:extLst>
                  <a:ext uri="{FF2B5EF4-FFF2-40B4-BE49-F238E27FC236}">
                    <a16:creationId xmlns:a16="http://schemas.microsoft.com/office/drawing/2014/main" id="{13415671-F94D-3C2A-D4BD-6E70CD27A183}"/>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654" name="直线连接符 11653">
                <a:extLst>
                  <a:ext uri="{FF2B5EF4-FFF2-40B4-BE49-F238E27FC236}">
                    <a16:creationId xmlns:a16="http://schemas.microsoft.com/office/drawing/2014/main" id="{EBFC13EF-78FA-75A8-70F4-855EBE90FB3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655" name="直线连接符 11654">
                <a:extLst>
                  <a:ext uri="{FF2B5EF4-FFF2-40B4-BE49-F238E27FC236}">
                    <a16:creationId xmlns:a16="http://schemas.microsoft.com/office/drawing/2014/main" id="{4D30EC4B-AAEE-205B-2461-5CA6DD6EE6B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624" name="组合 11623">
              <a:extLst>
                <a:ext uri="{FF2B5EF4-FFF2-40B4-BE49-F238E27FC236}">
                  <a16:creationId xmlns:a16="http://schemas.microsoft.com/office/drawing/2014/main" id="{629090C2-0FD8-DA1D-534C-1F8298BA7CFB}"/>
                </a:ext>
              </a:extLst>
            </p:cNvPr>
            <p:cNvGrpSpPr/>
            <p:nvPr/>
          </p:nvGrpSpPr>
          <p:grpSpPr>
            <a:xfrm>
              <a:off x="10486357" y="5233876"/>
              <a:ext cx="1973841" cy="1732229"/>
              <a:chOff x="7707547" y="3116283"/>
              <a:chExt cx="2913493" cy="2493706"/>
            </a:xfrm>
          </p:grpSpPr>
          <p:sp>
            <p:nvSpPr>
              <p:cNvPr id="11633" name="流程图: 接点 567">
                <a:extLst>
                  <a:ext uri="{FF2B5EF4-FFF2-40B4-BE49-F238E27FC236}">
                    <a16:creationId xmlns:a16="http://schemas.microsoft.com/office/drawing/2014/main" id="{12D2A972-4F5B-3BE2-EE09-3C9C253E0E62}"/>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34" name="流程图: 接点 568">
                <a:extLst>
                  <a:ext uri="{FF2B5EF4-FFF2-40B4-BE49-F238E27FC236}">
                    <a16:creationId xmlns:a16="http://schemas.microsoft.com/office/drawing/2014/main" id="{BA476D41-DE1D-16C1-8B4E-D491A1D5F354}"/>
                  </a:ext>
                </a:extLst>
              </p:cNvPr>
              <p:cNvSpPr/>
              <p:nvPr/>
            </p:nvSpPr>
            <p:spPr>
              <a:xfrm>
                <a:off x="7707547" y="3116283"/>
                <a:ext cx="2910063" cy="2163435"/>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35" name="椭圆 11634">
                <a:extLst>
                  <a:ext uri="{FF2B5EF4-FFF2-40B4-BE49-F238E27FC236}">
                    <a16:creationId xmlns:a16="http://schemas.microsoft.com/office/drawing/2014/main" id="{F10D0F8C-DB67-EC45-5E09-613504227D1A}"/>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36" name="椭圆 11635">
                <a:extLst>
                  <a:ext uri="{FF2B5EF4-FFF2-40B4-BE49-F238E27FC236}">
                    <a16:creationId xmlns:a16="http://schemas.microsoft.com/office/drawing/2014/main" id="{152E6EFB-E54D-ABAE-24C1-F56C87FE9C25}"/>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625" name="组合 11624">
              <a:extLst>
                <a:ext uri="{FF2B5EF4-FFF2-40B4-BE49-F238E27FC236}">
                  <a16:creationId xmlns:a16="http://schemas.microsoft.com/office/drawing/2014/main" id="{42735BE4-2197-758C-0AB3-1B77C36A8083}"/>
                </a:ext>
              </a:extLst>
            </p:cNvPr>
            <p:cNvGrpSpPr/>
            <p:nvPr/>
          </p:nvGrpSpPr>
          <p:grpSpPr>
            <a:xfrm>
              <a:off x="10921516" y="4722298"/>
              <a:ext cx="1057502" cy="1052177"/>
              <a:chOff x="4688789" y="1818915"/>
              <a:chExt cx="875802" cy="967649"/>
            </a:xfrm>
            <a:scene3d>
              <a:camera prst="orthographicFront">
                <a:rot lat="600000" lon="10800000" rev="0"/>
              </a:camera>
              <a:lightRig rig="threePt" dir="t"/>
            </a:scene3d>
          </p:grpSpPr>
          <p:grpSp>
            <p:nvGrpSpPr>
              <p:cNvPr id="11629" name="组合 11628">
                <a:extLst>
                  <a:ext uri="{FF2B5EF4-FFF2-40B4-BE49-F238E27FC236}">
                    <a16:creationId xmlns:a16="http://schemas.microsoft.com/office/drawing/2014/main" id="{75A9BA93-A777-0106-BFD3-BAAEE841B633}"/>
                  </a:ext>
                </a:extLst>
              </p:cNvPr>
              <p:cNvGrpSpPr/>
              <p:nvPr/>
            </p:nvGrpSpPr>
            <p:grpSpPr>
              <a:xfrm>
                <a:off x="4688791" y="1818915"/>
                <a:ext cx="875800" cy="951265"/>
                <a:chOff x="5891245" y="1801350"/>
                <a:chExt cx="1527262" cy="1731253"/>
              </a:xfrm>
              <a:solidFill>
                <a:schemeClr val="tx1">
                  <a:lumMod val="65000"/>
                  <a:lumOff val="35000"/>
                </a:schemeClr>
              </a:solidFill>
            </p:grpSpPr>
            <p:sp>
              <p:nvSpPr>
                <p:cNvPr id="11631" name="流程图: 延期 565">
                  <a:extLst>
                    <a:ext uri="{FF2B5EF4-FFF2-40B4-BE49-F238E27FC236}">
                      <a16:creationId xmlns:a16="http://schemas.microsoft.com/office/drawing/2014/main" id="{425854EA-E025-14DC-5048-E4E2B1EF2D5D}"/>
                    </a:ext>
                  </a:extLst>
                </p:cNvPr>
                <p:cNvSpPr/>
                <p:nvPr/>
              </p:nvSpPr>
              <p:spPr>
                <a:xfrm rot="16200000">
                  <a:off x="5789249" y="190334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32" name="流程图: 接点 566">
                  <a:extLst>
                    <a:ext uri="{FF2B5EF4-FFF2-40B4-BE49-F238E27FC236}">
                      <a16:creationId xmlns:a16="http://schemas.microsoft.com/office/drawing/2014/main" id="{602ED989-44DE-86BA-7DBE-481FCB81ED31}"/>
                    </a:ext>
                  </a:extLst>
                </p:cNvPr>
                <p:cNvSpPr/>
                <p:nvPr/>
              </p:nvSpPr>
              <p:spPr>
                <a:xfrm>
                  <a:off x="6093636" y="1997039"/>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630" name="矩形 11629">
                <a:extLst>
                  <a:ext uri="{FF2B5EF4-FFF2-40B4-BE49-F238E27FC236}">
                    <a16:creationId xmlns:a16="http://schemas.microsoft.com/office/drawing/2014/main" id="{E208DB9C-32DC-2EBF-8F93-81598F5A5C8A}"/>
                  </a:ext>
                </a:extLst>
              </p:cNvPr>
              <p:cNvSpPr/>
              <p:nvPr/>
            </p:nvSpPr>
            <p:spPr>
              <a:xfrm>
                <a:off x="4688789"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626" name="组合 11625">
              <a:extLst>
                <a:ext uri="{FF2B5EF4-FFF2-40B4-BE49-F238E27FC236}">
                  <a16:creationId xmlns:a16="http://schemas.microsoft.com/office/drawing/2014/main" id="{CC93C3D2-4B94-A8F6-CDEE-5E94ACF49A41}"/>
                </a:ext>
              </a:extLst>
            </p:cNvPr>
            <p:cNvGrpSpPr/>
            <p:nvPr/>
          </p:nvGrpSpPr>
          <p:grpSpPr>
            <a:xfrm>
              <a:off x="10848965" y="5928395"/>
              <a:ext cx="238182" cy="238003"/>
              <a:chOff x="5145960" y="4201202"/>
              <a:chExt cx="150892" cy="141375"/>
            </a:xfrm>
            <a:scene3d>
              <a:camera prst="orthographicFront">
                <a:rot lat="0" lon="1800000" rev="0"/>
              </a:camera>
              <a:lightRig rig="threePt" dir="t">
                <a:rot lat="0" lon="0" rev="0"/>
              </a:lightRig>
            </a:scene3d>
          </p:grpSpPr>
          <p:sp>
            <p:nvSpPr>
              <p:cNvPr id="11627" name="Oval 15540">
                <a:extLst>
                  <a:ext uri="{FF2B5EF4-FFF2-40B4-BE49-F238E27FC236}">
                    <a16:creationId xmlns:a16="http://schemas.microsoft.com/office/drawing/2014/main" id="{58229692-3B30-EA4D-2B5E-5D036F243826}"/>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628" name="Line 15541">
                <a:extLst>
                  <a:ext uri="{FF2B5EF4-FFF2-40B4-BE49-F238E27FC236}">
                    <a16:creationId xmlns:a16="http://schemas.microsoft.com/office/drawing/2014/main" id="{A7E8E623-D1B1-1EEB-D6A7-104D19335C72}"/>
                  </a:ext>
                </a:extLst>
              </p:cNvPr>
              <p:cNvCxnSpPr>
                <a:cxnSpLocks/>
                <a:stCxn id="11627" idx="1"/>
                <a:endCxn id="11627"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694" name="组合 11693">
            <a:extLst>
              <a:ext uri="{FF2B5EF4-FFF2-40B4-BE49-F238E27FC236}">
                <a16:creationId xmlns:a16="http://schemas.microsoft.com/office/drawing/2014/main" id="{B15E1D10-3315-3565-D929-F7416E383E60}"/>
              </a:ext>
            </a:extLst>
          </p:cNvPr>
          <p:cNvGrpSpPr/>
          <p:nvPr/>
        </p:nvGrpSpPr>
        <p:grpSpPr>
          <a:xfrm>
            <a:off x="550700" y="1860345"/>
            <a:ext cx="1973841" cy="3054910"/>
            <a:chOff x="13016788" y="4734358"/>
            <a:chExt cx="1973841" cy="3054910"/>
          </a:xfrm>
        </p:grpSpPr>
        <p:sp>
          <p:nvSpPr>
            <p:cNvPr id="11695" name="流程图: 接点 554">
              <a:extLst>
                <a:ext uri="{FF2B5EF4-FFF2-40B4-BE49-F238E27FC236}">
                  <a16:creationId xmlns:a16="http://schemas.microsoft.com/office/drawing/2014/main" id="{B52A4BD1-BFEF-49FB-F6B5-A9C5EF34D1D8}"/>
                </a:ext>
              </a:extLst>
            </p:cNvPr>
            <p:cNvSpPr/>
            <p:nvPr/>
          </p:nvSpPr>
          <p:spPr>
            <a:xfrm>
              <a:off x="13551936" y="6914021"/>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96" name="椭圆 11695">
              <a:extLst>
                <a:ext uri="{FF2B5EF4-FFF2-40B4-BE49-F238E27FC236}">
                  <a16:creationId xmlns:a16="http://schemas.microsoft.com/office/drawing/2014/main" id="{BDA28AB3-6C93-5778-49D0-9879F74E7BA1}"/>
                </a:ext>
              </a:extLst>
            </p:cNvPr>
            <p:cNvSpPr/>
            <p:nvPr/>
          </p:nvSpPr>
          <p:spPr>
            <a:xfrm>
              <a:off x="13380575" y="6467274"/>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697" name="组合 11696">
              <a:extLst>
                <a:ext uri="{FF2B5EF4-FFF2-40B4-BE49-F238E27FC236}">
                  <a16:creationId xmlns:a16="http://schemas.microsoft.com/office/drawing/2014/main" id="{12321989-0934-9BEF-9F2F-FFEBF66D206E}"/>
                </a:ext>
              </a:extLst>
            </p:cNvPr>
            <p:cNvGrpSpPr/>
            <p:nvPr/>
          </p:nvGrpSpPr>
          <p:grpSpPr>
            <a:xfrm>
              <a:off x="14141348" y="6218197"/>
              <a:ext cx="419388" cy="487204"/>
              <a:chOff x="5768619" y="3058692"/>
              <a:chExt cx="419388" cy="487204"/>
            </a:xfrm>
          </p:grpSpPr>
          <p:sp>
            <p:nvSpPr>
              <p:cNvPr id="11752" name="流程图: 接点 571">
                <a:extLst>
                  <a:ext uri="{FF2B5EF4-FFF2-40B4-BE49-F238E27FC236}">
                    <a16:creationId xmlns:a16="http://schemas.microsoft.com/office/drawing/2014/main" id="{BA97662E-908B-E775-1FD3-39A1F4FAE2F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53" name="流程图: 接点 572">
                <a:extLst>
                  <a:ext uri="{FF2B5EF4-FFF2-40B4-BE49-F238E27FC236}">
                    <a16:creationId xmlns:a16="http://schemas.microsoft.com/office/drawing/2014/main" id="{07912F80-594F-E402-3163-C4168E995F34}"/>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754" name="直线连接符 11753">
                <a:extLst>
                  <a:ext uri="{FF2B5EF4-FFF2-40B4-BE49-F238E27FC236}">
                    <a16:creationId xmlns:a16="http://schemas.microsoft.com/office/drawing/2014/main" id="{7D07DA07-5B2B-05D6-9400-CC5C5B52550F}"/>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55" name="直线连接符 11754">
                <a:extLst>
                  <a:ext uri="{FF2B5EF4-FFF2-40B4-BE49-F238E27FC236}">
                    <a16:creationId xmlns:a16="http://schemas.microsoft.com/office/drawing/2014/main" id="{E3695F92-28F1-E9D5-0E97-21BDB4E9429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56" name="直线连接符 11755">
                <a:extLst>
                  <a:ext uri="{FF2B5EF4-FFF2-40B4-BE49-F238E27FC236}">
                    <a16:creationId xmlns:a16="http://schemas.microsoft.com/office/drawing/2014/main" id="{FB88DF09-8721-5CBC-DED6-82FC9069A12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57" name="直线连接符 11756">
                <a:extLst>
                  <a:ext uri="{FF2B5EF4-FFF2-40B4-BE49-F238E27FC236}">
                    <a16:creationId xmlns:a16="http://schemas.microsoft.com/office/drawing/2014/main" id="{82F97539-000B-2671-F025-6A384BEDDEE5}"/>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58" name="直线连接符 11757">
                <a:extLst>
                  <a:ext uri="{FF2B5EF4-FFF2-40B4-BE49-F238E27FC236}">
                    <a16:creationId xmlns:a16="http://schemas.microsoft.com/office/drawing/2014/main" id="{2DC9BC53-3F5A-B72D-9223-66F63FAAE5F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59" name="直线连接符 11758">
                <a:extLst>
                  <a:ext uri="{FF2B5EF4-FFF2-40B4-BE49-F238E27FC236}">
                    <a16:creationId xmlns:a16="http://schemas.microsoft.com/office/drawing/2014/main" id="{8E3225CE-A9FD-F07E-16E5-8E93E5F9659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0" name="直线连接符 11759">
                <a:extLst>
                  <a:ext uri="{FF2B5EF4-FFF2-40B4-BE49-F238E27FC236}">
                    <a16:creationId xmlns:a16="http://schemas.microsoft.com/office/drawing/2014/main" id="{C22E777E-824B-B6FC-ADE1-3D40F29857D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1" name="直线连接符 11760">
                <a:extLst>
                  <a:ext uri="{FF2B5EF4-FFF2-40B4-BE49-F238E27FC236}">
                    <a16:creationId xmlns:a16="http://schemas.microsoft.com/office/drawing/2014/main" id="{5C76809A-FBC0-94E6-B140-DA44F9BEF01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2" name="直线连接符 11761">
                <a:extLst>
                  <a:ext uri="{FF2B5EF4-FFF2-40B4-BE49-F238E27FC236}">
                    <a16:creationId xmlns:a16="http://schemas.microsoft.com/office/drawing/2014/main" id="{50A1A026-F869-73D0-B872-E43FD4FF1E26}"/>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3" name="直线连接符 11762">
                <a:extLst>
                  <a:ext uri="{FF2B5EF4-FFF2-40B4-BE49-F238E27FC236}">
                    <a16:creationId xmlns:a16="http://schemas.microsoft.com/office/drawing/2014/main" id="{FEA66488-E85D-910A-A901-F89D3541690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4" name="直线连接符 11763">
                <a:extLst>
                  <a:ext uri="{FF2B5EF4-FFF2-40B4-BE49-F238E27FC236}">
                    <a16:creationId xmlns:a16="http://schemas.microsoft.com/office/drawing/2014/main" id="{37B79474-5FB3-C6AD-4E5F-1E807F9FACB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5" name="直线连接符 11764">
                <a:extLst>
                  <a:ext uri="{FF2B5EF4-FFF2-40B4-BE49-F238E27FC236}">
                    <a16:creationId xmlns:a16="http://schemas.microsoft.com/office/drawing/2014/main" id="{6908271F-D42B-9F1F-1D0C-55ABA7E4CED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6" name="直线连接符 11765">
                <a:extLst>
                  <a:ext uri="{FF2B5EF4-FFF2-40B4-BE49-F238E27FC236}">
                    <a16:creationId xmlns:a16="http://schemas.microsoft.com/office/drawing/2014/main" id="{1573938E-06ED-87A0-AB81-1426225A4A97}"/>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7" name="直线连接符 11766">
                <a:extLst>
                  <a:ext uri="{FF2B5EF4-FFF2-40B4-BE49-F238E27FC236}">
                    <a16:creationId xmlns:a16="http://schemas.microsoft.com/office/drawing/2014/main" id="{22EB35CF-F3E7-D0C7-42AE-7E1A3CD9597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68" name="直线连接符 11767">
                <a:extLst>
                  <a:ext uri="{FF2B5EF4-FFF2-40B4-BE49-F238E27FC236}">
                    <a16:creationId xmlns:a16="http://schemas.microsoft.com/office/drawing/2014/main" id="{2A9D97EB-3510-F418-5D37-9224ED90727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769" name="直线连接符 11768">
                <a:extLst>
                  <a:ext uri="{FF2B5EF4-FFF2-40B4-BE49-F238E27FC236}">
                    <a16:creationId xmlns:a16="http://schemas.microsoft.com/office/drawing/2014/main" id="{AF59BED9-3E23-84BF-128A-BD187DDC8B6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770" name="直线连接符 11769">
                <a:extLst>
                  <a:ext uri="{FF2B5EF4-FFF2-40B4-BE49-F238E27FC236}">
                    <a16:creationId xmlns:a16="http://schemas.microsoft.com/office/drawing/2014/main" id="{2E79780E-45C7-209C-565D-644C7D6A8C80}"/>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698" name="组合 11697">
              <a:extLst>
                <a:ext uri="{FF2B5EF4-FFF2-40B4-BE49-F238E27FC236}">
                  <a16:creationId xmlns:a16="http://schemas.microsoft.com/office/drawing/2014/main" id="{0901A137-012C-C395-7E82-A56D5342EE86}"/>
                </a:ext>
              </a:extLst>
            </p:cNvPr>
            <p:cNvGrpSpPr/>
            <p:nvPr/>
          </p:nvGrpSpPr>
          <p:grpSpPr>
            <a:xfrm>
              <a:off x="13070054" y="6302019"/>
              <a:ext cx="419388" cy="487204"/>
              <a:chOff x="5768619" y="3058692"/>
              <a:chExt cx="419388" cy="487204"/>
            </a:xfrm>
          </p:grpSpPr>
          <p:sp>
            <p:nvSpPr>
              <p:cNvPr id="11733" name="流程图: 接点 571">
                <a:extLst>
                  <a:ext uri="{FF2B5EF4-FFF2-40B4-BE49-F238E27FC236}">
                    <a16:creationId xmlns:a16="http://schemas.microsoft.com/office/drawing/2014/main" id="{963F7028-EB58-B3A6-A338-47BCF6A2E74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34" name="流程图: 接点 572">
                <a:extLst>
                  <a:ext uri="{FF2B5EF4-FFF2-40B4-BE49-F238E27FC236}">
                    <a16:creationId xmlns:a16="http://schemas.microsoft.com/office/drawing/2014/main" id="{69DC416C-2BD3-0DDE-95D6-029D3F47E1F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735" name="直线连接符 11734">
                <a:extLst>
                  <a:ext uri="{FF2B5EF4-FFF2-40B4-BE49-F238E27FC236}">
                    <a16:creationId xmlns:a16="http://schemas.microsoft.com/office/drawing/2014/main" id="{3E4DFE5E-6FD5-D98D-AE89-0E2AEA953C6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36" name="直线连接符 11735">
                <a:extLst>
                  <a:ext uri="{FF2B5EF4-FFF2-40B4-BE49-F238E27FC236}">
                    <a16:creationId xmlns:a16="http://schemas.microsoft.com/office/drawing/2014/main" id="{48991804-2125-694D-1500-842FF04B710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37" name="直线连接符 11736">
                <a:extLst>
                  <a:ext uri="{FF2B5EF4-FFF2-40B4-BE49-F238E27FC236}">
                    <a16:creationId xmlns:a16="http://schemas.microsoft.com/office/drawing/2014/main" id="{AC823912-D631-2C4D-9EA6-911AB868608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38" name="直线连接符 11737">
                <a:extLst>
                  <a:ext uri="{FF2B5EF4-FFF2-40B4-BE49-F238E27FC236}">
                    <a16:creationId xmlns:a16="http://schemas.microsoft.com/office/drawing/2014/main" id="{7B778077-3065-D625-D7A9-9E710FDF7BB3}"/>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39" name="直线连接符 11738">
                <a:extLst>
                  <a:ext uri="{FF2B5EF4-FFF2-40B4-BE49-F238E27FC236}">
                    <a16:creationId xmlns:a16="http://schemas.microsoft.com/office/drawing/2014/main" id="{EC8DC076-787D-F329-A8FB-03E476DB2DE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0" name="直线连接符 11739">
                <a:extLst>
                  <a:ext uri="{FF2B5EF4-FFF2-40B4-BE49-F238E27FC236}">
                    <a16:creationId xmlns:a16="http://schemas.microsoft.com/office/drawing/2014/main" id="{3EBD94CB-96E5-69F1-BBB6-7456A51B50F9}"/>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1" name="直线连接符 11740">
                <a:extLst>
                  <a:ext uri="{FF2B5EF4-FFF2-40B4-BE49-F238E27FC236}">
                    <a16:creationId xmlns:a16="http://schemas.microsoft.com/office/drawing/2014/main" id="{FBBBFAD4-987C-6DFB-6EB3-BDD7168F51D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2" name="直线连接符 11741">
                <a:extLst>
                  <a:ext uri="{FF2B5EF4-FFF2-40B4-BE49-F238E27FC236}">
                    <a16:creationId xmlns:a16="http://schemas.microsoft.com/office/drawing/2014/main" id="{DD7C9D90-F9D6-B21D-3A16-1974AA06969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3" name="直线连接符 11742">
                <a:extLst>
                  <a:ext uri="{FF2B5EF4-FFF2-40B4-BE49-F238E27FC236}">
                    <a16:creationId xmlns:a16="http://schemas.microsoft.com/office/drawing/2014/main" id="{0001A1FF-3BFF-D1E9-3318-5AB6ACCFDA3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4" name="直线连接符 11743">
                <a:extLst>
                  <a:ext uri="{FF2B5EF4-FFF2-40B4-BE49-F238E27FC236}">
                    <a16:creationId xmlns:a16="http://schemas.microsoft.com/office/drawing/2014/main" id="{791AA07E-5B57-A80B-5B67-CB7F8F1589A5}"/>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5" name="直线连接符 11744">
                <a:extLst>
                  <a:ext uri="{FF2B5EF4-FFF2-40B4-BE49-F238E27FC236}">
                    <a16:creationId xmlns:a16="http://schemas.microsoft.com/office/drawing/2014/main" id="{34438B65-5F0A-C8A2-FD75-6C1100D38DE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6" name="直线连接符 11745">
                <a:extLst>
                  <a:ext uri="{FF2B5EF4-FFF2-40B4-BE49-F238E27FC236}">
                    <a16:creationId xmlns:a16="http://schemas.microsoft.com/office/drawing/2014/main" id="{C2B20E70-F085-73D1-6F3E-5B625FF8FA0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7" name="直线连接符 11746">
                <a:extLst>
                  <a:ext uri="{FF2B5EF4-FFF2-40B4-BE49-F238E27FC236}">
                    <a16:creationId xmlns:a16="http://schemas.microsoft.com/office/drawing/2014/main" id="{DF0F2168-7FA8-20EF-69C4-22EAA9C26E3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8" name="直线连接符 11747">
                <a:extLst>
                  <a:ext uri="{FF2B5EF4-FFF2-40B4-BE49-F238E27FC236}">
                    <a16:creationId xmlns:a16="http://schemas.microsoft.com/office/drawing/2014/main" id="{136AD287-34AA-4A6C-84DF-BCFFB149DF72}"/>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49" name="直线连接符 11748">
                <a:extLst>
                  <a:ext uri="{FF2B5EF4-FFF2-40B4-BE49-F238E27FC236}">
                    <a16:creationId xmlns:a16="http://schemas.microsoft.com/office/drawing/2014/main" id="{881211CA-1C1C-1A75-CE09-F8F97374EBBA}"/>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750" name="直线连接符 11749">
                <a:extLst>
                  <a:ext uri="{FF2B5EF4-FFF2-40B4-BE49-F238E27FC236}">
                    <a16:creationId xmlns:a16="http://schemas.microsoft.com/office/drawing/2014/main" id="{1517B60F-33FE-26D8-9332-121F9183B09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751" name="直线连接符 11750">
                <a:extLst>
                  <a:ext uri="{FF2B5EF4-FFF2-40B4-BE49-F238E27FC236}">
                    <a16:creationId xmlns:a16="http://schemas.microsoft.com/office/drawing/2014/main" id="{4C000630-2011-4A8D-7EDD-C4EA092CB32F}"/>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699" name="流程图: 接点 556">
              <a:extLst>
                <a:ext uri="{FF2B5EF4-FFF2-40B4-BE49-F238E27FC236}">
                  <a16:creationId xmlns:a16="http://schemas.microsoft.com/office/drawing/2014/main" id="{CA495D28-5C7F-ABE6-B61C-DA2812A17221}"/>
                </a:ext>
              </a:extLst>
            </p:cNvPr>
            <p:cNvSpPr/>
            <p:nvPr/>
          </p:nvSpPr>
          <p:spPr>
            <a:xfrm>
              <a:off x="13505563" y="6088741"/>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700" name="组合 11699">
              <a:extLst>
                <a:ext uri="{FF2B5EF4-FFF2-40B4-BE49-F238E27FC236}">
                  <a16:creationId xmlns:a16="http://schemas.microsoft.com/office/drawing/2014/main" id="{A655F20B-B0CA-2C0F-9098-A6754B51737F}"/>
                </a:ext>
              </a:extLst>
            </p:cNvPr>
            <p:cNvGrpSpPr/>
            <p:nvPr/>
          </p:nvGrpSpPr>
          <p:grpSpPr>
            <a:xfrm>
              <a:off x="14210603" y="6398621"/>
              <a:ext cx="419388" cy="487204"/>
              <a:chOff x="5768619" y="3058692"/>
              <a:chExt cx="419388" cy="487204"/>
            </a:xfrm>
          </p:grpSpPr>
          <p:sp>
            <p:nvSpPr>
              <p:cNvPr id="11714" name="流程图: 接点 571">
                <a:extLst>
                  <a:ext uri="{FF2B5EF4-FFF2-40B4-BE49-F238E27FC236}">
                    <a16:creationId xmlns:a16="http://schemas.microsoft.com/office/drawing/2014/main" id="{6C735A5E-4A01-057B-377A-5E6AD9CA95D8}"/>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15" name="流程图: 接点 572">
                <a:extLst>
                  <a:ext uri="{FF2B5EF4-FFF2-40B4-BE49-F238E27FC236}">
                    <a16:creationId xmlns:a16="http://schemas.microsoft.com/office/drawing/2014/main" id="{708B222B-B783-B059-EE88-90F34CE8C81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716" name="直线连接符 11715">
                <a:extLst>
                  <a:ext uri="{FF2B5EF4-FFF2-40B4-BE49-F238E27FC236}">
                    <a16:creationId xmlns:a16="http://schemas.microsoft.com/office/drawing/2014/main" id="{2EA507DB-DB6C-B69A-A8E7-5DA3AB95302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17" name="直线连接符 11716">
                <a:extLst>
                  <a:ext uri="{FF2B5EF4-FFF2-40B4-BE49-F238E27FC236}">
                    <a16:creationId xmlns:a16="http://schemas.microsoft.com/office/drawing/2014/main" id="{0F854501-8B56-C696-AFC9-34E938755A3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18" name="直线连接符 11717">
                <a:extLst>
                  <a:ext uri="{FF2B5EF4-FFF2-40B4-BE49-F238E27FC236}">
                    <a16:creationId xmlns:a16="http://schemas.microsoft.com/office/drawing/2014/main" id="{C6E2C7EE-F2D0-EB1C-31A0-9DE752A6F2E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19" name="直线连接符 11718">
                <a:extLst>
                  <a:ext uri="{FF2B5EF4-FFF2-40B4-BE49-F238E27FC236}">
                    <a16:creationId xmlns:a16="http://schemas.microsoft.com/office/drawing/2014/main" id="{74D5A305-3B2C-69BF-9D79-0DF1B2B6C16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0" name="直线连接符 11719">
                <a:extLst>
                  <a:ext uri="{FF2B5EF4-FFF2-40B4-BE49-F238E27FC236}">
                    <a16:creationId xmlns:a16="http://schemas.microsoft.com/office/drawing/2014/main" id="{7D4926CF-2C74-7A3F-998E-0291911A0E3F}"/>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1" name="直线连接符 11720">
                <a:extLst>
                  <a:ext uri="{FF2B5EF4-FFF2-40B4-BE49-F238E27FC236}">
                    <a16:creationId xmlns:a16="http://schemas.microsoft.com/office/drawing/2014/main" id="{C16F613F-67C1-E483-718D-AC4BCF1A7C3A}"/>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2" name="直线连接符 11721">
                <a:extLst>
                  <a:ext uri="{FF2B5EF4-FFF2-40B4-BE49-F238E27FC236}">
                    <a16:creationId xmlns:a16="http://schemas.microsoft.com/office/drawing/2014/main" id="{B863B955-4359-135E-BACF-18DD0AB25E6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3" name="直线连接符 11722">
                <a:extLst>
                  <a:ext uri="{FF2B5EF4-FFF2-40B4-BE49-F238E27FC236}">
                    <a16:creationId xmlns:a16="http://schemas.microsoft.com/office/drawing/2014/main" id="{6AF011B2-D273-C228-E22F-45C83794ED00}"/>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4" name="直线连接符 11723">
                <a:extLst>
                  <a:ext uri="{FF2B5EF4-FFF2-40B4-BE49-F238E27FC236}">
                    <a16:creationId xmlns:a16="http://schemas.microsoft.com/office/drawing/2014/main" id="{FE959370-5E2B-C9E6-CB32-A8D94AF78FC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5" name="直线连接符 11724">
                <a:extLst>
                  <a:ext uri="{FF2B5EF4-FFF2-40B4-BE49-F238E27FC236}">
                    <a16:creationId xmlns:a16="http://schemas.microsoft.com/office/drawing/2014/main" id="{0AAF0A14-72DB-B3CB-56AC-D2653557200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6" name="直线连接符 11725">
                <a:extLst>
                  <a:ext uri="{FF2B5EF4-FFF2-40B4-BE49-F238E27FC236}">
                    <a16:creationId xmlns:a16="http://schemas.microsoft.com/office/drawing/2014/main" id="{AB31F73E-45BD-92F6-0466-B92BC58A085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7" name="直线连接符 11726">
                <a:extLst>
                  <a:ext uri="{FF2B5EF4-FFF2-40B4-BE49-F238E27FC236}">
                    <a16:creationId xmlns:a16="http://schemas.microsoft.com/office/drawing/2014/main" id="{35AC1E8F-BBBB-940D-DD34-ECF776739E5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8" name="直线连接符 11727">
                <a:extLst>
                  <a:ext uri="{FF2B5EF4-FFF2-40B4-BE49-F238E27FC236}">
                    <a16:creationId xmlns:a16="http://schemas.microsoft.com/office/drawing/2014/main" id="{54455D43-5D5C-5B63-E675-E8FB1382416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29" name="直线连接符 11728">
                <a:extLst>
                  <a:ext uri="{FF2B5EF4-FFF2-40B4-BE49-F238E27FC236}">
                    <a16:creationId xmlns:a16="http://schemas.microsoft.com/office/drawing/2014/main" id="{73442BED-52A4-97FA-5727-E3017F87AC1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30" name="直线连接符 11729">
                <a:extLst>
                  <a:ext uri="{FF2B5EF4-FFF2-40B4-BE49-F238E27FC236}">
                    <a16:creationId xmlns:a16="http://schemas.microsoft.com/office/drawing/2014/main" id="{01317FF5-D65B-CDF8-5BC8-831B47C268D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731" name="直线连接符 11730">
                <a:extLst>
                  <a:ext uri="{FF2B5EF4-FFF2-40B4-BE49-F238E27FC236}">
                    <a16:creationId xmlns:a16="http://schemas.microsoft.com/office/drawing/2014/main" id="{2C3C5736-BF21-A38B-1C85-2864AB212C26}"/>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732" name="直线连接符 11731">
                <a:extLst>
                  <a:ext uri="{FF2B5EF4-FFF2-40B4-BE49-F238E27FC236}">
                    <a16:creationId xmlns:a16="http://schemas.microsoft.com/office/drawing/2014/main" id="{77549D1B-0704-7632-43BC-1FE7AF15047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701" name="组合 11700">
              <a:extLst>
                <a:ext uri="{FF2B5EF4-FFF2-40B4-BE49-F238E27FC236}">
                  <a16:creationId xmlns:a16="http://schemas.microsoft.com/office/drawing/2014/main" id="{0341521D-B6E1-2F16-4907-19EBD251A53C}"/>
                </a:ext>
              </a:extLst>
            </p:cNvPr>
            <p:cNvGrpSpPr/>
            <p:nvPr/>
          </p:nvGrpSpPr>
          <p:grpSpPr>
            <a:xfrm>
              <a:off x="13016788" y="5252418"/>
              <a:ext cx="1973841" cy="1732229"/>
              <a:chOff x="7707547" y="3116283"/>
              <a:chExt cx="2913493" cy="2493706"/>
            </a:xfrm>
          </p:grpSpPr>
          <p:sp>
            <p:nvSpPr>
              <p:cNvPr id="11710" name="流程图: 接点 567">
                <a:extLst>
                  <a:ext uri="{FF2B5EF4-FFF2-40B4-BE49-F238E27FC236}">
                    <a16:creationId xmlns:a16="http://schemas.microsoft.com/office/drawing/2014/main" id="{F4BD412C-A6C5-7F67-119B-C27FB47E8FF8}"/>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11" name="流程图: 接点 568">
                <a:extLst>
                  <a:ext uri="{FF2B5EF4-FFF2-40B4-BE49-F238E27FC236}">
                    <a16:creationId xmlns:a16="http://schemas.microsoft.com/office/drawing/2014/main" id="{E34785DF-E5B4-1090-5D7F-850CB8CA2219}"/>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12" name="椭圆 11711">
                <a:extLst>
                  <a:ext uri="{FF2B5EF4-FFF2-40B4-BE49-F238E27FC236}">
                    <a16:creationId xmlns:a16="http://schemas.microsoft.com/office/drawing/2014/main" id="{7B68AA3A-494E-12FD-DC5A-0ECD6EA120ED}"/>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13" name="椭圆 11712">
                <a:extLst>
                  <a:ext uri="{FF2B5EF4-FFF2-40B4-BE49-F238E27FC236}">
                    <a16:creationId xmlns:a16="http://schemas.microsoft.com/office/drawing/2014/main" id="{49089391-EE1B-B96A-5EE3-EF6B466673CF}"/>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702" name="组合 11701">
              <a:extLst>
                <a:ext uri="{FF2B5EF4-FFF2-40B4-BE49-F238E27FC236}">
                  <a16:creationId xmlns:a16="http://schemas.microsoft.com/office/drawing/2014/main" id="{EE92ACB6-25EB-5040-0172-22FE5D9330A1}"/>
                </a:ext>
              </a:extLst>
            </p:cNvPr>
            <p:cNvGrpSpPr/>
            <p:nvPr/>
          </p:nvGrpSpPr>
          <p:grpSpPr>
            <a:xfrm>
              <a:off x="13470760" y="4734358"/>
              <a:ext cx="1057523" cy="1052169"/>
              <a:chOff x="4688770" y="1818921"/>
              <a:chExt cx="875823" cy="967644"/>
            </a:xfrm>
            <a:scene3d>
              <a:camera prst="orthographicFront">
                <a:rot lat="600000" lon="10350000" rev="0"/>
              </a:camera>
              <a:lightRig rig="threePt" dir="t"/>
            </a:scene3d>
          </p:grpSpPr>
          <p:grpSp>
            <p:nvGrpSpPr>
              <p:cNvPr id="11706" name="组合 11705">
                <a:extLst>
                  <a:ext uri="{FF2B5EF4-FFF2-40B4-BE49-F238E27FC236}">
                    <a16:creationId xmlns:a16="http://schemas.microsoft.com/office/drawing/2014/main" id="{844A676A-5A8E-F223-03AC-B638B7E88E29}"/>
                  </a:ext>
                </a:extLst>
              </p:cNvPr>
              <p:cNvGrpSpPr/>
              <p:nvPr/>
            </p:nvGrpSpPr>
            <p:grpSpPr>
              <a:xfrm>
                <a:off x="4688793" y="1818921"/>
                <a:ext cx="875800" cy="951265"/>
                <a:chOff x="5891255" y="1801357"/>
                <a:chExt cx="1527262" cy="1731253"/>
              </a:xfrm>
              <a:solidFill>
                <a:schemeClr val="tx1">
                  <a:lumMod val="65000"/>
                  <a:lumOff val="35000"/>
                </a:schemeClr>
              </a:solidFill>
            </p:grpSpPr>
            <p:sp>
              <p:nvSpPr>
                <p:cNvPr id="11708" name="流程图: 延期 565">
                  <a:extLst>
                    <a:ext uri="{FF2B5EF4-FFF2-40B4-BE49-F238E27FC236}">
                      <a16:creationId xmlns:a16="http://schemas.microsoft.com/office/drawing/2014/main" id="{4F3B2E75-0325-0871-3B63-32E8B2C2C5D5}"/>
                    </a:ext>
                  </a:extLst>
                </p:cNvPr>
                <p:cNvSpPr/>
                <p:nvPr/>
              </p:nvSpPr>
              <p:spPr>
                <a:xfrm rot="16200000">
                  <a:off x="5789259" y="1903353"/>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09" name="流程图: 接点 566">
                  <a:extLst>
                    <a:ext uri="{FF2B5EF4-FFF2-40B4-BE49-F238E27FC236}">
                      <a16:creationId xmlns:a16="http://schemas.microsoft.com/office/drawing/2014/main" id="{09CEA484-065B-3635-26C7-69F6AAFD1503}"/>
                    </a:ext>
                  </a:extLst>
                </p:cNvPr>
                <p:cNvSpPr/>
                <p:nvPr/>
              </p:nvSpPr>
              <p:spPr>
                <a:xfrm>
                  <a:off x="6093641" y="1997050"/>
                  <a:ext cx="1122470"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07" name="矩形 11706">
                <a:extLst>
                  <a:ext uri="{FF2B5EF4-FFF2-40B4-BE49-F238E27FC236}">
                    <a16:creationId xmlns:a16="http://schemas.microsoft.com/office/drawing/2014/main" id="{29A6B769-537D-9BE1-0819-27DCAC9C7263}"/>
                  </a:ext>
                </a:extLst>
              </p:cNvPr>
              <p:cNvSpPr/>
              <p:nvPr/>
            </p:nvSpPr>
            <p:spPr>
              <a:xfrm>
                <a:off x="4688770" y="2525123"/>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703" name="组合 11702">
              <a:extLst>
                <a:ext uri="{FF2B5EF4-FFF2-40B4-BE49-F238E27FC236}">
                  <a16:creationId xmlns:a16="http://schemas.microsoft.com/office/drawing/2014/main" id="{89FBAC99-5260-0EE7-1939-B0B3B78C3378}"/>
                </a:ext>
              </a:extLst>
            </p:cNvPr>
            <p:cNvGrpSpPr/>
            <p:nvPr/>
          </p:nvGrpSpPr>
          <p:grpSpPr>
            <a:xfrm>
              <a:off x="13460465" y="5952174"/>
              <a:ext cx="238182" cy="238003"/>
              <a:chOff x="5145960" y="4201202"/>
              <a:chExt cx="150892" cy="141375"/>
            </a:xfrm>
            <a:scene3d>
              <a:camera prst="orthographicFront">
                <a:rot lat="0" lon="1350000" rev="0"/>
              </a:camera>
              <a:lightRig rig="threePt" dir="t">
                <a:rot lat="0" lon="0" rev="0"/>
              </a:lightRig>
            </a:scene3d>
          </p:grpSpPr>
          <p:sp>
            <p:nvSpPr>
              <p:cNvPr id="11704" name="Oval 15540">
                <a:extLst>
                  <a:ext uri="{FF2B5EF4-FFF2-40B4-BE49-F238E27FC236}">
                    <a16:creationId xmlns:a16="http://schemas.microsoft.com/office/drawing/2014/main" id="{AA3FD6CB-435F-0951-8547-1DFEA1EE0696}"/>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705" name="Line 15541">
                <a:extLst>
                  <a:ext uri="{FF2B5EF4-FFF2-40B4-BE49-F238E27FC236}">
                    <a16:creationId xmlns:a16="http://schemas.microsoft.com/office/drawing/2014/main" id="{5A678591-082D-1C06-F314-E64850712B4E}"/>
                  </a:ext>
                </a:extLst>
              </p:cNvPr>
              <p:cNvCxnSpPr>
                <a:cxnSpLocks/>
                <a:stCxn id="11704" idx="1"/>
                <a:endCxn id="11704"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771" name="组合 11770">
            <a:extLst>
              <a:ext uri="{FF2B5EF4-FFF2-40B4-BE49-F238E27FC236}">
                <a16:creationId xmlns:a16="http://schemas.microsoft.com/office/drawing/2014/main" id="{708A093B-1EEE-B399-C8BC-DD5A285A8F3A}"/>
              </a:ext>
            </a:extLst>
          </p:cNvPr>
          <p:cNvGrpSpPr/>
          <p:nvPr/>
        </p:nvGrpSpPr>
        <p:grpSpPr>
          <a:xfrm>
            <a:off x="550700" y="1860345"/>
            <a:ext cx="1973841" cy="3054910"/>
            <a:chOff x="15699443" y="4804840"/>
            <a:chExt cx="1973841" cy="3054910"/>
          </a:xfrm>
        </p:grpSpPr>
        <p:grpSp>
          <p:nvGrpSpPr>
            <p:cNvPr id="11772" name="组合 11771">
              <a:extLst>
                <a:ext uri="{FF2B5EF4-FFF2-40B4-BE49-F238E27FC236}">
                  <a16:creationId xmlns:a16="http://schemas.microsoft.com/office/drawing/2014/main" id="{9A9F86AD-A32E-C644-9214-5813070E835A}"/>
                </a:ext>
              </a:extLst>
            </p:cNvPr>
            <p:cNvGrpSpPr/>
            <p:nvPr/>
          </p:nvGrpSpPr>
          <p:grpSpPr>
            <a:xfrm rot="16200000" flipV="1">
              <a:off x="15926984" y="6841976"/>
              <a:ext cx="304542" cy="264297"/>
              <a:chOff x="572796" y="3385249"/>
              <a:chExt cx="419388" cy="368973"/>
            </a:xfrm>
          </p:grpSpPr>
          <p:grpSp>
            <p:nvGrpSpPr>
              <p:cNvPr id="11850" name="组合 11849">
                <a:extLst>
                  <a:ext uri="{FF2B5EF4-FFF2-40B4-BE49-F238E27FC236}">
                    <a16:creationId xmlns:a16="http://schemas.microsoft.com/office/drawing/2014/main" id="{37C72949-7A5C-D4DB-0189-8542A4BA36DF}"/>
                  </a:ext>
                </a:extLst>
              </p:cNvPr>
              <p:cNvGrpSpPr/>
              <p:nvPr/>
            </p:nvGrpSpPr>
            <p:grpSpPr>
              <a:xfrm>
                <a:off x="572796" y="3385249"/>
                <a:ext cx="419388" cy="368973"/>
                <a:chOff x="3493877" y="4587241"/>
                <a:chExt cx="619038" cy="531171"/>
              </a:xfrm>
            </p:grpSpPr>
            <p:sp>
              <p:nvSpPr>
                <p:cNvPr id="11867" name="流程图: 接点 571">
                  <a:extLst>
                    <a:ext uri="{FF2B5EF4-FFF2-40B4-BE49-F238E27FC236}">
                      <a16:creationId xmlns:a16="http://schemas.microsoft.com/office/drawing/2014/main" id="{46B0EC54-B492-2748-3731-C59EE5F3B869}"/>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68" name="流程图: 接点 572">
                  <a:extLst>
                    <a:ext uri="{FF2B5EF4-FFF2-40B4-BE49-F238E27FC236}">
                      <a16:creationId xmlns:a16="http://schemas.microsoft.com/office/drawing/2014/main" id="{6FA108D1-A273-66E7-6EFE-6539E5258DD6}"/>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851" name="直线连接符 11850">
                <a:extLst>
                  <a:ext uri="{FF2B5EF4-FFF2-40B4-BE49-F238E27FC236}">
                    <a16:creationId xmlns:a16="http://schemas.microsoft.com/office/drawing/2014/main" id="{2930C8B9-B0D6-178F-6371-755D5591ACA0}"/>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2" name="直线连接符 11851">
                <a:extLst>
                  <a:ext uri="{FF2B5EF4-FFF2-40B4-BE49-F238E27FC236}">
                    <a16:creationId xmlns:a16="http://schemas.microsoft.com/office/drawing/2014/main" id="{8E474F66-0096-CE26-80D5-653C613269A0}"/>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3" name="直线连接符 11852">
                <a:extLst>
                  <a:ext uri="{FF2B5EF4-FFF2-40B4-BE49-F238E27FC236}">
                    <a16:creationId xmlns:a16="http://schemas.microsoft.com/office/drawing/2014/main" id="{B0DB5543-39C6-AD04-06E0-7F0594AF83F2}"/>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4" name="直线连接符 11853">
                <a:extLst>
                  <a:ext uri="{FF2B5EF4-FFF2-40B4-BE49-F238E27FC236}">
                    <a16:creationId xmlns:a16="http://schemas.microsoft.com/office/drawing/2014/main" id="{501A3194-5EB8-FE3D-344F-B169A79D6333}"/>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5" name="直线连接符 11854">
                <a:extLst>
                  <a:ext uri="{FF2B5EF4-FFF2-40B4-BE49-F238E27FC236}">
                    <a16:creationId xmlns:a16="http://schemas.microsoft.com/office/drawing/2014/main" id="{E6B5D5E6-6662-39CA-9563-0D7A03A20031}"/>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6" name="直线连接符 11855">
                <a:extLst>
                  <a:ext uri="{FF2B5EF4-FFF2-40B4-BE49-F238E27FC236}">
                    <a16:creationId xmlns:a16="http://schemas.microsoft.com/office/drawing/2014/main" id="{93F325CE-0966-03BC-9694-7EFD9467E9C7}"/>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7" name="直线连接符 11856">
                <a:extLst>
                  <a:ext uri="{FF2B5EF4-FFF2-40B4-BE49-F238E27FC236}">
                    <a16:creationId xmlns:a16="http://schemas.microsoft.com/office/drawing/2014/main" id="{1FE1F63C-7C7A-DDF7-70DF-238DDACF825E}"/>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8" name="直线连接符 11857">
                <a:extLst>
                  <a:ext uri="{FF2B5EF4-FFF2-40B4-BE49-F238E27FC236}">
                    <a16:creationId xmlns:a16="http://schemas.microsoft.com/office/drawing/2014/main" id="{F8ED693B-EC9E-65C5-3A9F-FCE7B78F9510}"/>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59" name="直线连接符 11858">
                <a:extLst>
                  <a:ext uri="{FF2B5EF4-FFF2-40B4-BE49-F238E27FC236}">
                    <a16:creationId xmlns:a16="http://schemas.microsoft.com/office/drawing/2014/main" id="{554EDB03-A831-309E-170D-58D3F3D99D0B}"/>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60" name="直线连接符 11859">
                <a:extLst>
                  <a:ext uri="{FF2B5EF4-FFF2-40B4-BE49-F238E27FC236}">
                    <a16:creationId xmlns:a16="http://schemas.microsoft.com/office/drawing/2014/main" id="{E85A837F-AF34-6ED9-E0B9-09EA1FDC7E15}"/>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61" name="直线连接符 11860">
                <a:extLst>
                  <a:ext uri="{FF2B5EF4-FFF2-40B4-BE49-F238E27FC236}">
                    <a16:creationId xmlns:a16="http://schemas.microsoft.com/office/drawing/2014/main" id="{2679F00E-1431-F90B-C34D-8DF8AF6D0B3A}"/>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62" name="直线连接符 11861">
                <a:extLst>
                  <a:ext uri="{FF2B5EF4-FFF2-40B4-BE49-F238E27FC236}">
                    <a16:creationId xmlns:a16="http://schemas.microsoft.com/office/drawing/2014/main" id="{219594B1-8512-B125-783C-592FC276D849}"/>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63" name="直线连接符 11862">
                <a:extLst>
                  <a:ext uri="{FF2B5EF4-FFF2-40B4-BE49-F238E27FC236}">
                    <a16:creationId xmlns:a16="http://schemas.microsoft.com/office/drawing/2014/main" id="{B6513E7F-B17D-BA22-C385-A3501CB9FDF8}"/>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64" name="直线连接符 11863">
                <a:extLst>
                  <a:ext uri="{FF2B5EF4-FFF2-40B4-BE49-F238E27FC236}">
                    <a16:creationId xmlns:a16="http://schemas.microsoft.com/office/drawing/2014/main" id="{F4110CD9-8460-CC04-EEDC-EEAF68CC7194}"/>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865" name="直线连接符 11864">
                <a:extLst>
                  <a:ext uri="{FF2B5EF4-FFF2-40B4-BE49-F238E27FC236}">
                    <a16:creationId xmlns:a16="http://schemas.microsoft.com/office/drawing/2014/main" id="{E207D26E-E1D5-DC78-2262-D9E7076F22FC}"/>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866" name="直线连接符 11865">
                <a:extLst>
                  <a:ext uri="{FF2B5EF4-FFF2-40B4-BE49-F238E27FC236}">
                    <a16:creationId xmlns:a16="http://schemas.microsoft.com/office/drawing/2014/main" id="{304816A3-B14C-4A83-4F82-9D6E6779A6D9}"/>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773" name="组合 11772">
              <a:extLst>
                <a:ext uri="{FF2B5EF4-FFF2-40B4-BE49-F238E27FC236}">
                  <a16:creationId xmlns:a16="http://schemas.microsoft.com/office/drawing/2014/main" id="{6C62F6D7-890A-9360-A12D-19AE6DDCFBC9}"/>
                </a:ext>
              </a:extLst>
            </p:cNvPr>
            <p:cNvGrpSpPr/>
            <p:nvPr/>
          </p:nvGrpSpPr>
          <p:grpSpPr>
            <a:xfrm>
              <a:off x="16746359" y="6268666"/>
              <a:ext cx="419388" cy="377446"/>
              <a:chOff x="572796" y="3376774"/>
              <a:chExt cx="419388" cy="377446"/>
            </a:xfrm>
          </p:grpSpPr>
          <p:grpSp>
            <p:nvGrpSpPr>
              <p:cNvPr id="11830" name="组合 11829">
                <a:extLst>
                  <a:ext uri="{FF2B5EF4-FFF2-40B4-BE49-F238E27FC236}">
                    <a16:creationId xmlns:a16="http://schemas.microsoft.com/office/drawing/2014/main" id="{DE8D55F8-DD08-66CD-8E77-A1968181CA52}"/>
                  </a:ext>
                </a:extLst>
              </p:cNvPr>
              <p:cNvGrpSpPr/>
              <p:nvPr/>
            </p:nvGrpSpPr>
            <p:grpSpPr>
              <a:xfrm>
                <a:off x="572796" y="3376774"/>
                <a:ext cx="419388" cy="377446"/>
                <a:chOff x="3493877" y="4575043"/>
                <a:chExt cx="619038" cy="543369"/>
              </a:xfrm>
            </p:grpSpPr>
            <p:sp>
              <p:nvSpPr>
                <p:cNvPr id="11848" name="流程图: 接点 571">
                  <a:extLst>
                    <a:ext uri="{FF2B5EF4-FFF2-40B4-BE49-F238E27FC236}">
                      <a16:creationId xmlns:a16="http://schemas.microsoft.com/office/drawing/2014/main" id="{5A36C85A-F0CE-FCCF-FC00-4AB84C21CB8B}"/>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49" name="流程图: 接点 572">
                  <a:extLst>
                    <a:ext uri="{FF2B5EF4-FFF2-40B4-BE49-F238E27FC236}">
                      <a16:creationId xmlns:a16="http://schemas.microsoft.com/office/drawing/2014/main" id="{BF0BA20A-2CDA-1FB8-FB55-E915BDD32B8F}"/>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831" name="直线连接符 11830">
                <a:extLst>
                  <a:ext uri="{FF2B5EF4-FFF2-40B4-BE49-F238E27FC236}">
                    <a16:creationId xmlns:a16="http://schemas.microsoft.com/office/drawing/2014/main" id="{DDC79AA2-1E4A-B67E-F298-28432EFABCD3}"/>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2" name="直线连接符 11831">
                <a:extLst>
                  <a:ext uri="{FF2B5EF4-FFF2-40B4-BE49-F238E27FC236}">
                    <a16:creationId xmlns:a16="http://schemas.microsoft.com/office/drawing/2014/main" id="{8E9E6AFB-5C6B-5E9E-DAEC-CB1FA587087F}"/>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3" name="直线连接符 11832">
                <a:extLst>
                  <a:ext uri="{FF2B5EF4-FFF2-40B4-BE49-F238E27FC236}">
                    <a16:creationId xmlns:a16="http://schemas.microsoft.com/office/drawing/2014/main" id="{7999AE84-5B17-BB3C-62F7-29E44A18837A}"/>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4" name="直线连接符 11833">
                <a:extLst>
                  <a:ext uri="{FF2B5EF4-FFF2-40B4-BE49-F238E27FC236}">
                    <a16:creationId xmlns:a16="http://schemas.microsoft.com/office/drawing/2014/main" id="{82ED81F1-CF4C-BCAA-81A3-BCC1861AC225}"/>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5" name="直线连接符 11834">
                <a:extLst>
                  <a:ext uri="{FF2B5EF4-FFF2-40B4-BE49-F238E27FC236}">
                    <a16:creationId xmlns:a16="http://schemas.microsoft.com/office/drawing/2014/main" id="{B2993ECD-FE14-ACD0-CEBD-312F13570037}"/>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6" name="直线连接符 11835">
                <a:extLst>
                  <a:ext uri="{FF2B5EF4-FFF2-40B4-BE49-F238E27FC236}">
                    <a16:creationId xmlns:a16="http://schemas.microsoft.com/office/drawing/2014/main" id="{193BCD14-1EC9-8178-CA33-CCDFFF14E274}"/>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7" name="直线连接符 11836">
                <a:extLst>
                  <a:ext uri="{FF2B5EF4-FFF2-40B4-BE49-F238E27FC236}">
                    <a16:creationId xmlns:a16="http://schemas.microsoft.com/office/drawing/2014/main" id="{A8E34E4F-2A70-3B1C-ACA8-5BB77E4ACD8E}"/>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8" name="直线连接符 11837">
                <a:extLst>
                  <a:ext uri="{FF2B5EF4-FFF2-40B4-BE49-F238E27FC236}">
                    <a16:creationId xmlns:a16="http://schemas.microsoft.com/office/drawing/2014/main" id="{07741FB5-D716-F3D6-3588-752C355154D4}"/>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39" name="直线连接符 11838">
                <a:extLst>
                  <a:ext uri="{FF2B5EF4-FFF2-40B4-BE49-F238E27FC236}">
                    <a16:creationId xmlns:a16="http://schemas.microsoft.com/office/drawing/2014/main" id="{20F527FF-5F9F-0F23-031B-22532712FB35}"/>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40" name="直线连接符 11839">
                <a:extLst>
                  <a:ext uri="{FF2B5EF4-FFF2-40B4-BE49-F238E27FC236}">
                    <a16:creationId xmlns:a16="http://schemas.microsoft.com/office/drawing/2014/main" id="{F68D1C79-FFB4-645D-0532-6E8AE59181E8}"/>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41" name="直线连接符 11840">
                <a:extLst>
                  <a:ext uri="{FF2B5EF4-FFF2-40B4-BE49-F238E27FC236}">
                    <a16:creationId xmlns:a16="http://schemas.microsoft.com/office/drawing/2014/main" id="{BDF4BCA5-667B-6924-413D-5B0F1C996E23}"/>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42" name="直线连接符 11841">
                <a:extLst>
                  <a:ext uri="{FF2B5EF4-FFF2-40B4-BE49-F238E27FC236}">
                    <a16:creationId xmlns:a16="http://schemas.microsoft.com/office/drawing/2014/main" id="{43A1E0D5-B808-E588-5770-B33FA1F54A90}"/>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43" name="直线连接符 11842">
                <a:extLst>
                  <a:ext uri="{FF2B5EF4-FFF2-40B4-BE49-F238E27FC236}">
                    <a16:creationId xmlns:a16="http://schemas.microsoft.com/office/drawing/2014/main" id="{2B731B5C-3BAA-CCAA-0B40-6DB1ACFD9971}"/>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44" name="直线连接符 11843">
                <a:extLst>
                  <a:ext uri="{FF2B5EF4-FFF2-40B4-BE49-F238E27FC236}">
                    <a16:creationId xmlns:a16="http://schemas.microsoft.com/office/drawing/2014/main" id="{3216AEAE-FAB8-A5CD-F367-EF07C1FFB897}"/>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45" name="直线连接符 11844">
                <a:extLst>
                  <a:ext uri="{FF2B5EF4-FFF2-40B4-BE49-F238E27FC236}">
                    <a16:creationId xmlns:a16="http://schemas.microsoft.com/office/drawing/2014/main" id="{82B17808-B615-3D34-14B9-A6CA77E054A9}"/>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846" name="直线连接符 11845">
                <a:extLst>
                  <a:ext uri="{FF2B5EF4-FFF2-40B4-BE49-F238E27FC236}">
                    <a16:creationId xmlns:a16="http://schemas.microsoft.com/office/drawing/2014/main" id="{FA989158-E5FD-F7D8-CFCA-C60058B5CB80}"/>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847" name="直线连接符 11846">
                <a:extLst>
                  <a:ext uri="{FF2B5EF4-FFF2-40B4-BE49-F238E27FC236}">
                    <a16:creationId xmlns:a16="http://schemas.microsoft.com/office/drawing/2014/main" id="{8DAD559D-7E3C-6511-CF4B-EBC130FFD90A}"/>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774" name="流程图: 接点 554">
              <a:extLst>
                <a:ext uri="{FF2B5EF4-FFF2-40B4-BE49-F238E27FC236}">
                  <a16:creationId xmlns:a16="http://schemas.microsoft.com/office/drawing/2014/main" id="{38BD9C36-0880-8AD5-713F-8CA82595B476}"/>
                </a:ext>
              </a:extLst>
            </p:cNvPr>
            <p:cNvSpPr/>
            <p:nvPr/>
          </p:nvSpPr>
          <p:spPr>
            <a:xfrm>
              <a:off x="16234591" y="6984503"/>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75" name="椭圆 11774">
              <a:extLst>
                <a:ext uri="{FF2B5EF4-FFF2-40B4-BE49-F238E27FC236}">
                  <a16:creationId xmlns:a16="http://schemas.microsoft.com/office/drawing/2014/main" id="{CD305031-70C6-5DDB-7641-78A2C8F2F5ED}"/>
                </a:ext>
              </a:extLst>
            </p:cNvPr>
            <p:cNvSpPr/>
            <p:nvPr/>
          </p:nvSpPr>
          <p:spPr>
            <a:xfrm>
              <a:off x="16063230" y="6537756"/>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76" name="流程图: 接点 556">
              <a:extLst>
                <a:ext uri="{FF2B5EF4-FFF2-40B4-BE49-F238E27FC236}">
                  <a16:creationId xmlns:a16="http://schemas.microsoft.com/office/drawing/2014/main" id="{D6342615-5B88-EC55-3F71-381D7E301F94}"/>
                </a:ext>
              </a:extLst>
            </p:cNvPr>
            <p:cNvSpPr/>
            <p:nvPr/>
          </p:nvSpPr>
          <p:spPr>
            <a:xfrm>
              <a:off x="16188218" y="6159223"/>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777" name="组合 11776">
              <a:extLst>
                <a:ext uri="{FF2B5EF4-FFF2-40B4-BE49-F238E27FC236}">
                  <a16:creationId xmlns:a16="http://schemas.microsoft.com/office/drawing/2014/main" id="{E1B90CC2-12D5-0466-6225-29AAFE380D18}"/>
                </a:ext>
              </a:extLst>
            </p:cNvPr>
            <p:cNvGrpSpPr/>
            <p:nvPr/>
          </p:nvGrpSpPr>
          <p:grpSpPr>
            <a:xfrm>
              <a:off x="15805442" y="6397687"/>
              <a:ext cx="419388" cy="487204"/>
              <a:chOff x="5768619" y="3058692"/>
              <a:chExt cx="419388" cy="487204"/>
            </a:xfrm>
          </p:grpSpPr>
          <p:sp>
            <p:nvSpPr>
              <p:cNvPr id="11811" name="流程图: 接点 571">
                <a:extLst>
                  <a:ext uri="{FF2B5EF4-FFF2-40B4-BE49-F238E27FC236}">
                    <a16:creationId xmlns:a16="http://schemas.microsoft.com/office/drawing/2014/main" id="{6CA183E6-6313-7A32-5EF6-AC294511542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12" name="流程图: 接点 572">
                <a:extLst>
                  <a:ext uri="{FF2B5EF4-FFF2-40B4-BE49-F238E27FC236}">
                    <a16:creationId xmlns:a16="http://schemas.microsoft.com/office/drawing/2014/main" id="{F71F7A6F-9D72-CA72-1DB7-A3FA5E18D94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813" name="直线连接符 11812">
                <a:extLst>
                  <a:ext uri="{FF2B5EF4-FFF2-40B4-BE49-F238E27FC236}">
                    <a16:creationId xmlns:a16="http://schemas.microsoft.com/office/drawing/2014/main" id="{6D14CFA1-9766-16AA-F042-157815D74CB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14" name="直线连接符 11813">
                <a:extLst>
                  <a:ext uri="{FF2B5EF4-FFF2-40B4-BE49-F238E27FC236}">
                    <a16:creationId xmlns:a16="http://schemas.microsoft.com/office/drawing/2014/main" id="{B197E52A-BCF1-B8D8-A3AF-FA0670405E6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15" name="直线连接符 11814">
                <a:extLst>
                  <a:ext uri="{FF2B5EF4-FFF2-40B4-BE49-F238E27FC236}">
                    <a16:creationId xmlns:a16="http://schemas.microsoft.com/office/drawing/2014/main" id="{0C6A9F6F-E218-2618-6809-D5B6948051E1}"/>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16" name="直线连接符 11815">
                <a:extLst>
                  <a:ext uri="{FF2B5EF4-FFF2-40B4-BE49-F238E27FC236}">
                    <a16:creationId xmlns:a16="http://schemas.microsoft.com/office/drawing/2014/main" id="{8478706D-E638-DB61-DD8F-156D41D31D3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17" name="直线连接符 11816">
                <a:extLst>
                  <a:ext uri="{FF2B5EF4-FFF2-40B4-BE49-F238E27FC236}">
                    <a16:creationId xmlns:a16="http://schemas.microsoft.com/office/drawing/2014/main" id="{C92CBE73-6DA1-C8DD-9DE8-14B2446D5F8F}"/>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18" name="直线连接符 11817">
                <a:extLst>
                  <a:ext uri="{FF2B5EF4-FFF2-40B4-BE49-F238E27FC236}">
                    <a16:creationId xmlns:a16="http://schemas.microsoft.com/office/drawing/2014/main" id="{2E4AA120-942A-3119-675E-88FC24EDE34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19" name="直线连接符 11818">
                <a:extLst>
                  <a:ext uri="{FF2B5EF4-FFF2-40B4-BE49-F238E27FC236}">
                    <a16:creationId xmlns:a16="http://schemas.microsoft.com/office/drawing/2014/main" id="{ECFFE908-F4BF-357C-DBE1-FA9268E1A49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0" name="直线连接符 11819">
                <a:extLst>
                  <a:ext uri="{FF2B5EF4-FFF2-40B4-BE49-F238E27FC236}">
                    <a16:creationId xmlns:a16="http://schemas.microsoft.com/office/drawing/2014/main" id="{8E6DBBD3-2794-14E1-9D2E-F58BC2DC37BB}"/>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1" name="直线连接符 11820">
                <a:extLst>
                  <a:ext uri="{FF2B5EF4-FFF2-40B4-BE49-F238E27FC236}">
                    <a16:creationId xmlns:a16="http://schemas.microsoft.com/office/drawing/2014/main" id="{D2AE4E6A-D5C4-F664-1195-CFE94924E909}"/>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2" name="直线连接符 11821">
                <a:extLst>
                  <a:ext uri="{FF2B5EF4-FFF2-40B4-BE49-F238E27FC236}">
                    <a16:creationId xmlns:a16="http://schemas.microsoft.com/office/drawing/2014/main" id="{8A6719EE-D529-4249-34D3-975DEC34AEA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3" name="直线连接符 11822">
                <a:extLst>
                  <a:ext uri="{FF2B5EF4-FFF2-40B4-BE49-F238E27FC236}">
                    <a16:creationId xmlns:a16="http://schemas.microsoft.com/office/drawing/2014/main" id="{52EB96C1-F283-DC16-E567-920C53CC29EE}"/>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4" name="直线连接符 11823">
                <a:extLst>
                  <a:ext uri="{FF2B5EF4-FFF2-40B4-BE49-F238E27FC236}">
                    <a16:creationId xmlns:a16="http://schemas.microsoft.com/office/drawing/2014/main" id="{40052BA4-22EF-23E0-93DE-D9986C04134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5" name="直线连接符 11824">
                <a:extLst>
                  <a:ext uri="{FF2B5EF4-FFF2-40B4-BE49-F238E27FC236}">
                    <a16:creationId xmlns:a16="http://schemas.microsoft.com/office/drawing/2014/main" id="{BE20A5A6-33E0-FBD2-A102-6A60581E83B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6" name="直线连接符 11825">
                <a:extLst>
                  <a:ext uri="{FF2B5EF4-FFF2-40B4-BE49-F238E27FC236}">
                    <a16:creationId xmlns:a16="http://schemas.microsoft.com/office/drawing/2014/main" id="{BF1136C0-EEA8-909E-E9CD-A9EF6153DE5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27" name="直线连接符 11826">
                <a:extLst>
                  <a:ext uri="{FF2B5EF4-FFF2-40B4-BE49-F238E27FC236}">
                    <a16:creationId xmlns:a16="http://schemas.microsoft.com/office/drawing/2014/main" id="{0069A030-05FF-7C66-CD13-01601D6BA17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828" name="直线连接符 11827">
                <a:extLst>
                  <a:ext uri="{FF2B5EF4-FFF2-40B4-BE49-F238E27FC236}">
                    <a16:creationId xmlns:a16="http://schemas.microsoft.com/office/drawing/2014/main" id="{C9780FB8-95AD-BC1C-63E1-BE37ABA1DAD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829" name="直线连接符 11828">
                <a:extLst>
                  <a:ext uri="{FF2B5EF4-FFF2-40B4-BE49-F238E27FC236}">
                    <a16:creationId xmlns:a16="http://schemas.microsoft.com/office/drawing/2014/main" id="{AB40F727-3C1C-50D7-AE82-6DE710CA9A70}"/>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778" name="组合 11777">
              <a:extLst>
                <a:ext uri="{FF2B5EF4-FFF2-40B4-BE49-F238E27FC236}">
                  <a16:creationId xmlns:a16="http://schemas.microsoft.com/office/drawing/2014/main" id="{4987B40D-8B3A-62EC-2A7E-C6F26707463A}"/>
                </a:ext>
              </a:extLst>
            </p:cNvPr>
            <p:cNvGrpSpPr/>
            <p:nvPr/>
          </p:nvGrpSpPr>
          <p:grpSpPr>
            <a:xfrm>
              <a:off x="16957369" y="6447128"/>
              <a:ext cx="419388" cy="487204"/>
              <a:chOff x="5768619" y="3058692"/>
              <a:chExt cx="419388" cy="487204"/>
            </a:xfrm>
          </p:grpSpPr>
          <p:sp>
            <p:nvSpPr>
              <p:cNvPr id="11792" name="流程图: 接点 571">
                <a:extLst>
                  <a:ext uri="{FF2B5EF4-FFF2-40B4-BE49-F238E27FC236}">
                    <a16:creationId xmlns:a16="http://schemas.microsoft.com/office/drawing/2014/main" id="{74D56CC7-F618-4A5F-333A-C00FFDDEB67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93" name="流程图: 接点 572">
                <a:extLst>
                  <a:ext uri="{FF2B5EF4-FFF2-40B4-BE49-F238E27FC236}">
                    <a16:creationId xmlns:a16="http://schemas.microsoft.com/office/drawing/2014/main" id="{D34FB8D1-0797-C7ED-D294-3189E45A029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794" name="直线连接符 11793">
                <a:extLst>
                  <a:ext uri="{FF2B5EF4-FFF2-40B4-BE49-F238E27FC236}">
                    <a16:creationId xmlns:a16="http://schemas.microsoft.com/office/drawing/2014/main" id="{D19CBA39-9E7F-1EB7-32F3-DE56A09EB19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95" name="直线连接符 11794">
                <a:extLst>
                  <a:ext uri="{FF2B5EF4-FFF2-40B4-BE49-F238E27FC236}">
                    <a16:creationId xmlns:a16="http://schemas.microsoft.com/office/drawing/2014/main" id="{CEC76BC6-D832-52BF-7EEE-3740FEDA8A24}"/>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96" name="直线连接符 11795">
                <a:extLst>
                  <a:ext uri="{FF2B5EF4-FFF2-40B4-BE49-F238E27FC236}">
                    <a16:creationId xmlns:a16="http://schemas.microsoft.com/office/drawing/2014/main" id="{F261497E-EA27-AF76-3060-21DA45325E1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97" name="直线连接符 11796">
                <a:extLst>
                  <a:ext uri="{FF2B5EF4-FFF2-40B4-BE49-F238E27FC236}">
                    <a16:creationId xmlns:a16="http://schemas.microsoft.com/office/drawing/2014/main" id="{AA69B27C-55F7-C934-ED8E-48ADE9F643C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98" name="直线连接符 11797">
                <a:extLst>
                  <a:ext uri="{FF2B5EF4-FFF2-40B4-BE49-F238E27FC236}">
                    <a16:creationId xmlns:a16="http://schemas.microsoft.com/office/drawing/2014/main" id="{562D9E87-0BFA-D043-0612-979051641E5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99" name="直线连接符 11798">
                <a:extLst>
                  <a:ext uri="{FF2B5EF4-FFF2-40B4-BE49-F238E27FC236}">
                    <a16:creationId xmlns:a16="http://schemas.microsoft.com/office/drawing/2014/main" id="{3A64384E-D797-D6EB-8064-D9ECC1926D6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0" name="直线连接符 11799">
                <a:extLst>
                  <a:ext uri="{FF2B5EF4-FFF2-40B4-BE49-F238E27FC236}">
                    <a16:creationId xmlns:a16="http://schemas.microsoft.com/office/drawing/2014/main" id="{E3BB7F1F-1C06-7793-D083-BFF8E4282EF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1" name="直线连接符 11800">
                <a:extLst>
                  <a:ext uri="{FF2B5EF4-FFF2-40B4-BE49-F238E27FC236}">
                    <a16:creationId xmlns:a16="http://schemas.microsoft.com/office/drawing/2014/main" id="{1E0685B1-99CF-D387-F0BB-166E994D61C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2" name="直线连接符 11801">
                <a:extLst>
                  <a:ext uri="{FF2B5EF4-FFF2-40B4-BE49-F238E27FC236}">
                    <a16:creationId xmlns:a16="http://schemas.microsoft.com/office/drawing/2014/main" id="{C0B96AAC-AECC-2E63-FF40-073AAD4B0662}"/>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3" name="直线连接符 11802">
                <a:extLst>
                  <a:ext uri="{FF2B5EF4-FFF2-40B4-BE49-F238E27FC236}">
                    <a16:creationId xmlns:a16="http://schemas.microsoft.com/office/drawing/2014/main" id="{69F089D0-2290-D00B-F626-8CAE52D66C7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4" name="直线连接符 11803">
                <a:extLst>
                  <a:ext uri="{FF2B5EF4-FFF2-40B4-BE49-F238E27FC236}">
                    <a16:creationId xmlns:a16="http://schemas.microsoft.com/office/drawing/2014/main" id="{7F5ED05B-51A5-FFAF-5F26-667FC150E1E7}"/>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5" name="直线连接符 11804">
                <a:extLst>
                  <a:ext uri="{FF2B5EF4-FFF2-40B4-BE49-F238E27FC236}">
                    <a16:creationId xmlns:a16="http://schemas.microsoft.com/office/drawing/2014/main" id="{37A3DB65-5CB5-E0FB-4518-35A1C67F425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6" name="直线连接符 11805">
                <a:extLst>
                  <a:ext uri="{FF2B5EF4-FFF2-40B4-BE49-F238E27FC236}">
                    <a16:creationId xmlns:a16="http://schemas.microsoft.com/office/drawing/2014/main" id="{95A0040A-053F-E2C8-C610-C25DDE2039BE}"/>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7" name="直线连接符 11806">
                <a:extLst>
                  <a:ext uri="{FF2B5EF4-FFF2-40B4-BE49-F238E27FC236}">
                    <a16:creationId xmlns:a16="http://schemas.microsoft.com/office/drawing/2014/main" id="{D16CCAA8-5511-8D1D-8A1D-AB4473B4930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08" name="直线连接符 11807">
                <a:extLst>
                  <a:ext uri="{FF2B5EF4-FFF2-40B4-BE49-F238E27FC236}">
                    <a16:creationId xmlns:a16="http://schemas.microsoft.com/office/drawing/2014/main" id="{45DF203E-4027-B5EC-7E9C-99C37A6B0A1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809" name="直线连接符 11808">
                <a:extLst>
                  <a:ext uri="{FF2B5EF4-FFF2-40B4-BE49-F238E27FC236}">
                    <a16:creationId xmlns:a16="http://schemas.microsoft.com/office/drawing/2014/main" id="{A21F83FF-2758-E5DF-F0E6-1449B1D2BC6C}"/>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810" name="直线连接符 11809">
                <a:extLst>
                  <a:ext uri="{FF2B5EF4-FFF2-40B4-BE49-F238E27FC236}">
                    <a16:creationId xmlns:a16="http://schemas.microsoft.com/office/drawing/2014/main" id="{CE88A8CE-27E3-2C38-E487-B9AB42A3AF4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779" name="组合 11778">
              <a:extLst>
                <a:ext uri="{FF2B5EF4-FFF2-40B4-BE49-F238E27FC236}">
                  <a16:creationId xmlns:a16="http://schemas.microsoft.com/office/drawing/2014/main" id="{02E45DC5-515E-E18C-3651-3ED5455C1192}"/>
                </a:ext>
              </a:extLst>
            </p:cNvPr>
            <p:cNvGrpSpPr/>
            <p:nvPr/>
          </p:nvGrpSpPr>
          <p:grpSpPr>
            <a:xfrm>
              <a:off x="15699443" y="5322900"/>
              <a:ext cx="1973841" cy="1732229"/>
              <a:chOff x="7707547" y="3116283"/>
              <a:chExt cx="2913493" cy="2493706"/>
            </a:xfrm>
          </p:grpSpPr>
          <p:sp>
            <p:nvSpPr>
              <p:cNvPr id="11788" name="流程图: 接点 567">
                <a:extLst>
                  <a:ext uri="{FF2B5EF4-FFF2-40B4-BE49-F238E27FC236}">
                    <a16:creationId xmlns:a16="http://schemas.microsoft.com/office/drawing/2014/main" id="{474CE76F-93D3-5E9D-FB84-36BF2A6CC282}"/>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89" name="流程图: 接点 568">
                <a:extLst>
                  <a:ext uri="{FF2B5EF4-FFF2-40B4-BE49-F238E27FC236}">
                    <a16:creationId xmlns:a16="http://schemas.microsoft.com/office/drawing/2014/main" id="{9C3C1F44-F769-280C-C6CE-C7D77A46E441}"/>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90" name="椭圆 11789">
                <a:extLst>
                  <a:ext uri="{FF2B5EF4-FFF2-40B4-BE49-F238E27FC236}">
                    <a16:creationId xmlns:a16="http://schemas.microsoft.com/office/drawing/2014/main" id="{0F74576C-A5F7-F670-BE5E-BD6F7F115850}"/>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91" name="椭圆 11790">
                <a:extLst>
                  <a:ext uri="{FF2B5EF4-FFF2-40B4-BE49-F238E27FC236}">
                    <a16:creationId xmlns:a16="http://schemas.microsoft.com/office/drawing/2014/main" id="{157C6091-84C7-820E-F665-B889909E1E4C}"/>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780" name="组合 11779">
              <a:extLst>
                <a:ext uri="{FF2B5EF4-FFF2-40B4-BE49-F238E27FC236}">
                  <a16:creationId xmlns:a16="http://schemas.microsoft.com/office/drawing/2014/main" id="{4DA2825D-DD0E-8BF3-E948-828283685A78}"/>
                </a:ext>
              </a:extLst>
            </p:cNvPr>
            <p:cNvGrpSpPr/>
            <p:nvPr/>
          </p:nvGrpSpPr>
          <p:grpSpPr>
            <a:xfrm>
              <a:off x="16144270" y="4804840"/>
              <a:ext cx="1057524" cy="1052170"/>
              <a:chOff x="4681197" y="1818921"/>
              <a:chExt cx="875824" cy="967645"/>
            </a:xfrm>
            <a:scene3d>
              <a:camera prst="orthographicFront">
                <a:rot lat="600000" lon="9900000" rev="0"/>
              </a:camera>
              <a:lightRig rig="threePt" dir="t"/>
            </a:scene3d>
          </p:grpSpPr>
          <p:grpSp>
            <p:nvGrpSpPr>
              <p:cNvPr id="11784" name="组合 11783">
                <a:extLst>
                  <a:ext uri="{FF2B5EF4-FFF2-40B4-BE49-F238E27FC236}">
                    <a16:creationId xmlns:a16="http://schemas.microsoft.com/office/drawing/2014/main" id="{7DF4F03E-0A85-1F4F-FC9B-6CB3CEA60768}"/>
                  </a:ext>
                </a:extLst>
              </p:cNvPr>
              <p:cNvGrpSpPr/>
              <p:nvPr/>
            </p:nvGrpSpPr>
            <p:grpSpPr>
              <a:xfrm>
                <a:off x="4681221" y="1818921"/>
                <a:ext cx="875800" cy="951265"/>
                <a:chOff x="5878051" y="1801357"/>
                <a:chExt cx="1527262" cy="1731253"/>
              </a:xfrm>
              <a:solidFill>
                <a:schemeClr val="tx1">
                  <a:lumMod val="65000"/>
                  <a:lumOff val="35000"/>
                </a:schemeClr>
              </a:solidFill>
            </p:grpSpPr>
            <p:sp>
              <p:nvSpPr>
                <p:cNvPr id="11786" name="流程图: 延期 565">
                  <a:extLst>
                    <a:ext uri="{FF2B5EF4-FFF2-40B4-BE49-F238E27FC236}">
                      <a16:creationId xmlns:a16="http://schemas.microsoft.com/office/drawing/2014/main" id="{7791E033-5475-B24F-3875-12C20AB0F2DF}"/>
                    </a:ext>
                  </a:extLst>
                </p:cNvPr>
                <p:cNvSpPr/>
                <p:nvPr/>
              </p:nvSpPr>
              <p:spPr>
                <a:xfrm rot="16200000">
                  <a:off x="5776055" y="1903353"/>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787" name="流程图: 接点 566">
                  <a:extLst>
                    <a:ext uri="{FF2B5EF4-FFF2-40B4-BE49-F238E27FC236}">
                      <a16:creationId xmlns:a16="http://schemas.microsoft.com/office/drawing/2014/main" id="{D3C4A99A-23C4-3CA5-6EF2-9B7374E2D945}"/>
                    </a:ext>
                  </a:extLst>
                </p:cNvPr>
                <p:cNvSpPr/>
                <p:nvPr/>
              </p:nvSpPr>
              <p:spPr>
                <a:xfrm>
                  <a:off x="6080440" y="1997047"/>
                  <a:ext cx="1122470"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85" name="矩形 11784">
                <a:extLst>
                  <a:ext uri="{FF2B5EF4-FFF2-40B4-BE49-F238E27FC236}">
                    <a16:creationId xmlns:a16="http://schemas.microsoft.com/office/drawing/2014/main" id="{3BA698A4-601C-E6AD-AA2D-4CB33D304BBE}"/>
                  </a:ext>
                </a:extLst>
              </p:cNvPr>
              <p:cNvSpPr/>
              <p:nvPr/>
            </p:nvSpPr>
            <p:spPr>
              <a:xfrm>
                <a:off x="4681197" y="252512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781" name="组合 11780">
              <a:extLst>
                <a:ext uri="{FF2B5EF4-FFF2-40B4-BE49-F238E27FC236}">
                  <a16:creationId xmlns:a16="http://schemas.microsoft.com/office/drawing/2014/main" id="{A89E8E04-7036-C68D-862E-DC17086B1110}"/>
                </a:ext>
              </a:extLst>
            </p:cNvPr>
            <p:cNvGrpSpPr/>
            <p:nvPr/>
          </p:nvGrpSpPr>
          <p:grpSpPr>
            <a:xfrm>
              <a:off x="16267431" y="6039404"/>
              <a:ext cx="238182" cy="238003"/>
              <a:chOff x="5145960" y="4201202"/>
              <a:chExt cx="150892" cy="141375"/>
            </a:xfrm>
            <a:scene3d>
              <a:camera prst="orthographicFront">
                <a:rot lat="0" lon="900000" rev="0"/>
              </a:camera>
              <a:lightRig rig="threePt" dir="t">
                <a:rot lat="0" lon="0" rev="0"/>
              </a:lightRig>
            </a:scene3d>
          </p:grpSpPr>
          <p:sp>
            <p:nvSpPr>
              <p:cNvPr id="11782" name="Oval 15540">
                <a:extLst>
                  <a:ext uri="{FF2B5EF4-FFF2-40B4-BE49-F238E27FC236}">
                    <a16:creationId xmlns:a16="http://schemas.microsoft.com/office/drawing/2014/main" id="{FA2CFD37-EC8D-DF7A-431D-69CD97779040}"/>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783" name="Line 15541">
                <a:extLst>
                  <a:ext uri="{FF2B5EF4-FFF2-40B4-BE49-F238E27FC236}">
                    <a16:creationId xmlns:a16="http://schemas.microsoft.com/office/drawing/2014/main" id="{663E9CD8-0318-9D82-7CC5-C23CA6A33FBF}"/>
                  </a:ext>
                </a:extLst>
              </p:cNvPr>
              <p:cNvCxnSpPr>
                <a:cxnSpLocks/>
                <a:stCxn id="11782" idx="1"/>
                <a:endCxn id="11782"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869" name="组合 11868">
            <a:extLst>
              <a:ext uri="{FF2B5EF4-FFF2-40B4-BE49-F238E27FC236}">
                <a16:creationId xmlns:a16="http://schemas.microsoft.com/office/drawing/2014/main" id="{FBDCAAE5-4C52-5CF1-CB91-BCE1B1AD3D6C}"/>
              </a:ext>
            </a:extLst>
          </p:cNvPr>
          <p:cNvGrpSpPr/>
          <p:nvPr/>
        </p:nvGrpSpPr>
        <p:grpSpPr>
          <a:xfrm>
            <a:off x="550700" y="1860345"/>
            <a:ext cx="1973841" cy="3054910"/>
            <a:chOff x="-5634177" y="8035180"/>
            <a:chExt cx="1973841" cy="3054910"/>
          </a:xfrm>
        </p:grpSpPr>
        <p:grpSp>
          <p:nvGrpSpPr>
            <p:cNvPr id="11870" name="组合 11869">
              <a:extLst>
                <a:ext uri="{FF2B5EF4-FFF2-40B4-BE49-F238E27FC236}">
                  <a16:creationId xmlns:a16="http://schemas.microsoft.com/office/drawing/2014/main" id="{204A51FC-6537-062B-BE49-C111819DC2E6}"/>
                </a:ext>
              </a:extLst>
            </p:cNvPr>
            <p:cNvGrpSpPr/>
            <p:nvPr/>
          </p:nvGrpSpPr>
          <p:grpSpPr>
            <a:xfrm rot="16200000" flipV="1">
              <a:off x="-5445943" y="10066489"/>
              <a:ext cx="304542" cy="264297"/>
              <a:chOff x="572796" y="3385249"/>
              <a:chExt cx="419388" cy="368973"/>
            </a:xfrm>
          </p:grpSpPr>
          <p:grpSp>
            <p:nvGrpSpPr>
              <p:cNvPr id="11948" name="组合 11947">
                <a:extLst>
                  <a:ext uri="{FF2B5EF4-FFF2-40B4-BE49-F238E27FC236}">
                    <a16:creationId xmlns:a16="http://schemas.microsoft.com/office/drawing/2014/main" id="{C45DDC58-4508-65E2-5B0D-74D6C51B082D}"/>
                  </a:ext>
                </a:extLst>
              </p:cNvPr>
              <p:cNvGrpSpPr/>
              <p:nvPr/>
            </p:nvGrpSpPr>
            <p:grpSpPr>
              <a:xfrm>
                <a:off x="572796" y="3385249"/>
                <a:ext cx="419388" cy="368973"/>
                <a:chOff x="3493877" y="4587241"/>
                <a:chExt cx="619038" cy="531171"/>
              </a:xfrm>
            </p:grpSpPr>
            <p:sp>
              <p:nvSpPr>
                <p:cNvPr id="11965" name="流程图: 接点 571">
                  <a:extLst>
                    <a:ext uri="{FF2B5EF4-FFF2-40B4-BE49-F238E27FC236}">
                      <a16:creationId xmlns:a16="http://schemas.microsoft.com/office/drawing/2014/main" id="{437AF9A2-D041-CDB0-953E-3E55AC683CB2}"/>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66" name="流程图: 接点 572">
                  <a:extLst>
                    <a:ext uri="{FF2B5EF4-FFF2-40B4-BE49-F238E27FC236}">
                      <a16:creationId xmlns:a16="http://schemas.microsoft.com/office/drawing/2014/main" id="{4139D4FF-F602-10DC-D878-1A479ABF362E}"/>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949" name="直线连接符 11948">
                <a:extLst>
                  <a:ext uri="{FF2B5EF4-FFF2-40B4-BE49-F238E27FC236}">
                    <a16:creationId xmlns:a16="http://schemas.microsoft.com/office/drawing/2014/main" id="{CFB6E65F-5C8C-1AB4-29DB-9DC52BD459C6}"/>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0" name="直线连接符 11949">
                <a:extLst>
                  <a:ext uri="{FF2B5EF4-FFF2-40B4-BE49-F238E27FC236}">
                    <a16:creationId xmlns:a16="http://schemas.microsoft.com/office/drawing/2014/main" id="{48602BFB-C49D-3E7E-4999-EB676D368C1C}"/>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1" name="直线连接符 11950">
                <a:extLst>
                  <a:ext uri="{FF2B5EF4-FFF2-40B4-BE49-F238E27FC236}">
                    <a16:creationId xmlns:a16="http://schemas.microsoft.com/office/drawing/2014/main" id="{AA59AE71-AEFB-B466-6ED2-56A179540783}"/>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2" name="直线连接符 11951">
                <a:extLst>
                  <a:ext uri="{FF2B5EF4-FFF2-40B4-BE49-F238E27FC236}">
                    <a16:creationId xmlns:a16="http://schemas.microsoft.com/office/drawing/2014/main" id="{AB6EDD33-18C9-4C51-803D-4FCB767916DF}"/>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3" name="直线连接符 11952">
                <a:extLst>
                  <a:ext uri="{FF2B5EF4-FFF2-40B4-BE49-F238E27FC236}">
                    <a16:creationId xmlns:a16="http://schemas.microsoft.com/office/drawing/2014/main" id="{024FBB26-B6D5-373E-36C8-E76000E0ECB0}"/>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4" name="直线连接符 11953">
                <a:extLst>
                  <a:ext uri="{FF2B5EF4-FFF2-40B4-BE49-F238E27FC236}">
                    <a16:creationId xmlns:a16="http://schemas.microsoft.com/office/drawing/2014/main" id="{8F227D20-BE41-8447-D145-BC754223B346}"/>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5" name="直线连接符 11954">
                <a:extLst>
                  <a:ext uri="{FF2B5EF4-FFF2-40B4-BE49-F238E27FC236}">
                    <a16:creationId xmlns:a16="http://schemas.microsoft.com/office/drawing/2014/main" id="{3CD84A27-EB09-A3C2-2E1D-FF30BEE89525}"/>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6" name="直线连接符 11955">
                <a:extLst>
                  <a:ext uri="{FF2B5EF4-FFF2-40B4-BE49-F238E27FC236}">
                    <a16:creationId xmlns:a16="http://schemas.microsoft.com/office/drawing/2014/main" id="{280D58DC-572F-E012-C630-03D68C60EF4F}"/>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7" name="直线连接符 11956">
                <a:extLst>
                  <a:ext uri="{FF2B5EF4-FFF2-40B4-BE49-F238E27FC236}">
                    <a16:creationId xmlns:a16="http://schemas.microsoft.com/office/drawing/2014/main" id="{C0E80409-4671-CEDA-1FB1-93564C7303F1}"/>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8" name="直线连接符 11957">
                <a:extLst>
                  <a:ext uri="{FF2B5EF4-FFF2-40B4-BE49-F238E27FC236}">
                    <a16:creationId xmlns:a16="http://schemas.microsoft.com/office/drawing/2014/main" id="{2E214217-18EB-397D-26EA-CBD70B355FE4}"/>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59" name="直线连接符 11958">
                <a:extLst>
                  <a:ext uri="{FF2B5EF4-FFF2-40B4-BE49-F238E27FC236}">
                    <a16:creationId xmlns:a16="http://schemas.microsoft.com/office/drawing/2014/main" id="{2B175769-0E6D-58D0-A6FF-F47043CB36DF}"/>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60" name="直线连接符 11959">
                <a:extLst>
                  <a:ext uri="{FF2B5EF4-FFF2-40B4-BE49-F238E27FC236}">
                    <a16:creationId xmlns:a16="http://schemas.microsoft.com/office/drawing/2014/main" id="{8546959B-81C4-B09D-6189-2EA3BF65A47C}"/>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61" name="直线连接符 11960">
                <a:extLst>
                  <a:ext uri="{FF2B5EF4-FFF2-40B4-BE49-F238E27FC236}">
                    <a16:creationId xmlns:a16="http://schemas.microsoft.com/office/drawing/2014/main" id="{AE886C2E-ED7C-26E3-3086-1AD7951A4BE7}"/>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62" name="直线连接符 11961">
                <a:extLst>
                  <a:ext uri="{FF2B5EF4-FFF2-40B4-BE49-F238E27FC236}">
                    <a16:creationId xmlns:a16="http://schemas.microsoft.com/office/drawing/2014/main" id="{02EDC28C-11BE-0B47-358A-293AC516161F}"/>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963" name="直线连接符 11962">
                <a:extLst>
                  <a:ext uri="{FF2B5EF4-FFF2-40B4-BE49-F238E27FC236}">
                    <a16:creationId xmlns:a16="http://schemas.microsoft.com/office/drawing/2014/main" id="{66D2D5DC-177F-B02C-56C8-A0C7E2BF40CA}"/>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964" name="直线连接符 11963">
                <a:extLst>
                  <a:ext uri="{FF2B5EF4-FFF2-40B4-BE49-F238E27FC236}">
                    <a16:creationId xmlns:a16="http://schemas.microsoft.com/office/drawing/2014/main" id="{DB48C52C-6C98-3CAE-0BA6-42F78B117947}"/>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871" name="流程图: 接点 554">
              <a:extLst>
                <a:ext uri="{FF2B5EF4-FFF2-40B4-BE49-F238E27FC236}">
                  <a16:creationId xmlns:a16="http://schemas.microsoft.com/office/drawing/2014/main" id="{9AE34BD8-AC33-AFB9-D6B8-61819B60AB18}"/>
                </a:ext>
              </a:extLst>
            </p:cNvPr>
            <p:cNvSpPr/>
            <p:nvPr/>
          </p:nvSpPr>
          <p:spPr>
            <a:xfrm>
              <a:off x="-5099029" y="10214843"/>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72" name="椭圆 11871">
              <a:extLst>
                <a:ext uri="{FF2B5EF4-FFF2-40B4-BE49-F238E27FC236}">
                  <a16:creationId xmlns:a16="http://schemas.microsoft.com/office/drawing/2014/main" id="{0EBCFABF-B4C0-D6C5-139E-1D71CB230E63}"/>
                </a:ext>
              </a:extLst>
            </p:cNvPr>
            <p:cNvSpPr/>
            <p:nvPr/>
          </p:nvSpPr>
          <p:spPr>
            <a:xfrm>
              <a:off x="-5270390" y="9768096"/>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873" name="组合 11872">
              <a:extLst>
                <a:ext uri="{FF2B5EF4-FFF2-40B4-BE49-F238E27FC236}">
                  <a16:creationId xmlns:a16="http://schemas.microsoft.com/office/drawing/2014/main" id="{7FEFFBEB-9764-4C17-8900-865AAA5A2C68}"/>
                </a:ext>
              </a:extLst>
            </p:cNvPr>
            <p:cNvGrpSpPr/>
            <p:nvPr/>
          </p:nvGrpSpPr>
          <p:grpSpPr>
            <a:xfrm>
              <a:off x="-4587261" y="9499006"/>
              <a:ext cx="419388" cy="377446"/>
              <a:chOff x="572796" y="3376774"/>
              <a:chExt cx="419388" cy="377446"/>
            </a:xfrm>
          </p:grpSpPr>
          <p:grpSp>
            <p:nvGrpSpPr>
              <p:cNvPr id="11928" name="组合 11927">
                <a:extLst>
                  <a:ext uri="{FF2B5EF4-FFF2-40B4-BE49-F238E27FC236}">
                    <a16:creationId xmlns:a16="http://schemas.microsoft.com/office/drawing/2014/main" id="{1AD1D3BD-3B7D-13A1-2DF1-3C137710F1CF}"/>
                  </a:ext>
                </a:extLst>
              </p:cNvPr>
              <p:cNvGrpSpPr/>
              <p:nvPr/>
            </p:nvGrpSpPr>
            <p:grpSpPr>
              <a:xfrm>
                <a:off x="572796" y="3376774"/>
                <a:ext cx="419388" cy="377446"/>
                <a:chOff x="3493877" y="4575043"/>
                <a:chExt cx="619038" cy="543369"/>
              </a:xfrm>
            </p:grpSpPr>
            <p:sp>
              <p:nvSpPr>
                <p:cNvPr id="11946" name="流程图: 接点 571">
                  <a:extLst>
                    <a:ext uri="{FF2B5EF4-FFF2-40B4-BE49-F238E27FC236}">
                      <a16:creationId xmlns:a16="http://schemas.microsoft.com/office/drawing/2014/main" id="{388C2AD8-0971-C074-B1AB-F531D2A385CA}"/>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47" name="流程图: 接点 572">
                  <a:extLst>
                    <a:ext uri="{FF2B5EF4-FFF2-40B4-BE49-F238E27FC236}">
                      <a16:creationId xmlns:a16="http://schemas.microsoft.com/office/drawing/2014/main" id="{B19048B4-ED19-E2E3-8EBE-D4B413505A5E}"/>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929" name="直线连接符 11928">
                <a:extLst>
                  <a:ext uri="{FF2B5EF4-FFF2-40B4-BE49-F238E27FC236}">
                    <a16:creationId xmlns:a16="http://schemas.microsoft.com/office/drawing/2014/main" id="{91732575-FA05-0483-3DEC-F96263795851}"/>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0" name="直线连接符 11929">
                <a:extLst>
                  <a:ext uri="{FF2B5EF4-FFF2-40B4-BE49-F238E27FC236}">
                    <a16:creationId xmlns:a16="http://schemas.microsoft.com/office/drawing/2014/main" id="{5336891D-2CDE-B6E1-1AF5-2C80586ADAAA}"/>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1" name="直线连接符 11930">
                <a:extLst>
                  <a:ext uri="{FF2B5EF4-FFF2-40B4-BE49-F238E27FC236}">
                    <a16:creationId xmlns:a16="http://schemas.microsoft.com/office/drawing/2014/main" id="{B1AC7253-F904-A837-78C3-BFD625B685A5}"/>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2" name="直线连接符 11931">
                <a:extLst>
                  <a:ext uri="{FF2B5EF4-FFF2-40B4-BE49-F238E27FC236}">
                    <a16:creationId xmlns:a16="http://schemas.microsoft.com/office/drawing/2014/main" id="{2DDC5605-218B-A53A-7BCC-9CD2F3AEB538}"/>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3" name="直线连接符 11932">
                <a:extLst>
                  <a:ext uri="{FF2B5EF4-FFF2-40B4-BE49-F238E27FC236}">
                    <a16:creationId xmlns:a16="http://schemas.microsoft.com/office/drawing/2014/main" id="{A193B3AF-FF63-6433-D066-F04E8295C4B2}"/>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4" name="直线连接符 11933">
                <a:extLst>
                  <a:ext uri="{FF2B5EF4-FFF2-40B4-BE49-F238E27FC236}">
                    <a16:creationId xmlns:a16="http://schemas.microsoft.com/office/drawing/2014/main" id="{F985DF07-0C14-2662-C4CE-203C097D0EA0}"/>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5" name="直线连接符 11934">
                <a:extLst>
                  <a:ext uri="{FF2B5EF4-FFF2-40B4-BE49-F238E27FC236}">
                    <a16:creationId xmlns:a16="http://schemas.microsoft.com/office/drawing/2014/main" id="{4A06D14E-BDA5-03FF-3836-17AE04F07948}"/>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6" name="直线连接符 11935">
                <a:extLst>
                  <a:ext uri="{FF2B5EF4-FFF2-40B4-BE49-F238E27FC236}">
                    <a16:creationId xmlns:a16="http://schemas.microsoft.com/office/drawing/2014/main" id="{24283F0F-09AF-481D-FE66-13C17D6CC385}"/>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7" name="直线连接符 11936">
                <a:extLst>
                  <a:ext uri="{FF2B5EF4-FFF2-40B4-BE49-F238E27FC236}">
                    <a16:creationId xmlns:a16="http://schemas.microsoft.com/office/drawing/2014/main" id="{B2BAFC84-F849-E6C7-3C22-C938D9865E1F}"/>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8" name="直线连接符 11937">
                <a:extLst>
                  <a:ext uri="{FF2B5EF4-FFF2-40B4-BE49-F238E27FC236}">
                    <a16:creationId xmlns:a16="http://schemas.microsoft.com/office/drawing/2014/main" id="{7BFC291F-8BF4-390E-ABBA-55EFEDDA20AF}"/>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39" name="直线连接符 11938">
                <a:extLst>
                  <a:ext uri="{FF2B5EF4-FFF2-40B4-BE49-F238E27FC236}">
                    <a16:creationId xmlns:a16="http://schemas.microsoft.com/office/drawing/2014/main" id="{55F88121-6638-10B2-94CB-7FAC7293091F}"/>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40" name="直线连接符 11939">
                <a:extLst>
                  <a:ext uri="{FF2B5EF4-FFF2-40B4-BE49-F238E27FC236}">
                    <a16:creationId xmlns:a16="http://schemas.microsoft.com/office/drawing/2014/main" id="{6CF696BF-C5D7-EC7C-9075-A0A5A81A2559}"/>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41" name="直线连接符 11940">
                <a:extLst>
                  <a:ext uri="{FF2B5EF4-FFF2-40B4-BE49-F238E27FC236}">
                    <a16:creationId xmlns:a16="http://schemas.microsoft.com/office/drawing/2014/main" id="{A2C01C6C-6E1F-7A9D-BC2B-6EC79AC7DDAB}"/>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42" name="直线连接符 11941">
                <a:extLst>
                  <a:ext uri="{FF2B5EF4-FFF2-40B4-BE49-F238E27FC236}">
                    <a16:creationId xmlns:a16="http://schemas.microsoft.com/office/drawing/2014/main" id="{511FCA21-10D3-4809-5078-C3B818037077}"/>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43" name="直线连接符 11942">
                <a:extLst>
                  <a:ext uri="{FF2B5EF4-FFF2-40B4-BE49-F238E27FC236}">
                    <a16:creationId xmlns:a16="http://schemas.microsoft.com/office/drawing/2014/main" id="{912B0E44-E72C-E7AC-AB24-DBF082EC3FD0}"/>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944" name="直线连接符 11943">
                <a:extLst>
                  <a:ext uri="{FF2B5EF4-FFF2-40B4-BE49-F238E27FC236}">
                    <a16:creationId xmlns:a16="http://schemas.microsoft.com/office/drawing/2014/main" id="{290021AF-CDFB-74C6-ED5C-79415FC6176D}"/>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945" name="直线连接符 11944">
                <a:extLst>
                  <a:ext uri="{FF2B5EF4-FFF2-40B4-BE49-F238E27FC236}">
                    <a16:creationId xmlns:a16="http://schemas.microsoft.com/office/drawing/2014/main" id="{80117BFD-DD89-4431-5520-4F64E5F6BC95}"/>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874" name="流程图: 接点 556">
              <a:extLst>
                <a:ext uri="{FF2B5EF4-FFF2-40B4-BE49-F238E27FC236}">
                  <a16:creationId xmlns:a16="http://schemas.microsoft.com/office/drawing/2014/main" id="{A98AE972-5F55-C86A-D8FE-B42F3F75D242}"/>
                </a:ext>
              </a:extLst>
            </p:cNvPr>
            <p:cNvSpPr/>
            <p:nvPr/>
          </p:nvSpPr>
          <p:spPr>
            <a:xfrm>
              <a:off x="-5145402" y="9389563"/>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875" name="组合 11874">
              <a:extLst>
                <a:ext uri="{FF2B5EF4-FFF2-40B4-BE49-F238E27FC236}">
                  <a16:creationId xmlns:a16="http://schemas.microsoft.com/office/drawing/2014/main" id="{4610E1BF-4535-BDF4-A096-64F14DE47B8D}"/>
                </a:ext>
              </a:extLst>
            </p:cNvPr>
            <p:cNvGrpSpPr/>
            <p:nvPr/>
          </p:nvGrpSpPr>
          <p:grpSpPr>
            <a:xfrm>
              <a:off x="-4326581" y="9664556"/>
              <a:ext cx="419388" cy="487204"/>
              <a:chOff x="5768619" y="3058692"/>
              <a:chExt cx="419388" cy="487204"/>
            </a:xfrm>
          </p:grpSpPr>
          <p:sp>
            <p:nvSpPr>
              <p:cNvPr id="11909" name="流程图: 接点 571">
                <a:extLst>
                  <a:ext uri="{FF2B5EF4-FFF2-40B4-BE49-F238E27FC236}">
                    <a16:creationId xmlns:a16="http://schemas.microsoft.com/office/drawing/2014/main" id="{20F99F51-EB53-8E84-5C5D-A12FD9ED7AD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10" name="流程图: 接点 572">
                <a:extLst>
                  <a:ext uri="{FF2B5EF4-FFF2-40B4-BE49-F238E27FC236}">
                    <a16:creationId xmlns:a16="http://schemas.microsoft.com/office/drawing/2014/main" id="{274E3835-7F3D-ECBF-DF7C-885A6FE9B2B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911" name="直线连接符 11910">
                <a:extLst>
                  <a:ext uri="{FF2B5EF4-FFF2-40B4-BE49-F238E27FC236}">
                    <a16:creationId xmlns:a16="http://schemas.microsoft.com/office/drawing/2014/main" id="{80D79283-0A98-6DE9-E17A-80E13FBC078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2" name="直线连接符 11911">
                <a:extLst>
                  <a:ext uri="{FF2B5EF4-FFF2-40B4-BE49-F238E27FC236}">
                    <a16:creationId xmlns:a16="http://schemas.microsoft.com/office/drawing/2014/main" id="{42646777-9BA9-3E77-3FBD-69CF8EEAD0A0}"/>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3" name="直线连接符 11912">
                <a:extLst>
                  <a:ext uri="{FF2B5EF4-FFF2-40B4-BE49-F238E27FC236}">
                    <a16:creationId xmlns:a16="http://schemas.microsoft.com/office/drawing/2014/main" id="{09904622-2EA9-E66E-8637-20908292E4E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4" name="直线连接符 11913">
                <a:extLst>
                  <a:ext uri="{FF2B5EF4-FFF2-40B4-BE49-F238E27FC236}">
                    <a16:creationId xmlns:a16="http://schemas.microsoft.com/office/drawing/2014/main" id="{59A80889-C73F-A379-EB36-EBF90AC31A8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5" name="直线连接符 11914">
                <a:extLst>
                  <a:ext uri="{FF2B5EF4-FFF2-40B4-BE49-F238E27FC236}">
                    <a16:creationId xmlns:a16="http://schemas.microsoft.com/office/drawing/2014/main" id="{55EF73A5-B2F8-AEBF-38B8-D5E7A5A9E8B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6" name="直线连接符 11915">
                <a:extLst>
                  <a:ext uri="{FF2B5EF4-FFF2-40B4-BE49-F238E27FC236}">
                    <a16:creationId xmlns:a16="http://schemas.microsoft.com/office/drawing/2014/main" id="{141DF683-03E0-5EBD-410E-D03BA53CA38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7" name="直线连接符 11916">
                <a:extLst>
                  <a:ext uri="{FF2B5EF4-FFF2-40B4-BE49-F238E27FC236}">
                    <a16:creationId xmlns:a16="http://schemas.microsoft.com/office/drawing/2014/main" id="{2F9B00D2-08C6-13AD-47CA-3A0A23B2681C}"/>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8" name="直线连接符 11917">
                <a:extLst>
                  <a:ext uri="{FF2B5EF4-FFF2-40B4-BE49-F238E27FC236}">
                    <a16:creationId xmlns:a16="http://schemas.microsoft.com/office/drawing/2014/main" id="{2BAA0A11-F448-E42C-701F-22037381B95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19" name="直线连接符 11918">
                <a:extLst>
                  <a:ext uri="{FF2B5EF4-FFF2-40B4-BE49-F238E27FC236}">
                    <a16:creationId xmlns:a16="http://schemas.microsoft.com/office/drawing/2014/main" id="{B720F001-336E-C2E1-1712-61760D571BA4}"/>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20" name="直线连接符 11919">
                <a:extLst>
                  <a:ext uri="{FF2B5EF4-FFF2-40B4-BE49-F238E27FC236}">
                    <a16:creationId xmlns:a16="http://schemas.microsoft.com/office/drawing/2014/main" id="{E280C033-D5F8-A74A-D615-E30311D09D8E}"/>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21" name="直线连接符 11920">
                <a:extLst>
                  <a:ext uri="{FF2B5EF4-FFF2-40B4-BE49-F238E27FC236}">
                    <a16:creationId xmlns:a16="http://schemas.microsoft.com/office/drawing/2014/main" id="{F0B4AE7A-0CB0-4C47-899A-BF7D79EDF7E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22" name="直线连接符 11921">
                <a:extLst>
                  <a:ext uri="{FF2B5EF4-FFF2-40B4-BE49-F238E27FC236}">
                    <a16:creationId xmlns:a16="http://schemas.microsoft.com/office/drawing/2014/main" id="{5FB900F9-7707-DEB0-4229-4916E85ECB00}"/>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23" name="直线连接符 11922">
                <a:extLst>
                  <a:ext uri="{FF2B5EF4-FFF2-40B4-BE49-F238E27FC236}">
                    <a16:creationId xmlns:a16="http://schemas.microsoft.com/office/drawing/2014/main" id="{D06A1623-32B3-8BC8-D47B-073B14D683B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24" name="直线连接符 11923">
                <a:extLst>
                  <a:ext uri="{FF2B5EF4-FFF2-40B4-BE49-F238E27FC236}">
                    <a16:creationId xmlns:a16="http://schemas.microsoft.com/office/drawing/2014/main" id="{7D5BC564-42DA-5267-6CCE-B52A6FDB873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25" name="直线连接符 11924">
                <a:extLst>
                  <a:ext uri="{FF2B5EF4-FFF2-40B4-BE49-F238E27FC236}">
                    <a16:creationId xmlns:a16="http://schemas.microsoft.com/office/drawing/2014/main" id="{57686355-73D7-901E-26D6-FBD48C5BBF9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926" name="直线连接符 11925">
                <a:extLst>
                  <a:ext uri="{FF2B5EF4-FFF2-40B4-BE49-F238E27FC236}">
                    <a16:creationId xmlns:a16="http://schemas.microsoft.com/office/drawing/2014/main" id="{76CB064C-C27D-8839-2C0D-0BC4ACD69CC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927" name="直线连接符 11926">
                <a:extLst>
                  <a:ext uri="{FF2B5EF4-FFF2-40B4-BE49-F238E27FC236}">
                    <a16:creationId xmlns:a16="http://schemas.microsoft.com/office/drawing/2014/main" id="{E560B25F-941B-3F22-3E34-59144A8E99A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876" name="组合 11875">
              <a:extLst>
                <a:ext uri="{FF2B5EF4-FFF2-40B4-BE49-F238E27FC236}">
                  <a16:creationId xmlns:a16="http://schemas.microsoft.com/office/drawing/2014/main" id="{5306B2AF-E4FA-FA82-85FB-8E68F6F1CCEA}"/>
                </a:ext>
              </a:extLst>
            </p:cNvPr>
            <p:cNvGrpSpPr/>
            <p:nvPr/>
          </p:nvGrpSpPr>
          <p:grpSpPr>
            <a:xfrm>
              <a:off x="-5491064" y="9645183"/>
              <a:ext cx="419388" cy="487204"/>
              <a:chOff x="5768619" y="3058692"/>
              <a:chExt cx="419388" cy="487204"/>
            </a:xfrm>
          </p:grpSpPr>
          <p:sp>
            <p:nvSpPr>
              <p:cNvPr id="11890" name="流程图: 接点 571">
                <a:extLst>
                  <a:ext uri="{FF2B5EF4-FFF2-40B4-BE49-F238E27FC236}">
                    <a16:creationId xmlns:a16="http://schemas.microsoft.com/office/drawing/2014/main" id="{74B7D4E4-4AB6-6ED8-E786-DCE9096A169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91" name="流程图: 接点 572">
                <a:extLst>
                  <a:ext uri="{FF2B5EF4-FFF2-40B4-BE49-F238E27FC236}">
                    <a16:creationId xmlns:a16="http://schemas.microsoft.com/office/drawing/2014/main" id="{9407DE07-CE24-54DD-9157-B001064E1D14}"/>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892" name="直线连接符 11891">
                <a:extLst>
                  <a:ext uri="{FF2B5EF4-FFF2-40B4-BE49-F238E27FC236}">
                    <a16:creationId xmlns:a16="http://schemas.microsoft.com/office/drawing/2014/main" id="{F5E6F37F-4EEE-6898-E791-08D9C9BB4E5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93" name="直线连接符 11892">
                <a:extLst>
                  <a:ext uri="{FF2B5EF4-FFF2-40B4-BE49-F238E27FC236}">
                    <a16:creationId xmlns:a16="http://schemas.microsoft.com/office/drawing/2014/main" id="{23E4AEEB-2119-853F-515E-83342813E42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94" name="直线连接符 11893">
                <a:extLst>
                  <a:ext uri="{FF2B5EF4-FFF2-40B4-BE49-F238E27FC236}">
                    <a16:creationId xmlns:a16="http://schemas.microsoft.com/office/drawing/2014/main" id="{BEA2799E-8319-02E5-99BF-B3B4A0DA378C}"/>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95" name="直线连接符 11894">
                <a:extLst>
                  <a:ext uri="{FF2B5EF4-FFF2-40B4-BE49-F238E27FC236}">
                    <a16:creationId xmlns:a16="http://schemas.microsoft.com/office/drawing/2014/main" id="{4B40DECA-B436-1334-97C3-E21A1FE7B96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96" name="直线连接符 11895">
                <a:extLst>
                  <a:ext uri="{FF2B5EF4-FFF2-40B4-BE49-F238E27FC236}">
                    <a16:creationId xmlns:a16="http://schemas.microsoft.com/office/drawing/2014/main" id="{318AE6B0-9FD7-3324-4196-2AF2646C9536}"/>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97" name="直线连接符 11896">
                <a:extLst>
                  <a:ext uri="{FF2B5EF4-FFF2-40B4-BE49-F238E27FC236}">
                    <a16:creationId xmlns:a16="http://schemas.microsoft.com/office/drawing/2014/main" id="{364641FD-995A-3A56-93D5-322B958FB28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98" name="直线连接符 11897">
                <a:extLst>
                  <a:ext uri="{FF2B5EF4-FFF2-40B4-BE49-F238E27FC236}">
                    <a16:creationId xmlns:a16="http://schemas.microsoft.com/office/drawing/2014/main" id="{9504427F-644D-66ED-0A23-69BBFB64474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99" name="直线连接符 11898">
                <a:extLst>
                  <a:ext uri="{FF2B5EF4-FFF2-40B4-BE49-F238E27FC236}">
                    <a16:creationId xmlns:a16="http://schemas.microsoft.com/office/drawing/2014/main" id="{9AB252AE-324E-98D1-2EFD-3945804C00EF}"/>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00" name="直线连接符 11899">
                <a:extLst>
                  <a:ext uri="{FF2B5EF4-FFF2-40B4-BE49-F238E27FC236}">
                    <a16:creationId xmlns:a16="http://schemas.microsoft.com/office/drawing/2014/main" id="{A67245DA-33AD-4754-CD1F-BB1DFD23FC0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01" name="直线连接符 11900">
                <a:extLst>
                  <a:ext uri="{FF2B5EF4-FFF2-40B4-BE49-F238E27FC236}">
                    <a16:creationId xmlns:a16="http://schemas.microsoft.com/office/drawing/2014/main" id="{D01EE1AD-68EA-EFBA-878E-C3044A2AFAF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02" name="直线连接符 11901">
                <a:extLst>
                  <a:ext uri="{FF2B5EF4-FFF2-40B4-BE49-F238E27FC236}">
                    <a16:creationId xmlns:a16="http://schemas.microsoft.com/office/drawing/2014/main" id="{0859EFF4-F6FE-01AF-18CE-01B9ADFE2065}"/>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03" name="直线连接符 11902">
                <a:extLst>
                  <a:ext uri="{FF2B5EF4-FFF2-40B4-BE49-F238E27FC236}">
                    <a16:creationId xmlns:a16="http://schemas.microsoft.com/office/drawing/2014/main" id="{E7A0CB87-9219-1CAC-C348-3745A6FB2D6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04" name="直线连接符 11903">
                <a:extLst>
                  <a:ext uri="{FF2B5EF4-FFF2-40B4-BE49-F238E27FC236}">
                    <a16:creationId xmlns:a16="http://schemas.microsoft.com/office/drawing/2014/main" id="{972CCF05-98D2-6F02-A94E-ECCA13AFC3E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05" name="直线连接符 11904">
                <a:extLst>
                  <a:ext uri="{FF2B5EF4-FFF2-40B4-BE49-F238E27FC236}">
                    <a16:creationId xmlns:a16="http://schemas.microsoft.com/office/drawing/2014/main" id="{0207B526-F38D-F84A-F87A-A5656508FF60}"/>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06" name="直线连接符 11905">
                <a:extLst>
                  <a:ext uri="{FF2B5EF4-FFF2-40B4-BE49-F238E27FC236}">
                    <a16:creationId xmlns:a16="http://schemas.microsoft.com/office/drawing/2014/main" id="{86CA3FDA-4D3C-96B0-0809-69729F92833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907" name="直线连接符 11906">
                <a:extLst>
                  <a:ext uri="{FF2B5EF4-FFF2-40B4-BE49-F238E27FC236}">
                    <a16:creationId xmlns:a16="http://schemas.microsoft.com/office/drawing/2014/main" id="{8C47EE85-1646-C1EA-F366-FB7063B58DF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1908" name="直线连接符 11907">
                <a:extLst>
                  <a:ext uri="{FF2B5EF4-FFF2-40B4-BE49-F238E27FC236}">
                    <a16:creationId xmlns:a16="http://schemas.microsoft.com/office/drawing/2014/main" id="{D0CD16AF-DE70-25B0-738E-049972567B6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877" name="组合 11876">
              <a:extLst>
                <a:ext uri="{FF2B5EF4-FFF2-40B4-BE49-F238E27FC236}">
                  <a16:creationId xmlns:a16="http://schemas.microsoft.com/office/drawing/2014/main" id="{D6C8E707-AA8F-8831-0385-43B3B9C93119}"/>
                </a:ext>
              </a:extLst>
            </p:cNvPr>
            <p:cNvGrpSpPr/>
            <p:nvPr/>
          </p:nvGrpSpPr>
          <p:grpSpPr>
            <a:xfrm>
              <a:off x="-5634177" y="8553240"/>
              <a:ext cx="1973841" cy="1732229"/>
              <a:chOff x="7707547" y="3116283"/>
              <a:chExt cx="2913493" cy="2493706"/>
            </a:xfrm>
          </p:grpSpPr>
          <p:sp>
            <p:nvSpPr>
              <p:cNvPr id="11886" name="流程图: 接点 567">
                <a:extLst>
                  <a:ext uri="{FF2B5EF4-FFF2-40B4-BE49-F238E27FC236}">
                    <a16:creationId xmlns:a16="http://schemas.microsoft.com/office/drawing/2014/main" id="{59BF2D40-E042-7C55-5EB6-6910B9C86FB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87" name="流程图: 接点 568">
                <a:extLst>
                  <a:ext uri="{FF2B5EF4-FFF2-40B4-BE49-F238E27FC236}">
                    <a16:creationId xmlns:a16="http://schemas.microsoft.com/office/drawing/2014/main" id="{5BBE39FE-BC21-7FA3-0E69-766AC133F661}"/>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88" name="椭圆 11887">
                <a:extLst>
                  <a:ext uri="{FF2B5EF4-FFF2-40B4-BE49-F238E27FC236}">
                    <a16:creationId xmlns:a16="http://schemas.microsoft.com/office/drawing/2014/main" id="{40B388D6-7DA8-8244-D2B4-2C088B91362A}"/>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89" name="椭圆 11888">
                <a:extLst>
                  <a:ext uri="{FF2B5EF4-FFF2-40B4-BE49-F238E27FC236}">
                    <a16:creationId xmlns:a16="http://schemas.microsoft.com/office/drawing/2014/main" id="{11D41B76-8886-59AD-7B5D-5AF086C3008A}"/>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878" name="组合 11877">
              <a:extLst>
                <a:ext uri="{FF2B5EF4-FFF2-40B4-BE49-F238E27FC236}">
                  <a16:creationId xmlns:a16="http://schemas.microsoft.com/office/drawing/2014/main" id="{2DC218E8-ACC8-7E9E-ECFC-13CD29C2EB32}"/>
                </a:ext>
              </a:extLst>
            </p:cNvPr>
            <p:cNvGrpSpPr/>
            <p:nvPr/>
          </p:nvGrpSpPr>
          <p:grpSpPr>
            <a:xfrm>
              <a:off x="-5207594" y="8035180"/>
              <a:ext cx="1057503" cy="1052174"/>
              <a:chOff x="4666073" y="1818918"/>
              <a:chExt cx="875803" cy="967646"/>
            </a:xfrm>
            <a:scene3d>
              <a:camera prst="orthographicFront">
                <a:rot lat="600000" lon="9450000" rev="0"/>
              </a:camera>
              <a:lightRig rig="threePt" dir="t"/>
            </a:scene3d>
          </p:grpSpPr>
          <p:grpSp>
            <p:nvGrpSpPr>
              <p:cNvPr id="11882" name="组合 11881">
                <a:extLst>
                  <a:ext uri="{FF2B5EF4-FFF2-40B4-BE49-F238E27FC236}">
                    <a16:creationId xmlns:a16="http://schemas.microsoft.com/office/drawing/2014/main" id="{F4FC499E-290C-7856-D0D3-B31959644CC2}"/>
                  </a:ext>
                </a:extLst>
              </p:cNvPr>
              <p:cNvGrpSpPr/>
              <p:nvPr/>
            </p:nvGrpSpPr>
            <p:grpSpPr>
              <a:xfrm>
                <a:off x="4666076" y="1818918"/>
                <a:ext cx="875800" cy="951265"/>
                <a:chOff x="5851631" y="1801353"/>
                <a:chExt cx="1527262" cy="1731253"/>
              </a:xfrm>
              <a:solidFill>
                <a:schemeClr val="tx1">
                  <a:lumMod val="65000"/>
                  <a:lumOff val="35000"/>
                </a:schemeClr>
              </a:solidFill>
            </p:grpSpPr>
            <p:sp>
              <p:nvSpPr>
                <p:cNvPr id="11884" name="流程图: 延期 565">
                  <a:extLst>
                    <a:ext uri="{FF2B5EF4-FFF2-40B4-BE49-F238E27FC236}">
                      <a16:creationId xmlns:a16="http://schemas.microsoft.com/office/drawing/2014/main" id="{9AB6625D-B4E4-5F5C-74F7-3A6073EEC272}"/>
                    </a:ext>
                  </a:extLst>
                </p:cNvPr>
                <p:cNvSpPr/>
                <p:nvPr/>
              </p:nvSpPr>
              <p:spPr>
                <a:xfrm rot="16200000">
                  <a:off x="5749635" y="190334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85" name="流程图: 接点 566">
                  <a:extLst>
                    <a:ext uri="{FF2B5EF4-FFF2-40B4-BE49-F238E27FC236}">
                      <a16:creationId xmlns:a16="http://schemas.microsoft.com/office/drawing/2014/main" id="{A774CFC9-ED71-DEED-56FD-9AE48FD6ED7F}"/>
                    </a:ext>
                  </a:extLst>
                </p:cNvPr>
                <p:cNvSpPr/>
                <p:nvPr/>
              </p:nvSpPr>
              <p:spPr>
                <a:xfrm>
                  <a:off x="6054021" y="1997041"/>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883" name="矩形 11882">
                <a:extLst>
                  <a:ext uri="{FF2B5EF4-FFF2-40B4-BE49-F238E27FC236}">
                    <a16:creationId xmlns:a16="http://schemas.microsoft.com/office/drawing/2014/main" id="{2BE6819A-9D8C-0A57-B68E-48C03A2CFB34}"/>
                  </a:ext>
                </a:extLst>
              </p:cNvPr>
              <p:cNvSpPr/>
              <p:nvPr/>
            </p:nvSpPr>
            <p:spPr>
              <a:xfrm>
                <a:off x="4666073"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879" name="组合 11878">
              <a:extLst>
                <a:ext uri="{FF2B5EF4-FFF2-40B4-BE49-F238E27FC236}">
                  <a16:creationId xmlns:a16="http://schemas.microsoft.com/office/drawing/2014/main" id="{D4F83AA4-7A97-8773-5872-83863ADB5D19}"/>
                </a:ext>
              </a:extLst>
            </p:cNvPr>
            <p:cNvGrpSpPr/>
            <p:nvPr/>
          </p:nvGrpSpPr>
          <p:grpSpPr>
            <a:xfrm>
              <a:off x="-4928662" y="9264546"/>
              <a:ext cx="238182" cy="238003"/>
              <a:chOff x="5145960" y="4201202"/>
              <a:chExt cx="150892" cy="141375"/>
            </a:xfrm>
            <a:scene3d>
              <a:camera prst="orthographicFront">
                <a:rot lat="0" lon="450000" rev="0"/>
              </a:camera>
              <a:lightRig rig="threePt" dir="t">
                <a:rot lat="0" lon="0" rev="0"/>
              </a:lightRig>
            </a:scene3d>
          </p:grpSpPr>
          <p:sp>
            <p:nvSpPr>
              <p:cNvPr id="11880" name="Oval 15540">
                <a:extLst>
                  <a:ext uri="{FF2B5EF4-FFF2-40B4-BE49-F238E27FC236}">
                    <a16:creationId xmlns:a16="http://schemas.microsoft.com/office/drawing/2014/main" id="{1B77FC62-DE25-80D3-41FF-4EFDFB232507}"/>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881" name="Line 15541">
                <a:extLst>
                  <a:ext uri="{FF2B5EF4-FFF2-40B4-BE49-F238E27FC236}">
                    <a16:creationId xmlns:a16="http://schemas.microsoft.com/office/drawing/2014/main" id="{025DEF34-DEF6-A5A6-64F6-75907A1D220A}"/>
                  </a:ext>
                </a:extLst>
              </p:cNvPr>
              <p:cNvCxnSpPr>
                <a:cxnSpLocks/>
                <a:stCxn id="11880" idx="1"/>
                <a:endCxn id="11880"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1967" name="组合 11966">
            <a:extLst>
              <a:ext uri="{FF2B5EF4-FFF2-40B4-BE49-F238E27FC236}">
                <a16:creationId xmlns:a16="http://schemas.microsoft.com/office/drawing/2014/main" id="{EBA618DF-F57A-A014-A640-A60BA25D0DF4}"/>
              </a:ext>
            </a:extLst>
          </p:cNvPr>
          <p:cNvGrpSpPr/>
          <p:nvPr/>
        </p:nvGrpSpPr>
        <p:grpSpPr>
          <a:xfrm>
            <a:off x="550700" y="1850243"/>
            <a:ext cx="1973841" cy="3065012"/>
            <a:chOff x="-3319874" y="8012851"/>
            <a:chExt cx="1973841" cy="3065012"/>
          </a:xfrm>
        </p:grpSpPr>
        <p:grpSp>
          <p:nvGrpSpPr>
            <p:cNvPr id="11968" name="组合 11967">
              <a:extLst>
                <a:ext uri="{FF2B5EF4-FFF2-40B4-BE49-F238E27FC236}">
                  <a16:creationId xmlns:a16="http://schemas.microsoft.com/office/drawing/2014/main" id="{14F69FBB-D570-FF81-B8A5-1F8B02431901}"/>
                </a:ext>
              </a:extLst>
            </p:cNvPr>
            <p:cNvGrpSpPr/>
            <p:nvPr/>
          </p:nvGrpSpPr>
          <p:grpSpPr>
            <a:xfrm rot="16200000" flipV="1">
              <a:off x="-3158323" y="10041162"/>
              <a:ext cx="304542" cy="264297"/>
              <a:chOff x="572796" y="3385249"/>
              <a:chExt cx="419388" cy="368973"/>
            </a:xfrm>
          </p:grpSpPr>
          <p:grpSp>
            <p:nvGrpSpPr>
              <p:cNvPr id="12046" name="组合 12045">
                <a:extLst>
                  <a:ext uri="{FF2B5EF4-FFF2-40B4-BE49-F238E27FC236}">
                    <a16:creationId xmlns:a16="http://schemas.microsoft.com/office/drawing/2014/main" id="{14258334-E5A2-36A9-E40E-73584E4B8978}"/>
                  </a:ext>
                </a:extLst>
              </p:cNvPr>
              <p:cNvGrpSpPr/>
              <p:nvPr/>
            </p:nvGrpSpPr>
            <p:grpSpPr>
              <a:xfrm>
                <a:off x="572796" y="3385249"/>
                <a:ext cx="419388" cy="368973"/>
                <a:chOff x="3493877" y="4587241"/>
                <a:chExt cx="619038" cy="531171"/>
              </a:xfrm>
            </p:grpSpPr>
            <p:sp>
              <p:nvSpPr>
                <p:cNvPr id="12063" name="流程图: 接点 571">
                  <a:extLst>
                    <a:ext uri="{FF2B5EF4-FFF2-40B4-BE49-F238E27FC236}">
                      <a16:creationId xmlns:a16="http://schemas.microsoft.com/office/drawing/2014/main" id="{8D83C0F0-D4B4-0769-7BC9-1EC79D1CC75A}"/>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64" name="流程图: 接点 572">
                  <a:extLst>
                    <a:ext uri="{FF2B5EF4-FFF2-40B4-BE49-F238E27FC236}">
                      <a16:creationId xmlns:a16="http://schemas.microsoft.com/office/drawing/2014/main" id="{F8C66A87-A13B-538C-43D0-3B12FB77558E}"/>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047" name="直线连接符 12046">
                <a:extLst>
                  <a:ext uri="{FF2B5EF4-FFF2-40B4-BE49-F238E27FC236}">
                    <a16:creationId xmlns:a16="http://schemas.microsoft.com/office/drawing/2014/main" id="{8AA284F7-8ADC-4C60-7FA8-6A681EF83E13}"/>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48" name="直线连接符 12047">
                <a:extLst>
                  <a:ext uri="{FF2B5EF4-FFF2-40B4-BE49-F238E27FC236}">
                    <a16:creationId xmlns:a16="http://schemas.microsoft.com/office/drawing/2014/main" id="{9C1349DD-9111-20B0-5357-8731F98741DD}"/>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49" name="直线连接符 12048">
                <a:extLst>
                  <a:ext uri="{FF2B5EF4-FFF2-40B4-BE49-F238E27FC236}">
                    <a16:creationId xmlns:a16="http://schemas.microsoft.com/office/drawing/2014/main" id="{E8DB8473-58F1-EB6E-5881-A76A13F4CF66}"/>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0" name="直线连接符 12049">
                <a:extLst>
                  <a:ext uri="{FF2B5EF4-FFF2-40B4-BE49-F238E27FC236}">
                    <a16:creationId xmlns:a16="http://schemas.microsoft.com/office/drawing/2014/main" id="{B5E90B7E-8695-15F6-14FA-AC935F7F582B}"/>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1" name="直线连接符 12050">
                <a:extLst>
                  <a:ext uri="{FF2B5EF4-FFF2-40B4-BE49-F238E27FC236}">
                    <a16:creationId xmlns:a16="http://schemas.microsoft.com/office/drawing/2014/main" id="{62968214-4D67-CAEB-4799-ADBED36A1C9F}"/>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2" name="直线连接符 12051">
                <a:extLst>
                  <a:ext uri="{FF2B5EF4-FFF2-40B4-BE49-F238E27FC236}">
                    <a16:creationId xmlns:a16="http://schemas.microsoft.com/office/drawing/2014/main" id="{4D0FFD45-47F0-AD6D-57B1-B09A2F4C02A3}"/>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3" name="直线连接符 12052">
                <a:extLst>
                  <a:ext uri="{FF2B5EF4-FFF2-40B4-BE49-F238E27FC236}">
                    <a16:creationId xmlns:a16="http://schemas.microsoft.com/office/drawing/2014/main" id="{4EFC256E-2980-2751-CEB4-5698455A75BF}"/>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4" name="直线连接符 12053">
                <a:extLst>
                  <a:ext uri="{FF2B5EF4-FFF2-40B4-BE49-F238E27FC236}">
                    <a16:creationId xmlns:a16="http://schemas.microsoft.com/office/drawing/2014/main" id="{2A6B2BDE-37D6-10B0-7475-50F9D31774B8}"/>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5" name="直线连接符 12054">
                <a:extLst>
                  <a:ext uri="{FF2B5EF4-FFF2-40B4-BE49-F238E27FC236}">
                    <a16:creationId xmlns:a16="http://schemas.microsoft.com/office/drawing/2014/main" id="{B8DEC4FD-B9AB-02C5-3701-5390D1D52AB0}"/>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6" name="直线连接符 12055">
                <a:extLst>
                  <a:ext uri="{FF2B5EF4-FFF2-40B4-BE49-F238E27FC236}">
                    <a16:creationId xmlns:a16="http://schemas.microsoft.com/office/drawing/2014/main" id="{833EBDDA-AB2C-2274-D4BB-773CE92A096E}"/>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7" name="直线连接符 12056">
                <a:extLst>
                  <a:ext uri="{FF2B5EF4-FFF2-40B4-BE49-F238E27FC236}">
                    <a16:creationId xmlns:a16="http://schemas.microsoft.com/office/drawing/2014/main" id="{0F850C52-F853-0AD3-206B-6BC72D25E23D}"/>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8" name="直线连接符 12057">
                <a:extLst>
                  <a:ext uri="{FF2B5EF4-FFF2-40B4-BE49-F238E27FC236}">
                    <a16:creationId xmlns:a16="http://schemas.microsoft.com/office/drawing/2014/main" id="{69356EB6-A25F-F0AF-79E6-A6B51466C938}"/>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59" name="直线连接符 12058">
                <a:extLst>
                  <a:ext uri="{FF2B5EF4-FFF2-40B4-BE49-F238E27FC236}">
                    <a16:creationId xmlns:a16="http://schemas.microsoft.com/office/drawing/2014/main" id="{D435A002-769B-D4F8-BE8D-200F5AE516D2}"/>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60" name="直线连接符 12059">
                <a:extLst>
                  <a:ext uri="{FF2B5EF4-FFF2-40B4-BE49-F238E27FC236}">
                    <a16:creationId xmlns:a16="http://schemas.microsoft.com/office/drawing/2014/main" id="{46F0198B-C870-21D6-FDAA-0576BC1649E1}"/>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061" name="直线连接符 12060">
                <a:extLst>
                  <a:ext uri="{FF2B5EF4-FFF2-40B4-BE49-F238E27FC236}">
                    <a16:creationId xmlns:a16="http://schemas.microsoft.com/office/drawing/2014/main" id="{896A29F6-6527-3636-23CD-3F104764A6B7}"/>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062" name="直线连接符 12061">
                <a:extLst>
                  <a:ext uri="{FF2B5EF4-FFF2-40B4-BE49-F238E27FC236}">
                    <a16:creationId xmlns:a16="http://schemas.microsoft.com/office/drawing/2014/main" id="{30F8704D-30ED-6B3D-5506-3E45135EBE66}"/>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969" name="流程图: 接点 554">
              <a:extLst>
                <a:ext uri="{FF2B5EF4-FFF2-40B4-BE49-F238E27FC236}">
                  <a16:creationId xmlns:a16="http://schemas.microsoft.com/office/drawing/2014/main" id="{61FD5658-F958-A124-B32B-D32DE2C33117}"/>
                </a:ext>
              </a:extLst>
            </p:cNvPr>
            <p:cNvSpPr/>
            <p:nvPr/>
          </p:nvSpPr>
          <p:spPr>
            <a:xfrm>
              <a:off x="-2784726" y="10202616"/>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970" name="组合 11969">
              <a:extLst>
                <a:ext uri="{FF2B5EF4-FFF2-40B4-BE49-F238E27FC236}">
                  <a16:creationId xmlns:a16="http://schemas.microsoft.com/office/drawing/2014/main" id="{97D4CDCB-FEB0-A4AA-E913-52A75037D2B5}"/>
                </a:ext>
              </a:extLst>
            </p:cNvPr>
            <p:cNvGrpSpPr/>
            <p:nvPr/>
          </p:nvGrpSpPr>
          <p:grpSpPr>
            <a:xfrm>
              <a:off x="-2331323" y="9486779"/>
              <a:ext cx="419388" cy="377446"/>
              <a:chOff x="572796" y="3376774"/>
              <a:chExt cx="419388" cy="377446"/>
            </a:xfrm>
          </p:grpSpPr>
          <p:grpSp>
            <p:nvGrpSpPr>
              <p:cNvPr id="12026" name="组合 12025">
                <a:extLst>
                  <a:ext uri="{FF2B5EF4-FFF2-40B4-BE49-F238E27FC236}">
                    <a16:creationId xmlns:a16="http://schemas.microsoft.com/office/drawing/2014/main" id="{8D02E4C2-10BB-F2B2-7072-EE6DBAE193CA}"/>
                  </a:ext>
                </a:extLst>
              </p:cNvPr>
              <p:cNvGrpSpPr/>
              <p:nvPr/>
            </p:nvGrpSpPr>
            <p:grpSpPr>
              <a:xfrm>
                <a:off x="572796" y="3376774"/>
                <a:ext cx="419388" cy="377446"/>
                <a:chOff x="3493877" y="4575043"/>
                <a:chExt cx="619038" cy="543369"/>
              </a:xfrm>
            </p:grpSpPr>
            <p:sp>
              <p:nvSpPr>
                <p:cNvPr id="12044" name="流程图: 接点 571">
                  <a:extLst>
                    <a:ext uri="{FF2B5EF4-FFF2-40B4-BE49-F238E27FC236}">
                      <a16:creationId xmlns:a16="http://schemas.microsoft.com/office/drawing/2014/main" id="{2DCACE78-12D6-FE39-91ED-13F93026E007}"/>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45" name="流程图: 接点 572">
                  <a:extLst>
                    <a:ext uri="{FF2B5EF4-FFF2-40B4-BE49-F238E27FC236}">
                      <a16:creationId xmlns:a16="http://schemas.microsoft.com/office/drawing/2014/main" id="{8EBF5F08-B2B6-B3BF-8ABC-E031D7723627}"/>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027" name="直线连接符 12026">
                <a:extLst>
                  <a:ext uri="{FF2B5EF4-FFF2-40B4-BE49-F238E27FC236}">
                    <a16:creationId xmlns:a16="http://schemas.microsoft.com/office/drawing/2014/main" id="{1322B446-898B-E7BE-F775-7E1BAE7BD0FD}"/>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28" name="直线连接符 12027">
                <a:extLst>
                  <a:ext uri="{FF2B5EF4-FFF2-40B4-BE49-F238E27FC236}">
                    <a16:creationId xmlns:a16="http://schemas.microsoft.com/office/drawing/2014/main" id="{6ED99D69-5649-2C01-80B5-A6EA83F7B823}"/>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29" name="直线连接符 12028">
                <a:extLst>
                  <a:ext uri="{FF2B5EF4-FFF2-40B4-BE49-F238E27FC236}">
                    <a16:creationId xmlns:a16="http://schemas.microsoft.com/office/drawing/2014/main" id="{16E0126B-4020-78DE-D666-AAB03A94FB56}"/>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0" name="直线连接符 12029">
                <a:extLst>
                  <a:ext uri="{FF2B5EF4-FFF2-40B4-BE49-F238E27FC236}">
                    <a16:creationId xmlns:a16="http://schemas.microsoft.com/office/drawing/2014/main" id="{38614B15-6F52-259A-CF3D-543596B07A1A}"/>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1" name="直线连接符 12030">
                <a:extLst>
                  <a:ext uri="{FF2B5EF4-FFF2-40B4-BE49-F238E27FC236}">
                    <a16:creationId xmlns:a16="http://schemas.microsoft.com/office/drawing/2014/main" id="{EB602E20-C96C-F1F5-6A68-1CCEE940CEA1}"/>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2" name="直线连接符 12031">
                <a:extLst>
                  <a:ext uri="{FF2B5EF4-FFF2-40B4-BE49-F238E27FC236}">
                    <a16:creationId xmlns:a16="http://schemas.microsoft.com/office/drawing/2014/main" id="{40E75737-8D0E-89E3-41E9-43F1BD3453C9}"/>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3" name="直线连接符 12032">
                <a:extLst>
                  <a:ext uri="{FF2B5EF4-FFF2-40B4-BE49-F238E27FC236}">
                    <a16:creationId xmlns:a16="http://schemas.microsoft.com/office/drawing/2014/main" id="{C54CD452-E811-C0AA-D05C-6714F836078E}"/>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4" name="直线连接符 12033">
                <a:extLst>
                  <a:ext uri="{FF2B5EF4-FFF2-40B4-BE49-F238E27FC236}">
                    <a16:creationId xmlns:a16="http://schemas.microsoft.com/office/drawing/2014/main" id="{043D8E62-1C4E-A6DE-1D80-94D5FDB3717B}"/>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5" name="直线连接符 12034">
                <a:extLst>
                  <a:ext uri="{FF2B5EF4-FFF2-40B4-BE49-F238E27FC236}">
                    <a16:creationId xmlns:a16="http://schemas.microsoft.com/office/drawing/2014/main" id="{BB4DAFBB-6F53-4785-4D23-E54B0E58D348}"/>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6" name="直线连接符 12035">
                <a:extLst>
                  <a:ext uri="{FF2B5EF4-FFF2-40B4-BE49-F238E27FC236}">
                    <a16:creationId xmlns:a16="http://schemas.microsoft.com/office/drawing/2014/main" id="{09BF31BB-DB17-8F9A-9D3F-E6B2652D4C06}"/>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7" name="直线连接符 12036">
                <a:extLst>
                  <a:ext uri="{FF2B5EF4-FFF2-40B4-BE49-F238E27FC236}">
                    <a16:creationId xmlns:a16="http://schemas.microsoft.com/office/drawing/2014/main" id="{317F57A5-6428-C310-0C8C-125964777DEB}"/>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8" name="直线连接符 12037">
                <a:extLst>
                  <a:ext uri="{FF2B5EF4-FFF2-40B4-BE49-F238E27FC236}">
                    <a16:creationId xmlns:a16="http://schemas.microsoft.com/office/drawing/2014/main" id="{D99DD9B9-B201-6734-B880-2A7751CAFBC7}"/>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39" name="直线连接符 12038">
                <a:extLst>
                  <a:ext uri="{FF2B5EF4-FFF2-40B4-BE49-F238E27FC236}">
                    <a16:creationId xmlns:a16="http://schemas.microsoft.com/office/drawing/2014/main" id="{438F1AC1-E004-302F-2357-427FCA0D8088}"/>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40" name="直线连接符 12039">
                <a:extLst>
                  <a:ext uri="{FF2B5EF4-FFF2-40B4-BE49-F238E27FC236}">
                    <a16:creationId xmlns:a16="http://schemas.microsoft.com/office/drawing/2014/main" id="{A6D16B30-27D7-F75D-48FE-2323B660CAE0}"/>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41" name="直线连接符 12040">
                <a:extLst>
                  <a:ext uri="{FF2B5EF4-FFF2-40B4-BE49-F238E27FC236}">
                    <a16:creationId xmlns:a16="http://schemas.microsoft.com/office/drawing/2014/main" id="{0C20D5C7-2948-8AD1-EEC2-2F5AE04CC728}"/>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042" name="直线连接符 12041">
                <a:extLst>
                  <a:ext uri="{FF2B5EF4-FFF2-40B4-BE49-F238E27FC236}">
                    <a16:creationId xmlns:a16="http://schemas.microsoft.com/office/drawing/2014/main" id="{E6012F2C-0318-E3BB-446C-8FCAF4399F40}"/>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043" name="直线连接符 12042">
                <a:extLst>
                  <a:ext uri="{FF2B5EF4-FFF2-40B4-BE49-F238E27FC236}">
                    <a16:creationId xmlns:a16="http://schemas.microsoft.com/office/drawing/2014/main" id="{B0223F59-7701-99FD-1E06-4364DD1B36D7}"/>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1971" name="椭圆 11970">
              <a:extLst>
                <a:ext uri="{FF2B5EF4-FFF2-40B4-BE49-F238E27FC236}">
                  <a16:creationId xmlns:a16="http://schemas.microsoft.com/office/drawing/2014/main" id="{A7D05A6E-2FBE-DC1C-3944-B5D9528FA949}"/>
                </a:ext>
              </a:extLst>
            </p:cNvPr>
            <p:cNvSpPr/>
            <p:nvPr/>
          </p:nvSpPr>
          <p:spPr>
            <a:xfrm>
              <a:off x="-2956087" y="9755869"/>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72" name="流程图: 接点 556">
              <a:extLst>
                <a:ext uri="{FF2B5EF4-FFF2-40B4-BE49-F238E27FC236}">
                  <a16:creationId xmlns:a16="http://schemas.microsoft.com/office/drawing/2014/main" id="{9538C000-3015-7771-E9DA-5A74F4841B82}"/>
                </a:ext>
              </a:extLst>
            </p:cNvPr>
            <p:cNvSpPr/>
            <p:nvPr/>
          </p:nvSpPr>
          <p:spPr>
            <a:xfrm>
              <a:off x="-2831099" y="9377336"/>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973" name="组合 11972">
              <a:extLst>
                <a:ext uri="{FF2B5EF4-FFF2-40B4-BE49-F238E27FC236}">
                  <a16:creationId xmlns:a16="http://schemas.microsoft.com/office/drawing/2014/main" id="{BFEC7241-0691-837B-9211-BC3ED956E9F1}"/>
                </a:ext>
              </a:extLst>
            </p:cNvPr>
            <p:cNvGrpSpPr/>
            <p:nvPr/>
          </p:nvGrpSpPr>
          <p:grpSpPr>
            <a:xfrm>
              <a:off x="-3112195" y="9644581"/>
              <a:ext cx="419388" cy="487204"/>
              <a:chOff x="5768619" y="3058692"/>
              <a:chExt cx="419388" cy="487204"/>
            </a:xfrm>
          </p:grpSpPr>
          <p:sp>
            <p:nvSpPr>
              <p:cNvPr id="12007" name="流程图: 接点 571">
                <a:extLst>
                  <a:ext uri="{FF2B5EF4-FFF2-40B4-BE49-F238E27FC236}">
                    <a16:creationId xmlns:a16="http://schemas.microsoft.com/office/drawing/2014/main" id="{52961C56-4D2C-C4AD-FF3E-6031A32474D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08" name="流程图: 接点 572">
                <a:extLst>
                  <a:ext uri="{FF2B5EF4-FFF2-40B4-BE49-F238E27FC236}">
                    <a16:creationId xmlns:a16="http://schemas.microsoft.com/office/drawing/2014/main" id="{49AA51B1-6917-E243-2715-E700BA6BBB15}"/>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009" name="直线连接符 12008">
                <a:extLst>
                  <a:ext uri="{FF2B5EF4-FFF2-40B4-BE49-F238E27FC236}">
                    <a16:creationId xmlns:a16="http://schemas.microsoft.com/office/drawing/2014/main" id="{25B8E948-BFE8-6661-E0DC-F68991E3D59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0" name="直线连接符 12009">
                <a:extLst>
                  <a:ext uri="{FF2B5EF4-FFF2-40B4-BE49-F238E27FC236}">
                    <a16:creationId xmlns:a16="http://schemas.microsoft.com/office/drawing/2014/main" id="{3BD49C51-6744-1DDC-A035-D5193EB1FC7A}"/>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1" name="直线连接符 12010">
                <a:extLst>
                  <a:ext uri="{FF2B5EF4-FFF2-40B4-BE49-F238E27FC236}">
                    <a16:creationId xmlns:a16="http://schemas.microsoft.com/office/drawing/2014/main" id="{73B2E5ED-BADE-DAC9-D647-6E80E1B5D145}"/>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2" name="直线连接符 12011">
                <a:extLst>
                  <a:ext uri="{FF2B5EF4-FFF2-40B4-BE49-F238E27FC236}">
                    <a16:creationId xmlns:a16="http://schemas.microsoft.com/office/drawing/2014/main" id="{66F5C25E-E8C5-8B78-203D-7F5BCC7053E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3" name="直线连接符 12012">
                <a:extLst>
                  <a:ext uri="{FF2B5EF4-FFF2-40B4-BE49-F238E27FC236}">
                    <a16:creationId xmlns:a16="http://schemas.microsoft.com/office/drawing/2014/main" id="{7E6B81DB-0E26-972C-157F-EAD48334578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4" name="直线连接符 12013">
                <a:extLst>
                  <a:ext uri="{FF2B5EF4-FFF2-40B4-BE49-F238E27FC236}">
                    <a16:creationId xmlns:a16="http://schemas.microsoft.com/office/drawing/2014/main" id="{D966EF35-4034-6E03-2DBD-A30FB6750A8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5" name="直线连接符 12014">
                <a:extLst>
                  <a:ext uri="{FF2B5EF4-FFF2-40B4-BE49-F238E27FC236}">
                    <a16:creationId xmlns:a16="http://schemas.microsoft.com/office/drawing/2014/main" id="{55E2692E-B888-3354-CEFB-CCF39D2F1B4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6" name="直线连接符 12015">
                <a:extLst>
                  <a:ext uri="{FF2B5EF4-FFF2-40B4-BE49-F238E27FC236}">
                    <a16:creationId xmlns:a16="http://schemas.microsoft.com/office/drawing/2014/main" id="{E069813A-27AC-BE50-EDF8-CE26CE3C42E0}"/>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7" name="直线连接符 12016">
                <a:extLst>
                  <a:ext uri="{FF2B5EF4-FFF2-40B4-BE49-F238E27FC236}">
                    <a16:creationId xmlns:a16="http://schemas.microsoft.com/office/drawing/2014/main" id="{C8680DEC-4C4F-E671-A7B4-F9FD8BB719F7}"/>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8" name="直线连接符 12017">
                <a:extLst>
                  <a:ext uri="{FF2B5EF4-FFF2-40B4-BE49-F238E27FC236}">
                    <a16:creationId xmlns:a16="http://schemas.microsoft.com/office/drawing/2014/main" id="{CC85BD15-4128-6F01-D7F9-DE542690F512}"/>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19" name="直线连接符 12018">
                <a:extLst>
                  <a:ext uri="{FF2B5EF4-FFF2-40B4-BE49-F238E27FC236}">
                    <a16:creationId xmlns:a16="http://schemas.microsoft.com/office/drawing/2014/main" id="{C74533F7-D4C1-711F-7F31-218D257075C9}"/>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20" name="直线连接符 12019">
                <a:extLst>
                  <a:ext uri="{FF2B5EF4-FFF2-40B4-BE49-F238E27FC236}">
                    <a16:creationId xmlns:a16="http://schemas.microsoft.com/office/drawing/2014/main" id="{4B1EE7DC-70BE-FCB6-44A8-5BCBD167AFE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21" name="直线连接符 12020">
                <a:extLst>
                  <a:ext uri="{FF2B5EF4-FFF2-40B4-BE49-F238E27FC236}">
                    <a16:creationId xmlns:a16="http://schemas.microsoft.com/office/drawing/2014/main" id="{328968A4-6DBC-FA18-8EA5-700227C5998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22" name="直线连接符 12021">
                <a:extLst>
                  <a:ext uri="{FF2B5EF4-FFF2-40B4-BE49-F238E27FC236}">
                    <a16:creationId xmlns:a16="http://schemas.microsoft.com/office/drawing/2014/main" id="{02194994-CFE4-CF59-ABA9-12F148A5F55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23" name="直线连接符 12022">
                <a:extLst>
                  <a:ext uri="{FF2B5EF4-FFF2-40B4-BE49-F238E27FC236}">
                    <a16:creationId xmlns:a16="http://schemas.microsoft.com/office/drawing/2014/main" id="{7036CAFA-AB3B-FDF2-2F3F-90D5E676B02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024" name="直线连接符 12023">
                <a:extLst>
                  <a:ext uri="{FF2B5EF4-FFF2-40B4-BE49-F238E27FC236}">
                    <a16:creationId xmlns:a16="http://schemas.microsoft.com/office/drawing/2014/main" id="{CC4D719C-F4D9-6F55-D63D-24DCCA4328B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025" name="直线连接符 12024">
                <a:extLst>
                  <a:ext uri="{FF2B5EF4-FFF2-40B4-BE49-F238E27FC236}">
                    <a16:creationId xmlns:a16="http://schemas.microsoft.com/office/drawing/2014/main" id="{8B26A4FB-103A-EE0A-3856-F33E4721EF51}"/>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974" name="组合 11973">
              <a:extLst>
                <a:ext uri="{FF2B5EF4-FFF2-40B4-BE49-F238E27FC236}">
                  <a16:creationId xmlns:a16="http://schemas.microsoft.com/office/drawing/2014/main" id="{3ED30C90-E095-A63A-ABC2-EF4E644060B3}"/>
                </a:ext>
              </a:extLst>
            </p:cNvPr>
            <p:cNvGrpSpPr/>
            <p:nvPr/>
          </p:nvGrpSpPr>
          <p:grpSpPr>
            <a:xfrm>
              <a:off x="-1956840" y="9647673"/>
              <a:ext cx="419388" cy="487204"/>
              <a:chOff x="5768619" y="3058692"/>
              <a:chExt cx="419388" cy="487204"/>
            </a:xfrm>
          </p:grpSpPr>
          <p:sp>
            <p:nvSpPr>
              <p:cNvPr id="11988" name="流程图: 接点 571">
                <a:extLst>
                  <a:ext uri="{FF2B5EF4-FFF2-40B4-BE49-F238E27FC236}">
                    <a16:creationId xmlns:a16="http://schemas.microsoft.com/office/drawing/2014/main" id="{07C105C1-CA3D-E475-2F9C-1AA9AC1B1D1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89" name="流程图: 接点 572">
                <a:extLst>
                  <a:ext uri="{FF2B5EF4-FFF2-40B4-BE49-F238E27FC236}">
                    <a16:creationId xmlns:a16="http://schemas.microsoft.com/office/drawing/2014/main" id="{16518B9B-E2B4-C2E7-91CF-B4C8B82B9B4B}"/>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990" name="直线连接符 11989">
                <a:extLst>
                  <a:ext uri="{FF2B5EF4-FFF2-40B4-BE49-F238E27FC236}">
                    <a16:creationId xmlns:a16="http://schemas.microsoft.com/office/drawing/2014/main" id="{52B27CD7-BB1D-5571-7168-090D7EDCFDE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1" name="直线连接符 11990">
                <a:extLst>
                  <a:ext uri="{FF2B5EF4-FFF2-40B4-BE49-F238E27FC236}">
                    <a16:creationId xmlns:a16="http://schemas.microsoft.com/office/drawing/2014/main" id="{67B72709-CD03-F5B8-4177-680280F10B7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2" name="直线连接符 11991">
                <a:extLst>
                  <a:ext uri="{FF2B5EF4-FFF2-40B4-BE49-F238E27FC236}">
                    <a16:creationId xmlns:a16="http://schemas.microsoft.com/office/drawing/2014/main" id="{014CCB6D-690D-FCB5-841C-C693D40D403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3" name="直线连接符 11992">
                <a:extLst>
                  <a:ext uri="{FF2B5EF4-FFF2-40B4-BE49-F238E27FC236}">
                    <a16:creationId xmlns:a16="http://schemas.microsoft.com/office/drawing/2014/main" id="{57D6AAE1-29EF-7ACB-0A14-BF21394015F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4" name="直线连接符 11993">
                <a:extLst>
                  <a:ext uri="{FF2B5EF4-FFF2-40B4-BE49-F238E27FC236}">
                    <a16:creationId xmlns:a16="http://schemas.microsoft.com/office/drawing/2014/main" id="{2820D1F8-B04C-4F88-DC6B-F0BD91492DF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5" name="直线连接符 11994">
                <a:extLst>
                  <a:ext uri="{FF2B5EF4-FFF2-40B4-BE49-F238E27FC236}">
                    <a16:creationId xmlns:a16="http://schemas.microsoft.com/office/drawing/2014/main" id="{661DE285-4371-AE3C-4C77-690A0DD35D1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6" name="直线连接符 11995">
                <a:extLst>
                  <a:ext uri="{FF2B5EF4-FFF2-40B4-BE49-F238E27FC236}">
                    <a16:creationId xmlns:a16="http://schemas.microsoft.com/office/drawing/2014/main" id="{487F0889-6EC4-3337-63E9-4463C7A7419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7" name="直线连接符 11996">
                <a:extLst>
                  <a:ext uri="{FF2B5EF4-FFF2-40B4-BE49-F238E27FC236}">
                    <a16:creationId xmlns:a16="http://schemas.microsoft.com/office/drawing/2014/main" id="{B509283D-C0A1-612D-0F7A-AE1EFDF09B0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8" name="直线连接符 11997">
                <a:extLst>
                  <a:ext uri="{FF2B5EF4-FFF2-40B4-BE49-F238E27FC236}">
                    <a16:creationId xmlns:a16="http://schemas.microsoft.com/office/drawing/2014/main" id="{B159213D-A626-E022-82CD-3BB491BAD25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99" name="直线连接符 11998">
                <a:extLst>
                  <a:ext uri="{FF2B5EF4-FFF2-40B4-BE49-F238E27FC236}">
                    <a16:creationId xmlns:a16="http://schemas.microsoft.com/office/drawing/2014/main" id="{F37B2F12-FEB9-33B3-6C8A-D0BF89C5EC3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00" name="直线连接符 11999">
                <a:extLst>
                  <a:ext uri="{FF2B5EF4-FFF2-40B4-BE49-F238E27FC236}">
                    <a16:creationId xmlns:a16="http://schemas.microsoft.com/office/drawing/2014/main" id="{0EAB4DFE-BABB-8E18-0AC0-BD7A0674EFE5}"/>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01" name="直线连接符 12000">
                <a:extLst>
                  <a:ext uri="{FF2B5EF4-FFF2-40B4-BE49-F238E27FC236}">
                    <a16:creationId xmlns:a16="http://schemas.microsoft.com/office/drawing/2014/main" id="{B0614FEA-98C0-8BD5-9EBE-E50E2420B64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02" name="直线连接符 12001">
                <a:extLst>
                  <a:ext uri="{FF2B5EF4-FFF2-40B4-BE49-F238E27FC236}">
                    <a16:creationId xmlns:a16="http://schemas.microsoft.com/office/drawing/2014/main" id="{2B9269F3-3000-D834-1D99-596A9A2E8AC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03" name="直线连接符 12002">
                <a:extLst>
                  <a:ext uri="{FF2B5EF4-FFF2-40B4-BE49-F238E27FC236}">
                    <a16:creationId xmlns:a16="http://schemas.microsoft.com/office/drawing/2014/main" id="{6B206890-012F-74EC-2443-638585386025}"/>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04" name="直线连接符 12003">
                <a:extLst>
                  <a:ext uri="{FF2B5EF4-FFF2-40B4-BE49-F238E27FC236}">
                    <a16:creationId xmlns:a16="http://schemas.microsoft.com/office/drawing/2014/main" id="{1CBF18E1-1A7A-91D3-8891-56E9A7C1E0F3}"/>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005" name="直线连接符 12004">
                <a:extLst>
                  <a:ext uri="{FF2B5EF4-FFF2-40B4-BE49-F238E27FC236}">
                    <a16:creationId xmlns:a16="http://schemas.microsoft.com/office/drawing/2014/main" id="{91850C3C-FCE3-57DC-5168-32ABD5096E63}"/>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006" name="直线连接符 12005">
                <a:extLst>
                  <a:ext uri="{FF2B5EF4-FFF2-40B4-BE49-F238E27FC236}">
                    <a16:creationId xmlns:a16="http://schemas.microsoft.com/office/drawing/2014/main" id="{9C097F81-44D1-2FAB-D569-B34AB32251E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975" name="组合 11974">
              <a:extLst>
                <a:ext uri="{FF2B5EF4-FFF2-40B4-BE49-F238E27FC236}">
                  <a16:creationId xmlns:a16="http://schemas.microsoft.com/office/drawing/2014/main" id="{0F8DB150-31BB-DB1D-2BFB-E9D66FCF279B}"/>
                </a:ext>
              </a:extLst>
            </p:cNvPr>
            <p:cNvGrpSpPr/>
            <p:nvPr/>
          </p:nvGrpSpPr>
          <p:grpSpPr>
            <a:xfrm>
              <a:off x="-3319874" y="8541013"/>
              <a:ext cx="1973841" cy="1732229"/>
              <a:chOff x="7707547" y="3116283"/>
              <a:chExt cx="2913493" cy="2493706"/>
            </a:xfrm>
          </p:grpSpPr>
          <p:sp>
            <p:nvSpPr>
              <p:cNvPr id="11984" name="流程图: 接点 567">
                <a:extLst>
                  <a:ext uri="{FF2B5EF4-FFF2-40B4-BE49-F238E27FC236}">
                    <a16:creationId xmlns:a16="http://schemas.microsoft.com/office/drawing/2014/main" id="{80F6434A-DC45-4880-02C6-1246A96F4F21}"/>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85" name="流程图: 接点 568">
                <a:extLst>
                  <a:ext uri="{FF2B5EF4-FFF2-40B4-BE49-F238E27FC236}">
                    <a16:creationId xmlns:a16="http://schemas.microsoft.com/office/drawing/2014/main" id="{570600EE-35E9-E038-C64E-6BFBFA1EF0A6}"/>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86" name="椭圆 11985">
                <a:extLst>
                  <a:ext uri="{FF2B5EF4-FFF2-40B4-BE49-F238E27FC236}">
                    <a16:creationId xmlns:a16="http://schemas.microsoft.com/office/drawing/2014/main" id="{A236E2DE-DDAD-99E8-8DA5-0E27871008B5}"/>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87" name="椭圆 11986">
                <a:extLst>
                  <a:ext uri="{FF2B5EF4-FFF2-40B4-BE49-F238E27FC236}">
                    <a16:creationId xmlns:a16="http://schemas.microsoft.com/office/drawing/2014/main" id="{E1339511-C0D7-CB3F-E5CB-BD34F226CEFF}"/>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976" name="组合 11975">
              <a:extLst>
                <a:ext uri="{FF2B5EF4-FFF2-40B4-BE49-F238E27FC236}">
                  <a16:creationId xmlns:a16="http://schemas.microsoft.com/office/drawing/2014/main" id="{985817A4-BABD-644D-AB1C-F68A5D19FE3C}"/>
                </a:ext>
              </a:extLst>
            </p:cNvPr>
            <p:cNvGrpSpPr/>
            <p:nvPr/>
          </p:nvGrpSpPr>
          <p:grpSpPr>
            <a:xfrm>
              <a:off x="-2913203" y="8012851"/>
              <a:ext cx="1057509" cy="1052179"/>
              <a:chOff x="4649582" y="1815592"/>
              <a:chExt cx="875808" cy="967651"/>
            </a:xfrm>
            <a:scene3d>
              <a:camera prst="orthographicFront">
                <a:rot lat="600000" lon="9000000" rev="0"/>
              </a:camera>
              <a:lightRig rig="threePt" dir="t"/>
            </a:scene3d>
          </p:grpSpPr>
          <p:grpSp>
            <p:nvGrpSpPr>
              <p:cNvPr id="11980" name="组合 11979">
                <a:extLst>
                  <a:ext uri="{FF2B5EF4-FFF2-40B4-BE49-F238E27FC236}">
                    <a16:creationId xmlns:a16="http://schemas.microsoft.com/office/drawing/2014/main" id="{A2D948D3-FDCB-8628-3DE2-F5552F0BDD57}"/>
                  </a:ext>
                </a:extLst>
              </p:cNvPr>
              <p:cNvGrpSpPr/>
              <p:nvPr/>
            </p:nvGrpSpPr>
            <p:grpSpPr>
              <a:xfrm>
                <a:off x="4649590" y="1815592"/>
                <a:ext cx="875800" cy="951265"/>
                <a:chOff x="5822891" y="1795299"/>
                <a:chExt cx="1527262" cy="1731253"/>
              </a:xfrm>
              <a:solidFill>
                <a:schemeClr val="tx1">
                  <a:lumMod val="65000"/>
                  <a:lumOff val="35000"/>
                </a:schemeClr>
              </a:solidFill>
            </p:grpSpPr>
            <p:sp>
              <p:nvSpPr>
                <p:cNvPr id="11982" name="流程图: 延期 565">
                  <a:extLst>
                    <a:ext uri="{FF2B5EF4-FFF2-40B4-BE49-F238E27FC236}">
                      <a16:creationId xmlns:a16="http://schemas.microsoft.com/office/drawing/2014/main" id="{524D8A65-D9F2-19B8-96EA-644FB0F8CFC8}"/>
                    </a:ext>
                  </a:extLst>
                </p:cNvPr>
                <p:cNvSpPr/>
                <p:nvPr/>
              </p:nvSpPr>
              <p:spPr>
                <a:xfrm rot="16200000">
                  <a:off x="5720895" y="189729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83" name="流程图: 接点 566">
                  <a:extLst>
                    <a:ext uri="{FF2B5EF4-FFF2-40B4-BE49-F238E27FC236}">
                      <a16:creationId xmlns:a16="http://schemas.microsoft.com/office/drawing/2014/main" id="{A62E5394-A621-2D97-0249-852D939E9A47}"/>
                    </a:ext>
                  </a:extLst>
                </p:cNvPr>
                <p:cNvSpPr/>
                <p:nvPr/>
              </p:nvSpPr>
              <p:spPr>
                <a:xfrm>
                  <a:off x="6025278" y="199098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981" name="矩形 11980">
                <a:extLst>
                  <a:ext uri="{FF2B5EF4-FFF2-40B4-BE49-F238E27FC236}">
                    <a16:creationId xmlns:a16="http://schemas.microsoft.com/office/drawing/2014/main" id="{741B353B-32D8-0471-016D-E2C89E2199A7}"/>
                  </a:ext>
                </a:extLst>
              </p:cNvPr>
              <p:cNvSpPr/>
              <p:nvPr/>
            </p:nvSpPr>
            <p:spPr>
              <a:xfrm>
                <a:off x="4649582" y="2521801"/>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977" name="组合 11976">
              <a:extLst>
                <a:ext uri="{FF2B5EF4-FFF2-40B4-BE49-F238E27FC236}">
                  <a16:creationId xmlns:a16="http://schemas.microsoft.com/office/drawing/2014/main" id="{CFD4CBAD-3988-B126-27D1-7B0E589E34FE}"/>
                </a:ext>
              </a:extLst>
            </p:cNvPr>
            <p:cNvGrpSpPr/>
            <p:nvPr/>
          </p:nvGrpSpPr>
          <p:grpSpPr>
            <a:xfrm>
              <a:off x="-2464288" y="9251224"/>
              <a:ext cx="238182" cy="238003"/>
              <a:chOff x="5145960" y="4201202"/>
              <a:chExt cx="150892" cy="141375"/>
            </a:xfrm>
            <a:scene3d>
              <a:camera prst="orthographicFront">
                <a:rot lat="0" lon="0" rev="0"/>
              </a:camera>
              <a:lightRig rig="threePt" dir="t">
                <a:rot lat="0" lon="0" rev="0"/>
              </a:lightRig>
            </a:scene3d>
          </p:grpSpPr>
          <p:sp>
            <p:nvSpPr>
              <p:cNvPr id="11978" name="Oval 15540">
                <a:extLst>
                  <a:ext uri="{FF2B5EF4-FFF2-40B4-BE49-F238E27FC236}">
                    <a16:creationId xmlns:a16="http://schemas.microsoft.com/office/drawing/2014/main" id="{84254080-9DA9-9D4A-CB80-B9D74A3D314D}"/>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1979" name="Line 15541">
                <a:extLst>
                  <a:ext uri="{FF2B5EF4-FFF2-40B4-BE49-F238E27FC236}">
                    <a16:creationId xmlns:a16="http://schemas.microsoft.com/office/drawing/2014/main" id="{DC766063-AA1C-43DC-6D07-C85798E20CA4}"/>
                  </a:ext>
                </a:extLst>
              </p:cNvPr>
              <p:cNvCxnSpPr>
                <a:cxnSpLocks/>
                <a:stCxn id="11978" idx="1"/>
                <a:endCxn id="11978"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065" name="组合 12064">
            <a:extLst>
              <a:ext uri="{FF2B5EF4-FFF2-40B4-BE49-F238E27FC236}">
                <a16:creationId xmlns:a16="http://schemas.microsoft.com/office/drawing/2014/main" id="{B1C3C619-9AC3-5B18-398A-34A1C7BE6292}"/>
              </a:ext>
            </a:extLst>
          </p:cNvPr>
          <p:cNvGrpSpPr/>
          <p:nvPr/>
        </p:nvGrpSpPr>
        <p:grpSpPr>
          <a:xfrm>
            <a:off x="550700" y="1863542"/>
            <a:ext cx="1973841" cy="3051713"/>
            <a:chOff x="-968005" y="7949429"/>
            <a:chExt cx="1973841" cy="3051713"/>
          </a:xfrm>
        </p:grpSpPr>
        <p:grpSp>
          <p:nvGrpSpPr>
            <p:cNvPr id="12066" name="组合 12065">
              <a:extLst>
                <a:ext uri="{FF2B5EF4-FFF2-40B4-BE49-F238E27FC236}">
                  <a16:creationId xmlns:a16="http://schemas.microsoft.com/office/drawing/2014/main" id="{0D51A06C-58AE-0BC3-B262-B3E3FDC52304}"/>
                </a:ext>
              </a:extLst>
            </p:cNvPr>
            <p:cNvGrpSpPr/>
            <p:nvPr/>
          </p:nvGrpSpPr>
          <p:grpSpPr>
            <a:xfrm rot="16200000" flipV="1">
              <a:off x="-838823" y="9982741"/>
              <a:ext cx="304542" cy="264297"/>
              <a:chOff x="572796" y="3385249"/>
              <a:chExt cx="419388" cy="368973"/>
            </a:xfrm>
          </p:grpSpPr>
          <p:grpSp>
            <p:nvGrpSpPr>
              <p:cNvPr id="12144" name="组合 12143">
                <a:extLst>
                  <a:ext uri="{FF2B5EF4-FFF2-40B4-BE49-F238E27FC236}">
                    <a16:creationId xmlns:a16="http://schemas.microsoft.com/office/drawing/2014/main" id="{F9F4DE55-F988-5DDA-DE91-2CCF16B4568E}"/>
                  </a:ext>
                </a:extLst>
              </p:cNvPr>
              <p:cNvGrpSpPr/>
              <p:nvPr/>
            </p:nvGrpSpPr>
            <p:grpSpPr>
              <a:xfrm>
                <a:off x="572796" y="3385249"/>
                <a:ext cx="419388" cy="368973"/>
                <a:chOff x="3493877" y="4587241"/>
                <a:chExt cx="619038" cy="531171"/>
              </a:xfrm>
            </p:grpSpPr>
            <p:sp>
              <p:nvSpPr>
                <p:cNvPr id="12161" name="流程图: 接点 571">
                  <a:extLst>
                    <a:ext uri="{FF2B5EF4-FFF2-40B4-BE49-F238E27FC236}">
                      <a16:creationId xmlns:a16="http://schemas.microsoft.com/office/drawing/2014/main" id="{44D95E05-4462-8DA3-DCEF-4C4F98DA16A3}"/>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62" name="流程图: 接点 572">
                  <a:extLst>
                    <a:ext uri="{FF2B5EF4-FFF2-40B4-BE49-F238E27FC236}">
                      <a16:creationId xmlns:a16="http://schemas.microsoft.com/office/drawing/2014/main" id="{F4374EC4-BA71-05A9-43AE-CD7D717D9297}"/>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145" name="直线连接符 12144">
                <a:extLst>
                  <a:ext uri="{FF2B5EF4-FFF2-40B4-BE49-F238E27FC236}">
                    <a16:creationId xmlns:a16="http://schemas.microsoft.com/office/drawing/2014/main" id="{905A0D4B-D7E6-E8F2-C02A-6ED50A4E6CC3}"/>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6" name="直线连接符 12145">
                <a:extLst>
                  <a:ext uri="{FF2B5EF4-FFF2-40B4-BE49-F238E27FC236}">
                    <a16:creationId xmlns:a16="http://schemas.microsoft.com/office/drawing/2014/main" id="{A1D8FE31-7634-B85C-A67F-6048A5B02E54}"/>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7" name="直线连接符 12146">
                <a:extLst>
                  <a:ext uri="{FF2B5EF4-FFF2-40B4-BE49-F238E27FC236}">
                    <a16:creationId xmlns:a16="http://schemas.microsoft.com/office/drawing/2014/main" id="{55E9890E-E1CE-39DF-71F0-78D4FBEAC82E}"/>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8" name="直线连接符 12147">
                <a:extLst>
                  <a:ext uri="{FF2B5EF4-FFF2-40B4-BE49-F238E27FC236}">
                    <a16:creationId xmlns:a16="http://schemas.microsoft.com/office/drawing/2014/main" id="{FB1BA629-5440-CED7-C9BD-806DB8EE99FD}"/>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9" name="直线连接符 12148">
                <a:extLst>
                  <a:ext uri="{FF2B5EF4-FFF2-40B4-BE49-F238E27FC236}">
                    <a16:creationId xmlns:a16="http://schemas.microsoft.com/office/drawing/2014/main" id="{80EAEA08-BF42-386D-6637-912372B11CF4}"/>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0" name="直线连接符 12149">
                <a:extLst>
                  <a:ext uri="{FF2B5EF4-FFF2-40B4-BE49-F238E27FC236}">
                    <a16:creationId xmlns:a16="http://schemas.microsoft.com/office/drawing/2014/main" id="{05E019CC-919D-F10E-05A6-F95737271F2C}"/>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1" name="直线连接符 12150">
                <a:extLst>
                  <a:ext uri="{FF2B5EF4-FFF2-40B4-BE49-F238E27FC236}">
                    <a16:creationId xmlns:a16="http://schemas.microsoft.com/office/drawing/2014/main" id="{8D669B82-BAE4-00DC-D474-3D17E5A3E5E8}"/>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2" name="直线连接符 12151">
                <a:extLst>
                  <a:ext uri="{FF2B5EF4-FFF2-40B4-BE49-F238E27FC236}">
                    <a16:creationId xmlns:a16="http://schemas.microsoft.com/office/drawing/2014/main" id="{EF78585D-FB37-B051-C168-4694CC2F86BC}"/>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3" name="直线连接符 12152">
                <a:extLst>
                  <a:ext uri="{FF2B5EF4-FFF2-40B4-BE49-F238E27FC236}">
                    <a16:creationId xmlns:a16="http://schemas.microsoft.com/office/drawing/2014/main" id="{770BCDAF-3D76-C5DA-B69E-5B4B1F7B10C3}"/>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4" name="直线连接符 12153">
                <a:extLst>
                  <a:ext uri="{FF2B5EF4-FFF2-40B4-BE49-F238E27FC236}">
                    <a16:creationId xmlns:a16="http://schemas.microsoft.com/office/drawing/2014/main" id="{82455E03-26FA-B527-F4D9-1BC3E3D7535F}"/>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5" name="直线连接符 12154">
                <a:extLst>
                  <a:ext uri="{FF2B5EF4-FFF2-40B4-BE49-F238E27FC236}">
                    <a16:creationId xmlns:a16="http://schemas.microsoft.com/office/drawing/2014/main" id="{8135D3DD-E0C2-F5C9-EF3F-8069FDB94023}"/>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6" name="直线连接符 12155">
                <a:extLst>
                  <a:ext uri="{FF2B5EF4-FFF2-40B4-BE49-F238E27FC236}">
                    <a16:creationId xmlns:a16="http://schemas.microsoft.com/office/drawing/2014/main" id="{F50A2A22-8BB4-61BB-06D8-BACCD96BBA12}"/>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7" name="直线连接符 12156">
                <a:extLst>
                  <a:ext uri="{FF2B5EF4-FFF2-40B4-BE49-F238E27FC236}">
                    <a16:creationId xmlns:a16="http://schemas.microsoft.com/office/drawing/2014/main" id="{8B4F5B96-68CF-B772-9AD2-840CC7D54D2B}"/>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8" name="直线连接符 12157">
                <a:extLst>
                  <a:ext uri="{FF2B5EF4-FFF2-40B4-BE49-F238E27FC236}">
                    <a16:creationId xmlns:a16="http://schemas.microsoft.com/office/drawing/2014/main" id="{35BE7897-90F7-35C8-0DD2-04B61D7CF29F}"/>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59" name="直线连接符 12158">
                <a:extLst>
                  <a:ext uri="{FF2B5EF4-FFF2-40B4-BE49-F238E27FC236}">
                    <a16:creationId xmlns:a16="http://schemas.microsoft.com/office/drawing/2014/main" id="{18B06FBD-52E0-8D49-430C-C469FAA78F23}"/>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60" name="直线连接符 12159">
                <a:extLst>
                  <a:ext uri="{FF2B5EF4-FFF2-40B4-BE49-F238E27FC236}">
                    <a16:creationId xmlns:a16="http://schemas.microsoft.com/office/drawing/2014/main" id="{90EF254C-2DFD-55DD-5948-559AEDB87F5E}"/>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067" name="流程图: 接点 554">
              <a:extLst>
                <a:ext uri="{FF2B5EF4-FFF2-40B4-BE49-F238E27FC236}">
                  <a16:creationId xmlns:a16="http://schemas.microsoft.com/office/drawing/2014/main" id="{7E498EF4-C02F-CF98-03F7-9162C970965B}"/>
                </a:ext>
              </a:extLst>
            </p:cNvPr>
            <p:cNvSpPr/>
            <p:nvPr/>
          </p:nvSpPr>
          <p:spPr>
            <a:xfrm>
              <a:off x="-432857" y="10125895"/>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068" name="组合 12067">
              <a:extLst>
                <a:ext uri="{FF2B5EF4-FFF2-40B4-BE49-F238E27FC236}">
                  <a16:creationId xmlns:a16="http://schemas.microsoft.com/office/drawing/2014/main" id="{87E66849-254F-95BD-CC7F-BA2AE02F2BEE}"/>
                </a:ext>
              </a:extLst>
            </p:cNvPr>
            <p:cNvGrpSpPr/>
            <p:nvPr/>
          </p:nvGrpSpPr>
          <p:grpSpPr>
            <a:xfrm>
              <a:off x="20546" y="9410058"/>
              <a:ext cx="419388" cy="377446"/>
              <a:chOff x="572796" y="3376774"/>
              <a:chExt cx="419388" cy="377446"/>
            </a:xfrm>
          </p:grpSpPr>
          <p:grpSp>
            <p:nvGrpSpPr>
              <p:cNvPr id="12124" name="组合 12123">
                <a:extLst>
                  <a:ext uri="{FF2B5EF4-FFF2-40B4-BE49-F238E27FC236}">
                    <a16:creationId xmlns:a16="http://schemas.microsoft.com/office/drawing/2014/main" id="{A64BEB63-3A7D-5AB9-DA1F-B7D31E85D9A3}"/>
                  </a:ext>
                </a:extLst>
              </p:cNvPr>
              <p:cNvGrpSpPr/>
              <p:nvPr/>
            </p:nvGrpSpPr>
            <p:grpSpPr>
              <a:xfrm>
                <a:off x="572796" y="3376774"/>
                <a:ext cx="419388" cy="377446"/>
                <a:chOff x="3493877" y="4575043"/>
                <a:chExt cx="619038" cy="543369"/>
              </a:xfrm>
            </p:grpSpPr>
            <p:sp>
              <p:nvSpPr>
                <p:cNvPr id="12142" name="流程图: 接点 571">
                  <a:extLst>
                    <a:ext uri="{FF2B5EF4-FFF2-40B4-BE49-F238E27FC236}">
                      <a16:creationId xmlns:a16="http://schemas.microsoft.com/office/drawing/2014/main" id="{25E24B54-17A7-6C38-9BCC-C0D061CE72D6}"/>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43" name="流程图: 接点 572">
                  <a:extLst>
                    <a:ext uri="{FF2B5EF4-FFF2-40B4-BE49-F238E27FC236}">
                      <a16:creationId xmlns:a16="http://schemas.microsoft.com/office/drawing/2014/main" id="{19644264-C482-6D85-78FC-3E6624E2D3A3}"/>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125" name="直线连接符 12124">
                <a:extLst>
                  <a:ext uri="{FF2B5EF4-FFF2-40B4-BE49-F238E27FC236}">
                    <a16:creationId xmlns:a16="http://schemas.microsoft.com/office/drawing/2014/main" id="{F74B49AC-7CE1-B3FD-D61F-836B558DEBE7}"/>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26" name="直线连接符 12125">
                <a:extLst>
                  <a:ext uri="{FF2B5EF4-FFF2-40B4-BE49-F238E27FC236}">
                    <a16:creationId xmlns:a16="http://schemas.microsoft.com/office/drawing/2014/main" id="{E517767A-0B17-2664-FCFB-77E61C218604}"/>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27" name="直线连接符 12126">
                <a:extLst>
                  <a:ext uri="{FF2B5EF4-FFF2-40B4-BE49-F238E27FC236}">
                    <a16:creationId xmlns:a16="http://schemas.microsoft.com/office/drawing/2014/main" id="{1D82BD98-15A7-1F24-FEB0-F8D83022799C}"/>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28" name="直线连接符 12127">
                <a:extLst>
                  <a:ext uri="{FF2B5EF4-FFF2-40B4-BE49-F238E27FC236}">
                    <a16:creationId xmlns:a16="http://schemas.microsoft.com/office/drawing/2014/main" id="{C72731C4-4549-5934-BA78-9FFB369402D1}"/>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29" name="直线连接符 12128">
                <a:extLst>
                  <a:ext uri="{FF2B5EF4-FFF2-40B4-BE49-F238E27FC236}">
                    <a16:creationId xmlns:a16="http://schemas.microsoft.com/office/drawing/2014/main" id="{C5285BEF-8A48-B48C-519A-03231969BE21}"/>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0" name="直线连接符 12129">
                <a:extLst>
                  <a:ext uri="{FF2B5EF4-FFF2-40B4-BE49-F238E27FC236}">
                    <a16:creationId xmlns:a16="http://schemas.microsoft.com/office/drawing/2014/main" id="{E4697095-07A4-FD69-F580-0BBDF601D957}"/>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1" name="直线连接符 12130">
                <a:extLst>
                  <a:ext uri="{FF2B5EF4-FFF2-40B4-BE49-F238E27FC236}">
                    <a16:creationId xmlns:a16="http://schemas.microsoft.com/office/drawing/2014/main" id="{10CA68B7-5DAB-2B30-2992-F12A0ECBF48F}"/>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2" name="直线连接符 12131">
                <a:extLst>
                  <a:ext uri="{FF2B5EF4-FFF2-40B4-BE49-F238E27FC236}">
                    <a16:creationId xmlns:a16="http://schemas.microsoft.com/office/drawing/2014/main" id="{54D38674-AD6F-72D0-7553-E020A325A148}"/>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3" name="直线连接符 12132">
                <a:extLst>
                  <a:ext uri="{FF2B5EF4-FFF2-40B4-BE49-F238E27FC236}">
                    <a16:creationId xmlns:a16="http://schemas.microsoft.com/office/drawing/2014/main" id="{85D786FE-98E5-DFDB-9A8E-3D86875C773E}"/>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4" name="直线连接符 12133">
                <a:extLst>
                  <a:ext uri="{FF2B5EF4-FFF2-40B4-BE49-F238E27FC236}">
                    <a16:creationId xmlns:a16="http://schemas.microsoft.com/office/drawing/2014/main" id="{3BAAA1D5-AF3F-8D62-9902-504493ECCA37}"/>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5" name="直线连接符 12134">
                <a:extLst>
                  <a:ext uri="{FF2B5EF4-FFF2-40B4-BE49-F238E27FC236}">
                    <a16:creationId xmlns:a16="http://schemas.microsoft.com/office/drawing/2014/main" id="{97E37C8D-15C0-BBF2-9854-47D2C480DB06}"/>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6" name="直线连接符 12135">
                <a:extLst>
                  <a:ext uri="{FF2B5EF4-FFF2-40B4-BE49-F238E27FC236}">
                    <a16:creationId xmlns:a16="http://schemas.microsoft.com/office/drawing/2014/main" id="{EBE182E8-9B08-065B-5DCC-7EB39643E070}"/>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7" name="直线连接符 12136">
                <a:extLst>
                  <a:ext uri="{FF2B5EF4-FFF2-40B4-BE49-F238E27FC236}">
                    <a16:creationId xmlns:a16="http://schemas.microsoft.com/office/drawing/2014/main" id="{7027BBDD-86F6-6EA3-11DC-A9D4D66D3F87}"/>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8" name="直线连接符 12137">
                <a:extLst>
                  <a:ext uri="{FF2B5EF4-FFF2-40B4-BE49-F238E27FC236}">
                    <a16:creationId xmlns:a16="http://schemas.microsoft.com/office/drawing/2014/main" id="{4B586BAA-5C80-ED40-E9EF-FA2D3FE30241}"/>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9" name="直线连接符 12138">
                <a:extLst>
                  <a:ext uri="{FF2B5EF4-FFF2-40B4-BE49-F238E27FC236}">
                    <a16:creationId xmlns:a16="http://schemas.microsoft.com/office/drawing/2014/main" id="{D72F13C7-6ED2-433E-3E98-20C334D6BE69}"/>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40" name="直线连接符 12139">
                <a:extLst>
                  <a:ext uri="{FF2B5EF4-FFF2-40B4-BE49-F238E27FC236}">
                    <a16:creationId xmlns:a16="http://schemas.microsoft.com/office/drawing/2014/main" id="{9339F420-0255-973E-DB5A-26E0F1289656}"/>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41" name="直线连接符 12140">
                <a:extLst>
                  <a:ext uri="{FF2B5EF4-FFF2-40B4-BE49-F238E27FC236}">
                    <a16:creationId xmlns:a16="http://schemas.microsoft.com/office/drawing/2014/main" id="{9322B88D-F161-8B3C-6B4B-5CEA4FAD4108}"/>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069" name="椭圆 12068">
              <a:extLst>
                <a:ext uri="{FF2B5EF4-FFF2-40B4-BE49-F238E27FC236}">
                  <a16:creationId xmlns:a16="http://schemas.microsoft.com/office/drawing/2014/main" id="{CA34A1C0-DD8F-CCF6-63FC-77573F5F50FC}"/>
                </a:ext>
              </a:extLst>
            </p:cNvPr>
            <p:cNvSpPr/>
            <p:nvPr/>
          </p:nvSpPr>
          <p:spPr>
            <a:xfrm>
              <a:off x="-604218" y="9679148"/>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70" name="流程图: 接点 556">
              <a:extLst>
                <a:ext uri="{FF2B5EF4-FFF2-40B4-BE49-F238E27FC236}">
                  <a16:creationId xmlns:a16="http://schemas.microsoft.com/office/drawing/2014/main" id="{F4B51FF7-1C6E-A94C-4356-EBB0DB7807AC}"/>
                </a:ext>
              </a:extLst>
            </p:cNvPr>
            <p:cNvSpPr/>
            <p:nvPr/>
          </p:nvSpPr>
          <p:spPr>
            <a:xfrm>
              <a:off x="-479230" y="9300615"/>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071" name="组合 12070">
              <a:extLst>
                <a:ext uri="{FF2B5EF4-FFF2-40B4-BE49-F238E27FC236}">
                  <a16:creationId xmlns:a16="http://schemas.microsoft.com/office/drawing/2014/main" id="{36895F1F-965A-CD3D-F1DE-98CFF541C371}"/>
                </a:ext>
              </a:extLst>
            </p:cNvPr>
            <p:cNvGrpSpPr/>
            <p:nvPr/>
          </p:nvGrpSpPr>
          <p:grpSpPr>
            <a:xfrm>
              <a:off x="-758345" y="9573977"/>
              <a:ext cx="419388" cy="487204"/>
              <a:chOff x="5768619" y="3058692"/>
              <a:chExt cx="419388" cy="487204"/>
            </a:xfrm>
          </p:grpSpPr>
          <p:sp>
            <p:nvSpPr>
              <p:cNvPr id="12105" name="流程图: 接点 571">
                <a:extLst>
                  <a:ext uri="{FF2B5EF4-FFF2-40B4-BE49-F238E27FC236}">
                    <a16:creationId xmlns:a16="http://schemas.microsoft.com/office/drawing/2014/main" id="{3D2223AC-AF14-7D9F-5721-2824BE85303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06" name="流程图: 接点 572">
                <a:extLst>
                  <a:ext uri="{FF2B5EF4-FFF2-40B4-BE49-F238E27FC236}">
                    <a16:creationId xmlns:a16="http://schemas.microsoft.com/office/drawing/2014/main" id="{6667484B-8ECC-858D-0914-9CE40BDFB5FE}"/>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07" name="直线连接符 12106">
                <a:extLst>
                  <a:ext uri="{FF2B5EF4-FFF2-40B4-BE49-F238E27FC236}">
                    <a16:creationId xmlns:a16="http://schemas.microsoft.com/office/drawing/2014/main" id="{561F82FC-B79D-9917-4DA1-0083915B8F97}"/>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8" name="直线连接符 12107">
                <a:extLst>
                  <a:ext uri="{FF2B5EF4-FFF2-40B4-BE49-F238E27FC236}">
                    <a16:creationId xmlns:a16="http://schemas.microsoft.com/office/drawing/2014/main" id="{A5DF1B5A-022F-042E-4993-EC4888F37C6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9" name="直线连接符 12108">
                <a:extLst>
                  <a:ext uri="{FF2B5EF4-FFF2-40B4-BE49-F238E27FC236}">
                    <a16:creationId xmlns:a16="http://schemas.microsoft.com/office/drawing/2014/main" id="{F9967981-2909-E153-D9A3-8B996034B2F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0" name="直线连接符 12109">
                <a:extLst>
                  <a:ext uri="{FF2B5EF4-FFF2-40B4-BE49-F238E27FC236}">
                    <a16:creationId xmlns:a16="http://schemas.microsoft.com/office/drawing/2014/main" id="{AAC12C83-D83D-2D56-B0F4-358C7B3DC309}"/>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1" name="直线连接符 12110">
                <a:extLst>
                  <a:ext uri="{FF2B5EF4-FFF2-40B4-BE49-F238E27FC236}">
                    <a16:creationId xmlns:a16="http://schemas.microsoft.com/office/drawing/2014/main" id="{5B38119B-250C-B476-85E2-1E4348AD1B7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2" name="直线连接符 12111">
                <a:extLst>
                  <a:ext uri="{FF2B5EF4-FFF2-40B4-BE49-F238E27FC236}">
                    <a16:creationId xmlns:a16="http://schemas.microsoft.com/office/drawing/2014/main" id="{A9151CEF-FC67-0125-F280-74715A36E77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3" name="直线连接符 12112">
                <a:extLst>
                  <a:ext uri="{FF2B5EF4-FFF2-40B4-BE49-F238E27FC236}">
                    <a16:creationId xmlns:a16="http://schemas.microsoft.com/office/drawing/2014/main" id="{795236F4-147B-87E9-ECBC-8F77D0A2A22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4" name="直线连接符 12113">
                <a:extLst>
                  <a:ext uri="{FF2B5EF4-FFF2-40B4-BE49-F238E27FC236}">
                    <a16:creationId xmlns:a16="http://schemas.microsoft.com/office/drawing/2014/main" id="{588ECAB6-1642-A1A8-3990-4A5A9030E09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5" name="直线连接符 12114">
                <a:extLst>
                  <a:ext uri="{FF2B5EF4-FFF2-40B4-BE49-F238E27FC236}">
                    <a16:creationId xmlns:a16="http://schemas.microsoft.com/office/drawing/2014/main" id="{AAA654E8-3BE6-83F3-3458-470B84CBD03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6" name="直线连接符 12115">
                <a:extLst>
                  <a:ext uri="{FF2B5EF4-FFF2-40B4-BE49-F238E27FC236}">
                    <a16:creationId xmlns:a16="http://schemas.microsoft.com/office/drawing/2014/main" id="{3757BCFC-F5C6-E43C-3344-E9433291360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7" name="直线连接符 12116">
                <a:extLst>
                  <a:ext uri="{FF2B5EF4-FFF2-40B4-BE49-F238E27FC236}">
                    <a16:creationId xmlns:a16="http://schemas.microsoft.com/office/drawing/2014/main" id="{C9EE9A5B-23FE-F136-ACA5-FB1E35070FC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8" name="直线连接符 12117">
                <a:extLst>
                  <a:ext uri="{FF2B5EF4-FFF2-40B4-BE49-F238E27FC236}">
                    <a16:creationId xmlns:a16="http://schemas.microsoft.com/office/drawing/2014/main" id="{132E2CC0-2C42-0437-ADF4-76F2723E7E9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9" name="直线连接符 12118">
                <a:extLst>
                  <a:ext uri="{FF2B5EF4-FFF2-40B4-BE49-F238E27FC236}">
                    <a16:creationId xmlns:a16="http://schemas.microsoft.com/office/drawing/2014/main" id="{4C84905A-CA63-9793-BF09-7460616D0A7B}"/>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20" name="直线连接符 12119">
                <a:extLst>
                  <a:ext uri="{FF2B5EF4-FFF2-40B4-BE49-F238E27FC236}">
                    <a16:creationId xmlns:a16="http://schemas.microsoft.com/office/drawing/2014/main" id="{0D130A00-F8EF-D38F-0769-70C9B319FAFA}"/>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21" name="直线连接符 12120">
                <a:extLst>
                  <a:ext uri="{FF2B5EF4-FFF2-40B4-BE49-F238E27FC236}">
                    <a16:creationId xmlns:a16="http://schemas.microsoft.com/office/drawing/2014/main" id="{BF9AFC4A-8331-8BFE-1C00-9EB58FE8814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22" name="直线连接符 12121">
                <a:extLst>
                  <a:ext uri="{FF2B5EF4-FFF2-40B4-BE49-F238E27FC236}">
                    <a16:creationId xmlns:a16="http://schemas.microsoft.com/office/drawing/2014/main" id="{0F81C995-C28B-77F7-E771-D2D71B952CFA}"/>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23" name="直线连接符 12122">
                <a:extLst>
                  <a:ext uri="{FF2B5EF4-FFF2-40B4-BE49-F238E27FC236}">
                    <a16:creationId xmlns:a16="http://schemas.microsoft.com/office/drawing/2014/main" id="{99107497-CDBC-4BC8-2ED0-F6C171769BA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072" name="组合 12071">
              <a:extLst>
                <a:ext uri="{FF2B5EF4-FFF2-40B4-BE49-F238E27FC236}">
                  <a16:creationId xmlns:a16="http://schemas.microsoft.com/office/drawing/2014/main" id="{E7A47639-CD37-0E12-7E01-DC539F747A38}"/>
                </a:ext>
              </a:extLst>
            </p:cNvPr>
            <p:cNvGrpSpPr/>
            <p:nvPr/>
          </p:nvGrpSpPr>
          <p:grpSpPr>
            <a:xfrm>
              <a:off x="390892" y="9567050"/>
              <a:ext cx="419388" cy="487204"/>
              <a:chOff x="5768619" y="3058692"/>
              <a:chExt cx="419388" cy="487204"/>
            </a:xfrm>
          </p:grpSpPr>
          <p:sp>
            <p:nvSpPr>
              <p:cNvPr id="12086" name="流程图: 接点 571">
                <a:extLst>
                  <a:ext uri="{FF2B5EF4-FFF2-40B4-BE49-F238E27FC236}">
                    <a16:creationId xmlns:a16="http://schemas.microsoft.com/office/drawing/2014/main" id="{FC7A971E-C1DD-9AFB-7D48-FAFCFAB216DC}"/>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87" name="流程图: 接点 572">
                <a:extLst>
                  <a:ext uri="{FF2B5EF4-FFF2-40B4-BE49-F238E27FC236}">
                    <a16:creationId xmlns:a16="http://schemas.microsoft.com/office/drawing/2014/main" id="{925BA268-AC27-5A8A-8BF9-604B6A488F8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088" name="直线连接符 12087">
                <a:extLst>
                  <a:ext uri="{FF2B5EF4-FFF2-40B4-BE49-F238E27FC236}">
                    <a16:creationId xmlns:a16="http://schemas.microsoft.com/office/drawing/2014/main" id="{D1BE4C1B-95DF-B498-3F7B-F0670084DAEF}"/>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9" name="直线连接符 12088">
                <a:extLst>
                  <a:ext uri="{FF2B5EF4-FFF2-40B4-BE49-F238E27FC236}">
                    <a16:creationId xmlns:a16="http://schemas.microsoft.com/office/drawing/2014/main" id="{7B02595D-4497-49CC-426D-47E7B1FBC93F}"/>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0" name="直线连接符 12089">
                <a:extLst>
                  <a:ext uri="{FF2B5EF4-FFF2-40B4-BE49-F238E27FC236}">
                    <a16:creationId xmlns:a16="http://schemas.microsoft.com/office/drawing/2014/main" id="{1BA06ACD-DB17-5583-EC93-C1946A42B8E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1" name="直线连接符 12090">
                <a:extLst>
                  <a:ext uri="{FF2B5EF4-FFF2-40B4-BE49-F238E27FC236}">
                    <a16:creationId xmlns:a16="http://schemas.microsoft.com/office/drawing/2014/main" id="{7F54F86B-87BF-348A-848D-683AC85A73CB}"/>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2" name="直线连接符 12091">
                <a:extLst>
                  <a:ext uri="{FF2B5EF4-FFF2-40B4-BE49-F238E27FC236}">
                    <a16:creationId xmlns:a16="http://schemas.microsoft.com/office/drawing/2014/main" id="{D439CB43-B5AE-9D79-9246-4AC73985F294}"/>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3" name="直线连接符 12092">
                <a:extLst>
                  <a:ext uri="{FF2B5EF4-FFF2-40B4-BE49-F238E27FC236}">
                    <a16:creationId xmlns:a16="http://schemas.microsoft.com/office/drawing/2014/main" id="{8111E83B-96BD-592A-65C5-7BF48FC2000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4" name="直线连接符 12093">
                <a:extLst>
                  <a:ext uri="{FF2B5EF4-FFF2-40B4-BE49-F238E27FC236}">
                    <a16:creationId xmlns:a16="http://schemas.microsoft.com/office/drawing/2014/main" id="{5AE2C659-2D1E-3166-28BA-8967D389C5E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5" name="直线连接符 12094">
                <a:extLst>
                  <a:ext uri="{FF2B5EF4-FFF2-40B4-BE49-F238E27FC236}">
                    <a16:creationId xmlns:a16="http://schemas.microsoft.com/office/drawing/2014/main" id="{2E40C050-FFFC-30B7-6EC9-586B6A563D2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6" name="直线连接符 12095">
                <a:extLst>
                  <a:ext uri="{FF2B5EF4-FFF2-40B4-BE49-F238E27FC236}">
                    <a16:creationId xmlns:a16="http://schemas.microsoft.com/office/drawing/2014/main" id="{113AC891-A78F-6174-52DB-71F4F85D1C1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7" name="直线连接符 12096">
                <a:extLst>
                  <a:ext uri="{FF2B5EF4-FFF2-40B4-BE49-F238E27FC236}">
                    <a16:creationId xmlns:a16="http://schemas.microsoft.com/office/drawing/2014/main" id="{C82C70D2-C657-C738-836A-F2FC8455161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8" name="直线连接符 12097">
                <a:extLst>
                  <a:ext uri="{FF2B5EF4-FFF2-40B4-BE49-F238E27FC236}">
                    <a16:creationId xmlns:a16="http://schemas.microsoft.com/office/drawing/2014/main" id="{BDE7F736-B550-E476-EFFB-7DF9B5EAB744}"/>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9" name="直线连接符 12098">
                <a:extLst>
                  <a:ext uri="{FF2B5EF4-FFF2-40B4-BE49-F238E27FC236}">
                    <a16:creationId xmlns:a16="http://schemas.microsoft.com/office/drawing/2014/main" id="{6CEE279F-C471-00EF-6BF5-04BBB0DF9DD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0" name="直线连接符 12099">
                <a:extLst>
                  <a:ext uri="{FF2B5EF4-FFF2-40B4-BE49-F238E27FC236}">
                    <a16:creationId xmlns:a16="http://schemas.microsoft.com/office/drawing/2014/main" id="{2CBDD9ED-4C04-79B7-F2B7-0859B887499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1" name="直线连接符 12100">
                <a:extLst>
                  <a:ext uri="{FF2B5EF4-FFF2-40B4-BE49-F238E27FC236}">
                    <a16:creationId xmlns:a16="http://schemas.microsoft.com/office/drawing/2014/main" id="{D74AB1A9-5A65-1534-84F2-E8A60BDDA76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2" name="直线连接符 12101">
                <a:extLst>
                  <a:ext uri="{FF2B5EF4-FFF2-40B4-BE49-F238E27FC236}">
                    <a16:creationId xmlns:a16="http://schemas.microsoft.com/office/drawing/2014/main" id="{EA77445D-4E5F-75B0-5BD6-1F8B42E39B4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03" name="直线连接符 12102">
                <a:extLst>
                  <a:ext uri="{FF2B5EF4-FFF2-40B4-BE49-F238E27FC236}">
                    <a16:creationId xmlns:a16="http://schemas.microsoft.com/office/drawing/2014/main" id="{4CD50802-75F1-44D9-45C5-31F334862BE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04" name="直线连接符 12103">
                <a:extLst>
                  <a:ext uri="{FF2B5EF4-FFF2-40B4-BE49-F238E27FC236}">
                    <a16:creationId xmlns:a16="http://schemas.microsoft.com/office/drawing/2014/main" id="{A9F90F1B-3BB3-5CD4-5434-F23F4CFDDFD1}"/>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073" name="组合 12072">
              <a:extLst>
                <a:ext uri="{FF2B5EF4-FFF2-40B4-BE49-F238E27FC236}">
                  <a16:creationId xmlns:a16="http://schemas.microsoft.com/office/drawing/2014/main" id="{E2796E32-0DAF-132C-DDFB-D0D3AB5F1B22}"/>
                </a:ext>
              </a:extLst>
            </p:cNvPr>
            <p:cNvGrpSpPr/>
            <p:nvPr/>
          </p:nvGrpSpPr>
          <p:grpSpPr>
            <a:xfrm>
              <a:off x="-968005" y="8464292"/>
              <a:ext cx="1973841" cy="1732229"/>
              <a:chOff x="7707547" y="3116283"/>
              <a:chExt cx="2913493" cy="2493706"/>
            </a:xfrm>
          </p:grpSpPr>
          <p:sp>
            <p:nvSpPr>
              <p:cNvPr id="12082" name="流程图: 接点 567">
                <a:extLst>
                  <a:ext uri="{FF2B5EF4-FFF2-40B4-BE49-F238E27FC236}">
                    <a16:creationId xmlns:a16="http://schemas.microsoft.com/office/drawing/2014/main" id="{6C1C9080-8C64-C599-033E-8A3DB26F99AB}"/>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83" name="流程图: 接点 568">
                <a:extLst>
                  <a:ext uri="{FF2B5EF4-FFF2-40B4-BE49-F238E27FC236}">
                    <a16:creationId xmlns:a16="http://schemas.microsoft.com/office/drawing/2014/main" id="{DE60D3BD-B05A-4D8E-1073-D5ECB10FEEAB}"/>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84" name="椭圆 12083">
                <a:extLst>
                  <a:ext uri="{FF2B5EF4-FFF2-40B4-BE49-F238E27FC236}">
                    <a16:creationId xmlns:a16="http://schemas.microsoft.com/office/drawing/2014/main" id="{19A5E83F-1640-A122-25A0-CEB7B5AA2BAC}"/>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85" name="椭圆 12084">
                <a:extLst>
                  <a:ext uri="{FF2B5EF4-FFF2-40B4-BE49-F238E27FC236}">
                    <a16:creationId xmlns:a16="http://schemas.microsoft.com/office/drawing/2014/main" id="{1F8C3D06-324F-3588-EFD2-3A8A1C7EE7E4}"/>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074" name="组合 12073">
              <a:extLst>
                <a:ext uri="{FF2B5EF4-FFF2-40B4-BE49-F238E27FC236}">
                  <a16:creationId xmlns:a16="http://schemas.microsoft.com/office/drawing/2014/main" id="{EF36D16E-F294-336C-FF68-221A2CD7E316}"/>
                </a:ext>
              </a:extLst>
            </p:cNvPr>
            <p:cNvGrpSpPr/>
            <p:nvPr/>
          </p:nvGrpSpPr>
          <p:grpSpPr>
            <a:xfrm>
              <a:off x="-601937" y="7949429"/>
              <a:ext cx="1057515" cy="1052178"/>
              <a:chOff x="4635551" y="1841034"/>
              <a:chExt cx="875815" cy="967650"/>
            </a:xfrm>
            <a:scene3d>
              <a:camera prst="orthographicFront">
                <a:rot lat="600000" lon="8550000" rev="0"/>
              </a:camera>
              <a:lightRig rig="threePt" dir="t"/>
            </a:scene3d>
          </p:grpSpPr>
          <p:grpSp>
            <p:nvGrpSpPr>
              <p:cNvPr id="12078" name="组合 12077">
                <a:extLst>
                  <a:ext uri="{FF2B5EF4-FFF2-40B4-BE49-F238E27FC236}">
                    <a16:creationId xmlns:a16="http://schemas.microsoft.com/office/drawing/2014/main" id="{5DFE5BC7-CCCD-134A-45CE-454DB062D306}"/>
                  </a:ext>
                </a:extLst>
              </p:cNvPr>
              <p:cNvGrpSpPr/>
              <p:nvPr/>
            </p:nvGrpSpPr>
            <p:grpSpPr>
              <a:xfrm>
                <a:off x="4635566" y="1841034"/>
                <a:ext cx="875800" cy="951265"/>
                <a:chOff x="5798446" y="1841604"/>
                <a:chExt cx="1527262" cy="1731253"/>
              </a:xfrm>
              <a:solidFill>
                <a:schemeClr val="tx1">
                  <a:lumMod val="65000"/>
                  <a:lumOff val="35000"/>
                </a:schemeClr>
              </a:solidFill>
            </p:grpSpPr>
            <p:sp>
              <p:nvSpPr>
                <p:cNvPr id="12080" name="流程图: 延期 565">
                  <a:extLst>
                    <a:ext uri="{FF2B5EF4-FFF2-40B4-BE49-F238E27FC236}">
                      <a16:creationId xmlns:a16="http://schemas.microsoft.com/office/drawing/2014/main" id="{9F7545A4-2B4D-E12D-686F-4377724B9F49}"/>
                    </a:ext>
                  </a:extLst>
                </p:cNvPr>
                <p:cNvSpPr/>
                <p:nvPr/>
              </p:nvSpPr>
              <p:spPr>
                <a:xfrm rot="16200000">
                  <a:off x="5696450" y="1943600"/>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81" name="流程图: 接点 566">
                  <a:extLst>
                    <a:ext uri="{FF2B5EF4-FFF2-40B4-BE49-F238E27FC236}">
                      <a16:creationId xmlns:a16="http://schemas.microsoft.com/office/drawing/2014/main" id="{771D1CB3-5026-AD91-E539-28E4DB8C0D62}"/>
                    </a:ext>
                  </a:extLst>
                </p:cNvPr>
                <p:cNvSpPr/>
                <p:nvPr/>
              </p:nvSpPr>
              <p:spPr>
                <a:xfrm>
                  <a:off x="6000844" y="2037294"/>
                  <a:ext cx="1122471"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079" name="矩形 12078">
                <a:extLst>
                  <a:ext uri="{FF2B5EF4-FFF2-40B4-BE49-F238E27FC236}">
                    <a16:creationId xmlns:a16="http://schemas.microsoft.com/office/drawing/2014/main" id="{829DE596-BFC3-70C2-B233-419CE843F3C5}"/>
                  </a:ext>
                </a:extLst>
              </p:cNvPr>
              <p:cNvSpPr/>
              <p:nvPr/>
            </p:nvSpPr>
            <p:spPr>
              <a:xfrm>
                <a:off x="4635551" y="254724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075" name="组合 12074">
              <a:extLst>
                <a:ext uri="{FF2B5EF4-FFF2-40B4-BE49-F238E27FC236}">
                  <a16:creationId xmlns:a16="http://schemas.microsoft.com/office/drawing/2014/main" id="{548E1ABA-72E5-7874-6694-C19CD0368F33}"/>
                </a:ext>
              </a:extLst>
            </p:cNvPr>
            <p:cNvGrpSpPr/>
            <p:nvPr/>
          </p:nvGrpSpPr>
          <p:grpSpPr>
            <a:xfrm>
              <a:off x="-20081" y="9181613"/>
              <a:ext cx="238182" cy="238003"/>
              <a:chOff x="5145960" y="4201202"/>
              <a:chExt cx="150892" cy="141375"/>
            </a:xfrm>
            <a:scene3d>
              <a:camera prst="orthographicFront">
                <a:rot lat="0" lon="21150000" rev="0"/>
              </a:camera>
              <a:lightRig rig="threePt" dir="t">
                <a:rot lat="0" lon="0" rev="0"/>
              </a:lightRig>
            </a:scene3d>
          </p:grpSpPr>
          <p:sp>
            <p:nvSpPr>
              <p:cNvPr id="12076" name="Oval 15540">
                <a:extLst>
                  <a:ext uri="{FF2B5EF4-FFF2-40B4-BE49-F238E27FC236}">
                    <a16:creationId xmlns:a16="http://schemas.microsoft.com/office/drawing/2014/main" id="{15BA0AA0-9E42-5F3B-1527-5693459AB42F}"/>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077" name="Line 15541">
                <a:extLst>
                  <a:ext uri="{FF2B5EF4-FFF2-40B4-BE49-F238E27FC236}">
                    <a16:creationId xmlns:a16="http://schemas.microsoft.com/office/drawing/2014/main" id="{3050FFC3-43CA-166A-E5FE-2A06D5EDE465}"/>
                  </a:ext>
                </a:extLst>
              </p:cNvPr>
              <p:cNvCxnSpPr>
                <a:cxnSpLocks/>
                <a:stCxn id="12076" idx="1"/>
                <a:endCxn id="12076"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163" name="组合 12162">
            <a:extLst>
              <a:ext uri="{FF2B5EF4-FFF2-40B4-BE49-F238E27FC236}">
                <a16:creationId xmlns:a16="http://schemas.microsoft.com/office/drawing/2014/main" id="{0F4D6BBC-A31A-3ED1-07D8-C6660BA22A82}"/>
              </a:ext>
            </a:extLst>
          </p:cNvPr>
          <p:cNvGrpSpPr/>
          <p:nvPr/>
        </p:nvGrpSpPr>
        <p:grpSpPr>
          <a:xfrm>
            <a:off x="550700" y="1876069"/>
            <a:ext cx="1973841" cy="3039186"/>
            <a:chOff x="1273061" y="7952703"/>
            <a:chExt cx="1973841" cy="3039186"/>
          </a:xfrm>
        </p:grpSpPr>
        <p:grpSp>
          <p:nvGrpSpPr>
            <p:cNvPr id="12164" name="组合 12163">
              <a:extLst>
                <a:ext uri="{FF2B5EF4-FFF2-40B4-BE49-F238E27FC236}">
                  <a16:creationId xmlns:a16="http://schemas.microsoft.com/office/drawing/2014/main" id="{841E1981-EAF3-F6F3-C79A-AC633CEC6544}"/>
                </a:ext>
              </a:extLst>
            </p:cNvPr>
            <p:cNvGrpSpPr/>
            <p:nvPr/>
          </p:nvGrpSpPr>
          <p:grpSpPr>
            <a:xfrm rot="16200000" flipV="1">
              <a:off x="1393447" y="9967186"/>
              <a:ext cx="304542" cy="264297"/>
              <a:chOff x="572796" y="3385249"/>
              <a:chExt cx="419388" cy="368973"/>
            </a:xfrm>
          </p:grpSpPr>
          <p:grpSp>
            <p:nvGrpSpPr>
              <p:cNvPr id="12242" name="组合 12241">
                <a:extLst>
                  <a:ext uri="{FF2B5EF4-FFF2-40B4-BE49-F238E27FC236}">
                    <a16:creationId xmlns:a16="http://schemas.microsoft.com/office/drawing/2014/main" id="{BFA38228-CA6E-79EC-6EB3-95B84E6DF4A8}"/>
                  </a:ext>
                </a:extLst>
              </p:cNvPr>
              <p:cNvGrpSpPr/>
              <p:nvPr/>
            </p:nvGrpSpPr>
            <p:grpSpPr>
              <a:xfrm>
                <a:off x="572796" y="3385249"/>
                <a:ext cx="419388" cy="368973"/>
                <a:chOff x="3493877" y="4587241"/>
                <a:chExt cx="619038" cy="531171"/>
              </a:xfrm>
            </p:grpSpPr>
            <p:sp>
              <p:nvSpPr>
                <p:cNvPr id="12259" name="流程图: 接点 571">
                  <a:extLst>
                    <a:ext uri="{FF2B5EF4-FFF2-40B4-BE49-F238E27FC236}">
                      <a16:creationId xmlns:a16="http://schemas.microsoft.com/office/drawing/2014/main" id="{C29EF6C4-21A2-2891-FFEA-A2B2D8FBC217}"/>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60" name="流程图: 接点 572">
                  <a:extLst>
                    <a:ext uri="{FF2B5EF4-FFF2-40B4-BE49-F238E27FC236}">
                      <a16:creationId xmlns:a16="http://schemas.microsoft.com/office/drawing/2014/main" id="{5226C39A-398B-580A-1050-B9032E19DC05}"/>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243" name="直线连接符 12242">
                <a:extLst>
                  <a:ext uri="{FF2B5EF4-FFF2-40B4-BE49-F238E27FC236}">
                    <a16:creationId xmlns:a16="http://schemas.microsoft.com/office/drawing/2014/main" id="{5B09A43C-4FC4-D550-4976-77E859AE13E4}"/>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4" name="直线连接符 12243">
                <a:extLst>
                  <a:ext uri="{FF2B5EF4-FFF2-40B4-BE49-F238E27FC236}">
                    <a16:creationId xmlns:a16="http://schemas.microsoft.com/office/drawing/2014/main" id="{A2B8C128-7DAC-3A93-B73F-E380919AAECE}"/>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5" name="直线连接符 12244">
                <a:extLst>
                  <a:ext uri="{FF2B5EF4-FFF2-40B4-BE49-F238E27FC236}">
                    <a16:creationId xmlns:a16="http://schemas.microsoft.com/office/drawing/2014/main" id="{0CEE3C7B-070A-37B9-F015-D2C65EE0B6E3}"/>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6" name="直线连接符 12245">
                <a:extLst>
                  <a:ext uri="{FF2B5EF4-FFF2-40B4-BE49-F238E27FC236}">
                    <a16:creationId xmlns:a16="http://schemas.microsoft.com/office/drawing/2014/main" id="{FE5EFC57-F73E-CDB7-81E2-E9FC83EF26FC}"/>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7" name="直线连接符 12246">
                <a:extLst>
                  <a:ext uri="{FF2B5EF4-FFF2-40B4-BE49-F238E27FC236}">
                    <a16:creationId xmlns:a16="http://schemas.microsoft.com/office/drawing/2014/main" id="{F91375A0-85D1-FA2A-88A2-F09892C5DD99}"/>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8" name="直线连接符 12247">
                <a:extLst>
                  <a:ext uri="{FF2B5EF4-FFF2-40B4-BE49-F238E27FC236}">
                    <a16:creationId xmlns:a16="http://schemas.microsoft.com/office/drawing/2014/main" id="{F1025BF5-7CC9-4DDA-2F42-4E118813132F}"/>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9" name="直线连接符 12248">
                <a:extLst>
                  <a:ext uri="{FF2B5EF4-FFF2-40B4-BE49-F238E27FC236}">
                    <a16:creationId xmlns:a16="http://schemas.microsoft.com/office/drawing/2014/main" id="{6AF1EAF1-47A8-B1B5-DAF3-BF4E652CA591}"/>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0" name="直线连接符 12249">
                <a:extLst>
                  <a:ext uri="{FF2B5EF4-FFF2-40B4-BE49-F238E27FC236}">
                    <a16:creationId xmlns:a16="http://schemas.microsoft.com/office/drawing/2014/main" id="{A2D2303E-28B0-C06E-576C-806356DE428E}"/>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1" name="直线连接符 12250">
                <a:extLst>
                  <a:ext uri="{FF2B5EF4-FFF2-40B4-BE49-F238E27FC236}">
                    <a16:creationId xmlns:a16="http://schemas.microsoft.com/office/drawing/2014/main" id="{EE62CD9A-275A-9F9C-187B-B7FD940C0992}"/>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2" name="直线连接符 12251">
                <a:extLst>
                  <a:ext uri="{FF2B5EF4-FFF2-40B4-BE49-F238E27FC236}">
                    <a16:creationId xmlns:a16="http://schemas.microsoft.com/office/drawing/2014/main" id="{C67E76DD-BF04-C820-B680-9FC1FDEA998F}"/>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3" name="直线连接符 12252">
                <a:extLst>
                  <a:ext uri="{FF2B5EF4-FFF2-40B4-BE49-F238E27FC236}">
                    <a16:creationId xmlns:a16="http://schemas.microsoft.com/office/drawing/2014/main" id="{65F63765-4DDF-EAFF-4F2C-AA5C0ACA6976}"/>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4" name="直线连接符 12253">
                <a:extLst>
                  <a:ext uri="{FF2B5EF4-FFF2-40B4-BE49-F238E27FC236}">
                    <a16:creationId xmlns:a16="http://schemas.microsoft.com/office/drawing/2014/main" id="{E912F6FD-BC24-3A70-783A-2ADC43DFC0F2}"/>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5" name="直线连接符 12254">
                <a:extLst>
                  <a:ext uri="{FF2B5EF4-FFF2-40B4-BE49-F238E27FC236}">
                    <a16:creationId xmlns:a16="http://schemas.microsoft.com/office/drawing/2014/main" id="{A235E522-6EA5-6D3E-B802-8E32E4CF0FBE}"/>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6" name="直线连接符 12255">
                <a:extLst>
                  <a:ext uri="{FF2B5EF4-FFF2-40B4-BE49-F238E27FC236}">
                    <a16:creationId xmlns:a16="http://schemas.microsoft.com/office/drawing/2014/main" id="{EC1F2D7B-54E0-B5E2-CCFD-32D059F9A5A7}"/>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57" name="直线连接符 12256">
                <a:extLst>
                  <a:ext uri="{FF2B5EF4-FFF2-40B4-BE49-F238E27FC236}">
                    <a16:creationId xmlns:a16="http://schemas.microsoft.com/office/drawing/2014/main" id="{995F7C65-D4F7-04FA-A05D-7A00D141844B}"/>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258" name="直线连接符 12257">
                <a:extLst>
                  <a:ext uri="{FF2B5EF4-FFF2-40B4-BE49-F238E27FC236}">
                    <a16:creationId xmlns:a16="http://schemas.microsoft.com/office/drawing/2014/main" id="{78D30F50-F93F-BA2D-5248-1BED0D29B4BF}"/>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165" name="流程图: 接点 554">
              <a:extLst>
                <a:ext uri="{FF2B5EF4-FFF2-40B4-BE49-F238E27FC236}">
                  <a16:creationId xmlns:a16="http://schemas.microsoft.com/office/drawing/2014/main" id="{3B4871E7-A7F0-80FC-C1F4-B05C75CFBAE9}"/>
                </a:ext>
              </a:extLst>
            </p:cNvPr>
            <p:cNvSpPr/>
            <p:nvPr/>
          </p:nvSpPr>
          <p:spPr>
            <a:xfrm>
              <a:off x="1808209" y="1011664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66" name="椭圆 12165">
              <a:extLst>
                <a:ext uri="{FF2B5EF4-FFF2-40B4-BE49-F238E27FC236}">
                  <a16:creationId xmlns:a16="http://schemas.microsoft.com/office/drawing/2014/main" id="{80A9DC59-5DFD-2084-7C0C-D4B0694AD1C4}"/>
                </a:ext>
              </a:extLst>
            </p:cNvPr>
            <p:cNvSpPr/>
            <p:nvPr/>
          </p:nvSpPr>
          <p:spPr>
            <a:xfrm>
              <a:off x="1636848" y="966989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167" name="组合 12166">
              <a:extLst>
                <a:ext uri="{FF2B5EF4-FFF2-40B4-BE49-F238E27FC236}">
                  <a16:creationId xmlns:a16="http://schemas.microsoft.com/office/drawing/2014/main" id="{AA71B7E2-5091-E5B7-DCE9-ED0DFBFE6A1D}"/>
                </a:ext>
              </a:extLst>
            </p:cNvPr>
            <p:cNvGrpSpPr/>
            <p:nvPr/>
          </p:nvGrpSpPr>
          <p:grpSpPr>
            <a:xfrm>
              <a:off x="2206431" y="9400805"/>
              <a:ext cx="419388" cy="377446"/>
              <a:chOff x="572796" y="3376774"/>
              <a:chExt cx="419388" cy="377446"/>
            </a:xfrm>
          </p:grpSpPr>
          <p:grpSp>
            <p:nvGrpSpPr>
              <p:cNvPr id="12222" name="组合 12221">
                <a:extLst>
                  <a:ext uri="{FF2B5EF4-FFF2-40B4-BE49-F238E27FC236}">
                    <a16:creationId xmlns:a16="http://schemas.microsoft.com/office/drawing/2014/main" id="{11D37438-EAF0-77F3-0668-870D62F84032}"/>
                  </a:ext>
                </a:extLst>
              </p:cNvPr>
              <p:cNvGrpSpPr/>
              <p:nvPr/>
            </p:nvGrpSpPr>
            <p:grpSpPr>
              <a:xfrm>
                <a:off x="572796" y="3376774"/>
                <a:ext cx="419388" cy="377446"/>
                <a:chOff x="3493877" y="4575043"/>
                <a:chExt cx="619038" cy="543369"/>
              </a:xfrm>
            </p:grpSpPr>
            <p:sp>
              <p:nvSpPr>
                <p:cNvPr id="12240" name="流程图: 接点 571">
                  <a:extLst>
                    <a:ext uri="{FF2B5EF4-FFF2-40B4-BE49-F238E27FC236}">
                      <a16:creationId xmlns:a16="http://schemas.microsoft.com/office/drawing/2014/main" id="{A42FE223-4684-B358-0B65-57C3ED938A03}"/>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41" name="流程图: 接点 572">
                  <a:extLst>
                    <a:ext uri="{FF2B5EF4-FFF2-40B4-BE49-F238E27FC236}">
                      <a16:creationId xmlns:a16="http://schemas.microsoft.com/office/drawing/2014/main" id="{9E0E2888-406A-684A-62C3-387AB7179A6B}"/>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223" name="直线连接符 12222">
                <a:extLst>
                  <a:ext uri="{FF2B5EF4-FFF2-40B4-BE49-F238E27FC236}">
                    <a16:creationId xmlns:a16="http://schemas.microsoft.com/office/drawing/2014/main" id="{4178292B-DE39-756D-A707-3DCE39AB9F70}"/>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4" name="直线连接符 12223">
                <a:extLst>
                  <a:ext uri="{FF2B5EF4-FFF2-40B4-BE49-F238E27FC236}">
                    <a16:creationId xmlns:a16="http://schemas.microsoft.com/office/drawing/2014/main" id="{5B3EBACE-899B-217F-603F-5FCF3ABC7082}"/>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5" name="直线连接符 12224">
                <a:extLst>
                  <a:ext uri="{FF2B5EF4-FFF2-40B4-BE49-F238E27FC236}">
                    <a16:creationId xmlns:a16="http://schemas.microsoft.com/office/drawing/2014/main" id="{23FA7521-6D2E-AF3B-4541-489B114BFCCC}"/>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6" name="直线连接符 12225">
                <a:extLst>
                  <a:ext uri="{FF2B5EF4-FFF2-40B4-BE49-F238E27FC236}">
                    <a16:creationId xmlns:a16="http://schemas.microsoft.com/office/drawing/2014/main" id="{32637D00-E57D-FDF7-F440-396DE941BC9D}"/>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7" name="直线连接符 12226">
                <a:extLst>
                  <a:ext uri="{FF2B5EF4-FFF2-40B4-BE49-F238E27FC236}">
                    <a16:creationId xmlns:a16="http://schemas.microsoft.com/office/drawing/2014/main" id="{A69ADBB1-C6BB-2E4C-5B77-1620BF8BB942}"/>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8" name="直线连接符 12227">
                <a:extLst>
                  <a:ext uri="{FF2B5EF4-FFF2-40B4-BE49-F238E27FC236}">
                    <a16:creationId xmlns:a16="http://schemas.microsoft.com/office/drawing/2014/main" id="{2F47547A-3A71-5B2D-4401-37A5EC958993}"/>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9" name="直线连接符 12228">
                <a:extLst>
                  <a:ext uri="{FF2B5EF4-FFF2-40B4-BE49-F238E27FC236}">
                    <a16:creationId xmlns:a16="http://schemas.microsoft.com/office/drawing/2014/main" id="{E8A3CB69-340B-A802-9168-5AC6074D4EB2}"/>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0" name="直线连接符 12229">
                <a:extLst>
                  <a:ext uri="{FF2B5EF4-FFF2-40B4-BE49-F238E27FC236}">
                    <a16:creationId xmlns:a16="http://schemas.microsoft.com/office/drawing/2014/main" id="{B1B20B64-7CA4-F212-EEA5-A0FE15CA8E9F}"/>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1" name="直线连接符 12230">
                <a:extLst>
                  <a:ext uri="{FF2B5EF4-FFF2-40B4-BE49-F238E27FC236}">
                    <a16:creationId xmlns:a16="http://schemas.microsoft.com/office/drawing/2014/main" id="{2CBDEAF9-3AE2-0F70-1B50-A441B448FDAE}"/>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2" name="直线连接符 12231">
                <a:extLst>
                  <a:ext uri="{FF2B5EF4-FFF2-40B4-BE49-F238E27FC236}">
                    <a16:creationId xmlns:a16="http://schemas.microsoft.com/office/drawing/2014/main" id="{C95E3F04-672B-19B5-A22D-488455311D12}"/>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3" name="直线连接符 12232">
                <a:extLst>
                  <a:ext uri="{FF2B5EF4-FFF2-40B4-BE49-F238E27FC236}">
                    <a16:creationId xmlns:a16="http://schemas.microsoft.com/office/drawing/2014/main" id="{0086CBB0-FE7D-6C83-4285-3E28430C937B}"/>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4" name="直线连接符 12233">
                <a:extLst>
                  <a:ext uri="{FF2B5EF4-FFF2-40B4-BE49-F238E27FC236}">
                    <a16:creationId xmlns:a16="http://schemas.microsoft.com/office/drawing/2014/main" id="{C5A13E6B-2266-3D0A-6DB5-7FF1A1D74323}"/>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5" name="直线连接符 12234">
                <a:extLst>
                  <a:ext uri="{FF2B5EF4-FFF2-40B4-BE49-F238E27FC236}">
                    <a16:creationId xmlns:a16="http://schemas.microsoft.com/office/drawing/2014/main" id="{21E6CC4E-29C0-A464-926E-97330BE9602E}"/>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6" name="直线连接符 12235">
                <a:extLst>
                  <a:ext uri="{FF2B5EF4-FFF2-40B4-BE49-F238E27FC236}">
                    <a16:creationId xmlns:a16="http://schemas.microsoft.com/office/drawing/2014/main" id="{2352C2C6-2E8E-FE58-AE4F-33BAA2CAD71F}"/>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7" name="直线连接符 12236">
                <a:extLst>
                  <a:ext uri="{FF2B5EF4-FFF2-40B4-BE49-F238E27FC236}">
                    <a16:creationId xmlns:a16="http://schemas.microsoft.com/office/drawing/2014/main" id="{90165CE4-31E9-2237-ADEF-6AE7FDDF961E}"/>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38" name="直线连接符 12237">
                <a:extLst>
                  <a:ext uri="{FF2B5EF4-FFF2-40B4-BE49-F238E27FC236}">
                    <a16:creationId xmlns:a16="http://schemas.microsoft.com/office/drawing/2014/main" id="{EBEDDC7C-AF6D-BAD2-43BB-FF708B05BD21}"/>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239" name="直线连接符 12238">
                <a:extLst>
                  <a:ext uri="{FF2B5EF4-FFF2-40B4-BE49-F238E27FC236}">
                    <a16:creationId xmlns:a16="http://schemas.microsoft.com/office/drawing/2014/main" id="{C9BDC454-E005-9ED5-382F-832FFA4BCE13}"/>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168" name="流程图: 接点 556">
              <a:extLst>
                <a:ext uri="{FF2B5EF4-FFF2-40B4-BE49-F238E27FC236}">
                  <a16:creationId xmlns:a16="http://schemas.microsoft.com/office/drawing/2014/main" id="{4DD71559-A15B-8EB6-BD83-E2FC0BFCDAAA}"/>
                </a:ext>
              </a:extLst>
            </p:cNvPr>
            <p:cNvSpPr/>
            <p:nvPr/>
          </p:nvSpPr>
          <p:spPr>
            <a:xfrm>
              <a:off x="1761836" y="929136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169" name="组合 12168">
              <a:extLst>
                <a:ext uri="{FF2B5EF4-FFF2-40B4-BE49-F238E27FC236}">
                  <a16:creationId xmlns:a16="http://schemas.microsoft.com/office/drawing/2014/main" id="{423AFC27-9200-0496-D12E-297F94E92EC0}"/>
                </a:ext>
              </a:extLst>
            </p:cNvPr>
            <p:cNvGrpSpPr/>
            <p:nvPr/>
          </p:nvGrpSpPr>
          <p:grpSpPr>
            <a:xfrm>
              <a:off x="1541614" y="9584423"/>
              <a:ext cx="419388" cy="487204"/>
              <a:chOff x="5768619" y="3058692"/>
              <a:chExt cx="419388" cy="487204"/>
            </a:xfrm>
          </p:grpSpPr>
          <p:sp>
            <p:nvSpPr>
              <p:cNvPr id="12203" name="流程图: 接点 571">
                <a:extLst>
                  <a:ext uri="{FF2B5EF4-FFF2-40B4-BE49-F238E27FC236}">
                    <a16:creationId xmlns:a16="http://schemas.microsoft.com/office/drawing/2014/main" id="{8EEFBF88-DE35-3842-9CF1-C9AA266BCCC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04" name="流程图: 接点 572">
                <a:extLst>
                  <a:ext uri="{FF2B5EF4-FFF2-40B4-BE49-F238E27FC236}">
                    <a16:creationId xmlns:a16="http://schemas.microsoft.com/office/drawing/2014/main" id="{EF92BD57-993F-C98E-FD16-DCC7764C8C31}"/>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05" name="直线连接符 12204">
                <a:extLst>
                  <a:ext uri="{FF2B5EF4-FFF2-40B4-BE49-F238E27FC236}">
                    <a16:creationId xmlns:a16="http://schemas.microsoft.com/office/drawing/2014/main" id="{AEDA0962-EE51-3E02-D2FB-0258FD004AE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06" name="直线连接符 12205">
                <a:extLst>
                  <a:ext uri="{FF2B5EF4-FFF2-40B4-BE49-F238E27FC236}">
                    <a16:creationId xmlns:a16="http://schemas.microsoft.com/office/drawing/2014/main" id="{A8E92A9F-DABE-8E8F-0542-0CA178840DF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07" name="直线连接符 12206">
                <a:extLst>
                  <a:ext uri="{FF2B5EF4-FFF2-40B4-BE49-F238E27FC236}">
                    <a16:creationId xmlns:a16="http://schemas.microsoft.com/office/drawing/2014/main" id="{1094C8AC-A674-410D-17C4-42C0089B23C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08" name="直线连接符 12207">
                <a:extLst>
                  <a:ext uri="{FF2B5EF4-FFF2-40B4-BE49-F238E27FC236}">
                    <a16:creationId xmlns:a16="http://schemas.microsoft.com/office/drawing/2014/main" id="{B19BFE76-A2E7-663B-8CE3-E2DDFF5EBCC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09" name="直线连接符 12208">
                <a:extLst>
                  <a:ext uri="{FF2B5EF4-FFF2-40B4-BE49-F238E27FC236}">
                    <a16:creationId xmlns:a16="http://schemas.microsoft.com/office/drawing/2014/main" id="{FF02AC77-3269-5C32-CC9D-8F011AC4AA2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0" name="直线连接符 12209">
                <a:extLst>
                  <a:ext uri="{FF2B5EF4-FFF2-40B4-BE49-F238E27FC236}">
                    <a16:creationId xmlns:a16="http://schemas.microsoft.com/office/drawing/2014/main" id="{47A49F77-0B5F-CBA8-9B07-4A693007D7B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1" name="直线连接符 12210">
                <a:extLst>
                  <a:ext uri="{FF2B5EF4-FFF2-40B4-BE49-F238E27FC236}">
                    <a16:creationId xmlns:a16="http://schemas.microsoft.com/office/drawing/2014/main" id="{0B6E3FB2-6921-6571-4962-439CB3BB49F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2" name="直线连接符 12211">
                <a:extLst>
                  <a:ext uri="{FF2B5EF4-FFF2-40B4-BE49-F238E27FC236}">
                    <a16:creationId xmlns:a16="http://schemas.microsoft.com/office/drawing/2014/main" id="{2708767E-E16C-3BD7-878B-495BF9CF41F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3" name="直线连接符 12212">
                <a:extLst>
                  <a:ext uri="{FF2B5EF4-FFF2-40B4-BE49-F238E27FC236}">
                    <a16:creationId xmlns:a16="http://schemas.microsoft.com/office/drawing/2014/main" id="{398F077B-8E11-0D12-66B2-918EEF1F3AF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4" name="直线连接符 12213">
                <a:extLst>
                  <a:ext uri="{FF2B5EF4-FFF2-40B4-BE49-F238E27FC236}">
                    <a16:creationId xmlns:a16="http://schemas.microsoft.com/office/drawing/2014/main" id="{1328EB53-9320-5766-27A5-A3DBF43EFAA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5" name="直线连接符 12214">
                <a:extLst>
                  <a:ext uri="{FF2B5EF4-FFF2-40B4-BE49-F238E27FC236}">
                    <a16:creationId xmlns:a16="http://schemas.microsoft.com/office/drawing/2014/main" id="{BEE4E0E0-9617-1F4E-9134-30C675E85300}"/>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6" name="直线连接符 12215">
                <a:extLst>
                  <a:ext uri="{FF2B5EF4-FFF2-40B4-BE49-F238E27FC236}">
                    <a16:creationId xmlns:a16="http://schemas.microsoft.com/office/drawing/2014/main" id="{C6C5F172-B4A3-A3A7-F53F-C6A5E310D60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7" name="直线连接符 12216">
                <a:extLst>
                  <a:ext uri="{FF2B5EF4-FFF2-40B4-BE49-F238E27FC236}">
                    <a16:creationId xmlns:a16="http://schemas.microsoft.com/office/drawing/2014/main" id="{9368A78D-5356-4892-CDEF-807DAD3EA704}"/>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8" name="直线连接符 12217">
                <a:extLst>
                  <a:ext uri="{FF2B5EF4-FFF2-40B4-BE49-F238E27FC236}">
                    <a16:creationId xmlns:a16="http://schemas.microsoft.com/office/drawing/2014/main" id="{548F7F93-74EE-7014-D740-8CEA641B1321}"/>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9" name="直线连接符 12218">
                <a:extLst>
                  <a:ext uri="{FF2B5EF4-FFF2-40B4-BE49-F238E27FC236}">
                    <a16:creationId xmlns:a16="http://schemas.microsoft.com/office/drawing/2014/main" id="{4099F259-DA2E-8826-9F45-003BD20C0F7F}"/>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20" name="直线连接符 12219">
                <a:extLst>
                  <a:ext uri="{FF2B5EF4-FFF2-40B4-BE49-F238E27FC236}">
                    <a16:creationId xmlns:a16="http://schemas.microsoft.com/office/drawing/2014/main" id="{BFA61936-A9CE-473B-F345-0FC33C7A885A}"/>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221" name="直线连接符 12220">
                <a:extLst>
                  <a:ext uri="{FF2B5EF4-FFF2-40B4-BE49-F238E27FC236}">
                    <a16:creationId xmlns:a16="http://schemas.microsoft.com/office/drawing/2014/main" id="{516B7B93-9080-16AD-B93C-BDA79BB034CC}"/>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170" name="组合 12169">
              <a:extLst>
                <a:ext uri="{FF2B5EF4-FFF2-40B4-BE49-F238E27FC236}">
                  <a16:creationId xmlns:a16="http://schemas.microsoft.com/office/drawing/2014/main" id="{C66F4D03-1CBC-D19E-C351-01C3E3B3CA59}"/>
                </a:ext>
              </a:extLst>
            </p:cNvPr>
            <p:cNvGrpSpPr/>
            <p:nvPr/>
          </p:nvGrpSpPr>
          <p:grpSpPr>
            <a:xfrm>
              <a:off x="2689545" y="9544671"/>
              <a:ext cx="419388" cy="487204"/>
              <a:chOff x="5768619" y="3058692"/>
              <a:chExt cx="419388" cy="487204"/>
            </a:xfrm>
          </p:grpSpPr>
          <p:sp>
            <p:nvSpPr>
              <p:cNvPr id="12184" name="流程图: 接点 571">
                <a:extLst>
                  <a:ext uri="{FF2B5EF4-FFF2-40B4-BE49-F238E27FC236}">
                    <a16:creationId xmlns:a16="http://schemas.microsoft.com/office/drawing/2014/main" id="{E69244EC-25DC-378E-C094-B05BC083FEE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85" name="流程图: 接点 572">
                <a:extLst>
                  <a:ext uri="{FF2B5EF4-FFF2-40B4-BE49-F238E27FC236}">
                    <a16:creationId xmlns:a16="http://schemas.microsoft.com/office/drawing/2014/main" id="{A77D2DD5-9906-CFC9-2E34-CB3AB50F15F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86" name="直线连接符 12185">
                <a:extLst>
                  <a:ext uri="{FF2B5EF4-FFF2-40B4-BE49-F238E27FC236}">
                    <a16:creationId xmlns:a16="http://schemas.microsoft.com/office/drawing/2014/main" id="{F20DECC3-84A2-9702-B213-853E4602D053}"/>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7" name="直线连接符 12186">
                <a:extLst>
                  <a:ext uri="{FF2B5EF4-FFF2-40B4-BE49-F238E27FC236}">
                    <a16:creationId xmlns:a16="http://schemas.microsoft.com/office/drawing/2014/main" id="{F54A5904-9307-2F58-4FBC-0ABC74C6741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8" name="直线连接符 12187">
                <a:extLst>
                  <a:ext uri="{FF2B5EF4-FFF2-40B4-BE49-F238E27FC236}">
                    <a16:creationId xmlns:a16="http://schemas.microsoft.com/office/drawing/2014/main" id="{7977798E-CA2B-076B-7D92-BF2DE1BDF5E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9" name="直线连接符 12188">
                <a:extLst>
                  <a:ext uri="{FF2B5EF4-FFF2-40B4-BE49-F238E27FC236}">
                    <a16:creationId xmlns:a16="http://schemas.microsoft.com/office/drawing/2014/main" id="{A3DA5A09-45A2-CB63-015B-C93EC2EF2E4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0" name="直线连接符 12189">
                <a:extLst>
                  <a:ext uri="{FF2B5EF4-FFF2-40B4-BE49-F238E27FC236}">
                    <a16:creationId xmlns:a16="http://schemas.microsoft.com/office/drawing/2014/main" id="{B8A9A97B-9D16-24FD-217B-A6058098C38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1" name="直线连接符 12190">
                <a:extLst>
                  <a:ext uri="{FF2B5EF4-FFF2-40B4-BE49-F238E27FC236}">
                    <a16:creationId xmlns:a16="http://schemas.microsoft.com/office/drawing/2014/main" id="{F4A032E1-F0A6-DB23-BE11-2EE477005B7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2" name="直线连接符 12191">
                <a:extLst>
                  <a:ext uri="{FF2B5EF4-FFF2-40B4-BE49-F238E27FC236}">
                    <a16:creationId xmlns:a16="http://schemas.microsoft.com/office/drawing/2014/main" id="{406C1AC3-CBD3-1012-006C-93147D3170F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3" name="直线连接符 12192">
                <a:extLst>
                  <a:ext uri="{FF2B5EF4-FFF2-40B4-BE49-F238E27FC236}">
                    <a16:creationId xmlns:a16="http://schemas.microsoft.com/office/drawing/2014/main" id="{3BEA0781-55F9-23EA-F550-A0D1534AB05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4" name="直线连接符 12193">
                <a:extLst>
                  <a:ext uri="{FF2B5EF4-FFF2-40B4-BE49-F238E27FC236}">
                    <a16:creationId xmlns:a16="http://schemas.microsoft.com/office/drawing/2014/main" id="{59AB4B40-37F9-74B0-9F5B-7774A271B75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5" name="直线连接符 12194">
                <a:extLst>
                  <a:ext uri="{FF2B5EF4-FFF2-40B4-BE49-F238E27FC236}">
                    <a16:creationId xmlns:a16="http://schemas.microsoft.com/office/drawing/2014/main" id="{0D06FAC4-822A-DD3C-AD34-9646F005A64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6" name="直线连接符 12195">
                <a:extLst>
                  <a:ext uri="{FF2B5EF4-FFF2-40B4-BE49-F238E27FC236}">
                    <a16:creationId xmlns:a16="http://schemas.microsoft.com/office/drawing/2014/main" id="{7AF83380-0913-C618-C8FA-10EF364BAA7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7" name="直线连接符 12196">
                <a:extLst>
                  <a:ext uri="{FF2B5EF4-FFF2-40B4-BE49-F238E27FC236}">
                    <a16:creationId xmlns:a16="http://schemas.microsoft.com/office/drawing/2014/main" id="{EB2214AB-AA76-5507-73C7-B9614977C09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8" name="直线连接符 12197">
                <a:extLst>
                  <a:ext uri="{FF2B5EF4-FFF2-40B4-BE49-F238E27FC236}">
                    <a16:creationId xmlns:a16="http://schemas.microsoft.com/office/drawing/2014/main" id="{7297F019-5695-BFB2-7E9B-6CDEE01E2B4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99" name="直线连接符 12198">
                <a:extLst>
                  <a:ext uri="{FF2B5EF4-FFF2-40B4-BE49-F238E27FC236}">
                    <a16:creationId xmlns:a16="http://schemas.microsoft.com/office/drawing/2014/main" id="{E8EEA3E0-0772-9E8D-D10E-EDA7F740A50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00" name="直线连接符 12199">
                <a:extLst>
                  <a:ext uri="{FF2B5EF4-FFF2-40B4-BE49-F238E27FC236}">
                    <a16:creationId xmlns:a16="http://schemas.microsoft.com/office/drawing/2014/main" id="{AAB6C61F-7D29-CDA6-A83A-32BFCC2A6E8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01" name="直线连接符 12200">
                <a:extLst>
                  <a:ext uri="{FF2B5EF4-FFF2-40B4-BE49-F238E27FC236}">
                    <a16:creationId xmlns:a16="http://schemas.microsoft.com/office/drawing/2014/main" id="{C688A36E-B474-29B8-255E-6AB15E1A078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202" name="直线连接符 12201">
                <a:extLst>
                  <a:ext uri="{FF2B5EF4-FFF2-40B4-BE49-F238E27FC236}">
                    <a16:creationId xmlns:a16="http://schemas.microsoft.com/office/drawing/2014/main" id="{09297C4D-4798-E1F6-C28A-E58A7C7356C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171" name="组合 12170">
              <a:extLst>
                <a:ext uri="{FF2B5EF4-FFF2-40B4-BE49-F238E27FC236}">
                  <a16:creationId xmlns:a16="http://schemas.microsoft.com/office/drawing/2014/main" id="{E055FDFC-5F48-98D5-ADAA-7E782A3C3170}"/>
                </a:ext>
              </a:extLst>
            </p:cNvPr>
            <p:cNvGrpSpPr/>
            <p:nvPr/>
          </p:nvGrpSpPr>
          <p:grpSpPr>
            <a:xfrm>
              <a:off x="1273061" y="8455039"/>
              <a:ext cx="1973841" cy="1732229"/>
              <a:chOff x="7707547" y="3116283"/>
              <a:chExt cx="2913493" cy="2493706"/>
            </a:xfrm>
          </p:grpSpPr>
          <p:sp>
            <p:nvSpPr>
              <p:cNvPr id="12180" name="流程图: 接点 567">
                <a:extLst>
                  <a:ext uri="{FF2B5EF4-FFF2-40B4-BE49-F238E27FC236}">
                    <a16:creationId xmlns:a16="http://schemas.microsoft.com/office/drawing/2014/main" id="{C8145BCA-AB6C-29CA-4D7E-60BC41673E3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81" name="流程图: 接点 568">
                <a:extLst>
                  <a:ext uri="{FF2B5EF4-FFF2-40B4-BE49-F238E27FC236}">
                    <a16:creationId xmlns:a16="http://schemas.microsoft.com/office/drawing/2014/main" id="{70B6394F-D1C2-D728-797E-85060F0C7E02}"/>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82" name="椭圆 12181">
                <a:extLst>
                  <a:ext uri="{FF2B5EF4-FFF2-40B4-BE49-F238E27FC236}">
                    <a16:creationId xmlns:a16="http://schemas.microsoft.com/office/drawing/2014/main" id="{EA739566-9BDF-D986-8878-B0C20BAA1A4A}"/>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83" name="椭圆 12182">
                <a:extLst>
                  <a:ext uri="{FF2B5EF4-FFF2-40B4-BE49-F238E27FC236}">
                    <a16:creationId xmlns:a16="http://schemas.microsoft.com/office/drawing/2014/main" id="{71135DAE-838E-CD46-DCBE-3FBC77513EB5}"/>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172" name="组合 12171">
              <a:extLst>
                <a:ext uri="{FF2B5EF4-FFF2-40B4-BE49-F238E27FC236}">
                  <a16:creationId xmlns:a16="http://schemas.microsoft.com/office/drawing/2014/main" id="{F685ADC2-C9E2-9D03-7772-41E8B0846668}"/>
                </a:ext>
              </a:extLst>
            </p:cNvPr>
            <p:cNvGrpSpPr/>
            <p:nvPr/>
          </p:nvGrpSpPr>
          <p:grpSpPr>
            <a:xfrm>
              <a:off x="1593666" y="7952703"/>
              <a:ext cx="1057517" cy="1052177"/>
              <a:chOff x="4604429" y="1852555"/>
              <a:chExt cx="875817" cy="967649"/>
            </a:xfrm>
            <a:scene3d>
              <a:camera prst="orthographicFront">
                <a:rot lat="600000" lon="8100000" rev="0"/>
              </a:camera>
              <a:lightRig rig="threePt" dir="t"/>
            </a:scene3d>
          </p:grpSpPr>
          <p:grpSp>
            <p:nvGrpSpPr>
              <p:cNvPr id="12176" name="组合 12175">
                <a:extLst>
                  <a:ext uri="{FF2B5EF4-FFF2-40B4-BE49-F238E27FC236}">
                    <a16:creationId xmlns:a16="http://schemas.microsoft.com/office/drawing/2014/main" id="{8DBDB9B6-CEB3-338E-B4B3-40BBE31BBC7A}"/>
                  </a:ext>
                </a:extLst>
              </p:cNvPr>
              <p:cNvGrpSpPr/>
              <p:nvPr/>
            </p:nvGrpSpPr>
            <p:grpSpPr>
              <a:xfrm>
                <a:off x="4604446" y="1852555"/>
                <a:ext cx="875800" cy="951265"/>
                <a:chOff x="5744177" y="1862571"/>
                <a:chExt cx="1527262" cy="1731253"/>
              </a:xfrm>
              <a:solidFill>
                <a:schemeClr val="tx1">
                  <a:lumMod val="65000"/>
                  <a:lumOff val="35000"/>
                </a:schemeClr>
              </a:solidFill>
            </p:grpSpPr>
            <p:sp>
              <p:nvSpPr>
                <p:cNvPr id="12178" name="流程图: 延期 565">
                  <a:extLst>
                    <a:ext uri="{FF2B5EF4-FFF2-40B4-BE49-F238E27FC236}">
                      <a16:creationId xmlns:a16="http://schemas.microsoft.com/office/drawing/2014/main" id="{9A77A225-0CBD-CABE-A72E-9AE375C7312A}"/>
                    </a:ext>
                  </a:extLst>
                </p:cNvPr>
                <p:cNvSpPr/>
                <p:nvPr/>
              </p:nvSpPr>
              <p:spPr>
                <a:xfrm rot="16200000">
                  <a:off x="5642181" y="1964567"/>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79" name="流程图: 接点 566">
                  <a:extLst>
                    <a:ext uri="{FF2B5EF4-FFF2-40B4-BE49-F238E27FC236}">
                      <a16:creationId xmlns:a16="http://schemas.microsoft.com/office/drawing/2014/main" id="{078BEDF6-1F67-C2AC-F7E0-B083C0A95778}"/>
                    </a:ext>
                  </a:extLst>
                </p:cNvPr>
                <p:cNvSpPr/>
                <p:nvPr/>
              </p:nvSpPr>
              <p:spPr>
                <a:xfrm>
                  <a:off x="5946574" y="2058260"/>
                  <a:ext cx="1122470"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177" name="矩形 12176">
                <a:extLst>
                  <a:ext uri="{FF2B5EF4-FFF2-40B4-BE49-F238E27FC236}">
                    <a16:creationId xmlns:a16="http://schemas.microsoft.com/office/drawing/2014/main" id="{25B666E3-524C-7191-67FE-9AFF13BCA3A2}"/>
                  </a:ext>
                </a:extLst>
              </p:cNvPr>
              <p:cNvSpPr/>
              <p:nvPr/>
            </p:nvSpPr>
            <p:spPr>
              <a:xfrm>
                <a:off x="4604429"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173" name="组合 12172">
              <a:extLst>
                <a:ext uri="{FF2B5EF4-FFF2-40B4-BE49-F238E27FC236}">
                  <a16:creationId xmlns:a16="http://schemas.microsoft.com/office/drawing/2014/main" id="{C05F8B20-E400-2960-6652-7B177D18AD9F}"/>
                </a:ext>
              </a:extLst>
            </p:cNvPr>
            <p:cNvGrpSpPr/>
            <p:nvPr/>
          </p:nvGrpSpPr>
          <p:grpSpPr>
            <a:xfrm>
              <a:off x="2336911" y="9164764"/>
              <a:ext cx="238182" cy="238003"/>
              <a:chOff x="5145960" y="4201202"/>
              <a:chExt cx="150892" cy="141375"/>
            </a:xfrm>
            <a:scene3d>
              <a:camera prst="orthographicFront">
                <a:rot lat="0" lon="20700000" rev="0"/>
              </a:camera>
              <a:lightRig rig="threePt" dir="t">
                <a:rot lat="0" lon="0" rev="0"/>
              </a:lightRig>
            </a:scene3d>
          </p:grpSpPr>
          <p:sp>
            <p:nvSpPr>
              <p:cNvPr id="12174" name="Oval 15540">
                <a:extLst>
                  <a:ext uri="{FF2B5EF4-FFF2-40B4-BE49-F238E27FC236}">
                    <a16:creationId xmlns:a16="http://schemas.microsoft.com/office/drawing/2014/main" id="{62892B59-3084-9848-0969-A6E864504938}"/>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175" name="Line 15541">
                <a:extLst>
                  <a:ext uri="{FF2B5EF4-FFF2-40B4-BE49-F238E27FC236}">
                    <a16:creationId xmlns:a16="http://schemas.microsoft.com/office/drawing/2014/main" id="{C9DCD374-2414-B384-81CF-E64C8B06261B}"/>
                  </a:ext>
                </a:extLst>
              </p:cNvPr>
              <p:cNvCxnSpPr>
                <a:cxnSpLocks/>
                <a:stCxn id="12174" idx="1"/>
                <a:endCxn id="12174"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261" name="组合 12260">
            <a:extLst>
              <a:ext uri="{FF2B5EF4-FFF2-40B4-BE49-F238E27FC236}">
                <a16:creationId xmlns:a16="http://schemas.microsoft.com/office/drawing/2014/main" id="{42D60731-2A0A-D586-74C6-2FD43E970C45}"/>
              </a:ext>
            </a:extLst>
          </p:cNvPr>
          <p:cNvGrpSpPr/>
          <p:nvPr/>
        </p:nvGrpSpPr>
        <p:grpSpPr>
          <a:xfrm>
            <a:off x="550700" y="1868185"/>
            <a:ext cx="1973841" cy="3047070"/>
            <a:chOff x="3782498" y="7957566"/>
            <a:chExt cx="1973841" cy="3047070"/>
          </a:xfrm>
        </p:grpSpPr>
        <p:grpSp>
          <p:nvGrpSpPr>
            <p:cNvPr id="12262" name="组合 12261">
              <a:extLst>
                <a:ext uri="{FF2B5EF4-FFF2-40B4-BE49-F238E27FC236}">
                  <a16:creationId xmlns:a16="http://schemas.microsoft.com/office/drawing/2014/main" id="{FB782BC9-6A34-A6C6-7865-09B24142610E}"/>
                </a:ext>
              </a:extLst>
            </p:cNvPr>
            <p:cNvGrpSpPr/>
            <p:nvPr/>
          </p:nvGrpSpPr>
          <p:grpSpPr>
            <a:xfrm rot="16200000" flipV="1">
              <a:off x="3869724" y="9988984"/>
              <a:ext cx="304542" cy="273822"/>
              <a:chOff x="572797" y="3394121"/>
              <a:chExt cx="419388" cy="382270"/>
            </a:xfrm>
          </p:grpSpPr>
          <p:grpSp>
            <p:nvGrpSpPr>
              <p:cNvPr id="12340" name="组合 12339">
                <a:extLst>
                  <a:ext uri="{FF2B5EF4-FFF2-40B4-BE49-F238E27FC236}">
                    <a16:creationId xmlns:a16="http://schemas.microsoft.com/office/drawing/2014/main" id="{52650BEB-86DB-1EB1-E4C9-E033A8D558A9}"/>
                  </a:ext>
                </a:extLst>
              </p:cNvPr>
              <p:cNvGrpSpPr/>
              <p:nvPr/>
            </p:nvGrpSpPr>
            <p:grpSpPr>
              <a:xfrm>
                <a:off x="572797" y="3394121"/>
                <a:ext cx="419388" cy="382270"/>
                <a:chOff x="3493878" y="4600004"/>
                <a:chExt cx="619038" cy="550312"/>
              </a:xfrm>
            </p:grpSpPr>
            <p:sp>
              <p:nvSpPr>
                <p:cNvPr id="12357" name="流程图: 接点 571">
                  <a:extLst>
                    <a:ext uri="{FF2B5EF4-FFF2-40B4-BE49-F238E27FC236}">
                      <a16:creationId xmlns:a16="http://schemas.microsoft.com/office/drawing/2014/main" id="{E24E9E8D-2AC1-0FD5-7567-ADAD9F288297}"/>
                    </a:ext>
                  </a:extLst>
                </p:cNvPr>
                <p:cNvSpPr/>
                <p:nvPr/>
              </p:nvSpPr>
              <p:spPr>
                <a:xfrm>
                  <a:off x="3493878" y="4658952"/>
                  <a:ext cx="619038" cy="491364"/>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546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58" name="流程图: 接点 572">
                  <a:extLst>
                    <a:ext uri="{FF2B5EF4-FFF2-40B4-BE49-F238E27FC236}">
                      <a16:creationId xmlns:a16="http://schemas.microsoft.com/office/drawing/2014/main" id="{7BE15FB7-A61E-3E42-D344-5C949DCF11E5}"/>
                    </a:ext>
                  </a:extLst>
                </p:cNvPr>
                <p:cNvSpPr/>
                <p:nvPr/>
              </p:nvSpPr>
              <p:spPr>
                <a:xfrm>
                  <a:off x="3677257" y="4600004"/>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546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341" name="直线连接符 12340">
                <a:extLst>
                  <a:ext uri="{FF2B5EF4-FFF2-40B4-BE49-F238E27FC236}">
                    <a16:creationId xmlns:a16="http://schemas.microsoft.com/office/drawing/2014/main" id="{138C81FA-4247-9102-2F56-5B4F223F6AED}"/>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2" name="直线连接符 12341">
                <a:extLst>
                  <a:ext uri="{FF2B5EF4-FFF2-40B4-BE49-F238E27FC236}">
                    <a16:creationId xmlns:a16="http://schemas.microsoft.com/office/drawing/2014/main" id="{5C72C175-2965-6E09-728E-1557892B7C29}"/>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3" name="直线连接符 12342">
                <a:extLst>
                  <a:ext uri="{FF2B5EF4-FFF2-40B4-BE49-F238E27FC236}">
                    <a16:creationId xmlns:a16="http://schemas.microsoft.com/office/drawing/2014/main" id="{E9C0298D-A8EB-189C-7820-0EC52BDED427}"/>
                  </a:ext>
                </a:extLst>
              </p:cNvPr>
              <p:cNvCxnSpPr>
                <a:cxnSpLocks/>
              </p:cNvCxnSpPr>
              <p:nvPr/>
            </p:nvCxnSpPr>
            <p:spPr>
              <a:xfrm>
                <a:off x="929910" y="34889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4" name="直线连接符 12343">
                <a:extLst>
                  <a:ext uri="{FF2B5EF4-FFF2-40B4-BE49-F238E27FC236}">
                    <a16:creationId xmlns:a16="http://schemas.microsoft.com/office/drawing/2014/main" id="{6AA9EFF9-9E99-105D-0B14-6EA4778A975D}"/>
                  </a:ext>
                </a:extLst>
              </p:cNvPr>
              <p:cNvCxnSpPr>
                <a:cxnSpLocks/>
              </p:cNvCxnSpPr>
              <p:nvPr/>
            </p:nvCxnSpPr>
            <p:spPr>
              <a:xfrm>
                <a:off x="904055" y="349236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5" name="直线连接符 12344">
                <a:extLst>
                  <a:ext uri="{FF2B5EF4-FFF2-40B4-BE49-F238E27FC236}">
                    <a16:creationId xmlns:a16="http://schemas.microsoft.com/office/drawing/2014/main" id="{B1334056-D9AC-B2DA-3C9B-3244B3C85D35}"/>
                  </a:ext>
                </a:extLst>
              </p:cNvPr>
              <p:cNvCxnSpPr>
                <a:cxnSpLocks/>
              </p:cNvCxnSpPr>
              <p:nvPr/>
            </p:nvCxnSpPr>
            <p:spPr>
              <a:xfrm>
                <a:off x="876844" y="3489339"/>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6" name="直线连接符 12345">
                <a:extLst>
                  <a:ext uri="{FF2B5EF4-FFF2-40B4-BE49-F238E27FC236}">
                    <a16:creationId xmlns:a16="http://schemas.microsoft.com/office/drawing/2014/main" id="{9A96B70A-61CF-A9FC-5EFD-CD17D23B4F80}"/>
                  </a:ext>
                </a:extLst>
              </p:cNvPr>
              <p:cNvCxnSpPr>
                <a:cxnSpLocks/>
              </p:cNvCxnSpPr>
              <p:nvPr/>
            </p:nvCxnSpPr>
            <p:spPr>
              <a:xfrm>
                <a:off x="847577"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7" name="直线连接符 12346">
                <a:extLst>
                  <a:ext uri="{FF2B5EF4-FFF2-40B4-BE49-F238E27FC236}">
                    <a16:creationId xmlns:a16="http://schemas.microsoft.com/office/drawing/2014/main" id="{2AC0215E-E4D0-014B-BA74-A3EE249E0885}"/>
                  </a:ext>
                </a:extLst>
              </p:cNvPr>
              <p:cNvCxnSpPr>
                <a:cxnSpLocks/>
              </p:cNvCxnSpPr>
              <p:nvPr/>
            </p:nvCxnSpPr>
            <p:spPr>
              <a:xfrm>
                <a:off x="821015" y="34925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8" name="直线连接符 12347">
                <a:extLst>
                  <a:ext uri="{FF2B5EF4-FFF2-40B4-BE49-F238E27FC236}">
                    <a16:creationId xmlns:a16="http://schemas.microsoft.com/office/drawing/2014/main" id="{D29202F5-E7D9-56CD-2DFB-218B8E7884E5}"/>
                  </a:ext>
                </a:extLst>
              </p:cNvPr>
              <p:cNvCxnSpPr>
                <a:cxnSpLocks/>
              </p:cNvCxnSpPr>
              <p:nvPr/>
            </p:nvCxnSpPr>
            <p:spPr>
              <a:xfrm>
                <a:off x="756664" y="3495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9" name="直线连接符 12348">
                <a:extLst>
                  <a:ext uri="{FF2B5EF4-FFF2-40B4-BE49-F238E27FC236}">
                    <a16:creationId xmlns:a16="http://schemas.microsoft.com/office/drawing/2014/main" id="{A43D7877-E647-2C54-D127-5040E123BA58}"/>
                  </a:ext>
                </a:extLst>
              </p:cNvPr>
              <p:cNvCxnSpPr>
                <a:cxnSpLocks/>
              </p:cNvCxnSpPr>
              <p:nvPr/>
            </p:nvCxnSpPr>
            <p:spPr>
              <a:xfrm>
                <a:off x="791448" y="34925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50" name="直线连接符 12349">
                <a:extLst>
                  <a:ext uri="{FF2B5EF4-FFF2-40B4-BE49-F238E27FC236}">
                    <a16:creationId xmlns:a16="http://schemas.microsoft.com/office/drawing/2014/main" id="{86BF84EF-C344-4597-E83B-71C89035B864}"/>
                  </a:ext>
                </a:extLst>
              </p:cNvPr>
              <p:cNvCxnSpPr>
                <a:cxnSpLocks/>
              </p:cNvCxnSpPr>
              <p:nvPr/>
            </p:nvCxnSpPr>
            <p:spPr>
              <a:xfrm>
                <a:off x="727880"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51" name="直线连接符 12350">
                <a:extLst>
                  <a:ext uri="{FF2B5EF4-FFF2-40B4-BE49-F238E27FC236}">
                    <a16:creationId xmlns:a16="http://schemas.microsoft.com/office/drawing/2014/main" id="{3BD681FC-DC25-6D1E-6906-3FB38712A741}"/>
                  </a:ext>
                </a:extLst>
              </p:cNvPr>
              <p:cNvCxnSpPr>
                <a:cxnSpLocks/>
              </p:cNvCxnSpPr>
              <p:nvPr/>
            </p:nvCxnSpPr>
            <p:spPr>
              <a:xfrm>
                <a:off x="702589" y="349177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52" name="直线连接符 12351">
                <a:extLst>
                  <a:ext uri="{FF2B5EF4-FFF2-40B4-BE49-F238E27FC236}">
                    <a16:creationId xmlns:a16="http://schemas.microsoft.com/office/drawing/2014/main" id="{BC442338-048A-D9D3-B9DA-8BF186A316BA}"/>
                  </a:ext>
                </a:extLst>
              </p:cNvPr>
              <p:cNvCxnSpPr>
                <a:cxnSpLocks/>
              </p:cNvCxnSpPr>
              <p:nvPr/>
            </p:nvCxnSpPr>
            <p:spPr>
              <a:xfrm>
                <a:off x="669942" y="348910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53" name="直线连接符 12352">
                <a:extLst>
                  <a:ext uri="{FF2B5EF4-FFF2-40B4-BE49-F238E27FC236}">
                    <a16:creationId xmlns:a16="http://schemas.microsoft.com/office/drawing/2014/main" id="{BFF4E500-4F4C-BFC3-D211-F2D359D8D3D9}"/>
                  </a:ext>
                </a:extLst>
              </p:cNvPr>
              <p:cNvCxnSpPr>
                <a:cxnSpLocks/>
              </p:cNvCxnSpPr>
              <p:nvPr/>
            </p:nvCxnSpPr>
            <p:spPr>
              <a:xfrm>
                <a:off x="648401" y="348905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54" name="直线连接符 12353">
                <a:extLst>
                  <a:ext uri="{FF2B5EF4-FFF2-40B4-BE49-F238E27FC236}">
                    <a16:creationId xmlns:a16="http://schemas.microsoft.com/office/drawing/2014/main" id="{1D7AB54B-8E94-56B2-26BC-259FE32D25AF}"/>
                  </a:ext>
                </a:extLst>
              </p:cNvPr>
              <p:cNvCxnSpPr>
                <a:cxnSpLocks/>
              </p:cNvCxnSpPr>
              <p:nvPr/>
            </p:nvCxnSpPr>
            <p:spPr>
              <a:xfrm>
                <a:off x="621539" y="349196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55" name="直线连接符 12354">
                <a:extLst>
                  <a:ext uri="{FF2B5EF4-FFF2-40B4-BE49-F238E27FC236}">
                    <a16:creationId xmlns:a16="http://schemas.microsoft.com/office/drawing/2014/main" id="{B7997224-0D31-B361-9C35-5688BD0F6247}"/>
                  </a:ext>
                </a:extLst>
              </p:cNvPr>
              <p:cNvCxnSpPr>
                <a:cxnSpLocks/>
              </p:cNvCxnSpPr>
              <p:nvPr/>
            </p:nvCxnSpPr>
            <p:spPr>
              <a:xfrm>
                <a:off x="598299" y="348952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56" name="直线连接符 12355">
                <a:extLst>
                  <a:ext uri="{FF2B5EF4-FFF2-40B4-BE49-F238E27FC236}">
                    <a16:creationId xmlns:a16="http://schemas.microsoft.com/office/drawing/2014/main" id="{6088BD4E-9AD1-03D9-AFCC-453EE72FC54E}"/>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263" name="组合 12262">
              <a:extLst>
                <a:ext uri="{FF2B5EF4-FFF2-40B4-BE49-F238E27FC236}">
                  <a16:creationId xmlns:a16="http://schemas.microsoft.com/office/drawing/2014/main" id="{BF542E53-5431-5D64-2902-2381EA6AC5AA}"/>
                </a:ext>
              </a:extLst>
            </p:cNvPr>
            <p:cNvGrpSpPr/>
            <p:nvPr/>
          </p:nvGrpSpPr>
          <p:grpSpPr>
            <a:xfrm>
              <a:off x="4644921" y="9413552"/>
              <a:ext cx="419388" cy="377446"/>
              <a:chOff x="572796" y="3376774"/>
              <a:chExt cx="419388" cy="377446"/>
            </a:xfrm>
          </p:grpSpPr>
          <p:grpSp>
            <p:nvGrpSpPr>
              <p:cNvPr id="12320" name="组合 12319">
                <a:extLst>
                  <a:ext uri="{FF2B5EF4-FFF2-40B4-BE49-F238E27FC236}">
                    <a16:creationId xmlns:a16="http://schemas.microsoft.com/office/drawing/2014/main" id="{CCDAA412-2E4C-48DD-9F93-FDDE0262CF6D}"/>
                  </a:ext>
                </a:extLst>
              </p:cNvPr>
              <p:cNvGrpSpPr/>
              <p:nvPr/>
            </p:nvGrpSpPr>
            <p:grpSpPr>
              <a:xfrm>
                <a:off x="572796" y="3376774"/>
                <a:ext cx="419388" cy="377446"/>
                <a:chOff x="3493877" y="4575043"/>
                <a:chExt cx="619038" cy="543369"/>
              </a:xfrm>
            </p:grpSpPr>
            <p:sp>
              <p:nvSpPr>
                <p:cNvPr id="12338" name="流程图: 接点 571">
                  <a:extLst>
                    <a:ext uri="{FF2B5EF4-FFF2-40B4-BE49-F238E27FC236}">
                      <a16:creationId xmlns:a16="http://schemas.microsoft.com/office/drawing/2014/main" id="{B26B9884-842D-B231-F06D-D65EF53A3A2D}"/>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39" name="流程图: 接点 572">
                  <a:extLst>
                    <a:ext uri="{FF2B5EF4-FFF2-40B4-BE49-F238E27FC236}">
                      <a16:creationId xmlns:a16="http://schemas.microsoft.com/office/drawing/2014/main" id="{4BCE6D7D-1777-4EE5-53D3-8502C9067DA1}"/>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321" name="直线连接符 12320">
                <a:extLst>
                  <a:ext uri="{FF2B5EF4-FFF2-40B4-BE49-F238E27FC236}">
                    <a16:creationId xmlns:a16="http://schemas.microsoft.com/office/drawing/2014/main" id="{3AC4A656-4976-26A2-45A8-08D2FB0B1BFD}"/>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2" name="直线连接符 12321">
                <a:extLst>
                  <a:ext uri="{FF2B5EF4-FFF2-40B4-BE49-F238E27FC236}">
                    <a16:creationId xmlns:a16="http://schemas.microsoft.com/office/drawing/2014/main" id="{FA472FD8-AD77-E330-E6CD-84AA087DBF9D}"/>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3" name="直线连接符 12322">
                <a:extLst>
                  <a:ext uri="{FF2B5EF4-FFF2-40B4-BE49-F238E27FC236}">
                    <a16:creationId xmlns:a16="http://schemas.microsoft.com/office/drawing/2014/main" id="{7C291045-C54E-6943-3B5D-031F62B34830}"/>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4" name="直线连接符 12323">
                <a:extLst>
                  <a:ext uri="{FF2B5EF4-FFF2-40B4-BE49-F238E27FC236}">
                    <a16:creationId xmlns:a16="http://schemas.microsoft.com/office/drawing/2014/main" id="{F242BC93-B671-AFBC-7DB0-99314BBD1589}"/>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5" name="直线连接符 12324">
                <a:extLst>
                  <a:ext uri="{FF2B5EF4-FFF2-40B4-BE49-F238E27FC236}">
                    <a16:creationId xmlns:a16="http://schemas.microsoft.com/office/drawing/2014/main" id="{1B330A22-6806-C70F-FC5B-44CCB9AE4F25}"/>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6" name="直线连接符 12325">
                <a:extLst>
                  <a:ext uri="{FF2B5EF4-FFF2-40B4-BE49-F238E27FC236}">
                    <a16:creationId xmlns:a16="http://schemas.microsoft.com/office/drawing/2014/main" id="{B404BF2A-652D-534B-7481-0FC35F46579C}"/>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7" name="直线连接符 12326">
                <a:extLst>
                  <a:ext uri="{FF2B5EF4-FFF2-40B4-BE49-F238E27FC236}">
                    <a16:creationId xmlns:a16="http://schemas.microsoft.com/office/drawing/2014/main" id="{044B50FC-0E0E-B962-4BD4-93CE1D064550}"/>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8" name="直线连接符 12327">
                <a:extLst>
                  <a:ext uri="{FF2B5EF4-FFF2-40B4-BE49-F238E27FC236}">
                    <a16:creationId xmlns:a16="http://schemas.microsoft.com/office/drawing/2014/main" id="{9482DE5E-95BE-FDEE-8C20-DDC51A863516}"/>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9" name="直线连接符 12328">
                <a:extLst>
                  <a:ext uri="{FF2B5EF4-FFF2-40B4-BE49-F238E27FC236}">
                    <a16:creationId xmlns:a16="http://schemas.microsoft.com/office/drawing/2014/main" id="{A6F2A057-7867-DF80-3DD6-28A5785FB852}"/>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0" name="直线连接符 12329">
                <a:extLst>
                  <a:ext uri="{FF2B5EF4-FFF2-40B4-BE49-F238E27FC236}">
                    <a16:creationId xmlns:a16="http://schemas.microsoft.com/office/drawing/2014/main" id="{E8601FF2-929E-2916-D13D-786D89895CC5}"/>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1" name="直线连接符 12330">
                <a:extLst>
                  <a:ext uri="{FF2B5EF4-FFF2-40B4-BE49-F238E27FC236}">
                    <a16:creationId xmlns:a16="http://schemas.microsoft.com/office/drawing/2014/main" id="{4AF4EDDE-FC83-84F5-7628-0B21B7CE4ED3}"/>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2" name="直线连接符 12331">
                <a:extLst>
                  <a:ext uri="{FF2B5EF4-FFF2-40B4-BE49-F238E27FC236}">
                    <a16:creationId xmlns:a16="http://schemas.microsoft.com/office/drawing/2014/main" id="{AC10CA1D-BBFE-D8B4-439B-596B033B3C7F}"/>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3" name="直线连接符 12332">
                <a:extLst>
                  <a:ext uri="{FF2B5EF4-FFF2-40B4-BE49-F238E27FC236}">
                    <a16:creationId xmlns:a16="http://schemas.microsoft.com/office/drawing/2014/main" id="{6D1083F8-8BD4-B3CE-3F12-4A84959E525B}"/>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4" name="直线连接符 12333">
                <a:extLst>
                  <a:ext uri="{FF2B5EF4-FFF2-40B4-BE49-F238E27FC236}">
                    <a16:creationId xmlns:a16="http://schemas.microsoft.com/office/drawing/2014/main" id="{65AB8319-903E-8C5D-A248-710FC97ED341}"/>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5" name="直线连接符 12334">
                <a:extLst>
                  <a:ext uri="{FF2B5EF4-FFF2-40B4-BE49-F238E27FC236}">
                    <a16:creationId xmlns:a16="http://schemas.microsoft.com/office/drawing/2014/main" id="{2F5CA2C9-7707-8348-83A9-BD17640C22FD}"/>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36" name="直线连接符 12335">
                <a:extLst>
                  <a:ext uri="{FF2B5EF4-FFF2-40B4-BE49-F238E27FC236}">
                    <a16:creationId xmlns:a16="http://schemas.microsoft.com/office/drawing/2014/main" id="{6FE45720-CEF8-0B99-EDA5-340DCDE7CA7D}"/>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37" name="直线连接符 12336">
                <a:extLst>
                  <a:ext uri="{FF2B5EF4-FFF2-40B4-BE49-F238E27FC236}">
                    <a16:creationId xmlns:a16="http://schemas.microsoft.com/office/drawing/2014/main" id="{5FE2C1CA-C5D8-C51A-1194-CE90FF1009EF}"/>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264" name="流程图: 接点 554">
              <a:extLst>
                <a:ext uri="{FF2B5EF4-FFF2-40B4-BE49-F238E27FC236}">
                  <a16:creationId xmlns:a16="http://schemas.microsoft.com/office/drawing/2014/main" id="{F6B796EC-B751-6757-DC62-C1CF5CA89061}"/>
                </a:ext>
              </a:extLst>
            </p:cNvPr>
            <p:cNvSpPr/>
            <p:nvPr/>
          </p:nvSpPr>
          <p:spPr>
            <a:xfrm>
              <a:off x="4317646" y="10129389"/>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65" name="椭圆 12264">
              <a:extLst>
                <a:ext uri="{FF2B5EF4-FFF2-40B4-BE49-F238E27FC236}">
                  <a16:creationId xmlns:a16="http://schemas.microsoft.com/office/drawing/2014/main" id="{F2FBE4D7-DFB9-696C-1E59-D6D833B9EEB0}"/>
                </a:ext>
              </a:extLst>
            </p:cNvPr>
            <p:cNvSpPr/>
            <p:nvPr/>
          </p:nvSpPr>
          <p:spPr>
            <a:xfrm>
              <a:off x="4146285" y="9682642"/>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66" name="流程图: 接点 556">
              <a:extLst>
                <a:ext uri="{FF2B5EF4-FFF2-40B4-BE49-F238E27FC236}">
                  <a16:creationId xmlns:a16="http://schemas.microsoft.com/office/drawing/2014/main" id="{95487ABD-48FC-2889-C5DF-5A24A57FE966}"/>
                </a:ext>
              </a:extLst>
            </p:cNvPr>
            <p:cNvSpPr/>
            <p:nvPr/>
          </p:nvSpPr>
          <p:spPr>
            <a:xfrm>
              <a:off x="4271273" y="9304109"/>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267" name="组合 12266">
              <a:extLst>
                <a:ext uri="{FF2B5EF4-FFF2-40B4-BE49-F238E27FC236}">
                  <a16:creationId xmlns:a16="http://schemas.microsoft.com/office/drawing/2014/main" id="{60AC8DC6-4BDA-092F-01FE-79BB7517CD3F}"/>
                </a:ext>
              </a:extLst>
            </p:cNvPr>
            <p:cNvGrpSpPr/>
            <p:nvPr/>
          </p:nvGrpSpPr>
          <p:grpSpPr>
            <a:xfrm>
              <a:off x="4123166" y="9617910"/>
              <a:ext cx="419388" cy="487204"/>
              <a:chOff x="5768619" y="3058692"/>
              <a:chExt cx="419388" cy="487204"/>
            </a:xfrm>
          </p:grpSpPr>
          <p:sp>
            <p:nvSpPr>
              <p:cNvPr id="12301" name="流程图: 接点 571">
                <a:extLst>
                  <a:ext uri="{FF2B5EF4-FFF2-40B4-BE49-F238E27FC236}">
                    <a16:creationId xmlns:a16="http://schemas.microsoft.com/office/drawing/2014/main" id="{F7C3CCC4-169F-4947-D408-22F4395D525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02" name="流程图: 接点 572">
                <a:extLst>
                  <a:ext uri="{FF2B5EF4-FFF2-40B4-BE49-F238E27FC236}">
                    <a16:creationId xmlns:a16="http://schemas.microsoft.com/office/drawing/2014/main" id="{27EA1462-5B18-E029-38DA-48D67BEC345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03" name="直线连接符 12302">
                <a:extLst>
                  <a:ext uri="{FF2B5EF4-FFF2-40B4-BE49-F238E27FC236}">
                    <a16:creationId xmlns:a16="http://schemas.microsoft.com/office/drawing/2014/main" id="{6D3A94EF-709D-E482-19B8-6E8462347EA7}"/>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4" name="直线连接符 12303">
                <a:extLst>
                  <a:ext uri="{FF2B5EF4-FFF2-40B4-BE49-F238E27FC236}">
                    <a16:creationId xmlns:a16="http://schemas.microsoft.com/office/drawing/2014/main" id="{C75B40F8-2EF9-B2AA-5F4C-5C9ADDA48F4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5" name="直线连接符 12304">
                <a:extLst>
                  <a:ext uri="{FF2B5EF4-FFF2-40B4-BE49-F238E27FC236}">
                    <a16:creationId xmlns:a16="http://schemas.microsoft.com/office/drawing/2014/main" id="{EFB419C2-982A-33D1-962E-73A26D84219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6" name="直线连接符 12305">
                <a:extLst>
                  <a:ext uri="{FF2B5EF4-FFF2-40B4-BE49-F238E27FC236}">
                    <a16:creationId xmlns:a16="http://schemas.microsoft.com/office/drawing/2014/main" id="{3491AF94-94E3-7231-CD39-637DC84B78A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7" name="直线连接符 12306">
                <a:extLst>
                  <a:ext uri="{FF2B5EF4-FFF2-40B4-BE49-F238E27FC236}">
                    <a16:creationId xmlns:a16="http://schemas.microsoft.com/office/drawing/2014/main" id="{2D488E50-8ED9-AD2A-5D58-66DCE586A030}"/>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8" name="直线连接符 12307">
                <a:extLst>
                  <a:ext uri="{FF2B5EF4-FFF2-40B4-BE49-F238E27FC236}">
                    <a16:creationId xmlns:a16="http://schemas.microsoft.com/office/drawing/2014/main" id="{F93A37A4-182E-1B0C-26D6-B38EA35F6824}"/>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9" name="直线连接符 12308">
                <a:extLst>
                  <a:ext uri="{FF2B5EF4-FFF2-40B4-BE49-F238E27FC236}">
                    <a16:creationId xmlns:a16="http://schemas.microsoft.com/office/drawing/2014/main" id="{0FDCA8F3-AD19-2830-BD39-01C3207DC24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0" name="直线连接符 12309">
                <a:extLst>
                  <a:ext uri="{FF2B5EF4-FFF2-40B4-BE49-F238E27FC236}">
                    <a16:creationId xmlns:a16="http://schemas.microsoft.com/office/drawing/2014/main" id="{CA35A1F5-60E9-AEBD-3C8D-5D1F4DCDD56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1" name="直线连接符 12310">
                <a:extLst>
                  <a:ext uri="{FF2B5EF4-FFF2-40B4-BE49-F238E27FC236}">
                    <a16:creationId xmlns:a16="http://schemas.microsoft.com/office/drawing/2014/main" id="{A29A50EA-FD5C-6845-D2A3-9DAFF3170CAB}"/>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2" name="直线连接符 12311">
                <a:extLst>
                  <a:ext uri="{FF2B5EF4-FFF2-40B4-BE49-F238E27FC236}">
                    <a16:creationId xmlns:a16="http://schemas.microsoft.com/office/drawing/2014/main" id="{C27A1FB3-1C25-0D61-E9EC-9E85FA8D9F97}"/>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3" name="直线连接符 12312">
                <a:extLst>
                  <a:ext uri="{FF2B5EF4-FFF2-40B4-BE49-F238E27FC236}">
                    <a16:creationId xmlns:a16="http://schemas.microsoft.com/office/drawing/2014/main" id="{A9A7E91F-4CA0-B5B1-256F-1A956F782064}"/>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4" name="直线连接符 12313">
                <a:extLst>
                  <a:ext uri="{FF2B5EF4-FFF2-40B4-BE49-F238E27FC236}">
                    <a16:creationId xmlns:a16="http://schemas.microsoft.com/office/drawing/2014/main" id="{5A0DA408-6980-C863-0F1A-5F437347B7D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5" name="直线连接符 12314">
                <a:extLst>
                  <a:ext uri="{FF2B5EF4-FFF2-40B4-BE49-F238E27FC236}">
                    <a16:creationId xmlns:a16="http://schemas.microsoft.com/office/drawing/2014/main" id="{C5FD3A0B-4B40-8395-B3AF-911DEA39ABA7}"/>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6" name="直线连接符 12315">
                <a:extLst>
                  <a:ext uri="{FF2B5EF4-FFF2-40B4-BE49-F238E27FC236}">
                    <a16:creationId xmlns:a16="http://schemas.microsoft.com/office/drawing/2014/main" id="{49C5C1AF-D658-BABC-1607-4F2B113BCEC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7" name="直线连接符 12316">
                <a:extLst>
                  <a:ext uri="{FF2B5EF4-FFF2-40B4-BE49-F238E27FC236}">
                    <a16:creationId xmlns:a16="http://schemas.microsoft.com/office/drawing/2014/main" id="{671A5094-825D-8067-4C13-E640C133769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18" name="直线连接符 12317">
                <a:extLst>
                  <a:ext uri="{FF2B5EF4-FFF2-40B4-BE49-F238E27FC236}">
                    <a16:creationId xmlns:a16="http://schemas.microsoft.com/office/drawing/2014/main" id="{C17ED7E1-7F18-4BA4-EA29-428F6FEF514F}"/>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19" name="直线连接符 12318">
                <a:extLst>
                  <a:ext uri="{FF2B5EF4-FFF2-40B4-BE49-F238E27FC236}">
                    <a16:creationId xmlns:a16="http://schemas.microsoft.com/office/drawing/2014/main" id="{C3FB8D72-4CF5-576C-89BB-3D0E9EDF6B9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268" name="组合 12267">
              <a:extLst>
                <a:ext uri="{FF2B5EF4-FFF2-40B4-BE49-F238E27FC236}">
                  <a16:creationId xmlns:a16="http://schemas.microsoft.com/office/drawing/2014/main" id="{28863F43-2614-9524-8891-6A8D1CFBE891}"/>
                </a:ext>
              </a:extLst>
            </p:cNvPr>
            <p:cNvGrpSpPr/>
            <p:nvPr/>
          </p:nvGrpSpPr>
          <p:grpSpPr>
            <a:xfrm>
              <a:off x="5259509" y="9548467"/>
              <a:ext cx="419388" cy="487204"/>
              <a:chOff x="5768619" y="3058692"/>
              <a:chExt cx="419388" cy="487204"/>
            </a:xfrm>
          </p:grpSpPr>
          <p:sp>
            <p:nvSpPr>
              <p:cNvPr id="12282" name="流程图: 接点 571">
                <a:extLst>
                  <a:ext uri="{FF2B5EF4-FFF2-40B4-BE49-F238E27FC236}">
                    <a16:creationId xmlns:a16="http://schemas.microsoft.com/office/drawing/2014/main" id="{10310CBD-9A04-8A18-7A8F-011134807E7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83" name="流程图: 接点 572">
                <a:extLst>
                  <a:ext uri="{FF2B5EF4-FFF2-40B4-BE49-F238E27FC236}">
                    <a16:creationId xmlns:a16="http://schemas.microsoft.com/office/drawing/2014/main" id="{1D7E17F6-2831-13E2-01DB-DAB9EBD539F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84" name="直线连接符 12283">
                <a:extLst>
                  <a:ext uri="{FF2B5EF4-FFF2-40B4-BE49-F238E27FC236}">
                    <a16:creationId xmlns:a16="http://schemas.microsoft.com/office/drawing/2014/main" id="{C97188D5-E6BA-B4DF-53BD-EBA8AE474EB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85" name="直线连接符 12284">
                <a:extLst>
                  <a:ext uri="{FF2B5EF4-FFF2-40B4-BE49-F238E27FC236}">
                    <a16:creationId xmlns:a16="http://schemas.microsoft.com/office/drawing/2014/main" id="{8BF69B30-7D5C-2634-ED98-2BECF7DF3DD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86" name="直线连接符 12285">
                <a:extLst>
                  <a:ext uri="{FF2B5EF4-FFF2-40B4-BE49-F238E27FC236}">
                    <a16:creationId xmlns:a16="http://schemas.microsoft.com/office/drawing/2014/main" id="{ED59A425-0F90-4702-5CC8-6B2945B5E84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87" name="直线连接符 12286">
                <a:extLst>
                  <a:ext uri="{FF2B5EF4-FFF2-40B4-BE49-F238E27FC236}">
                    <a16:creationId xmlns:a16="http://schemas.microsoft.com/office/drawing/2014/main" id="{845A7091-8CA5-BB06-4150-32CFDCCC37A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88" name="直线连接符 12287">
                <a:extLst>
                  <a:ext uri="{FF2B5EF4-FFF2-40B4-BE49-F238E27FC236}">
                    <a16:creationId xmlns:a16="http://schemas.microsoft.com/office/drawing/2014/main" id="{381D5753-5256-1936-F1D8-36CE240C756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89" name="直线连接符 12288">
                <a:extLst>
                  <a:ext uri="{FF2B5EF4-FFF2-40B4-BE49-F238E27FC236}">
                    <a16:creationId xmlns:a16="http://schemas.microsoft.com/office/drawing/2014/main" id="{E47F73D1-AF0F-F82D-A64F-CBCC3F44AF4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0" name="直线连接符 12289">
                <a:extLst>
                  <a:ext uri="{FF2B5EF4-FFF2-40B4-BE49-F238E27FC236}">
                    <a16:creationId xmlns:a16="http://schemas.microsoft.com/office/drawing/2014/main" id="{645DCFDF-EF21-6E86-421C-8B7610B9782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1" name="直线连接符 12290">
                <a:extLst>
                  <a:ext uri="{FF2B5EF4-FFF2-40B4-BE49-F238E27FC236}">
                    <a16:creationId xmlns:a16="http://schemas.microsoft.com/office/drawing/2014/main" id="{67FF66A3-3F5D-A205-53B3-24B8B108169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2" name="直线连接符 12291">
                <a:extLst>
                  <a:ext uri="{FF2B5EF4-FFF2-40B4-BE49-F238E27FC236}">
                    <a16:creationId xmlns:a16="http://schemas.microsoft.com/office/drawing/2014/main" id="{393E723C-9C60-1ABF-699B-8A1E05FFF197}"/>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3" name="直线连接符 12292">
                <a:extLst>
                  <a:ext uri="{FF2B5EF4-FFF2-40B4-BE49-F238E27FC236}">
                    <a16:creationId xmlns:a16="http://schemas.microsoft.com/office/drawing/2014/main" id="{3DE71E84-1CE1-3531-5317-C766347AD21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4" name="直线连接符 12293">
                <a:extLst>
                  <a:ext uri="{FF2B5EF4-FFF2-40B4-BE49-F238E27FC236}">
                    <a16:creationId xmlns:a16="http://schemas.microsoft.com/office/drawing/2014/main" id="{26B1B5E0-A56A-6614-D7E2-0539F7EB5A1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5" name="直线连接符 12294">
                <a:extLst>
                  <a:ext uri="{FF2B5EF4-FFF2-40B4-BE49-F238E27FC236}">
                    <a16:creationId xmlns:a16="http://schemas.microsoft.com/office/drawing/2014/main" id="{99ABAE47-577D-9D81-A12B-1BCC7FF96D40}"/>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6" name="直线连接符 12295">
                <a:extLst>
                  <a:ext uri="{FF2B5EF4-FFF2-40B4-BE49-F238E27FC236}">
                    <a16:creationId xmlns:a16="http://schemas.microsoft.com/office/drawing/2014/main" id="{DE8C29A3-8164-1A39-3FE9-703E3A3132D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7" name="直线连接符 12296">
                <a:extLst>
                  <a:ext uri="{FF2B5EF4-FFF2-40B4-BE49-F238E27FC236}">
                    <a16:creationId xmlns:a16="http://schemas.microsoft.com/office/drawing/2014/main" id="{9352E401-14EF-F890-7836-3EA7E908FC7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8" name="直线连接符 12297">
                <a:extLst>
                  <a:ext uri="{FF2B5EF4-FFF2-40B4-BE49-F238E27FC236}">
                    <a16:creationId xmlns:a16="http://schemas.microsoft.com/office/drawing/2014/main" id="{1F12B33C-17AC-A57C-EADF-A803913C9C9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99" name="直线连接符 12298">
                <a:extLst>
                  <a:ext uri="{FF2B5EF4-FFF2-40B4-BE49-F238E27FC236}">
                    <a16:creationId xmlns:a16="http://schemas.microsoft.com/office/drawing/2014/main" id="{B9A54EB4-3276-70F5-DD44-D68C6B89938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00" name="直线连接符 12299">
                <a:extLst>
                  <a:ext uri="{FF2B5EF4-FFF2-40B4-BE49-F238E27FC236}">
                    <a16:creationId xmlns:a16="http://schemas.microsoft.com/office/drawing/2014/main" id="{BC31BF64-B920-5579-6043-15BE616F2DA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269" name="组合 12268">
              <a:extLst>
                <a:ext uri="{FF2B5EF4-FFF2-40B4-BE49-F238E27FC236}">
                  <a16:creationId xmlns:a16="http://schemas.microsoft.com/office/drawing/2014/main" id="{2F9BCD99-453F-1C6F-7175-4103974D6685}"/>
                </a:ext>
              </a:extLst>
            </p:cNvPr>
            <p:cNvGrpSpPr/>
            <p:nvPr/>
          </p:nvGrpSpPr>
          <p:grpSpPr>
            <a:xfrm>
              <a:off x="3782498" y="8467786"/>
              <a:ext cx="1973841" cy="1732229"/>
              <a:chOff x="7707547" y="3116283"/>
              <a:chExt cx="2913493" cy="2493706"/>
            </a:xfrm>
          </p:grpSpPr>
          <p:sp>
            <p:nvSpPr>
              <p:cNvPr id="12278" name="流程图: 接点 567">
                <a:extLst>
                  <a:ext uri="{FF2B5EF4-FFF2-40B4-BE49-F238E27FC236}">
                    <a16:creationId xmlns:a16="http://schemas.microsoft.com/office/drawing/2014/main" id="{8F54DE91-5227-BA9B-EADE-2F4412F3055C}"/>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79" name="流程图: 接点 568">
                <a:extLst>
                  <a:ext uri="{FF2B5EF4-FFF2-40B4-BE49-F238E27FC236}">
                    <a16:creationId xmlns:a16="http://schemas.microsoft.com/office/drawing/2014/main" id="{959F94BD-8225-AEAA-BC36-71BC2B840497}"/>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80" name="椭圆 12279">
                <a:extLst>
                  <a:ext uri="{FF2B5EF4-FFF2-40B4-BE49-F238E27FC236}">
                    <a16:creationId xmlns:a16="http://schemas.microsoft.com/office/drawing/2014/main" id="{CF481FC6-CBB9-C975-40B1-FCF16F9B0354}"/>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81" name="椭圆 12280">
                <a:extLst>
                  <a:ext uri="{FF2B5EF4-FFF2-40B4-BE49-F238E27FC236}">
                    <a16:creationId xmlns:a16="http://schemas.microsoft.com/office/drawing/2014/main" id="{AC6D643F-081E-D42A-EA02-4B2B6800ECEE}"/>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270" name="组合 12269">
              <a:extLst>
                <a:ext uri="{FF2B5EF4-FFF2-40B4-BE49-F238E27FC236}">
                  <a16:creationId xmlns:a16="http://schemas.microsoft.com/office/drawing/2014/main" id="{E0760BDB-D84B-0093-66ED-78231DFAAB73}"/>
                </a:ext>
              </a:extLst>
            </p:cNvPr>
            <p:cNvGrpSpPr/>
            <p:nvPr/>
          </p:nvGrpSpPr>
          <p:grpSpPr>
            <a:xfrm>
              <a:off x="4087388" y="7957566"/>
              <a:ext cx="1057508" cy="1052178"/>
              <a:chOff x="4604429" y="1852554"/>
              <a:chExt cx="875802" cy="967650"/>
            </a:xfrm>
            <a:scene3d>
              <a:camera prst="orthographicFront">
                <a:rot lat="600000" lon="7650000" rev="0"/>
              </a:camera>
              <a:lightRig rig="threePt" dir="t"/>
            </a:scene3d>
          </p:grpSpPr>
          <p:grpSp>
            <p:nvGrpSpPr>
              <p:cNvPr id="12274" name="组合 12273">
                <a:extLst>
                  <a:ext uri="{FF2B5EF4-FFF2-40B4-BE49-F238E27FC236}">
                    <a16:creationId xmlns:a16="http://schemas.microsoft.com/office/drawing/2014/main" id="{51EDCD74-1192-663F-ADB6-B093D7F93D7F}"/>
                  </a:ext>
                </a:extLst>
              </p:cNvPr>
              <p:cNvGrpSpPr/>
              <p:nvPr/>
            </p:nvGrpSpPr>
            <p:grpSpPr>
              <a:xfrm>
                <a:off x="4604431" y="1852554"/>
                <a:ext cx="875800" cy="951265"/>
                <a:chOff x="5744160" y="1862568"/>
                <a:chExt cx="1527262" cy="1731253"/>
              </a:xfrm>
              <a:solidFill>
                <a:schemeClr val="tx1">
                  <a:lumMod val="65000"/>
                  <a:lumOff val="35000"/>
                </a:schemeClr>
              </a:solidFill>
            </p:grpSpPr>
            <p:sp>
              <p:nvSpPr>
                <p:cNvPr id="12276" name="流程图: 延期 565">
                  <a:extLst>
                    <a:ext uri="{FF2B5EF4-FFF2-40B4-BE49-F238E27FC236}">
                      <a16:creationId xmlns:a16="http://schemas.microsoft.com/office/drawing/2014/main" id="{324A486C-FE53-AAD5-4E82-CA67C0D228AC}"/>
                    </a:ext>
                  </a:extLst>
                </p:cNvPr>
                <p:cNvSpPr/>
                <p:nvPr/>
              </p:nvSpPr>
              <p:spPr>
                <a:xfrm rot="16200000">
                  <a:off x="5642164" y="1964564"/>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77" name="流程图: 接点 566">
                  <a:extLst>
                    <a:ext uri="{FF2B5EF4-FFF2-40B4-BE49-F238E27FC236}">
                      <a16:creationId xmlns:a16="http://schemas.microsoft.com/office/drawing/2014/main" id="{4AEDA59F-9759-BB1E-7FC0-F26E8FB91A81}"/>
                    </a:ext>
                  </a:extLst>
                </p:cNvPr>
                <p:cNvSpPr/>
                <p:nvPr/>
              </p:nvSpPr>
              <p:spPr>
                <a:xfrm>
                  <a:off x="5946552" y="2058258"/>
                  <a:ext cx="1122468" cy="1059755"/>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75" name="矩形 12274">
                <a:extLst>
                  <a:ext uri="{FF2B5EF4-FFF2-40B4-BE49-F238E27FC236}">
                    <a16:creationId xmlns:a16="http://schemas.microsoft.com/office/drawing/2014/main" id="{1E371F71-24E4-8290-A19B-3DFD23CC1389}"/>
                  </a:ext>
                </a:extLst>
              </p:cNvPr>
              <p:cNvSpPr/>
              <p:nvPr/>
            </p:nvSpPr>
            <p:spPr>
              <a:xfrm>
                <a:off x="4604429"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271" name="组合 12270">
              <a:extLst>
                <a:ext uri="{FF2B5EF4-FFF2-40B4-BE49-F238E27FC236}">
                  <a16:creationId xmlns:a16="http://schemas.microsoft.com/office/drawing/2014/main" id="{932B7012-75E5-ACB7-1CAC-187AB3204AEA}"/>
                </a:ext>
              </a:extLst>
            </p:cNvPr>
            <p:cNvGrpSpPr/>
            <p:nvPr/>
          </p:nvGrpSpPr>
          <p:grpSpPr>
            <a:xfrm>
              <a:off x="4911818" y="9176411"/>
              <a:ext cx="238182" cy="238003"/>
              <a:chOff x="5145960" y="4201202"/>
              <a:chExt cx="150892" cy="141375"/>
            </a:xfrm>
            <a:scene3d>
              <a:camera prst="orthographicFront">
                <a:rot lat="0" lon="20250000" rev="0"/>
              </a:camera>
              <a:lightRig rig="threePt" dir="t">
                <a:rot lat="0" lon="0" rev="0"/>
              </a:lightRig>
            </a:scene3d>
          </p:grpSpPr>
          <p:sp>
            <p:nvSpPr>
              <p:cNvPr id="12272" name="Oval 15540">
                <a:extLst>
                  <a:ext uri="{FF2B5EF4-FFF2-40B4-BE49-F238E27FC236}">
                    <a16:creationId xmlns:a16="http://schemas.microsoft.com/office/drawing/2014/main" id="{AD35AE94-A57E-1E34-4264-3F25D90CC78D}"/>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273" name="Line 15541">
                <a:extLst>
                  <a:ext uri="{FF2B5EF4-FFF2-40B4-BE49-F238E27FC236}">
                    <a16:creationId xmlns:a16="http://schemas.microsoft.com/office/drawing/2014/main" id="{AA66C01B-51C4-9533-7422-C75671227557}"/>
                  </a:ext>
                </a:extLst>
              </p:cNvPr>
              <p:cNvCxnSpPr>
                <a:cxnSpLocks/>
                <a:stCxn id="12272" idx="1"/>
                <a:endCxn id="12272"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359" name="组合 12358">
            <a:extLst>
              <a:ext uri="{FF2B5EF4-FFF2-40B4-BE49-F238E27FC236}">
                <a16:creationId xmlns:a16="http://schemas.microsoft.com/office/drawing/2014/main" id="{EA6DA098-22D8-D8C4-7FD4-D4E2251BFF18}"/>
              </a:ext>
            </a:extLst>
          </p:cNvPr>
          <p:cNvGrpSpPr/>
          <p:nvPr/>
        </p:nvGrpSpPr>
        <p:grpSpPr>
          <a:xfrm>
            <a:off x="550700" y="1859042"/>
            <a:ext cx="1973841" cy="3056213"/>
            <a:chOff x="6092898" y="8051860"/>
            <a:chExt cx="1973841" cy="3056213"/>
          </a:xfrm>
        </p:grpSpPr>
        <p:grpSp>
          <p:nvGrpSpPr>
            <p:cNvPr id="12360" name="组合 12359">
              <a:extLst>
                <a:ext uri="{FF2B5EF4-FFF2-40B4-BE49-F238E27FC236}">
                  <a16:creationId xmlns:a16="http://schemas.microsoft.com/office/drawing/2014/main" id="{7E550190-4EB4-B378-6EB4-67933B72BB96}"/>
                </a:ext>
              </a:extLst>
            </p:cNvPr>
            <p:cNvGrpSpPr/>
            <p:nvPr/>
          </p:nvGrpSpPr>
          <p:grpSpPr>
            <a:xfrm rot="16200000" flipV="1">
              <a:off x="6144253" y="10038018"/>
              <a:ext cx="304542" cy="273822"/>
              <a:chOff x="572797" y="3394121"/>
              <a:chExt cx="419388" cy="382270"/>
            </a:xfrm>
          </p:grpSpPr>
          <p:grpSp>
            <p:nvGrpSpPr>
              <p:cNvPr id="12438" name="组合 12437">
                <a:extLst>
                  <a:ext uri="{FF2B5EF4-FFF2-40B4-BE49-F238E27FC236}">
                    <a16:creationId xmlns:a16="http://schemas.microsoft.com/office/drawing/2014/main" id="{7CF73F66-93BE-F01C-00FC-6FE5543A3638}"/>
                  </a:ext>
                </a:extLst>
              </p:cNvPr>
              <p:cNvGrpSpPr/>
              <p:nvPr/>
            </p:nvGrpSpPr>
            <p:grpSpPr>
              <a:xfrm>
                <a:off x="572797" y="3394121"/>
                <a:ext cx="419388" cy="382270"/>
                <a:chOff x="3493878" y="4600004"/>
                <a:chExt cx="619038" cy="550312"/>
              </a:xfrm>
            </p:grpSpPr>
            <p:sp>
              <p:nvSpPr>
                <p:cNvPr id="12455" name="流程图: 接点 571">
                  <a:extLst>
                    <a:ext uri="{FF2B5EF4-FFF2-40B4-BE49-F238E27FC236}">
                      <a16:creationId xmlns:a16="http://schemas.microsoft.com/office/drawing/2014/main" id="{B0C5AF15-A45E-F005-B360-3078F93ADDC6}"/>
                    </a:ext>
                  </a:extLst>
                </p:cNvPr>
                <p:cNvSpPr/>
                <p:nvPr/>
              </p:nvSpPr>
              <p:spPr>
                <a:xfrm>
                  <a:off x="3493878" y="4658952"/>
                  <a:ext cx="619038" cy="491364"/>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546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56" name="流程图: 接点 572">
                  <a:extLst>
                    <a:ext uri="{FF2B5EF4-FFF2-40B4-BE49-F238E27FC236}">
                      <a16:creationId xmlns:a16="http://schemas.microsoft.com/office/drawing/2014/main" id="{8247B6EA-9997-0239-7726-646464568201}"/>
                    </a:ext>
                  </a:extLst>
                </p:cNvPr>
                <p:cNvSpPr/>
                <p:nvPr/>
              </p:nvSpPr>
              <p:spPr>
                <a:xfrm>
                  <a:off x="3677257" y="4600004"/>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546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439" name="直线连接符 12438">
                <a:extLst>
                  <a:ext uri="{FF2B5EF4-FFF2-40B4-BE49-F238E27FC236}">
                    <a16:creationId xmlns:a16="http://schemas.microsoft.com/office/drawing/2014/main" id="{32FE0DC5-7314-5181-613C-4FA77DDB3363}"/>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0" name="直线连接符 12439">
                <a:extLst>
                  <a:ext uri="{FF2B5EF4-FFF2-40B4-BE49-F238E27FC236}">
                    <a16:creationId xmlns:a16="http://schemas.microsoft.com/office/drawing/2014/main" id="{18F88B75-4525-8729-8848-F27AF76C0829}"/>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1" name="直线连接符 12440">
                <a:extLst>
                  <a:ext uri="{FF2B5EF4-FFF2-40B4-BE49-F238E27FC236}">
                    <a16:creationId xmlns:a16="http://schemas.microsoft.com/office/drawing/2014/main" id="{2B6B6136-83C7-BD95-9482-0730888B416F}"/>
                  </a:ext>
                </a:extLst>
              </p:cNvPr>
              <p:cNvCxnSpPr>
                <a:cxnSpLocks/>
              </p:cNvCxnSpPr>
              <p:nvPr/>
            </p:nvCxnSpPr>
            <p:spPr>
              <a:xfrm>
                <a:off x="929910" y="34889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2" name="直线连接符 12441">
                <a:extLst>
                  <a:ext uri="{FF2B5EF4-FFF2-40B4-BE49-F238E27FC236}">
                    <a16:creationId xmlns:a16="http://schemas.microsoft.com/office/drawing/2014/main" id="{34D7F8DC-1490-F042-283E-2E6B497DD3E7}"/>
                  </a:ext>
                </a:extLst>
              </p:cNvPr>
              <p:cNvCxnSpPr>
                <a:cxnSpLocks/>
              </p:cNvCxnSpPr>
              <p:nvPr/>
            </p:nvCxnSpPr>
            <p:spPr>
              <a:xfrm>
                <a:off x="904055" y="349236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3" name="直线连接符 12442">
                <a:extLst>
                  <a:ext uri="{FF2B5EF4-FFF2-40B4-BE49-F238E27FC236}">
                    <a16:creationId xmlns:a16="http://schemas.microsoft.com/office/drawing/2014/main" id="{EF4A5678-D933-E25C-7C03-27DEF87EC5C1}"/>
                  </a:ext>
                </a:extLst>
              </p:cNvPr>
              <p:cNvCxnSpPr>
                <a:cxnSpLocks/>
              </p:cNvCxnSpPr>
              <p:nvPr/>
            </p:nvCxnSpPr>
            <p:spPr>
              <a:xfrm>
                <a:off x="876844" y="3489339"/>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4" name="直线连接符 12443">
                <a:extLst>
                  <a:ext uri="{FF2B5EF4-FFF2-40B4-BE49-F238E27FC236}">
                    <a16:creationId xmlns:a16="http://schemas.microsoft.com/office/drawing/2014/main" id="{5649833C-FB0E-BF60-BC79-5CCA8661DD80}"/>
                  </a:ext>
                </a:extLst>
              </p:cNvPr>
              <p:cNvCxnSpPr>
                <a:cxnSpLocks/>
              </p:cNvCxnSpPr>
              <p:nvPr/>
            </p:nvCxnSpPr>
            <p:spPr>
              <a:xfrm>
                <a:off x="847577"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5" name="直线连接符 12444">
                <a:extLst>
                  <a:ext uri="{FF2B5EF4-FFF2-40B4-BE49-F238E27FC236}">
                    <a16:creationId xmlns:a16="http://schemas.microsoft.com/office/drawing/2014/main" id="{87C2DF2C-2DBC-3921-9AFB-4FEC6F5AE658}"/>
                  </a:ext>
                </a:extLst>
              </p:cNvPr>
              <p:cNvCxnSpPr>
                <a:cxnSpLocks/>
              </p:cNvCxnSpPr>
              <p:nvPr/>
            </p:nvCxnSpPr>
            <p:spPr>
              <a:xfrm>
                <a:off x="821015" y="34925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6" name="直线连接符 12445">
                <a:extLst>
                  <a:ext uri="{FF2B5EF4-FFF2-40B4-BE49-F238E27FC236}">
                    <a16:creationId xmlns:a16="http://schemas.microsoft.com/office/drawing/2014/main" id="{77D56FC6-E29C-E1A3-22BF-98C05CA2B086}"/>
                  </a:ext>
                </a:extLst>
              </p:cNvPr>
              <p:cNvCxnSpPr>
                <a:cxnSpLocks/>
              </p:cNvCxnSpPr>
              <p:nvPr/>
            </p:nvCxnSpPr>
            <p:spPr>
              <a:xfrm>
                <a:off x="756664" y="3495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7" name="直线连接符 12446">
                <a:extLst>
                  <a:ext uri="{FF2B5EF4-FFF2-40B4-BE49-F238E27FC236}">
                    <a16:creationId xmlns:a16="http://schemas.microsoft.com/office/drawing/2014/main" id="{EBA84F7F-4500-C633-0F53-66F470B7A4DF}"/>
                  </a:ext>
                </a:extLst>
              </p:cNvPr>
              <p:cNvCxnSpPr>
                <a:cxnSpLocks/>
              </p:cNvCxnSpPr>
              <p:nvPr/>
            </p:nvCxnSpPr>
            <p:spPr>
              <a:xfrm>
                <a:off x="791448" y="34925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8" name="直线连接符 12447">
                <a:extLst>
                  <a:ext uri="{FF2B5EF4-FFF2-40B4-BE49-F238E27FC236}">
                    <a16:creationId xmlns:a16="http://schemas.microsoft.com/office/drawing/2014/main" id="{F5832B54-C755-AB09-ABAB-0361ADC3DD03}"/>
                  </a:ext>
                </a:extLst>
              </p:cNvPr>
              <p:cNvCxnSpPr>
                <a:cxnSpLocks/>
              </p:cNvCxnSpPr>
              <p:nvPr/>
            </p:nvCxnSpPr>
            <p:spPr>
              <a:xfrm>
                <a:off x="727880"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9" name="直线连接符 12448">
                <a:extLst>
                  <a:ext uri="{FF2B5EF4-FFF2-40B4-BE49-F238E27FC236}">
                    <a16:creationId xmlns:a16="http://schemas.microsoft.com/office/drawing/2014/main" id="{E4A3DC3E-0C1D-BBA4-9A1E-540CF2A0FC74}"/>
                  </a:ext>
                </a:extLst>
              </p:cNvPr>
              <p:cNvCxnSpPr>
                <a:cxnSpLocks/>
              </p:cNvCxnSpPr>
              <p:nvPr/>
            </p:nvCxnSpPr>
            <p:spPr>
              <a:xfrm>
                <a:off x="702589" y="349177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0" name="直线连接符 12449">
                <a:extLst>
                  <a:ext uri="{FF2B5EF4-FFF2-40B4-BE49-F238E27FC236}">
                    <a16:creationId xmlns:a16="http://schemas.microsoft.com/office/drawing/2014/main" id="{4812385B-BA9C-CD97-279C-08DFDA106899}"/>
                  </a:ext>
                </a:extLst>
              </p:cNvPr>
              <p:cNvCxnSpPr>
                <a:cxnSpLocks/>
              </p:cNvCxnSpPr>
              <p:nvPr/>
            </p:nvCxnSpPr>
            <p:spPr>
              <a:xfrm>
                <a:off x="669942" y="348910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1" name="直线连接符 12450">
                <a:extLst>
                  <a:ext uri="{FF2B5EF4-FFF2-40B4-BE49-F238E27FC236}">
                    <a16:creationId xmlns:a16="http://schemas.microsoft.com/office/drawing/2014/main" id="{ED7513B4-95B6-E2B1-0407-E67C8EFA691F}"/>
                  </a:ext>
                </a:extLst>
              </p:cNvPr>
              <p:cNvCxnSpPr>
                <a:cxnSpLocks/>
              </p:cNvCxnSpPr>
              <p:nvPr/>
            </p:nvCxnSpPr>
            <p:spPr>
              <a:xfrm>
                <a:off x="648401" y="348905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2" name="直线连接符 12451">
                <a:extLst>
                  <a:ext uri="{FF2B5EF4-FFF2-40B4-BE49-F238E27FC236}">
                    <a16:creationId xmlns:a16="http://schemas.microsoft.com/office/drawing/2014/main" id="{605A988B-72CE-2097-8447-B610620197B5}"/>
                  </a:ext>
                </a:extLst>
              </p:cNvPr>
              <p:cNvCxnSpPr>
                <a:cxnSpLocks/>
              </p:cNvCxnSpPr>
              <p:nvPr/>
            </p:nvCxnSpPr>
            <p:spPr>
              <a:xfrm>
                <a:off x="621539" y="349196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53" name="直线连接符 12452">
                <a:extLst>
                  <a:ext uri="{FF2B5EF4-FFF2-40B4-BE49-F238E27FC236}">
                    <a16:creationId xmlns:a16="http://schemas.microsoft.com/office/drawing/2014/main" id="{3C1255C7-387E-F5F5-72A9-3BF97756A961}"/>
                  </a:ext>
                </a:extLst>
              </p:cNvPr>
              <p:cNvCxnSpPr>
                <a:cxnSpLocks/>
              </p:cNvCxnSpPr>
              <p:nvPr/>
            </p:nvCxnSpPr>
            <p:spPr>
              <a:xfrm>
                <a:off x="598299" y="348952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54" name="直线连接符 12453">
                <a:extLst>
                  <a:ext uri="{FF2B5EF4-FFF2-40B4-BE49-F238E27FC236}">
                    <a16:creationId xmlns:a16="http://schemas.microsoft.com/office/drawing/2014/main" id="{20499021-5FC9-D69D-0D69-2BA00CFB51E0}"/>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361" name="组合 12360">
              <a:extLst>
                <a:ext uri="{FF2B5EF4-FFF2-40B4-BE49-F238E27FC236}">
                  <a16:creationId xmlns:a16="http://schemas.microsoft.com/office/drawing/2014/main" id="{013D418B-0267-3361-831F-FD719D2ACF68}"/>
                </a:ext>
              </a:extLst>
            </p:cNvPr>
            <p:cNvGrpSpPr/>
            <p:nvPr/>
          </p:nvGrpSpPr>
          <p:grpSpPr>
            <a:xfrm>
              <a:off x="6955321" y="9516989"/>
              <a:ext cx="419388" cy="377446"/>
              <a:chOff x="572796" y="3376774"/>
              <a:chExt cx="419388" cy="377446"/>
            </a:xfrm>
          </p:grpSpPr>
          <p:grpSp>
            <p:nvGrpSpPr>
              <p:cNvPr id="12418" name="组合 12417">
                <a:extLst>
                  <a:ext uri="{FF2B5EF4-FFF2-40B4-BE49-F238E27FC236}">
                    <a16:creationId xmlns:a16="http://schemas.microsoft.com/office/drawing/2014/main" id="{4CFBADF6-778A-08FC-62A4-0D16CCAA7AEB}"/>
                  </a:ext>
                </a:extLst>
              </p:cNvPr>
              <p:cNvGrpSpPr/>
              <p:nvPr/>
            </p:nvGrpSpPr>
            <p:grpSpPr>
              <a:xfrm>
                <a:off x="572796" y="3376774"/>
                <a:ext cx="419388" cy="377446"/>
                <a:chOff x="3493877" y="4575043"/>
                <a:chExt cx="619038" cy="543369"/>
              </a:xfrm>
            </p:grpSpPr>
            <p:sp>
              <p:nvSpPr>
                <p:cNvPr id="12436" name="流程图: 接点 571">
                  <a:extLst>
                    <a:ext uri="{FF2B5EF4-FFF2-40B4-BE49-F238E27FC236}">
                      <a16:creationId xmlns:a16="http://schemas.microsoft.com/office/drawing/2014/main" id="{FBDBFB09-BA5C-70DB-8E35-4E825E384E4C}"/>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37" name="流程图: 接点 572">
                  <a:extLst>
                    <a:ext uri="{FF2B5EF4-FFF2-40B4-BE49-F238E27FC236}">
                      <a16:creationId xmlns:a16="http://schemas.microsoft.com/office/drawing/2014/main" id="{4B7C67C8-68B0-A4F1-BF31-4E7021529195}"/>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419" name="直线连接符 12418">
                <a:extLst>
                  <a:ext uri="{FF2B5EF4-FFF2-40B4-BE49-F238E27FC236}">
                    <a16:creationId xmlns:a16="http://schemas.microsoft.com/office/drawing/2014/main" id="{15D64D25-E04C-A522-1BE5-0638B45777DA}"/>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0" name="直线连接符 12419">
                <a:extLst>
                  <a:ext uri="{FF2B5EF4-FFF2-40B4-BE49-F238E27FC236}">
                    <a16:creationId xmlns:a16="http://schemas.microsoft.com/office/drawing/2014/main" id="{80FAD29F-B132-58DC-C159-2599CC162DC5}"/>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1" name="直线连接符 12420">
                <a:extLst>
                  <a:ext uri="{FF2B5EF4-FFF2-40B4-BE49-F238E27FC236}">
                    <a16:creationId xmlns:a16="http://schemas.microsoft.com/office/drawing/2014/main" id="{15665442-B921-6160-E827-1EC0C0AF1B3A}"/>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2" name="直线连接符 12421">
                <a:extLst>
                  <a:ext uri="{FF2B5EF4-FFF2-40B4-BE49-F238E27FC236}">
                    <a16:creationId xmlns:a16="http://schemas.microsoft.com/office/drawing/2014/main" id="{AB11647B-82CF-80B3-B530-7653704DC9A6}"/>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3" name="直线连接符 12422">
                <a:extLst>
                  <a:ext uri="{FF2B5EF4-FFF2-40B4-BE49-F238E27FC236}">
                    <a16:creationId xmlns:a16="http://schemas.microsoft.com/office/drawing/2014/main" id="{0885D805-F17F-B2F0-031A-E2A1C612B742}"/>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4" name="直线连接符 12423">
                <a:extLst>
                  <a:ext uri="{FF2B5EF4-FFF2-40B4-BE49-F238E27FC236}">
                    <a16:creationId xmlns:a16="http://schemas.microsoft.com/office/drawing/2014/main" id="{9283C508-3FB9-E7B8-0995-D5558EC0B31F}"/>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5" name="直线连接符 12424">
                <a:extLst>
                  <a:ext uri="{FF2B5EF4-FFF2-40B4-BE49-F238E27FC236}">
                    <a16:creationId xmlns:a16="http://schemas.microsoft.com/office/drawing/2014/main" id="{56CE1A41-E073-73E5-CCD9-498F07923FFB}"/>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6" name="直线连接符 12425">
                <a:extLst>
                  <a:ext uri="{FF2B5EF4-FFF2-40B4-BE49-F238E27FC236}">
                    <a16:creationId xmlns:a16="http://schemas.microsoft.com/office/drawing/2014/main" id="{2A54495B-180E-28BF-8673-3828A4C0D765}"/>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7" name="直线连接符 12426">
                <a:extLst>
                  <a:ext uri="{FF2B5EF4-FFF2-40B4-BE49-F238E27FC236}">
                    <a16:creationId xmlns:a16="http://schemas.microsoft.com/office/drawing/2014/main" id="{0980FCA7-B052-8BE0-DB09-49630D75AF51}"/>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8" name="直线连接符 12427">
                <a:extLst>
                  <a:ext uri="{FF2B5EF4-FFF2-40B4-BE49-F238E27FC236}">
                    <a16:creationId xmlns:a16="http://schemas.microsoft.com/office/drawing/2014/main" id="{52E46FA4-2345-07C3-DE90-D550D4D3779B}"/>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9" name="直线连接符 12428">
                <a:extLst>
                  <a:ext uri="{FF2B5EF4-FFF2-40B4-BE49-F238E27FC236}">
                    <a16:creationId xmlns:a16="http://schemas.microsoft.com/office/drawing/2014/main" id="{1EB0F708-9F2A-E0BA-767D-11AA2A1A2B80}"/>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30" name="直线连接符 12429">
                <a:extLst>
                  <a:ext uri="{FF2B5EF4-FFF2-40B4-BE49-F238E27FC236}">
                    <a16:creationId xmlns:a16="http://schemas.microsoft.com/office/drawing/2014/main" id="{500D95B3-C8DD-BB1C-4093-8BA4D95F3E23}"/>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31" name="直线连接符 12430">
                <a:extLst>
                  <a:ext uri="{FF2B5EF4-FFF2-40B4-BE49-F238E27FC236}">
                    <a16:creationId xmlns:a16="http://schemas.microsoft.com/office/drawing/2014/main" id="{D2311564-864A-2037-ABAE-982450F24E9B}"/>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32" name="直线连接符 12431">
                <a:extLst>
                  <a:ext uri="{FF2B5EF4-FFF2-40B4-BE49-F238E27FC236}">
                    <a16:creationId xmlns:a16="http://schemas.microsoft.com/office/drawing/2014/main" id="{8F32F2F7-ACBE-EB5D-E16E-E1D44CDA5649}"/>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33" name="直线连接符 12432">
                <a:extLst>
                  <a:ext uri="{FF2B5EF4-FFF2-40B4-BE49-F238E27FC236}">
                    <a16:creationId xmlns:a16="http://schemas.microsoft.com/office/drawing/2014/main" id="{F9DBE69D-4462-BDEC-5461-4EA5D1DCCF0B}"/>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34" name="直线连接符 12433">
                <a:extLst>
                  <a:ext uri="{FF2B5EF4-FFF2-40B4-BE49-F238E27FC236}">
                    <a16:creationId xmlns:a16="http://schemas.microsoft.com/office/drawing/2014/main" id="{F9FBD9AB-A8B4-4F99-95E6-CC813801CD30}"/>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35" name="直线连接符 12434">
                <a:extLst>
                  <a:ext uri="{FF2B5EF4-FFF2-40B4-BE49-F238E27FC236}">
                    <a16:creationId xmlns:a16="http://schemas.microsoft.com/office/drawing/2014/main" id="{F198C315-87EE-DE2E-0371-848FA0ECE208}"/>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362" name="流程图: 接点 554">
              <a:extLst>
                <a:ext uri="{FF2B5EF4-FFF2-40B4-BE49-F238E27FC236}">
                  <a16:creationId xmlns:a16="http://schemas.microsoft.com/office/drawing/2014/main" id="{D0BA81E1-8B0B-B179-E52A-1EE53E77527B}"/>
                </a:ext>
              </a:extLst>
            </p:cNvPr>
            <p:cNvSpPr/>
            <p:nvPr/>
          </p:nvSpPr>
          <p:spPr>
            <a:xfrm>
              <a:off x="6628046" y="10232826"/>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63" name="椭圆 12362">
              <a:extLst>
                <a:ext uri="{FF2B5EF4-FFF2-40B4-BE49-F238E27FC236}">
                  <a16:creationId xmlns:a16="http://schemas.microsoft.com/office/drawing/2014/main" id="{BAA18F64-C362-EA58-3446-90CCE2AB3DBB}"/>
                </a:ext>
              </a:extLst>
            </p:cNvPr>
            <p:cNvSpPr/>
            <p:nvPr/>
          </p:nvSpPr>
          <p:spPr>
            <a:xfrm>
              <a:off x="6456685" y="9786079"/>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64" name="流程图: 接点 556">
              <a:extLst>
                <a:ext uri="{FF2B5EF4-FFF2-40B4-BE49-F238E27FC236}">
                  <a16:creationId xmlns:a16="http://schemas.microsoft.com/office/drawing/2014/main" id="{BA7F2712-AD7D-2E8F-6FF3-E24062BD9AFF}"/>
                </a:ext>
              </a:extLst>
            </p:cNvPr>
            <p:cNvSpPr/>
            <p:nvPr/>
          </p:nvSpPr>
          <p:spPr>
            <a:xfrm>
              <a:off x="6581673" y="9407546"/>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365" name="组合 12364">
              <a:extLst>
                <a:ext uri="{FF2B5EF4-FFF2-40B4-BE49-F238E27FC236}">
                  <a16:creationId xmlns:a16="http://schemas.microsoft.com/office/drawing/2014/main" id="{822E314E-8390-EAAE-142F-CBADC43B275E}"/>
                </a:ext>
              </a:extLst>
            </p:cNvPr>
            <p:cNvGrpSpPr/>
            <p:nvPr/>
          </p:nvGrpSpPr>
          <p:grpSpPr>
            <a:xfrm>
              <a:off x="6519338" y="9741370"/>
              <a:ext cx="419388" cy="487204"/>
              <a:chOff x="5768619" y="3058692"/>
              <a:chExt cx="419388" cy="487204"/>
            </a:xfrm>
          </p:grpSpPr>
          <p:sp>
            <p:nvSpPr>
              <p:cNvPr id="12399" name="流程图: 接点 571">
                <a:extLst>
                  <a:ext uri="{FF2B5EF4-FFF2-40B4-BE49-F238E27FC236}">
                    <a16:creationId xmlns:a16="http://schemas.microsoft.com/office/drawing/2014/main" id="{13891FD0-A907-6F2F-E72B-B50C50A34EF9}"/>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00" name="流程图: 接点 572">
                <a:extLst>
                  <a:ext uri="{FF2B5EF4-FFF2-40B4-BE49-F238E27FC236}">
                    <a16:creationId xmlns:a16="http://schemas.microsoft.com/office/drawing/2014/main" id="{CD23B5B0-F64D-222B-9FAE-C7EB644EFC97}"/>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01" name="直线连接符 12400">
                <a:extLst>
                  <a:ext uri="{FF2B5EF4-FFF2-40B4-BE49-F238E27FC236}">
                    <a16:creationId xmlns:a16="http://schemas.microsoft.com/office/drawing/2014/main" id="{029F09A3-3602-523C-7202-86055B734663}"/>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2" name="直线连接符 12401">
                <a:extLst>
                  <a:ext uri="{FF2B5EF4-FFF2-40B4-BE49-F238E27FC236}">
                    <a16:creationId xmlns:a16="http://schemas.microsoft.com/office/drawing/2014/main" id="{B981DCCF-4CB0-D673-422E-2CB91542576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3" name="直线连接符 12402">
                <a:extLst>
                  <a:ext uri="{FF2B5EF4-FFF2-40B4-BE49-F238E27FC236}">
                    <a16:creationId xmlns:a16="http://schemas.microsoft.com/office/drawing/2014/main" id="{506A3AF3-3CDE-2A40-00FC-BA1A433887A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4" name="直线连接符 12403">
                <a:extLst>
                  <a:ext uri="{FF2B5EF4-FFF2-40B4-BE49-F238E27FC236}">
                    <a16:creationId xmlns:a16="http://schemas.microsoft.com/office/drawing/2014/main" id="{EF01A552-87C4-13CC-0FE5-3CF57D0736DB}"/>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5" name="直线连接符 12404">
                <a:extLst>
                  <a:ext uri="{FF2B5EF4-FFF2-40B4-BE49-F238E27FC236}">
                    <a16:creationId xmlns:a16="http://schemas.microsoft.com/office/drawing/2014/main" id="{A7CA40D8-06AE-4470-D322-6AA5593E54E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6" name="直线连接符 12405">
                <a:extLst>
                  <a:ext uri="{FF2B5EF4-FFF2-40B4-BE49-F238E27FC236}">
                    <a16:creationId xmlns:a16="http://schemas.microsoft.com/office/drawing/2014/main" id="{01C48246-8612-C67C-13E3-7FC5626C04E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7" name="直线连接符 12406">
                <a:extLst>
                  <a:ext uri="{FF2B5EF4-FFF2-40B4-BE49-F238E27FC236}">
                    <a16:creationId xmlns:a16="http://schemas.microsoft.com/office/drawing/2014/main" id="{5DD393E3-C0A9-022F-BBD4-25F99CA66FF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8" name="直线连接符 12407">
                <a:extLst>
                  <a:ext uri="{FF2B5EF4-FFF2-40B4-BE49-F238E27FC236}">
                    <a16:creationId xmlns:a16="http://schemas.microsoft.com/office/drawing/2014/main" id="{6EBB793F-D5D0-4704-9F86-6DEFD727F443}"/>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9" name="直线连接符 12408">
                <a:extLst>
                  <a:ext uri="{FF2B5EF4-FFF2-40B4-BE49-F238E27FC236}">
                    <a16:creationId xmlns:a16="http://schemas.microsoft.com/office/drawing/2014/main" id="{59BB1FAA-1DE0-A5CE-C34D-77AA2AF157C4}"/>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0" name="直线连接符 12409">
                <a:extLst>
                  <a:ext uri="{FF2B5EF4-FFF2-40B4-BE49-F238E27FC236}">
                    <a16:creationId xmlns:a16="http://schemas.microsoft.com/office/drawing/2014/main" id="{E4FFC8EC-1481-26E0-A3AF-DF500914F56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1" name="直线连接符 12410">
                <a:extLst>
                  <a:ext uri="{FF2B5EF4-FFF2-40B4-BE49-F238E27FC236}">
                    <a16:creationId xmlns:a16="http://schemas.microsoft.com/office/drawing/2014/main" id="{E2FB8016-D3B3-D40A-8E4C-390B8930117A}"/>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2" name="直线连接符 12411">
                <a:extLst>
                  <a:ext uri="{FF2B5EF4-FFF2-40B4-BE49-F238E27FC236}">
                    <a16:creationId xmlns:a16="http://schemas.microsoft.com/office/drawing/2014/main" id="{C0310CE6-1207-4D91-2105-1171E9ABF75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3" name="直线连接符 12412">
                <a:extLst>
                  <a:ext uri="{FF2B5EF4-FFF2-40B4-BE49-F238E27FC236}">
                    <a16:creationId xmlns:a16="http://schemas.microsoft.com/office/drawing/2014/main" id="{76FB683F-B23F-8EAE-5D5B-14270095AF8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4" name="直线连接符 12413">
                <a:extLst>
                  <a:ext uri="{FF2B5EF4-FFF2-40B4-BE49-F238E27FC236}">
                    <a16:creationId xmlns:a16="http://schemas.microsoft.com/office/drawing/2014/main" id="{0443217D-ED45-6ECA-0859-45A5B5A92ED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5" name="直线连接符 12414">
                <a:extLst>
                  <a:ext uri="{FF2B5EF4-FFF2-40B4-BE49-F238E27FC236}">
                    <a16:creationId xmlns:a16="http://schemas.microsoft.com/office/drawing/2014/main" id="{21A228A9-80DC-2AEA-F6A1-E20EA7DE19B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16" name="直线连接符 12415">
                <a:extLst>
                  <a:ext uri="{FF2B5EF4-FFF2-40B4-BE49-F238E27FC236}">
                    <a16:creationId xmlns:a16="http://schemas.microsoft.com/office/drawing/2014/main" id="{DCF81948-7C53-2161-211A-8F015789053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17" name="直线连接符 12416">
                <a:extLst>
                  <a:ext uri="{FF2B5EF4-FFF2-40B4-BE49-F238E27FC236}">
                    <a16:creationId xmlns:a16="http://schemas.microsoft.com/office/drawing/2014/main" id="{F06191B5-9872-9876-D60F-F05BE4B63E6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366" name="组合 12365">
              <a:extLst>
                <a:ext uri="{FF2B5EF4-FFF2-40B4-BE49-F238E27FC236}">
                  <a16:creationId xmlns:a16="http://schemas.microsoft.com/office/drawing/2014/main" id="{A5798B67-EEF1-D02F-E6C6-2AEF9936DF83}"/>
                </a:ext>
              </a:extLst>
            </p:cNvPr>
            <p:cNvGrpSpPr/>
            <p:nvPr/>
          </p:nvGrpSpPr>
          <p:grpSpPr>
            <a:xfrm>
              <a:off x="7627665" y="9631764"/>
              <a:ext cx="419388" cy="487204"/>
              <a:chOff x="5768619" y="3058692"/>
              <a:chExt cx="419388" cy="487204"/>
            </a:xfrm>
          </p:grpSpPr>
          <p:sp>
            <p:nvSpPr>
              <p:cNvPr id="12380" name="流程图: 接点 571">
                <a:extLst>
                  <a:ext uri="{FF2B5EF4-FFF2-40B4-BE49-F238E27FC236}">
                    <a16:creationId xmlns:a16="http://schemas.microsoft.com/office/drawing/2014/main" id="{F85E1A4D-BF62-F3E1-9083-B970A0B0E86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81" name="流程图: 接点 572">
                <a:extLst>
                  <a:ext uri="{FF2B5EF4-FFF2-40B4-BE49-F238E27FC236}">
                    <a16:creationId xmlns:a16="http://schemas.microsoft.com/office/drawing/2014/main" id="{8CB3FD6C-42E5-A2F8-7173-46BA24F49AE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82" name="直线连接符 12381">
                <a:extLst>
                  <a:ext uri="{FF2B5EF4-FFF2-40B4-BE49-F238E27FC236}">
                    <a16:creationId xmlns:a16="http://schemas.microsoft.com/office/drawing/2014/main" id="{BF06A656-789E-5D86-2E94-7A7A134D56D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3" name="直线连接符 12382">
                <a:extLst>
                  <a:ext uri="{FF2B5EF4-FFF2-40B4-BE49-F238E27FC236}">
                    <a16:creationId xmlns:a16="http://schemas.microsoft.com/office/drawing/2014/main" id="{B04775EB-E9C7-B62B-723D-00AA0F145B3A}"/>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4" name="直线连接符 12383">
                <a:extLst>
                  <a:ext uri="{FF2B5EF4-FFF2-40B4-BE49-F238E27FC236}">
                    <a16:creationId xmlns:a16="http://schemas.microsoft.com/office/drawing/2014/main" id="{F5D36607-3192-5A46-BAB2-51808FC9E56B}"/>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5" name="直线连接符 12384">
                <a:extLst>
                  <a:ext uri="{FF2B5EF4-FFF2-40B4-BE49-F238E27FC236}">
                    <a16:creationId xmlns:a16="http://schemas.microsoft.com/office/drawing/2014/main" id="{08578D81-E2A0-32FC-3983-7645E1AC743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6" name="直线连接符 12385">
                <a:extLst>
                  <a:ext uri="{FF2B5EF4-FFF2-40B4-BE49-F238E27FC236}">
                    <a16:creationId xmlns:a16="http://schemas.microsoft.com/office/drawing/2014/main" id="{CD603F89-E497-0317-26C0-7D15884C4A0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7" name="直线连接符 12386">
                <a:extLst>
                  <a:ext uri="{FF2B5EF4-FFF2-40B4-BE49-F238E27FC236}">
                    <a16:creationId xmlns:a16="http://schemas.microsoft.com/office/drawing/2014/main" id="{EB98B846-F061-0C35-5207-66E5148303F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8" name="直线连接符 12387">
                <a:extLst>
                  <a:ext uri="{FF2B5EF4-FFF2-40B4-BE49-F238E27FC236}">
                    <a16:creationId xmlns:a16="http://schemas.microsoft.com/office/drawing/2014/main" id="{74442ED2-91C1-9764-FF50-FE9E6CCAE6B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9" name="直线连接符 12388">
                <a:extLst>
                  <a:ext uri="{FF2B5EF4-FFF2-40B4-BE49-F238E27FC236}">
                    <a16:creationId xmlns:a16="http://schemas.microsoft.com/office/drawing/2014/main" id="{0FE33D0F-ED5B-DB38-D703-0BCA66D1468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0" name="直线连接符 12389">
                <a:extLst>
                  <a:ext uri="{FF2B5EF4-FFF2-40B4-BE49-F238E27FC236}">
                    <a16:creationId xmlns:a16="http://schemas.microsoft.com/office/drawing/2014/main" id="{87A6F23A-C18E-C4CD-94F1-CAA1B2A39556}"/>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1" name="直线连接符 12390">
                <a:extLst>
                  <a:ext uri="{FF2B5EF4-FFF2-40B4-BE49-F238E27FC236}">
                    <a16:creationId xmlns:a16="http://schemas.microsoft.com/office/drawing/2014/main" id="{A1C8F7C5-4B60-CA93-A819-6D8D4ED8C2CC}"/>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2" name="直线连接符 12391">
                <a:extLst>
                  <a:ext uri="{FF2B5EF4-FFF2-40B4-BE49-F238E27FC236}">
                    <a16:creationId xmlns:a16="http://schemas.microsoft.com/office/drawing/2014/main" id="{DD793F78-8973-1F8C-FD87-C8B87D17169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3" name="直线连接符 12392">
                <a:extLst>
                  <a:ext uri="{FF2B5EF4-FFF2-40B4-BE49-F238E27FC236}">
                    <a16:creationId xmlns:a16="http://schemas.microsoft.com/office/drawing/2014/main" id="{43D7B82A-CF03-9085-E22E-DACF73ECA841}"/>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4" name="直线连接符 12393">
                <a:extLst>
                  <a:ext uri="{FF2B5EF4-FFF2-40B4-BE49-F238E27FC236}">
                    <a16:creationId xmlns:a16="http://schemas.microsoft.com/office/drawing/2014/main" id="{3764D4E7-504A-F04F-7CEC-266F9089B930}"/>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5" name="直线连接符 12394">
                <a:extLst>
                  <a:ext uri="{FF2B5EF4-FFF2-40B4-BE49-F238E27FC236}">
                    <a16:creationId xmlns:a16="http://schemas.microsoft.com/office/drawing/2014/main" id="{6399E6EA-30E9-C442-15A6-5F443352C23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6" name="直线连接符 12395">
                <a:extLst>
                  <a:ext uri="{FF2B5EF4-FFF2-40B4-BE49-F238E27FC236}">
                    <a16:creationId xmlns:a16="http://schemas.microsoft.com/office/drawing/2014/main" id="{1C6C9D86-F9AF-F010-B0AD-28ADDE8C8DA3}"/>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97" name="直线连接符 12396">
                <a:extLst>
                  <a:ext uri="{FF2B5EF4-FFF2-40B4-BE49-F238E27FC236}">
                    <a16:creationId xmlns:a16="http://schemas.microsoft.com/office/drawing/2014/main" id="{44647013-58A7-4F5D-084D-AC3DB56E7763}"/>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98" name="直线连接符 12397">
                <a:extLst>
                  <a:ext uri="{FF2B5EF4-FFF2-40B4-BE49-F238E27FC236}">
                    <a16:creationId xmlns:a16="http://schemas.microsoft.com/office/drawing/2014/main" id="{FEBFEFE0-0BDF-C3CB-114D-CE9C3B33CBF0}"/>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367" name="组合 12366">
              <a:extLst>
                <a:ext uri="{FF2B5EF4-FFF2-40B4-BE49-F238E27FC236}">
                  <a16:creationId xmlns:a16="http://schemas.microsoft.com/office/drawing/2014/main" id="{7D14F0D3-965B-13D5-0666-A0F5168F76CB}"/>
                </a:ext>
              </a:extLst>
            </p:cNvPr>
            <p:cNvGrpSpPr/>
            <p:nvPr/>
          </p:nvGrpSpPr>
          <p:grpSpPr>
            <a:xfrm>
              <a:off x="6092898" y="8571223"/>
              <a:ext cx="1973841" cy="1732229"/>
              <a:chOff x="7707547" y="3116283"/>
              <a:chExt cx="2913493" cy="2493706"/>
            </a:xfrm>
          </p:grpSpPr>
          <p:sp>
            <p:nvSpPr>
              <p:cNvPr id="12376" name="流程图: 接点 567">
                <a:extLst>
                  <a:ext uri="{FF2B5EF4-FFF2-40B4-BE49-F238E27FC236}">
                    <a16:creationId xmlns:a16="http://schemas.microsoft.com/office/drawing/2014/main" id="{755230CC-FE67-E935-E939-A6B50D74D152}"/>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77" name="流程图: 接点 568">
                <a:extLst>
                  <a:ext uri="{FF2B5EF4-FFF2-40B4-BE49-F238E27FC236}">
                    <a16:creationId xmlns:a16="http://schemas.microsoft.com/office/drawing/2014/main" id="{10D308BA-9C6B-F05B-1B21-141B580912A1}"/>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78" name="椭圆 12377">
                <a:extLst>
                  <a:ext uri="{FF2B5EF4-FFF2-40B4-BE49-F238E27FC236}">
                    <a16:creationId xmlns:a16="http://schemas.microsoft.com/office/drawing/2014/main" id="{0C2541C5-1A28-DE2F-3215-422B72B9D84D}"/>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79" name="椭圆 12378">
                <a:extLst>
                  <a:ext uri="{FF2B5EF4-FFF2-40B4-BE49-F238E27FC236}">
                    <a16:creationId xmlns:a16="http://schemas.microsoft.com/office/drawing/2014/main" id="{10418151-019A-25CE-1909-4023E0BF87E7}"/>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368" name="组合 12367">
              <a:extLst>
                <a:ext uri="{FF2B5EF4-FFF2-40B4-BE49-F238E27FC236}">
                  <a16:creationId xmlns:a16="http://schemas.microsoft.com/office/drawing/2014/main" id="{8470211A-8546-C286-02AD-A36DBC32FD38}"/>
                </a:ext>
              </a:extLst>
            </p:cNvPr>
            <p:cNvGrpSpPr/>
            <p:nvPr/>
          </p:nvGrpSpPr>
          <p:grpSpPr>
            <a:xfrm>
              <a:off x="6357828" y="8051860"/>
              <a:ext cx="1057509" cy="1052177"/>
              <a:chOff x="4594054" y="1852555"/>
              <a:chExt cx="875803" cy="967649"/>
            </a:xfrm>
            <a:scene3d>
              <a:camera prst="orthographicFront">
                <a:rot lat="600000" lon="7200000" rev="0"/>
              </a:camera>
              <a:lightRig rig="threePt" dir="t"/>
            </a:scene3d>
          </p:grpSpPr>
          <p:grpSp>
            <p:nvGrpSpPr>
              <p:cNvPr id="12372" name="组合 12371">
                <a:extLst>
                  <a:ext uri="{FF2B5EF4-FFF2-40B4-BE49-F238E27FC236}">
                    <a16:creationId xmlns:a16="http://schemas.microsoft.com/office/drawing/2014/main" id="{99A4F5C1-2E38-96E5-452F-8F54294DDD99}"/>
                  </a:ext>
                </a:extLst>
              </p:cNvPr>
              <p:cNvGrpSpPr/>
              <p:nvPr/>
            </p:nvGrpSpPr>
            <p:grpSpPr>
              <a:xfrm>
                <a:off x="4594057" y="1852555"/>
                <a:ext cx="875800" cy="951265"/>
                <a:chOff x="5726070" y="1862570"/>
                <a:chExt cx="1527262" cy="1731253"/>
              </a:xfrm>
              <a:solidFill>
                <a:schemeClr val="tx1">
                  <a:lumMod val="65000"/>
                  <a:lumOff val="35000"/>
                </a:schemeClr>
              </a:solidFill>
            </p:grpSpPr>
            <p:sp>
              <p:nvSpPr>
                <p:cNvPr id="12374" name="流程图: 延期 565">
                  <a:extLst>
                    <a:ext uri="{FF2B5EF4-FFF2-40B4-BE49-F238E27FC236}">
                      <a16:creationId xmlns:a16="http://schemas.microsoft.com/office/drawing/2014/main" id="{61625083-FA6B-8054-1F41-5C22276F15FB}"/>
                    </a:ext>
                  </a:extLst>
                </p:cNvPr>
                <p:cNvSpPr/>
                <p:nvPr/>
              </p:nvSpPr>
              <p:spPr>
                <a:xfrm rot="16200000">
                  <a:off x="562407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75" name="流程图: 接点 566">
                  <a:extLst>
                    <a:ext uri="{FF2B5EF4-FFF2-40B4-BE49-F238E27FC236}">
                      <a16:creationId xmlns:a16="http://schemas.microsoft.com/office/drawing/2014/main" id="{A80F8BF7-520C-9755-3438-814D5EB2379E}"/>
                    </a:ext>
                  </a:extLst>
                </p:cNvPr>
                <p:cNvSpPr/>
                <p:nvPr/>
              </p:nvSpPr>
              <p:spPr>
                <a:xfrm>
                  <a:off x="5928462" y="2058259"/>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373" name="矩形 12372">
                <a:extLst>
                  <a:ext uri="{FF2B5EF4-FFF2-40B4-BE49-F238E27FC236}">
                    <a16:creationId xmlns:a16="http://schemas.microsoft.com/office/drawing/2014/main" id="{23109332-2486-8129-C9DA-A28FC0A52A2D}"/>
                  </a:ext>
                </a:extLst>
              </p:cNvPr>
              <p:cNvSpPr/>
              <p:nvPr/>
            </p:nvSpPr>
            <p:spPr>
              <a:xfrm>
                <a:off x="4594054"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369" name="组合 12368">
              <a:extLst>
                <a:ext uri="{FF2B5EF4-FFF2-40B4-BE49-F238E27FC236}">
                  <a16:creationId xmlns:a16="http://schemas.microsoft.com/office/drawing/2014/main" id="{F1A914E3-F4E6-63AA-8117-4113F61CBF68}"/>
                </a:ext>
              </a:extLst>
            </p:cNvPr>
            <p:cNvGrpSpPr/>
            <p:nvPr/>
          </p:nvGrpSpPr>
          <p:grpSpPr>
            <a:xfrm>
              <a:off x="7317610" y="9275068"/>
              <a:ext cx="238182" cy="238003"/>
              <a:chOff x="5145960" y="4201202"/>
              <a:chExt cx="150892" cy="141375"/>
            </a:xfrm>
            <a:scene3d>
              <a:camera prst="orthographicFront">
                <a:rot lat="0" lon="19800000" rev="0"/>
              </a:camera>
              <a:lightRig rig="threePt" dir="t">
                <a:rot lat="0" lon="0" rev="0"/>
              </a:lightRig>
            </a:scene3d>
          </p:grpSpPr>
          <p:sp>
            <p:nvSpPr>
              <p:cNvPr id="12370" name="Oval 15540">
                <a:extLst>
                  <a:ext uri="{FF2B5EF4-FFF2-40B4-BE49-F238E27FC236}">
                    <a16:creationId xmlns:a16="http://schemas.microsoft.com/office/drawing/2014/main" id="{494A50CF-D5F6-6CD6-D493-11BCAD5AD074}"/>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371" name="Line 15541">
                <a:extLst>
                  <a:ext uri="{FF2B5EF4-FFF2-40B4-BE49-F238E27FC236}">
                    <a16:creationId xmlns:a16="http://schemas.microsoft.com/office/drawing/2014/main" id="{48561419-6769-4A60-2EBE-CA2ADFBDEAB6}"/>
                  </a:ext>
                </a:extLst>
              </p:cNvPr>
              <p:cNvCxnSpPr>
                <a:cxnSpLocks/>
                <a:stCxn id="12370" idx="1"/>
                <a:endCxn id="12370"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457" name="组合 12456">
            <a:extLst>
              <a:ext uri="{FF2B5EF4-FFF2-40B4-BE49-F238E27FC236}">
                <a16:creationId xmlns:a16="http://schemas.microsoft.com/office/drawing/2014/main" id="{9E7A0DCE-65FB-8417-8013-46BB8620B71E}"/>
              </a:ext>
            </a:extLst>
          </p:cNvPr>
          <p:cNvGrpSpPr/>
          <p:nvPr/>
        </p:nvGrpSpPr>
        <p:grpSpPr>
          <a:xfrm>
            <a:off x="550700" y="1871568"/>
            <a:ext cx="1973841" cy="3043687"/>
            <a:chOff x="8624231" y="7761797"/>
            <a:chExt cx="1973841" cy="3043687"/>
          </a:xfrm>
        </p:grpSpPr>
        <p:grpSp>
          <p:nvGrpSpPr>
            <p:cNvPr id="12458" name="组合 12457">
              <a:extLst>
                <a:ext uri="{FF2B5EF4-FFF2-40B4-BE49-F238E27FC236}">
                  <a16:creationId xmlns:a16="http://schemas.microsoft.com/office/drawing/2014/main" id="{180C9F88-D4CC-BFBA-E393-CDE84B822F07}"/>
                </a:ext>
              </a:extLst>
            </p:cNvPr>
            <p:cNvGrpSpPr/>
            <p:nvPr/>
          </p:nvGrpSpPr>
          <p:grpSpPr>
            <a:xfrm>
              <a:off x="9090983" y="9218160"/>
              <a:ext cx="419388" cy="487204"/>
              <a:chOff x="5768619" y="3058692"/>
              <a:chExt cx="419388" cy="487204"/>
            </a:xfrm>
          </p:grpSpPr>
          <p:sp>
            <p:nvSpPr>
              <p:cNvPr id="12535" name="流程图: 接点 571">
                <a:extLst>
                  <a:ext uri="{FF2B5EF4-FFF2-40B4-BE49-F238E27FC236}">
                    <a16:creationId xmlns:a16="http://schemas.microsoft.com/office/drawing/2014/main" id="{469CD5D3-14E6-7760-634E-A7E2FB0434A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36" name="流程图: 接点 572">
                <a:extLst>
                  <a:ext uri="{FF2B5EF4-FFF2-40B4-BE49-F238E27FC236}">
                    <a16:creationId xmlns:a16="http://schemas.microsoft.com/office/drawing/2014/main" id="{BE0755AD-8F57-607F-7088-CD2249DF3F4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37" name="直线连接符 12536">
                <a:extLst>
                  <a:ext uri="{FF2B5EF4-FFF2-40B4-BE49-F238E27FC236}">
                    <a16:creationId xmlns:a16="http://schemas.microsoft.com/office/drawing/2014/main" id="{6C1B34C8-1BFD-B57E-8592-81802E891AE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8" name="直线连接符 12537">
                <a:extLst>
                  <a:ext uri="{FF2B5EF4-FFF2-40B4-BE49-F238E27FC236}">
                    <a16:creationId xmlns:a16="http://schemas.microsoft.com/office/drawing/2014/main" id="{51551041-AC56-4B70-08BE-3EFFFC6C14B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9" name="直线连接符 12538">
                <a:extLst>
                  <a:ext uri="{FF2B5EF4-FFF2-40B4-BE49-F238E27FC236}">
                    <a16:creationId xmlns:a16="http://schemas.microsoft.com/office/drawing/2014/main" id="{F0D6F4FF-C204-9470-3EA5-A2B2846831C0}"/>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0" name="直线连接符 12539">
                <a:extLst>
                  <a:ext uri="{FF2B5EF4-FFF2-40B4-BE49-F238E27FC236}">
                    <a16:creationId xmlns:a16="http://schemas.microsoft.com/office/drawing/2014/main" id="{8D541D31-2D87-69CE-C1B9-87AE79EBED9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1" name="直线连接符 12540">
                <a:extLst>
                  <a:ext uri="{FF2B5EF4-FFF2-40B4-BE49-F238E27FC236}">
                    <a16:creationId xmlns:a16="http://schemas.microsoft.com/office/drawing/2014/main" id="{382BE998-EFAC-2E54-DA70-511F1DE4CED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2" name="直线连接符 12541">
                <a:extLst>
                  <a:ext uri="{FF2B5EF4-FFF2-40B4-BE49-F238E27FC236}">
                    <a16:creationId xmlns:a16="http://schemas.microsoft.com/office/drawing/2014/main" id="{1CF1111A-91BC-19BE-BB88-2791FDE03CC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3" name="直线连接符 12542">
                <a:extLst>
                  <a:ext uri="{FF2B5EF4-FFF2-40B4-BE49-F238E27FC236}">
                    <a16:creationId xmlns:a16="http://schemas.microsoft.com/office/drawing/2014/main" id="{0E74C746-A105-DB0C-E737-0F90A68B8036}"/>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4" name="直线连接符 12543">
                <a:extLst>
                  <a:ext uri="{FF2B5EF4-FFF2-40B4-BE49-F238E27FC236}">
                    <a16:creationId xmlns:a16="http://schemas.microsoft.com/office/drawing/2014/main" id="{75F622E0-DBDF-5D2F-D405-01B51E09A47A}"/>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5" name="直线连接符 12544">
                <a:extLst>
                  <a:ext uri="{FF2B5EF4-FFF2-40B4-BE49-F238E27FC236}">
                    <a16:creationId xmlns:a16="http://schemas.microsoft.com/office/drawing/2014/main" id="{E5EE3842-2801-A8F0-51E9-0C5E92E63AAB}"/>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6" name="直线连接符 12545">
                <a:extLst>
                  <a:ext uri="{FF2B5EF4-FFF2-40B4-BE49-F238E27FC236}">
                    <a16:creationId xmlns:a16="http://schemas.microsoft.com/office/drawing/2014/main" id="{BF3B9F8F-ABAF-E4B0-5454-7CCDC705A16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7" name="直线连接符 12546">
                <a:extLst>
                  <a:ext uri="{FF2B5EF4-FFF2-40B4-BE49-F238E27FC236}">
                    <a16:creationId xmlns:a16="http://schemas.microsoft.com/office/drawing/2014/main" id="{448BA3F1-1FD4-7A61-A30F-77B353A58BC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8" name="直线连接符 12547">
                <a:extLst>
                  <a:ext uri="{FF2B5EF4-FFF2-40B4-BE49-F238E27FC236}">
                    <a16:creationId xmlns:a16="http://schemas.microsoft.com/office/drawing/2014/main" id="{B25A5A40-51E9-29D1-8AD0-E9A59A015A6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9" name="直线连接符 12548">
                <a:extLst>
                  <a:ext uri="{FF2B5EF4-FFF2-40B4-BE49-F238E27FC236}">
                    <a16:creationId xmlns:a16="http://schemas.microsoft.com/office/drawing/2014/main" id="{D2BC6C94-1B2E-F46D-2EC4-EB7F00D22F8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0" name="直线连接符 12549">
                <a:extLst>
                  <a:ext uri="{FF2B5EF4-FFF2-40B4-BE49-F238E27FC236}">
                    <a16:creationId xmlns:a16="http://schemas.microsoft.com/office/drawing/2014/main" id="{7F0DDF85-F4E5-9745-88B5-2733EFF3383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1" name="直线连接符 12550">
                <a:extLst>
                  <a:ext uri="{FF2B5EF4-FFF2-40B4-BE49-F238E27FC236}">
                    <a16:creationId xmlns:a16="http://schemas.microsoft.com/office/drawing/2014/main" id="{0BEAAF71-56B1-232F-288F-6E473D245885}"/>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552" name="直线连接符 12551">
                <a:extLst>
                  <a:ext uri="{FF2B5EF4-FFF2-40B4-BE49-F238E27FC236}">
                    <a16:creationId xmlns:a16="http://schemas.microsoft.com/office/drawing/2014/main" id="{A0509DC5-1A34-E37C-40DC-44529ADC54BB}"/>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553" name="直线连接符 12552">
                <a:extLst>
                  <a:ext uri="{FF2B5EF4-FFF2-40B4-BE49-F238E27FC236}">
                    <a16:creationId xmlns:a16="http://schemas.microsoft.com/office/drawing/2014/main" id="{A057CB47-8EE9-29AD-F3A9-B9042507274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459" name="流程图: 接点 554">
              <a:extLst>
                <a:ext uri="{FF2B5EF4-FFF2-40B4-BE49-F238E27FC236}">
                  <a16:creationId xmlns:a16="http://schemas.microsoft.com/office/drawing/2014/main" id="{29BBFD58-D7F1-1B53-16F5-55C57D3DC0CE}"/>
                </a:ext>
              </a:extLst>
            </p:cNvPr>
            <p:cNvSpPr/>
            <p:nvPr/>
          </p:nvSpPr>
          <p:spPr>
            <a:xfrm>
              <a:off x="9159379" y="9930237"/>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60" name="椭圆 12459">
              <a:extLst>
                <a:ext uri="{FF2B5EF4-FFF2-40B4-BE49-F238E27FC236}">
                  <a16:creationId xmlns:a16="http://schemas.microsoft.com/office/drawing/2014/main" id="{D0E54385-B9D4-B9E5-2A71-AA8BD675E493}"/>
                </a:ext>
              </a:extLst>
            </p:cNvPr>
            <p:cNvSpPr/>
            <p:nvPr/>
          </p:nvSpPr>
          <p:spPr>
            <a:xfrm>
              <a:off x="8988018" y="9483490"/>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61" name="流程图: 接点 556">
              <a:extLst>
                <a:ext uri="{FF2B5EF4-FFF2-40B4-BE49-F238E27FC236}">
                  <a16:creationId xmlns:a16="http://schemas.microsoft.com/office/drawing/2014/main" id="{9895D5B8-6914-FFAD-B490-915005E3FF52}"/>
                </a:ext>
              </a:extLst>
            </p:cNvPr>
            <p:cNvSpPr/>
            <p:nvPr/>
          </p:nvSpPr>
          <p:spPr>
            <a:xfrm>
              <a:off x="9113006" y="9104957"/>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462" name="组合 12461">
              <a:extLst>
                <a:ext uri="{FF2B5EF4-FFF2-40B4-BE49-F238E27FC236}">
                  <a16:creationId xmlns:a16="http://schemas.microsoft.com/office/drawing/2014/main" id="{78AEF576-4572-EBB7-810C-54F7604E3237}"/>
                </a:ext>
              </a:extLst>
            </p:cNvPr>
            <p:cNvGrpSpPr/>
            <p:nvPr/>
          </p:nvGrpSpPr>
          <p:grpSpPr>
            <a:xfrm>
              <a:off x="9086806" y="9436106"/>
              <a:ext cx="419388" cy="487204"/>
              <a:chOff x="5768619" y="3058692"/>
              <a:chExt cx="419388" cy="487204"/>
            </a:xfrm>
          </p:grpSpPr>
          <p:sp>
            <p:nvSpPr>
              <p:cNvPr id="12516" name="流程图: 接点 571">
                <a:extLst>
                  <a:ext uri="{FF2B5EF4-FFF2-40B4-BE49-F238E27FC236}">
                    <a16:creationId xmlns:a16="http://schemas.microsoft.com/office/drawing/2014/main" id="{36348B28-972A-AEA4-0A69-C59EAB1BF1BA}"/>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17" name="流程图: 接点 572">
                <a:extLst>
                  <a:ext uri="{FF2B5EF4-FFF2-40B4-BE49-F238E27FC236}">
                    <a16:creationId xmlns:a16="http://schemas.microsoft.com/office/drawing/2014/main" id="{AF389FC5-5B8E-F97D-7FC9-EED3381587E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18" name="直线连接符 12517">
                <a:extLst>
                  <a:ext uri="{FF2B5EF4-FFF2-40B4-BE49-F238E27FC236}">
                    <a16:creationId xmlns:a16="http://schemas.microsoft.com/office/drawing/2014/main" id="{47559A59-F2B8-8585-CE94-276E533EF6C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19" name="直线连接符 12518">
                <a:extLst>
                  <a:ext uri="{FF2B5EF4-FFF2-40B4-BE49-F238E27FC236}">
                    <a16:creationId xmlns:a16="http://schemas.microsoft.com/office/drawing/2014/main" id="{63C15A69-FED2-F443-1DA5-AD486D416B6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0" name="直线连接符 12519">
                <a:extLst>
                  <a:ext uri="{FF2B5EF4-FFF2-40B4-BE49-F238E27FC236}">
                    <a16:creationId xmlns:a16="http://schemas.microsoft.com/office/drawing/2014/main" id="{94F7A4E4-9743-7333-7E22-B3E1DB8BBDF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1" name="直线连接符 12520">
                <a:extLst>
                  <a:ext uri="{FF2B5EF4-FFF2-40B4-BE49-F238E27FC236}">
                    <a16:creationId xmlns:a16="http://schemas.microsoft.com/office/drawing/2014/main" id="{AA2899C3-54FF-2C41-D7F6-3A2AD1E2B21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2" name="直线连接符 12521">
                <a:extLst>
                  <a:ext uri="{FF2B5EF4-FFF2-40B4-BE49-F238E27FC236}">
                    <a16:creationId xmlns:a16="http://schemas.microsoft.com/office/drawing/2014/main" id="{94FFB399-14AE-ECB7-31D7-886CA39D56D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3" name="直线连接符 12522">
                <a:extLst>
                  <a:ext uri="{FF2B5EF4-FFF2-40B4-BE49-F238E27FC236}">
                    <a16:creationId xmlns:a16="http://schemas.microsoft.com/office/drawing/2014/main" id="{209D4BF8-A42C-B61D-FCD8-AA58E77054C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4" name="直线连接符 12523">
                <a:extLst>
                  <a:ext uri="{FF2B5EF4-FFF2-40B4-BE49-F238E27FC236}">
                    <a16:creationId xmlns:a16="http://schemas.microsoft.com/office/drawing/2014/main" id="{DCE35D9F-2D86-B430-7BCB-74EDC5D4BE5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5" name="直线连接符 12524">
                <a:extLst>
                  <a:ext uri="{FF2B5EF4-FFF2-40B4-BE49-F238E27FC236}">
                    <a16:creationId xmlns:a16="http://schemas.microsoft.com/office/drawing/2014/main" id="{4AA0C9C6-84AC-03EE-1C68-25034643B9E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6" name="直线连接符 12525">
                <a:extLst>
                  <a:ext uri="{FF2B5EF4-FFF2-40B4-BE49-F238E27FC236}">
                    <a16:creationId xmlns:a16="http://schemas.microsoft.com/office/drawing/2014/main" id="{B3A5834D-6E10-3177-23E0-9EE1ED14A55C}"/>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7" name="直线连接符 12526">
                <a:extLst>
                  <a:ext uri="{FF2B5EF4-FFF2-40B4-BE49-F238E27FC236}">
                    <a16:creationId xmlns:a16="http://schemas.microsoft.com/office/drawing/2014/main" id="{8C078C13-2312-477B-F073-27B27E946CD4}"/>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8" name="直线连接符 12527">
                <a:extLst>
                  <a:ext uri="{FF2B5EF4-FFF2-40B4-BE49-F238E27FC236}">
                    <a16:creationId xmlns:a16="http://schemas.microsoft.com/office/drawing/2014/main" id="{87E081E9-8A7D-1FFE-3E1A-895747B7F195}"/>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9" name="直线连接符 12528">
                <a:extLst>
                  <a:ext uri="{FF2B5EF4-FFF2-40B4-BE49-F238E27FC236}">
                    <a16:creationId xmlns:a16="http://schemas.microsoft.com/office/drawing/2014/main" id="{C517EB8D-54B3-1B84-0EB8-F5D589A83FF2}"/>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0" name="直线连接符 12529">
                <a:extLst>
                  <a:ext uri="{FF2B5EF4-FFF2-40B4-BE49-F238E27FC236}">
                    <a16:creationId xmlns:a16="http://schemas.microsoft.com/office/drawing/2014/main" id="{D6CACCB5-6CD1-D5E5-33CD-90832173ECA4}"/>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1" name="直线连接符 12530">
                <a:extLst>
                  <a:ext uri="{FF2B5EF4-FFF2-40B4-BE49-F238E27FC236}">
                    <a16:creationId xmlns:a16="http://schemas.microsoft.com/office/drawing/2014/main" id="{278F5265-E48B-06A7-D8C1-9A9576465D5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2" name="直线连接符 12531">
                <a:extLst>
                  <a:ext uri="{FF2B5EF4-FFF2-40B4-BE49-F238E27FC236}">
                    <a16:creationId xmlns:a16="http://schemas.microsoft.com/office/drawing/2014/main" id="{D19BF11A-FCAD-C24A-3184-F9B890AEDC93}"/>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533" name="直线连接符 12532">
                <a:extLst>
                  <a:ext uri="{FF2B5EF4-FFF2-40B4-BE49-F238E27FC236}">
                    <a16:creationId xmlns:a16="http://schemas.microsoft.com/office/drawing/2014/main" id="{29927A3E-3F75-942B-0D29-3811DFA475BF}"/>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534" name="直线连接符 12533">
                <a:extLst>
                  <a:ext uri="{FF2B5EF4-FFF2-40B4-BE49-F238E27FC236}">
                    <a16:creationId xmlns:a16="http://schemas.microsoft.com/office/drawing/2014/main" id="{16BAD560-C3A0-AE20-B915-126CD338299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463" name="组合 12462">
              <a:extLst>
                <a:ext uri="{FF2B5EF4-FFF2-40B4-BE49-F238E27FC236}">
                  <a16:creationId xmlns:a16="http://schemas.microsoft.com/office/drawing/2014/main" id="{D38098A6-C0D6-221D-6000-B12012773A99}"/>
                </a:ext>
              </a:extLst>
            </p:cNvPr>
            <p:cNvGrpSpPr/>
            <p:nvPr/>
          </p:nvGrpSpPr>
          <p:grpSpPr>
            <a:xfrm>
              <a:off x="10129708" y="9327743"/>
              <a:ext cx="419388" cy="487204"/>
              <a:chOff x="5768619" y="3058692"/>
              <a:chExt cx="419388" cy="487204"/>
            </a:xfrm>
          </p:grpSpPr>
          <p:sp>
            <p:nvSpPr>
              <p:cNvPr id="12497" name="流程图: 接点 571">
                <a:extLst>
                  <a:ext uri="{FF2B5EF4-FFF2-40B4-BE49-F238E27FC236}">
                    <a16:creationId xmlns:a16="http://schemas.microsoft.com/office/drawing/2014/main" id="{806219AF-29C1-CB13-524E-9A1033E6164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98" name="流程图: 接点 572">
                <a:extLst>
                  <a:ext uri="{FF2B5EF4-FFF2-40B4-BE49-F238E27FC236}">
                    <a16:creationId xmlns:a16="http://schemas.microsoft.com/office/drawing/2014/main" id="{40E4B6AB-6675-4B3A-88C0-406480A982A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99" name="直线连接符 12498">
                <a:extLst>
                  <a:ext uri="{FF2B5EF4-FFF2-40B4-BE49-F238E27FC236}">
                    <a16:creationId xmlns:a16="http://schemas.microsoft.com/office/drawing/2014/main" id="{021ADEF1-A459-CD9A-F2D9-9FFE3C2B7DC3}"/>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0" name="直线连接符 12499">
                <a:extLst>
                  <a:ext uri="{FF2B5EF4-FFF2-40B4-BE49-F238E27FC236}">
                    <a16:creationId xmlns:a16="http://schemas.microsoft.com/office/drawing/2014/main" id="{89E61EEC-89BE-8AED-5013-88C985BA119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1" name="直线连接符 12500">
                <a:extLst>
                  <a:ext uri="{FF2B5EF4-FFF2-40B4-BE49-F238E27FC236}">
                    <a16:creationId xmlns:a16="http://schemas.microsoft.com/office/drawing/2014/main" id="{FED4433F-8898-D33D-DBFA-9EC00A289C2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2" name="直线连接符 12501">
                <a:extLst>
                  <a:ext uri="{FF2B5EF4-FFF2-40B4-BE49-F238E27FC236}">
                    <a16:creationId xmlns:a16="http://schemas.microsoft.com/office/drawing/2014/main" id="{18E0C730-EDBF-C09A-F856-FE8B3935F7D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3" name="直线连接符 12502">
                <a:extLst>
                  <a:ext uri="{FF2B5EF4-FFF2-40B4-BE49-F238E27FC236}">
                    <a16:creationId xmlns:a16="http://schemas.microsoft.com/office/drawing/2014/main" id="{02CC2339-C380-27E8-92A3-8DA3D01044C6}"/>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4" name="直线连接符 12503">
                <a:extLst>
                  <a:ext uri="{FF2B5EF4-FFF2-40B4-BE49-F238E27FC236}">
                    <a16:creationId xmlns:a16="http://schemas.microsoft.com/office/drawing/2014/main" id="{CA5F6183-EFAF-4E3C-8B9E-A5358CFBCCF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5" name="直线连接符 12504">
                <a:extLst>
                  <a:ext uri="{FF2B5EF4-FFF2-40B4-BE49-F238E27FC236}">
                    <a16:creationId xmlns:a16="http://schemas.microsoft.com/office/drawing/2014/main" id="{E904F583-210D-3562-2570-87E3904E6B6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6" name="直线连接符 12505">
                <a:extLst>
                  <a:ext uri="{FF2B5EF4-FFF2-40B4-BE49-F238E27FC236}">
                    <a16:creationId xmlns:a16="http://schemas.microsoft.com/office/drawing/2014/main" id="{728BAE17-CA23-EE55-BA41-A91B78C97C5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7" name="直线连接符 12506">
                <a:extLst>
                  <a:ext uri="{FF2B5EF4-FFF2-40B4-BE49-F238E27FC236}">
                    <a16:creationId xmlns:a16="http://schemas.microsoft.com/office/drawing/2014/main" id="{357E9B1E-D27D-D654-3AAE-34DC7671241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8" name="直线连接符 12507">
                <a:extLst>
                  <a:ext uri="{FF2B5EF4-FFF2-40B4-BE49-F238E27FC236}">
                    <a16:creationId xmlns:a16="http://schemas.microsoft.com/office/drawing/2014/main" id="{826C9288-B9D1-5E1C-88A6-F54E69AB542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09" name="直线连接符 12508">
                <a:extLst>
                  <a:ext uri="{FF2B5EF4-FFF2-40B4-BE49-F238E27FC236}">
                    <a16:creationId xmlns:a16="http://schemas.microsoft.com/office/drawing/2014/main" id="{D7A04190-E762-DA59-DE13-7079480C84C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10" name="直线连接符 12509">
                <a:extLst>
                  <a:ext uri="{FF2B5EF4-FFF2-40B4-BE49-F238E27FC236}">
                    <a16:creationId xmlns:a16="http://schemas.microsoft.com/office/drawing/2014/main" id="{BA45D982-A0C3-5E91-8563-9CCF51384F9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11" name="直线连接符 12510">
                <a:extLst>
                  <a:ext uri="{FF2B5EF4-FFF2-40B4-BE49-F238E27FC236}">
                    <a16:creationId xmlns:a16="http://schemas.microsoft.com/office/drawing/2014/main" id="{2192953F-B674-2DDC-5BB5-300FF5FD172A}"/>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12" name="直线连接符 12511">
                <a:extLst>
                  <a:ext uri="{FF2B5EF4-FFF2-40B4-BE49-F238E27FC236}">
                    <a16:creationId xmlns:a16="http://schemas.microsoft.com/office/drawing/2014/main" id="{9C3D382E-A43D-47B2-FF32-795818331D0A}"/>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13" name="直线连接符 12512">
                <a:extLst>
                  <a:ext uri="{FF2B5EF4-FFF2-40B4-BE49-F238E27FC236}">
                    <a16:creationId xmlns:a16="http://schemas.microsoft.com/office/drawing/2014/main" id="{8E3DD391-A265-7BD4-40C1-DE96F712A56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514" name="直线连接符 12513">
                <a:extLst>
                  <a:ext uri="{FF2B5EF4-FFF2-40B4-BE49-F238E27FC236}">
                    <a16:creationId xmlns:a16="http://schemas.microsoft.com/office/drawing/2014/main" id="{1B2A2D4C-A831-E359-486E-F9DE8B4DB93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515" name="直线连接符 12514">
                <a:extLst>
                  <a:ext uri="{FF2B5EF4-FFF2-40B4-BE49-F238E27FC236}">
                    <a16:creationId xmlns:a16="http://schemas.microsoft.com/office/drawing/2014/main" id="{96491666-AC20-0ED4-CA7B-C001B3F00A4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464" name="组合 12463">
              <a:extLst>
                <a:ext uri="{FF2B5EF4-FFF2-40B4-BE49-F238E27FC236}">
                  <a16:creationId xmlns:a16="http://schemas.microsoft.com/office/drawing/2014/main" id="{1CA6F6EB-8C3F-97BE-E3B3-2CD3860A11CE}"/>
                </a:ext>
              </a:extLst>
            </p:cNvPr>
            <p:cNvGrpSpPr/>
            <p:nvPr/>
          </p:nvGrpSpPr>
          <p:grpSpPr>
            <a:xfrm>
              <a:off x="8624231" y="8268634"/>
              <a:ext cx="1973841" cy="1732229"/>
              <a:chOff x="7707547" y="3116283"/>
              <a:chExt cx="2913493" cy="2493706"/>
            </a:xfrm>
          </p:grpSpPr>
          <p:sp>
            <p:nvSpPr>
              <p:cNvPr id="12493" name="流程图: 接点 567">
                <a:extLst>
                  <a:ext uri="{FF2B5EF4-FFF2-40B4-BE49-F238E27FC236}">
                    <a16:creationId xmlns:a16="http://schemas.microsoft.com/office/drawing/2014/main" id="{E2F2E25E-AFC5-4DE2-94A3-CC459F03BCCF}"/>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94" name="流程图: 接点 568">
                <a:extLst>
                  <a:ext uri="{FF2B5EF4-FFF2-40B4-BE49-F238E27FC236}">
                    <a16:creationId xmlns:a16="http://schemas.microsoft.com/office/drawing/2014/main" id="{758A65F6-29B8-548A-A400-9EBD13806B78}"/>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95" name="椭圆 12494">
                <a:extLst>
                  <a:ext uri="{FF2B5EF4-FFF2-40B4-BE49-F238E27FC236}">
                    <a16:creationId xmlns:a16="http://schemas.microsoft.com/office/drawing/2014/main" id="{0D885FE5-5FD1-CE58-5F9B-BB6A4E41F909}"/>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96" name="椭圆 12495">
                <a:extLst>
                  <a:ext uri="{FF2B5EF4-FFF2-40B4-BE49-F238E27FC236}">
                    <a16:creationId xmlns:a16="http://schemas.microsoft.com/office/drawing/2014/main" id="{FA8B195F-0D54-D809-E114-558CCE4BBA83}"/>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465" name="组合 12464">
              <a:extLst>
                <a:ext uri="{FF2B5EF4-FFF2-40B4-BE49-F238E27FC236}">
                  <a16:creationId xmlns:a16="http://schemas.microsoft.com/office/drawing/2014/main" id="{690C24A0-0AD8-1BE9-5F99-EE0F30C785D9}"/>
                </a:ext>
              </a:extLst>
            </p:cNvPr>
            <p:cNvGrpSpPr/>
            <p:nvPr/>
          </p:nvGrpSpPr>
          <p:grpSpPr>
            <a:xfrm>
              <a:off x="8914185" y="7761797"/>
              <a:ext cx="1057502" cy="1052177"/>
              <a:chOff x="4832657" y="1852555"/>
              <a:chExt cx="875802" cy="967649"/>
            </a:xfrm>
            <a:scene3d>
              <a:camera prst="orthographicFront">
                <a:rot lat="600000" lon="6750000" rev="0"/>
              </a:camera>
              <a:lightRig rig="threePt" dir="t"/>
            </a:scene3d>
          </p:grpSpPr>
          <p:grpSp>
            <p:nvGrpSpPr>
              <p:cNvPr id="12489" name="组合 12488">
                <a:extLst>
                  <a:ext uri="{FF2B5EF4-FFF2-40B4-BE49-F238E27FC236}">
                    <a16:creationId xmlns:a16="http://schemas.microsoft.com/office/drawing/2014/main" id="{28DF37A8-81DB-27CE-B828-2E1A6C40FEB4}"/>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2491" name="流程图: 延期 565">
                  <a:extLst>
                    <a:ext uri="{FF2B5EF4-FFF2-40B4-BE49-F238E27FC236}">
                      <a16:creationId xmlns:a16="http://schemas.microsoft.com/office/drawing/2014/main" id="{FF8B5946-DB60-281E-CD5E-A5660E3B9EF7}"/>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92" name="流程图: 接点 566">
                  <a:extLst>
                    <a:ext uri="{FF2B5EF4-FFF2-40B4-BE49-F238E27FC236}">
                      <a16:creationId xmlns:a16="http://schemas.microsoft.com/office/drawing/2014/main" id="{98341E28-94FA-1AD6-C736-008C9378313B}"/>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490" name="矩形 12489">
                <a:extLst>
                  <a:ext uri="{FF2B5EF4-FFF2-40B4-BE49-F238E27FC236}">
                    <a16:creationId xmlns:a16="http://schemas.microsoft.com/office/drawing/2014/main" id="{401C71F6-0359-4A81-EA90-797C42F778F5}"/>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466" name="组合 12465">
              <a:extLst>
                <a:ext uri="{FF2B5EF4-FFF2-40B4-BE49-F238E27FC236}">
                  <a16:creationId xmlns:a16="http://schemas.microsoft.com/office/drawing/2014/main" id="{42AA9F5B-A74F-D9E5-8443-BEFF6FD15BF9}"/>
                </a:ext>
              </a:extLst>
            </p:cNvPr>
            <p:cNvGrpSpPr/>
            <p:nvPr/>
          </p:nvGrpSpPr>
          <p:grpSpPr>
            <a:xfrm>
              <a:off x="9919047" y="8964342"/>
              <a:ext cx="238182" cy="238003"/>
              <a:chOff x="5145960" y="4201202"/>
              <a:chExt cx="150892" cy="141375"/>
            </a:xfrm>
            <a:scene3d>
              <a:camera prst="orthographicFront">
                <a:rot lat="0" lon="19350000" rev="0"/>
              </a:camera>
              <a:lightRig rig="threePt" dir="t">
                <a:rot lat="0" lon="0" rev="0"/>
              </a:lightRig>
            </a:scene3d>
          </p:grpSpPr>
          <p:sp>
            <p:nvSpPr>
              <p:cNvPr id="12487" name="Oval 15540">
                <a:extLst>
                  <a:ext uri="{FF2B5EF4-FFF2-40B4-BE49-F238E27FC236}">
                    <a16:creationId xmlns:a16="http://schemas.microsoft.com/office/drawing/2014/main" id="{7F1EBCB4-5CE6-78CE-6854-0DD5A61C1B28}"/>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488" name="Line 15541">
                <a:extLst>
                  <a:ext uri="{FF2B5EF4-FFF2-40B4-BE49-F238E27FC236}">
                    <a16:creationId xmlns:a16="http://schemas.microsoft.com/office/drawing/2014/main" id="{E1678693-B5E4-8A33-169E-21433CE54148}"/>
                  </a:ext>
                </a:extLst>
              </p:cNvPr>
              <p:cNvCxnSpPr>
                <a:cxnSpLocks/>
                <a:stCxn id="12487" idx="1"/>
                <a:endCxn id="12487"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2467" name="组合 12466">
              <a:extLst>
                <a:ext uri="{FF2B5EF4-FFF2-40B4-BE49-F238E27FC236}">
                  <a16:creationId xmlns:a16="http://schemas.microsoft.com/office/drawing/2014/main" id="{A3D69578-40E0-90C5-5435-CD7BA9468B05}"/>
                </a:ext>
              </a:extLst>
            </p:cNvPr>
            <p:cNvGrpSpPr/>
            <p:nvPr/>
          </p:nvGrpSpPr>
          <p:grpSpPr>
            <a:xfrm rot="16200000" flipV="1">
              <a:off x="8700823" y="9772133"/>
              <a:ext cx="304542" cy="244492"/>
              <a:chOff x="572797" y="3435077"/>
              <a:chExt cx="419388" cy="341323"/>
            </a:xfrm>
          </p:grpSpPr>
          <p:grpSp>
            <p:nvGrpSpPr>
              <p:cNvPr id="12468" name="组合 12467">
                <a:extLst>
                  <a:ext uri="{FF2B5EF4-FFF2-40B4-BE49-F238E27FC236}">
                    <a16:creationId xmlns:a16="http://schemas.microsoft.com/office/drawing/2014/main" id="{39A93344-9F73-DE71-9855-AEF686B3510A}"/>
                  </a:ext>
                </a:extLst>
              </p:cNvPr>
              <p:cNvGrpSpPr/>
              <p:nvPr/>
            </p:nvGrpSpPr>
            <p:grpSpPr>
              <a:xfrm>
                <a:off x="572797" y="3435077"/>
                <a:ext cx="419388" cy="341323"/>
                <a:chOff x="3493878" y="4658952"/>
                <a:chExt cx="619038" cy="491364"/>
              </a:xfrm>
            </p:grpSpPr>
            <p:sp>
              <p:nvSpPr>
                <p:cNvPr id="12485" name="流程图: 接点 571">
                  <a:extLst>
                    <a:ext uri="{FF2B5EF4-FFF2-40B4-BE49-F238E27FC236}">
                      <a16:creationId xmlns:a16="http://schemas.microsoft.com/office/drawing/2014/main" id="{E9CBD612-A2D0-F156-BF99-B4A842CC520A}"/>
                    </a:ext>
                  </a:extLst>
                </p:cNvPr>
                <p:cNvSpPr/>
                <p:nvPr/>
              </p:nvSpPr>
              <p:spPr>
                <a:xfrm>
                  <a:off x="3493878" y="4658952"/>
                  <a:ext cx="619038" cy="491364"/>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546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86" name="流程图: 接点 572">
                  <a:extLst>
                    <a:ext uri="{FF2B5EF4-FFF2-40B4-BE49-F238E27FC236}">
                      <a16:creationId xmlns:a16="http://schemas.microsoft.com/office/drawing/2014/main" id="{CBA3F56C-E376-311D-A5EF-C5F2D6CB3BC5}"/>
                    </a:ext>
                  </a:extLst>
                </p:cNvPr>
                <p:cNvSpPr/>
                <p:nvPr/>
              </p:nvSpPr>
              <p:spPr>
                <a:xfrm>
                  <a:off x="3677258" y="4667350"/>
                  <a:ext cx="246540" cy="230173"/>
                </a:xfrm>
                <a:prstGeom prst="flowChartConnector">
                  <a:avLst/>
                </a:prstGeom>
                <a:solidFill>
                  <a:schemeClr val="tx1">
                    <a:lumMod val="50000"/>
                    <a:lumOff val="50000"/>
                  </a:schemeClr>
                </a:solidFill>
                <a:ln>
                  <a:solidFill>
                    <a:schemeClr val="bg1">
                      <a:lumMod val="95000"/>
                    </a:schemeClr>
                  </a:solidFill>
                </a:ln>
                <a:scene3d>
                  <a:camera prst="orthographicFront">
                    <a:rot lat="546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469" name="直线连接符 12468">
                <a:extLst>
                  <a:ext uri="{FF2B5EF4-FFF2-40B4-BE49-F238E27FC236}">
                    <a16:creationId xmlns:a16="http://schemas.microsoft.com/office/drawing/2014/main" id="{46A3037C-2985-F59D-3E10-C8480E834D19}"/>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0" name="直线连接符 12469">
                <a:extLst>
                  <a:ext uri="{FF2B5EF4-FFF2-40B4-BE49-F238E27FC236}">
                    <a16:creationId xmlns:a16="http://schemas.microsoft.com/office/drawing/2014/main" id="{4D6D5B4C-774A-23D0-A06E-432A00003F5F}"/>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1" name="直线连接符 12470">
                <a:extLst>
                  <a:ext uri="{FF2B5EF4-FFF2-40B4-BE49-F238E27FC236}">
                    <a16:creationId xmlns:a16="http://schemas.microsoft.com/office/drawing/2014/main" id="{7A59906B-C210-0095-9713-6ED5DFDDDC78}"/>
                  </a:ext>
                </a:extLst>
              </p:cNvPr>
              <p:cNvCxnSpPr>
                <a:cxnSpLocks/>
              </p:cNvCxnSpPr>
              <p:nvPr/>
            </p:nvCxnSpPr>
            <p:spPr>
              <a:xfrm>
                <a:off x="929910" y="34889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2" name="直线连接符 12471">
                <a:extLst>
                  <a:ext uri="{FF2B5EF4-FFF2-40B4-BE49-F238E27FC236}">
                    <a16:creationId xmlns:a16="http://schemas.microsoft.com/office/drawing/2014/main" id="{019DEAE4-A98F-D114-32C9-2E0200124BE0}"/>
                  </a:ext>
                </a:extLst>
              </p:cNvPr>
              <p:cNvCxnSpPr>
                <a:cxnSpLocks/>
              </p:cNvCxnSpPr>
              <p:nvPr/>
            </p:nvCxnSpPr>
            <p:spPr>
              <a:xfrm>
                <a:off x="904055" y="349236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3" name="直线连接符 12472">
                <a:extLst>
                  <a:ext uri="{FF2B5EF4-FFF2-40B4-BE49-F238E27FC236}">
                    <a16:creationId xmlns:a16="http://schemas.microsoft.com/office/drawing/2014/main" id="{89384EA5-DD06-AB64-9E47-1E61D74C26B8}"/>
                  </a:ext>
                </a:extLst>
              </p:cNvPr>
              <p:cNvCxnSpPr>
                <a:cxnSpLocks/>
              </p:cNvCxnSpPr>
              <p:nvPr/>
            </p:nvCxnSpPr>
            <p:spPr>
              <a:xfrm>
                <a:off x="876844" y="3489339"/>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4" name="直线连接符 12473">
                <a:extLst>
                  <a:ext uri="{FF2B5EF4-FFF2-40B4-BE49-F238E27FC236}">
                    <a16:creationId xmlns:a16="http://schemas.microsoft.com/office/drawing/2014/main" id="{0C2ACD1A-1C5B-1DD2-95B1-CC06788A0032}"/>
                  </a:ext>
                </a:extLst>
              </p:cNvPr>
              <p:cNvCxnSpPr>
                <a:cxnSpLocks/>
              </p:cNvCxnSpPr>
              <p:nvPr/>
            </p:nvCxnSpPr>
            <p:spPr>
              <a:xfrm>
                <a:off x="847577"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5" name="直线连接符 12474">
                <a:extLst>
                  <a:ext uri="{FF2B5EF4-FFF2-40B4-BE49-F238E27FC236}">
                    <a16:creationId xmlns:a16="http://schemas.microsoft.com/office/drawing/2014/main" id="{12345D6F-FA0E-40F4-7A60-4DD742D1BF95}"/>
                  </a:ext>
                </a:extLst>
              </p:cNvPr>
              <p:cNvCxnSpPr>
                <a:cxnSpLocks/>
              </p:cNvCxnSpPr>
              <p:nvPr/>
            </p:nvCxnSpPr>
            <p:spPr>
              <a:xfrm>
                <a:off x="821015" y="34925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6" name="直线连接符 12475">
                <a:extLst>
                  <a:ext uri="{FF2B5EF4-FFF2-40B4-BE49-F238E27FC236}">
                    <a16:creationId xmlns:a16="http://schemas.microsoft.com/office/drawing/2014/main" id="{57A5B881-B176-8171-D710-3FD29E65B4B2}"/>
                  </a:ext>
                </a:extLst>
              </p:cNvPr>
              <p:cNvCxnSpPr>
                <a:cxnSpLocks/>
              </p:cNvCxnSpPr>
              <p:nvPr/>
            </p:nvCxnSpPr>
            <p:spPr>
              <a:xfrm>
                <a:off x="756664" y="3495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7" name="直线连接符 12476">
                <a:extLst>
                  <a:ext uri="{FF2B5EF4-FFF2-40B4-BE49-F238E27FC236}">
                    <a16:creationId xmlns:a16="http://schemas.microsoft.com/office/drawing/2014/main" id="{8F55A33A-9188-786F-D28F-B3FE75F4F49F}"/>
                  </a:ext>
                </a:extLst>
              </p:cNvPr>
              <p:cNvCxnSpPr>
                <a:cxnSpLocks/>
              </p:cNvCxnSpPr>
              <p:nvPr/>
            </p:nvCxnSpPr>
            <p:spPr>
              <a:xfrm>
                <a:off x="791448" y="34925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8" name="直线连接符 12477">
                <a:extLst>
                  <a:ext uri="{FF2B5EF4-FFF2-40B4-BE49-F238E27FC236}">
                    <a16:creationId xmlns:a16="http://schemas.microsoft.com/office/drawing/2014/main" id="{45A06991-3FD5-70E3-5941-B94717B4395F}"/>
                  </a:ext>
                </a:extLst>
              </p:cNvPr>
              <p:cNvCxnSpPr>
                <a:cxnSpLocks/>
              </p:cNvCxnSpPr>
              <p:nvPr/>
            </p:nvCxnSpPr>
            <p:spPr>
              <a:xfrm>
                <a:off x="727880"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9" name="直线连接符 12478">
                <a:extLst>
                  <a:ext uri="{FF2B5EF4-FFF2-40B4-BE49-F238E27FC236}">
                    <a16:creationId xmlns:a16="http://schemas.microsoft.com/office/drawing/2014/main" id="{C5F04092-4CFB-762D-9BA0-208F0B511C3D}"/>
                  </a:ext>
                </a:extLst>
              </p:cNvPr>
              <p:cNvCxnSpPr>
                <a:cxnSpLocks/>
              </p:cNvCxnSpPr>
              <p:nvPr/>
            </p:nvCxnSpPr>
            <p:spPr>
              <a:xfrm>
                <a:off x="702589" y="349177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0" name="直线连接符 12479">
                <a:extLst>
                  <a:ext uri="{FF2B5EF4-FFF2-40B4-BE49-F238E27FC236}">
                    <a16:creationId xmlns:a16="http://schemas.microsoft.com/office/drawing/2014/main" id="{032FCCDC-8545-E4F3-2BE1-642088DF9706}"/>
                  </a:ext>
                </a:extLst>
              </p:cNvPr>
              <p:cNvCxnSpPr>
                <a:cxnSpLocks/>
              </p:cNvCxnSpPr>
              <p:nvPr/>
            </p:nvCxnSpPr>
            <p:spPr>
              <a:xfrm>
                <a:off x="669942" y="348910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1" name="直线连接符 12480">
                <a:extLst>
                  <a:ext uri="{FF2B5EF4-FFF2-40B4-BE49-F238E27FC236}">
                    <a16:creationId xmlns:a16="http://schemas.microsoft.com/office/drawing/2014/main" id="{BB6F70AA-A1AA-0CF1-0686-D795C63C6A64}"/>
                  </a:ext>
                </a:extLst>
              </p:cNvPr>
              <p:cNvCxnSpPr>
                <a:cxnSpLocks/>
              </p:cNvCxnSpPr>
              <p:nvPr/>
            </p:nvCxnSpPr>
            <p:spPr>
              <a:xfrm>
                <a:off x="648401" y="348905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2" name="直线连接符 12481">
                <a:extLst>
                  <a:ext uri="{FF2B5EF4-FFF2-40B4-BE49-F238E27FC236}">
                    <a16:creationId xmlns:a16="http://schemas.microsoft.com/office/drawing/2014/main" id="{11648871-D194-405E-34FE-55C060940DD4}"/>
                  </a:ext>
                </a:extLst>
              </p:cNvPr>
              <p:cNvCxnSpPr>
                <a:cxnSpLocks/>
              </p:cNvCxnSpPr>
              <p:nvPr/>
            </p:nvCxnSpPr>
            <p:spPr>
              <a:xfrm>
                <a:off x="621539" y="349196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83" name="直线连接符 12482">
                <a:extLst>
                  <a:ext uri="{FF2B5EF4-FFF2-40B4-BE49-F238E27FC236}">
                    <a16:creationId xmlns:a16="http://schemas.microsoft.com/office/drawing/2014/main" id="{105BB6A3-CA7F-7A51-69E9-499082F17491}"/>
                  </a:ext>
                </a:extLst>
              </p:cNvPr>
              <p:cNvCxnSpPr>
                <a:cxnSpLocks/>
              </p:cNvCxnSpPr>
              <p:nvPr/>
            </p:nvCxnSpPr>
            <p:spPr>
              <a:xfrm>
                <a:off x="598299" y="348952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84" name="直线连接符 12483">
                <a:extLst>
                  <a:ext uri="{FF2B5EF4-FFF2-40B4-BE49-F238E27FC236}">
                    <a16:creationId xmlns:a16="http://schemas.microsoft.com/office/drawing/2014/main" id="{5F66D8E5-3383-7461-D429-9D2F067835A7}"/>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2554" name="组合 12553">
            <a:extLst>
              <a:ext uri="{FF2B5EF4-FFF2-40B4-BE49-F238E27FC236}">
                <a16:creationId xmlns:a16="http://schemas.microsoft.com/office/drawing/2014/main" id="{303900C7-FF35-750C-66D5-DD287E8FFDCE}"/>
              </a:ext>
            </a:extLst>
          </p:cNvPr>
          <p:cNvGrpSpPr/>
          <p:nvPr/>
        </p:nvGrpSpPr>
        <p:grpSpPr>
          <a:xfrm>
            <a:off x="550700" y="1877148"/>
            <a:ext cx="1973841" cy="3038107"/>
            <a:chOff x="10938130" y="7925871"/>
            <a:chExt cx="1973841" cy="3038107"/>
          </a:xfrm>
        </p:grpSpPr>
        <p:sp>
          <p:nvSpPr>
            <p:cNvPr id="12555" name="流程图: 接点 554">
              <a:extLst>
                <a:ext uri="{FF2B5EF4-FFF2-40B4-BE49-F238E27FC236}">
                  <a16:creationId xmlns:a16="http://schemas.microsoft.com/office/drawing/2014/main" id="{D81365C1-D679-048D-B322-32027E328738}"/>
                </a:ext>
              </a:extLst>
            </p:cNvPr>
            <p:cNvSpPr/>
            <p:nvPr/>
          </p:nvSpPr>
          <p:spPr>
            <a:xfrm>
              <a:off x="11473278" y="10088731"/>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56" name="椭圆 12555">
              <a:extLst>
                <a:ext uri="{FF2B5EF4-FFF2-40B4-BE49-F238E27FC236}">
                  <a16:creationId xmlns:a16="http://schemas.microsoft.com/office/drawing/2014/main" id="{9579F6B4-BE9E-A814-0E4B-AA3E53793945}"/>
                </a:ext>
              </a:extLst>
            </p:cNvPr>
            <p:cNvSpPr/>
            <p:nvPr/>
          </p:nvSpPr>
          <p:spPr>
            <a:xfrm>
              <a:off x="11301917" y="9641984"/>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557" name="组合 12556">
              <a:extLst>
                <a:ext uri="{FF2B5EF4-FFF2-40B4-BE49-F238E27FC236}">
                  <a16:creationId xmlns:a16="http://schemas.microsoft.com/office/drawing/2014/main" id="{BBEFE284-5A5D-26DF-7276-304853C3EF93}"/>
                </a:ext>
              </a:extLst>
            </p:cNvPr>
            <p:cNvGrpSpPr/>
            <p:nvPr/>
          </p:nvGrpSpPr>
          <p:grpSpPr>
            <a:xfrm>
              <a:off x="12408932" y="9466280"/>
              <a:ext cx="419388" cy="487204"/>
              <a:chOff x="5768619" y="3058692"/>
              <a:chExt cx="419388" cy="487204"/>
            </a:xfrm>
          </p:grpSpPr>
          <p:sp>
            <p:nvSpPr>
              <p:cNvPr id="12632" name="流程图: 接点 571">
                <a:extLst>
                  <a:ext uri="{FF2B5EF4-FFF2-40B4-BE49-F238E27FC236}">
                    <a16:creationId xmlns:a16="http://schemas.microsoft.com/office/drawing/2014/main" id="{D4A3EBBB-5024-6F81-884C-130D66BB51E8}"/>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33" name="流程图: 接点 572">
                <a:extLst>
                  <a:ext uri="{FF2B5EF4-FFF2-40B4-BE49-F238E27FC236}">
                    <a16:creationId xmlns:a16="http://schemas.microsoft.com/office/drawing/2014/main" id="{89B2979C-4FC4-18F4-1CFF-4465A6EFE711}"/>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34" name="直线连接符 12633">
                <a:extLst>
                  <a:ext uri="{FF2B5EF4-FFF2-40B4-BE49-F238E27FC236}">
                    <a16:creationId xmlns:a16="http://schemas.microsoft.com/office/drawing/2014/main" id="{2C7C2F94-AE09-C1D1-A693-13294E7FC56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5" name="直线连接符 12634">
                <a:extLst>
                  <a:ext uri="{FF2B5EF4-FFF2-40B4-BE49-F238E27FC236}">
                    <a16:creationId xmlns:a16="http://schemas.microsoft.com/office/drawing/2014/main" id="{1CEDB9BE-363C-5895-99AC-81F91A1F8D4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6" name="直线连接符 12635">
                <a:extLst>
                  <a:ext uri="{FF2B5EF4-FFF2-40B4-BE49-F238E27FC236}">
                    <a16:creationId xmlns:a16="http://schemas.microsoft.com/office/drawing/2014/main" id="{BCAD2906-C8AD-BE8A-C30B-F651C1C27C2C}"/>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7" name="直线连接符 12636">
                <a:extLst>
                  <a:ext uri="{FF2B5EF4-FFF2-40B4-BE49-F238E27FC236}">
                    <a16:creationId xmlns:a16="http://schemas.microsoft.com/office/drawing/2014/main" id="{B6082A69-4409-B490-4D46-44D6B34FDEAE}"/>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8" name="直线连接符 12637">
                <a:extLst>
                  <a:ext uri="{FF2B5EF4-FFF2-40B4-BE49-F238E27FC236}">
                    <a16:creationId xmlns:a16="http://schemas.microsoft.com/office/drawing/2014/main" id="{76040809-72FA-94B8-A2B5-08828D8C559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9" name="直线连接符 12638">
                <a:extLst>
                  <a:ext uri="{FF2B5EF4-FFF2-40B4-BE49-F238E27FC236}">
                    <a16:creationId xmlns:a16="http://schemas.microsoft.com/office/drawing/2014/main" id="{4FB60D19-2446-4D53-3B92-40666EC8C90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0" name="直线连接符 12639">
                <a:extLst>
                  <a:ext uri="{FF2B5EF4-FFF2-40B4-BE49-F238E27FC236}">
                    <a16:creationId xmlns:a16="http://schemas.microsoft.com/office/drawing/2014/main" id="{BBDE6543-F9E5-8A6A-6A1A-C060AE6E095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1" name="直线连接符 12640">
                <a:extLst>
                  <a:ext uri="{FF2B5EF4-FFF2-40B4-BE49-F238E27FC236}">
                    <a16:creationId xmlns:a16="http://schemas.microsoft.com/office/drawing/2014/main" id="{7F892B91-50E3-D968-C401-7493C11875BA}"/>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2" name="直线连接符 12641">
                <a:extLst>
                  <a:ext uri="{FF2B5EF4-FFF2-40B4-BE49-F238E27FC236}">
                    <a16:creationId xmlns:a16="http://schemas.microsoft.com/office/drawing/2014/main" id="{1E1DB169-7427-6B9F-141E-A853916DBD1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3" name="直线连接符 12642">
                <a:extLst>
                  <a:ext uri="{FF2B5EF4-FFF2-40B4-BE49-F238E27FC236}">
                    <a16:creationId xmlns:a16="http://schemas.microsoft.com/office/drawing/2014/main" id="{F2DBCF02-363A-F326-EBA5-667CCF35987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4" name="直线连接符 12643">
                <a:extLst>
                  <a:ext uri="{FF2B5EF4-FFF2-40B4-BE49-F238E27FC236}">
                    <a16:creationId xmlns:a16="http://schemas.microsoft.com/office/drawing/2014/main" id="{C5A9B8A8-9E75-A156-CB50-D238CD744BB4}"/>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5" name="直线连接符 12644">
                <a:extLst>
                  <a:ext uri="{FF2B5EF4-FFF2-40B4-BE49-F238E27FC236}">
                    <a16:creationId xmlns:a16="http://schemas.microsoft.com/office/drawing/2014/main" id="{00B83FAA-061B-B071-9621-89C11D4B03D2}"/>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6" name="直线连接符 12645">
                <a:extLst>
                  <a:ext uri="{FF2B5EF4-FFF2-40B4-BE49-F238E27FC236}">
                    <a16:creationId xmlns:a16="http://schemas.microsoft.com/office/drawing/2014/main" id="{48380600-289A-6C69-2C9F-60262E976E1B}"/>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7" name="直线连接符 12646">
                <a:extLst>
                  <a:ext uri="{FF2B5EF4-FFF2-40B4-BE49-F238E27FC236}">
                    <a16:creationId xmlns:a16="http://schemas.microsoft.com/office/drawing/2014/main" id="{6631D1D5-CFC3-B751-153B-7A8A34C9494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8" name="直线连接符 12647">
                <a:extLst>
                  <a:ext uri="{FF2B5EF4-FFF2-40B4-BE49-F238E27FC236}">
                    <a16:creationId xmlns:a16="http://schemas.microsoft.com/office/drawing/2014/main" id="{6693199F-C956-C80E-3683-661D7FE4A27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49" name="直线连接符 12648">
                <a:extLst>
                  <a:ext uri="{FF2B5EF4-FFF2-40B4-BE49-F238E27FC236}">
                    <a16:creationId xmlns:a16="http://schemas.microsoft.com/office/drawing/2014/main" id="{F1C0074D-1B9A-30CB-AFF8-E0D12768CC1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50" name="直线连接符 12649">
                <a:extLst>
                  <a:ext uri="{FF2B5EF4-FFF2-40B4-BE49-F238E27FC236}">
                    <a16:creationId xmlns:a16="http://schemas.microsoft.com/office/drawing/2014/main" id="{25E485AB-72DC-5FAC-9230-69B101A45C4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558" name="组合 12557">
              <a:extLst>
                <a:ext uri="{FF2B5EF4-FFF2-40B4-BE49-F238E27FC236}">
                  <a16:creationId xmlns:a16="http://schemas.microsoft.com/office/drawing/2014/main" id="{8EE68B33-62F1-50D6-CAD9-ED1D90EC5B28}"/>
                </a:ext>
              </a:extLst>
            </p:cNvPr>
            <p:cNvGrpSpPr/>
            <p:nvPr/>
          </p:nvGrpSpPr>
          <p:grpSpPr>
            <a:xfrm>
              <a:off x="11339708" y="9380301"/>
              <a:ext cx="419388" cy="487204"/>
              <a:chOff x="5768619" y="3058692"/>
              <a:chExt cx="419388" cy="487204"/>
            </a:xfrm>
          </p:grpSpPr>
          <p:sp>
            <p:nvSpPr>
              <p:cNvPr id="12613" name="流程图: 接点 571">
                <a:extLst>
                  <a:ext uri="{FF2B5EF4-FFF2-40B4-BE49-F238E27FC236}">
                    <a16:creationId xmlns:a16="http://schemas.microsoft.com/office/drawing/2014/main" id="{359273C9-B521-6107-845F-0EC75C9B4D85}"/>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14" name="流程图: 接点 572">
                <a:extLst>
                  <a:ext uri="{FF2B5EF4-FFF2-40B4-BE49-F238E27FC236}">
                    <a16:creationId xmlns:a16="http://schemas.microsoft.com/office/drawing/2014/main" id="{D319089A-C79B-2EF2-293A-A4DC641518E7}"/>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15" name="直线连接符 12614">
                <a:extLst>
                  <a:ext uri="{FF2B5EF4-FFF2-40B4-BE49-F238E27FC236}">
                    <a16:creationId xmlns:a16="http://schemas.microsoft.com/office/drawing/2014/main" id="{54E29718-E510-85B3-C89A-429C53664C2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6" name="直线连接符 12615">
                <a:extLst>
                  <a:ext uri="{FF2B5EF4-FFF2-40B4-BE49-F238E27FC236}">
                    <a16:creationId xmlns:a16="http://schemas.microsoft.com/office/drawing/2014/main" id="{60A68D48-7DF4-0C06-A645-9F54C760B12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7" name="直线连接符 12616">
                <a:extLst>
                  <a:ext uri="{FF2B5EF4-FFF2-40B4-BE49-F238E27FC236}">
                    <a16:creationId xmlns:a16="http://schemas.microsoft.com/office/drawing/2014/main" id="{33E22C4B-FC55-AC22-32DD-230E35DADC5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8" name="直线连接符 12617">
                <a:extLst>
                  <a:ext uri="{FF2B5EF4-FFF2-40B4-BE49-F238E27FC236}">
                    <a16:creationId xmlns:a16="http://schemas.microsoft.com/office/drawing/2014/main" id="{34C8657B-9F98-4D83-23F6-F13E8BE6100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9" name="直线连接符 12618">
                <a:extLst>
                  <a:ext uri="{FF2B5EF4-FFF2-40B4-BE49-F238E27FC236}">
                    <a16:creationId xmlns:a16="http://schemas.microsoft.com/office/drawing/2014/main" id="{4BAD612C-8818-3357-A2E5-425B4DE4DCE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0" name="直线连接符 12619">
                <a:extLst>
                  <a:ext uri="{FF2B5EF4-FFF2-40B4-BE49-F238E27FC236}">
                    <a16:creationId xmlns:a16="http://schemas.microsoft.com/office/drawing/2014/main" id="{CB1537E2-F38A-9B2E-7BF2-414B7A560BED}"/>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1" name="直线连接符 12620">
                <a:extLst>
                  <a:ext uri="{FF2B5EF4-FFF2-40B4-BE49-F238E27FC236}">
                    <a16:creationId xmlns:a16="http://schemas.microsoft.com/office/drawing/2014/main" id="{7A6E75B6-2502-5DDD-8BC3-DD6A662E591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2" name="直线连接符 12621">
                <a:extLst>
                  <a:ext uri="{FF2B5EF4-FFF2-40B4-BE49-F238E27FC236}">
                    <a16:creationId xmlns:a16="http://schemas.microsoft.com/office/drawing/2014/main" id="{0B6AA0CD-D51B-DB85-9AB9-6F11F97B4E13}"/>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3" name="直线连接符 12622">
                <a:extLst>
                  <a:ext uri="{FF2B5EF4-FFF2-40B4-BE49-F238E27FC236}">
                    <a16:creationId xmlns:a16="http://schemas.microsoft.com/office/drawing/2014/main" id="{9A9B055D-2F6C-3B87-1370-BF66684EB57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4" name="直线连接符 12623">
                <a:extLst>
                  <a:ext uri="{FF2B5EF4-FFF2-40B4-BE49-F238E27FC236}">
                    <a16:creationId xmlns:a16="http://schemas.microsoft.com/office/drawing/2014/main" id="{C43539A3-4233-B662-93ED-1765898EE823}"/>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5" name="直线连接符 12624">
                <a:extLst>
                  <a:ext uri="{FF2B5EF4-FFF2-40B4-BE49-F238E27FC236}">
                    <a16:creationId xmlns:a16="http://schemas.microsoft.com/office/drawing/2014/main" id="{4F83CFD2-9282-B1B3-C7C1-ACBE5088074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6" name="直线连接符 12625">
                <a:extLst>
                  <a:ext uri="{FF2B5EF4-FFF2-40B4-BE49-F238E27FC236}">
                    <a16:creationId xmlns:a16="http://schemas.microsoft.com/office/drawing/2014/main" id="{6F810990-265C-7CD8-5D31-CC72313033D0}"/>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7" name="直线连接符 12626">
                <a:extLst>
                  <a:ext uri="{FF2B5EF4-FFF2-40B4-BE49-F238E27FC236}">
                    <a16:creationId xmlns:a16="http://schemas.microsoft.com/office/drawing/2014/main" id="{2FF2DC8D-3B68-D8F2-5DCA-29F492AD419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8" name="直线连接符 12627">
                <a:extLst>
                  <a:ext uri="{FF2B5EF4-FFF2-40B4-BE49-F238E27FC236}">
                    <a16:creationId xmlns:a16="http://schemas.microsoft.com/office/drawing/2014/main" id="{A097F96A-F7B4-C28F-DF29-ABC09C8B348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9" name="直线连接符 12628">
                <a:extLst>
                  <a:ext uri="{FF2B5EF4-FFF2-40B4-BE49-F238E27FC236}">
                    <a16:creationId xmlns:a16="http://schemas.microsoft.com/office/drawing/2014/main" id="{8EFEF2B1-2101-A056-961A-8000863E2DAF}"/>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30" name="直线连接符 12629">
                <a:extLst>
                  <a:ext uri="{FF2B5EF4-FFF2-40B4-BE49-F238E27FC236}">
                    <a16:creationId xmlns:a16="http://schemas.microsoft.com/office/drawing/2014/main" id="{DEE16064-79E6-0051-F1AF-4AB4F7D8E5A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31" name="直线连接符 12630">
                <a:extLst>
                  <a:ext uri="{FF2B5EF4-FFF2-40B4-BE49-F238E27FC236}">
                    <a16:creationId xmlns:a16="http://schemas.microsoft.com/office/drawing/2014/main" id="{D528E013-3729-F765-B9A0-8E3D5F5C974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559" name="流程图: 接点 556">
              <a:extLst>
                <a:ext uri="{FF2B5EF4-FFF2-40B4-BE49-F238E27FC236}">
                  <a16:creationId xmlns:a16="http://schemas.microsoft.com/office/drawing/2014/main" id="{17450175-8A94-9C7A-7816-2404D0F23491}"/>
                </a:ext>
              </a:extLst>
            </p:cNvPr>
            <p:cNvSpPr/>
            <p:nvPr/>
          </p:nvSpPr>
          <p:spPr>
            <a:xfrm>
              <a:off x="11426905" y="9263451"/>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560" name="组合 12559">
              <a:extLst>
                <a:ext uri="{FF2B5EF4-FFF2-40B4-BE49-F238E27FC236}">
                  <a16:creationId xmlns:a16="http://schemas.microsoft.com/office/drawing/2014/main" id="{1C2EFBBC-138F-A74E-7E45-2D6E0E595669}"/>
                </a:ext>
              </a:extLst>
            </p:cNvPr>
            <p:cNvGrpSpPr/>
            <p:nvPr/>
          </p:nvGrpSpPr>
          <p:grpSpPr>
            <a:xfrm>
              <a:off x="11512043" y="9606404"/>
              <a:ext cx="419388" cy="487204"/>
              <a:chOff x="5768619" y="3058692"/>
              <a:chExt cx="419388" cy="487204"/>
            </a:xfrm>
          </p:grpSpPr>
          <p:sp>
            <p:nvSpPr>
              <p:cNvPr id="12594" name="流程图: 接点 571">
                <a:extLst>
                  <a:ext uri="{FF2B5EF4-FFF2-40B4-BE49-F238E27FC236}">
                    <a16:creationId xmlns:a16="http://schemas.microsoft.com/office/drawing/2014/main" id="{5F86E343-C68B-3777-E04F-68A82E3B6278}"/>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5" name="流程图: 接点 572">
                <a:extLst>
                  <a:ext uri="{FF2B5EF4-FFF2-40B4-BE49-F238E27FC236}">
                    <a16:creationId xmlns:a16="http://schemas.microsoft.com/office/drawing/2014/main" id="{6BC62D9B-0E04-C9A7-2204-70894DF038D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96" name="直线连接符 12595">
                <a:extLst>
                  <a:ext uri="{FF2B5EF4-FFF2-40B4-BE49-F238E27FC236}">
                    <a16:creationId xmlns:a16="http://schemas.microsoft.com/office/drawing/2014/main" id="{AE57A2A1-D707-B14B-62FB-1040285D043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97" name="直线连接符 12596">
                <a:extLst>
                  <a:ext uri="{FF2B5EF4-FFF2-40B4-BE49-F238E27FC236}">
                    <a16:creationId xmlns:a16="http://schemas.microsoft.com/office/drawing/2014/main" id="{1D0795F4-FA1F-D930-DFAD-2A0448D3A77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98" name="直线连接符 12597">
                <a:extLst>
                  <a:ext uri="{FF2B5EF4-FFF2-40B4-BE49-F238E27FC236}">
                    <a16:creationId xmlns:a16="http://schemas.microsoft.com/office/drawing/2014/main" id="{1034EA57-FD3F-6CC2-EDD7-553B21BA5A91}"/>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99" name="直线连接符 12598">
                <a:extLst>
                  <a:ext uri="{FF2B5EF4-FFF2-40B4-BE49-F238E27FC236}">
                    <a16:creationId xmlns:a16="http://schemas.microsoft.com/office/drawing/2014/main" id="{A331667F-C4BA-141C-E7C2-D7184C8DAC4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0" name="直线连接符 12599">
                <a:extLst>
                  <a:ext uri="{FF2B5EF4-FFF2-40B4-BE49-F238E27FC236}">
                    <a16:creationId xmlns:a16="http://schemas.microsoft.com/office/drawing/2014/main" id="{665CE8CA-FD28-CDCC-7A1B-9F03E2C727B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1" name="直线连接符 12600">
                <a:extLst>
                  <a:ext uri="{FF2B5EF4-FFF2-40B4-BE49-F238E27FC236}">
                    <a16:creationId xmlns:a16="http://schemas.microsoft.com/office/drawing/2014/main" id="{438B3E53-8467-C54F-F6CC-B3EEDEE15804}"/>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2" name="直线连接符 12601">
                <a:extLst>
                  <a:ext uri="{FF2B5EF4-FFF2-40B4-BE49-F238E27FC236}">
                    <a16:creationId xmlns:a16="http://schemas.microsoft.com/office/drawing/2014/main" id="{4EDA056F-681C-1BB7-F4A9-ED2A95A13CF1}"/>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3" name="直线连接符 12602">
                <a:extLst>
                  <a:ext uri="{FF2B5EF4-FFF2-40B4-BE49-F238E27FC236}">
                    <a16:creationId xmlns:a16="http://schemas.microsoft.com/office/drawing/2014/main" id="{1BB07174-E57C-3767-3F89-E48E8380DEC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4" name="直线连接符 12603">
                <a:extLst>
                  <a:ext uri="{FF2B5EF4-FFF2-40B4-BE49-F238E27FC236}">
                    <a16:creationId xmlns:a16="http://schemas.microsoft.com/office/drawing/2014/main" id="{6BD57687-C986-1FF4-E48C-9005AB211334}"/>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5" name="直线连接符 12604">
                <a:extLst>
                  <a:ext uri="{FF2B5EF4-FFF2-40B4-BE49-F238E27FC236}">
                    <a16:creationId xmlns:a16="http://schemas.microsoft.com/office/drawing/2014/main" id="{0BB6334E-23A7-9343-F323-1A76972989DE}"/>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6" name="直线连接符 12605">
                <a:extLst>
                  <a:ext uri="{FF2B5EF4-FFF2-40B4-BE49-F238E27FC236}">
                    <a16:creationId xmlns:a16="http://schemas.microsoft.com/office/drawing/2014/main" id="{69F88E98-84B8-7429-A583-EADB6AF6972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7" name="直线连接符 12606">
                <a:extLst>
                  <a:ext uri="{FF2B5EF4-FFF2-40B4-BE49-F238E27FC236}">
                    <a16:creationId xmlns:a16="http://schemas.microsoft.com/office/drawing/2014/main" id="{21284641-615F-4C23-3F90-025EEF1DAE5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8" name="直线连接符 12607">
                <a:extLst>
                  <a:ext uri="{FF2B5EF4-FFF2-40B4-BE49-F238E27FC236}">
                    <a16:creationId xmlns:a16="http://schemas.microsoft.com/office/drawing/2014/main" id="{F8920920-8FF8-C242-4873-8288E1159A2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9" name="直线连接符 12608">
                <a:extLst>
                  <a:ext uri="{FF2B5EF4-FFF2-40B4-BE49-F238E27FC236}">
                    <a16:creationId xmlns:a16="http://schemas.microsoft.com/office/drawing/2014/main" id="{39F14426-191B-9F3F-84FA-F17C66EC9502}"/>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0" name="直线连接符 12609">
                <a:extLst>
                  <a:ext uri="{FF2B5EF4-FFF2-40B4-BE49-F238E27FC236}">
                    <a16:creationId xmlns:a16="http://schemas.microsoft.com/office/drawing/2014/main" id="{D638D5A8-80B3-FFE1-21B8-82099CB6E29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11" name="直线连接符 12610">
                <a:extLst>
                  <a:ext uri="{FF2B5EF4-FFF2-40B4-BE49-F238E27FC236}">
                    <a16:creationId xmlns:a16="http://schemas.microsoft.com/office/drawing/2014/main" id="{21FCA28E-8D0C-9021-1808-6CF8AEB1306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12" name="直线连接符 12611">
                <a:extLst>
                  <a:ext uri="{FF2B5EF4-FFF2-40B4-BE49-F238E27FC236}">
                    <a16:creationId xmlns:a16="http://schemas.microsoft.com/office/drawing/2014/main" id="{8E3DAD48-E2CF-03D4-9A4B-180EFD80F65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561" name="组合 12560">
              <a:extLst>
                <a:ext uri="{FF2B5EF4-FFF2-40B4-BE49-F238E27FC236}">
                  <a16:creationId xmlns:a16="http://schemas.microsoft.com/office/drawing/2014/main" id="{121C4DA8-CD33-BD14-FF5C-09359248EE00}"/>
                </a:ext>
              </a:extLst>
            </p:cNvPr>
            <p:cNvGrpSpPr/>
            <p:nvPr/>
          </p:nvGrpSpPr>
          <p:grpSpPr>
            <a:xfrm>
              <a:off x="10938130" y="8427128"/>
              <a:ext cx="1973841" cy="1732229"/>
              <a:chOff x="7707547" y="3116283"/>
              <a:chExt cx="2913493" cy="2493706"/>
            </a:xfrm>
          </p:grpSpPr>
          <p:sp>
            <p:nvSpPr>
              <p:cNvPr id="12590" name="流程图: 接点 567">
                <a:extLst>
                  <a:ext uri="{FF2B5EF4-FFF2-40B4-BE49-F238E27FC236}">
                    <a16:creationId xmlns:a16="http://schemas.microsoft.com/office/drawing/2014/main" id="{8BC06DAD-06A8-FCEA-89A8-C8714EAAB20E}"/>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1" name="流程图: 接点 568">
                <a:extLst>
                  <a:ext uri="{FF2B5EF4-FFF2-40B4-BE49-F238E27FC236}">
                    <a16:creationId xmlns:a16="http://schemas.microsoft.com/office/drawing/2014/main" id="{071885A9-AE6D-0A7D-EAE0-7E4FC5EB5659}"/>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2" name="椭圆 12591">
                <a:extLst>
                  <a:ext uri="{FF2B5EF4-FFF2-40B4-BE49-F238E27FC236}">
                    <a16:creationId xmlns:a16="http://schemas.microsoft.com/office/drawing/2014/main" id="{9718E4B1-C580-B176-5D13-62CD4D732A1E}"/>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3" name="椭圆 12592">
                <a:extLst>
                  <a:ext uri="{FF2B5EF4-FFF2-40B4-BE49-F238E27FC236}">
                    <a16:creationId xmlns:a16="http://schemas.microsoft.com/office/drawing/2014/main" id="{18E5F3E9-C055-3FB2-52FD-9CD87E44B164}"/>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562" name="组合 12561">
              <a:extLst>
                <a:ext uri="{FF2B5EF4-FFF2-40B4-BE49-F238E27FC236}">
                  <a16:creationId xmlns:a16="http://schemas.microsoft.com/office/drawing/2014/main" id="{0BED36A1-3D74-5E5A-F406-F1935CAFAD39}"/>
                </a:ext>
              </a:extLst>
            </p:cNvPr>
            <p:cNvGrpSpPr/>
            <p:nvPr/>
          </p:nvGrpSpPr>
          <p:grpSpPr>
            <a:xfrm>
              <a:off x="11301017" y="7925871"/>
              <a:ext cx="1057502" cy="1052177"/>
              <a:chOff x="4832657" y="1852555"/>
              <a:chExt cx="875802" cy="967649"/>
            </a:xfrm>
            <a:scene3d>
              <a:camera prst="orthographicFront">
                <a:rot lat="600000" lon="6300000" rev="0"/>
              </a:camera>
              <a:lightRig rig="threePt" dir="t"/>
            </a:scene3d>
          </p:grpSpPr>
          <p:grpSp>
            <p:nvGrpSpPr>
              <p:cNvPr id="12586" name="组合 12585">
                <a:extLst>
                  <a:ext uri="{FF2B5EF4-FFF2-40B4-BE49-F238E27FC236}">
                    <a16:creationId xmlns:a16="http://schemas.microsoft.com/office/drawing/2014/main" id="{18872B27-F57E-29A7-92A5-8A6B47DC4CAF}"/>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2588" name="流程图: 延期 565">
                  <a:extLst>
                    <a:ext uri="{FF2B5EF4-FFF2-40B4-BE49-F238E27FC236}">
                      <a16:creationId xmlns:a16="http://schemas.microsoft.com/office/drawing/2014/main" id="{C47A33E0-DB0B-F90B-B426-530E7FB2518D}"/>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89" name="流程图: 接点 566">
                  <a:extLst>
                    <a:ext uri="{FF2B5EF4-FFF2-40B4-BE49-F238E27FC236}">
                      <a16:creationId xmlns:a16="http://schemas.microsoft.com/office/drawing/2014/main" id="{6D92FB1C-5D23-092C-57EA-D2E8BE97146F}"/>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587" name="矩形 12586">
                <a:extLst>
                  <a:ext uri="{FF2B5EF4-FFF2-40B4-BE49-F238E27FC236}">
                    <a16:creationId xmlns:a16="http://schemas.microsoft.com/office/drawing/2014/main" id="{AAC0A25C-D760-A0EC-11E6-8549DB297B83}"/>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563" name="组合 12562">
              <a:extLst>
                <a:ext uri="{FF2B5EF4-FFF2-40B4-BE49-F238E27FC236}">
                  <a16:creationId xmlns:a16="http://schemas.microsoft.com/office/drawing/2014/main" id="{17628D8F-F6FD-BAFD-3252-32149E110116}"/>
                </a:ext>
              </a:extLst>
            </p:cNvPr>
            <p:cNvGrpSpPr/>
            <p:nvPr/>
          </p:nvGrpSpPr>
          <p:grpSpPr>
            <a:xfrm>
              <a:off x="12365737" y="9106609"/>
              <a:ext cx="238182" cy="238003"/>
              <a:chOff x="5145960" y="4201202"/>
              <a:chExt cx="150892" cy="141375"/>
            </a:xfrm>
            <a:scene3d>
              <a:camera prst="orthographicFront">
                <a:rot lat="0" lon="18900000" rev="0"/>
              </a:camera>
              <a:lightRig rig="threePt" dir="t">
                <a:rot lat="0" lon="0" rev="0"/>
              </a:lightRig>
            </a:scene3d>
          </p:grpSpPr>
          <p:sp>
            <p:nvSpPr>
              <p:cNvPr id="12584" name="Oval 15540">
                <a:extLst>
                  <a:ext uri="{FF2B5EF4-FFF2-40B4-BE49-F238E27FC236}">
                    <a16:creationId xmlns:a16="http://schemas.microsoft.com/office/drawing/2014/main" id="{F9541153-436B-258E-F8C8-7B0AE528AD36}"/>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585" name="Line 15541">
                <a:extLst>
                  <a:ext uri="{FF2B5EF4-FFF2-40B4-BE49-F238E27FC236}">
                    <a16:creationId xmlns:a16="http://schemas.microsoft.com/office/drawing/2014/main" id="{9167806F-8594-A58E-1FD8-296190B97263}"/>
                  </a:ext>
                </a:extLst>
              </p:cNvPr>
              <p:cNvCxnSpPr>
                <a:cxnSpLocks/>
                <a:stCxn id="12584" idx="1"/>
                <a:endCxn id="12584"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2564" name="组合 12563">
              <a:extLst>
                <a:ext uri="{FF2B5EF4-FFF2-40B4-BE49-F238E27FC236}">
                  <a16:creationId xmlns:a16="http://schemas.microsoft.com/office/drawing/2014/main" id="{B5684395-8906-4059-23CC-5F695374F55C}"/>
                </a:ext>
              </a:extLst>
            </p:cNvPr>
            <p:cNvGrpSpPr/>
            <p:nvPr/>
          </p:nvGrpSpPr>
          <p:grpSpPr>
            <a:xfrm rot="5400000">
              <a:off x="11132517" y="9916208"/>
              <a:ext cx="304285" cy="273854"/>
              <a:chOff x="572796" y="3376774"/>
              <a:chExt cx="419388" cy="377446"/>
            </a:xfrm>
          </p:grpSpPr>
          <p:grpSp>
            <p:nvGrpSpPr>
              <p:cNvPr id="12565" name="组合 12564">
                <a:extLst>
                  <a:ext uri="{FF2B5EF4-FFF2-40B4-BE49-F238E27FC236}">
                    <a16:creationId xmlns:a16="http://schemas.microsoft.com/office/drawing/2014/main" id="{1EFB42BA-5194-6ECD-6D76-9B1C0CCE0BBE}"/>
                  </a:ext>
                </a:extLst>
              </p:cNvPr>
              <p:cNvGrpSpPr/>
              <p:nvPr/>
            </p:nvGrpSpPr>
            <p:grpSpPr>
              <a:xfrm>
                <a:off x="572796" y="3376774"/>
                <a:ext cx="419388" cy="377446"/>
                <a:chOff x="3493877" y="4575043"/>
                <a:chExt cx="619038" cy="543369"/>
              </a:xfrm>
            </p:grpSpPr>
            <p:sp>
              <p:nvSpPr>
                <p:cNvPr id="12582" name="流程图: 接点 572">
                  <a:extLst>
                    <a:ext uri="{FF2B5EF4-FFF2-40B4-BE49-F238E27FC236}">
                      <a16:creationId xmlns:a16="http://schemas.microsoft.com/office/drawing/2014/main" id="{52F5F040-5925-D594-D6CD-C4C89B6B90BD}"/>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83" name="流程图: 接点 571">
                  <a:extLst>
                    <a:ext uri="{FF2B5EF4-FFF2-40B4-BE49-F238E27FC236}">
                      <a16:creationId xmlns:a16="http://schemas.microsoft.com/office/drawing/2014/main" id="{09A0E136-0680-C150-6987-BB4346026CA7}"/>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12566" name="直线连接符 12565">
                <a:extLst>
                  <a:ext uri="{FF2B5EF4-FFF2-40B4-BE49-F238E27FC236}">
                    <a16:creationId xmlns:a16="http://schemas.microsoft.com/office/drawing/2014/main" id="{614645C4-F7BF-1B30-0CF2-C12EEE9C5E49}"/>
                  </a:ext>
                </a:extLst>
              </p:cNvPr>
              <p:cNvCxnSpPr>
                <a:cxnSpLocks/>
              </p:cNvCxnSpPr>
              <p:nvPr/>
            </p:nvCxnSpPr>
            <p:spPr>
              <a:xfrm>
                <a:off x="985036" y="356673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7" name="直线连接符 12566">
                <a:extLst>
                  <a:ext uri="{FF2B5EF4-FFF2-40B4-BE49-F238E27FC236}">
                    <a16:creationId xmlns:a16="http://schemas.microsoft.com/office/drawing/2014/main" id="{19126684-3DAD-66CE-CF65-5877BE650C58}"/>
                  </a:ext>
                </a:extLst>
              </p:cNvPr>
              <p:cNvCxnSpPr>
                <a:cxnSpLocks/>
              </p:cNvCxnSpPr>
              <p:nvPr/>
            </p:nvCxnSpPr>
            <p:spPr>
              <a:xfrm>
                <a:off x="957394" y="355767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8" name="直线连接符 12567">
                <a:extLst>
                  <a:ext uri="{FF2B5EF4-FFF2-40B4-BE49-F238E27FC236}">
                    <a16:creationId xmlns:a16="http://schemas.microsoft.com/office/drawing/2014/main" id="{ED8C9010-BEBC-4785-12CF-B1472E348E71}"/>
                  </a:ext>
                </a:extLst>
              </p:cNvPr>
              <p:cNvCxnSpPr>
                <a:cxnSpLocks/>
              </p:cNvCxnSpPr>
              <p:nvPr/>
            </p:nvCxnSpPr>
            <p:spPr>
              <a:xfrm>
                <a:off x="929910" y="35510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9" name="直线连接符 12568">
                <a:extLst>
                  <a:ext uri="{FF2B5EF4-FFF2-40B4-BE49-F238E27FC236}">
                    <a16:creationId xmlns:a16="http://schemas.microsoft.com/office/drawing/2014/main" id="{98D99CB8-3771-0F24-2043-68737A9FC667}"/>
                  </a:ext>
                </a:extLst>
              </p:cNvPr>
              <p:cNvCxnSpPr>
                <a:cxnSpLocks/>
              </p:cNvCxnSpPr>
              <p:nvPr/>
            </p:nvCxnSpPr>
            <p:spPr>
              <a:xfrm>
                <a:off x="904055" y="354639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0" name="直线连接符 12569">
                <a:extLst>
                  <a:ext uri="{FF2B5EF4-FFF2-40B4-BE49-F238E27FC236}">
                    <a16:creationId xmlns:a16="http://schemas.microsoft.com/office/drawing/2014/main" id="{181F701A-31CF-24B5-6D59-464075BB7FF5}"/>
                  </a:ext>
                </a:extLst>
              </p:cNvPr>
              <p:cNvCxnSpPr>
                <a:cxnSpLocks/>
              </p:cNvCxnSpPr>
              <p:nvPr/>
            </p:nvCxnSpPr>
            <p:spPr>
              <a:xfrm>
                <a:off x="876846"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1" name="直线连接符 12570">
                <a:extLst>
                  <a:ext uri="{FF2B5EF4-FFF2-40B4-BE49-F238E27FC236}">
                    <a16:creationId xmlns:a16="http://schemas.microsoft.com/office/drawing/2014/main" id="{BABB3CF7-7293-5B0F-00FF-EE182269262C}"/>
                  </a:ext>
                </a:extLst>
              </p:cNvPr>
              <p:cNvCxnSpPr>
                <a:cxnSpLocks/>
              </p:cNvCxnSpPr>
              <p:nvPr/>
            </p:nvCxnSpPr>
            <p:spPr>
              <a:xfrm>
                <a:off x="847576"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2" name="直线连接符 12571">
                <a:extLst>
                  <a:ext uri="{FF2B5EF4-FFF2-40B4-BE49-F238E27FC236}">
                    <a16:creationId xmlns:a16="http://schemas.microsoft.com/office/drawing/2014/main" id="{9BB51B9A-E9AF-CAC2-59AB-D6F052AF9528}"/>
                  </a:ext>
                </a:extLst>
              </p:cNvPr>
              <p:cNvCxnSpPr>
                <a:cxnSpLocks/>
              </p:cNvCxnSpPr>
              <p:nvPr/>
            </p:nvCxnSpPr>
            <p:spPr>
              <a:xfrm>
                <a:off x="821015" y="353687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3" name="直线连接符 12572">
                <a:extLst>
                  <a:ext uri="{FF2B5EF4-FFF2-40B4-BE49-F238E27FC236}">
                    <a16:creationId xmlns:a16="http://schemas.microsoft.com/office/drawing/2014/main" id="{7A82B87C-F2C7-AC47-378C-1576E3B02A06}"/>
                  </a:ext>
                </a:extLst>
              </p:cNvPr>
              <p:cNvCxnSpPr>
                <a:cxnSpLocks/>
              </p:cNvCxnSpPr>
              <p:nvPr/>
            </p:nvCxnSpPr>
            <p:spPr>
              <a:xfrm>
                <a:off x="756664" y="353518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4" name="直线连接符 12573">
                <a:extLst>
                  <a:ext uri="{FF2B5EF4-FFF2-40B4-BE49-F238E27FC236}">
                    <a16:creationId xmlns:a16="http://schemas.microsoft.com/office/drawing/2014/main" id="{01E04B65-B5D4-2F8F-F7E0-782A9740F554}"/>
                  </a:ext>
                </a:extLst>
              </p:cNvPr>
              <p:cNvCxnSpPr>
                <a:cxnSpLocks/>
              </p:cNvCxnSpPr>
              <p:nvPr/>
            </p:nvCxnSpPr>
            <p:spPr>
              <a:xfrm>
                <a:off x="791450" y="35368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5" name="直线连接符 12574">
                <a:extLst>
                  <a:ext uri="{FF2B5EF4-FFF2-40B4-BE49-F238E27FC236}">
                    <a16:creationId xmlns:a16="http://schemas.microsoft.com/office/drawing/2014/main" id="{30ECEFEC-6507-F0F4-551F-44930C49B6F7}"/>
                  </a:ext>
                </a:extLst>
              </p:cNvPr>
              <p:cNvCxnSpPr>
                <a:cxnSpLocks/>
              </p:cNvCxnSpPr>
              <p:nvPr/>
            </p:nvCxnSpPr>
            <p:spPr>
              <a:xfrm>
                <a:off x="727879"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6" name="直线连接符 12575">
                <a:extLst>
                  <a:ext uri="{FF2B5EF4-FFF2-40B4-BE49-F238E27FC236}">
                    <a16:creationId xmlns:a16="http://schemas.microsoft.com/office/drawing/2014/main" id="{863FCE22-A9FC-0A89-592E-49842EEBD7CF}"/>
                  </a:ext>
                </a:extLst>
              </p:cNvPr>
              <p:cNvCxnSpPr>
                <a:cxnSpLocks/>
              </p:cNvCxnSpPr>
              <p:nvPr/>
            </p:nvCxnSpPr>
            <p:spPr>
              <a:xfrm>
                <a:off x="702588"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7" name="直线连接符 12576">
                <a:extLst>
                  <a:ext uri="{FF2B5EF4-FFF2-40B4-BE49-F238E27FC236}">
                    <a16:creationId xmlns:a16="http://schemas.microsoft.com/office/drawing/2014/main" id="{DA00D8A2-71DF-0EDB-3B2F-3739319CC2DB}"/>
                  </a:ext>
                </a:extLst>
              </p:cNvPr>
              <p:cNvCxnSpPr>
                <a:cxnSpLocks/>
              </p:cNvCxnSpPr>
              <p:nvPr/>
            </p:nvCxnSpPr>
            <p:spPr>
              <a:xfrm>
                <a:off x="669942" y="35422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8" name="直线连接符 12577">
                <a:extLst>
                  <a:ext uri="{FF2B5EF4-FFF2-40B4-BE49-F238E27FC236}">
                    <a16:creationId xmlns:a16="http://schemas.microsoft.com/office/drawing/2014/main" id="{4FE65136-FB8F-341C-AEED-D63DBFC97D4E}"/>
                  </a:ext>
                </a:extLst>
              </p:cNvPr>
              <p:cNvCxnSpPr>
                <a:cxnSpLocks/>
              </p:cNvCxnSpPr>
              <p:nvPr/>
            </p:nvCxnSpPr>
            <p:spPr>
              <a:xfrm>
                <a:off x="648401" y="3546675"/>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9" name="直线连接符 12578">
                <a:extLst>
                  <a:ext uri="{FF2B5EF4-FFF2-40B4-BE49-F238E27FC236}">
                    <a16:creationId xmlns:a16="http://schemas.microsoft.com/office/drawing/2014/main" id="{E21843A1-F2DD-6FC6-E45B-AE4C482EDEA5}"/>
                  </a:ext>
                </a:extLst>
              </p:cNvPr>
              <p:cNvCxnSpPr>
                <a:cxnSpLocks/>
              </p:cNvCxnSpPr>
              <p:nvPr/>
            </p:nvCxnSpPr>
            <p:spPr>
              <a:xfrm>
                <a:off x="621538" y="3549590"/>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580" name="直线连接符 12579">
                <a:extLst>
                  <a:ext uri="{FF2B5EF4-FFF2-40B4-BE49-F238E27FC236}">
                    <a16:creationId xmlns:a16="http://schemas.microsoft.com/office/drawing/2014/main" id="{72122BD2-CF5A-0848-21CA-7E83FD5F0A05}"/>
                  </a:ext>
                </a:extLst>
              </p:cNvPr>
              <p:cNvCxnSpPr>
                <a:cxnSpLocks/>
              </p:cNvCxnSpPr>
              <p:nvPr/>
            </p:nvCxnSpPr>
            <p:spPr>
              <a:xfrm>
                <a:off x="598299" y="355600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581" name="直线连接符 12580">
                <a:extLst>
                  <a:ext uri="{FF2B5EF4-FFF2-40B4-BE49-F238E27FC236}">
                    <a16:creationId xmlns:a16="http://schemas.microsoft.com/office/drawing/2014/main" id="{4CCC260B-3989-9113-47B0-D55DAF34ECD3}"/>
                  </a:ext>
                </a:extLst>
              </p:cNvPr>
              <p:cNvCxnSpPr>
                <a:cxnSpLocks/>
              </p:cNvCxnSpPr>
              <p:nvPr/>
            </p:nvCxnSpPr>
            <p:spPr>
              <a:xfrm>
                <a:off x="578115" y="3562357"/>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2651" name="组合 12650">
            <a:extLst>
              <a:ext uri="{FF2B5EF4-FFF2-40B4-BE49-F238E27FC236}">
                <a16:creationId xmlns:a16="http://schemas.microsoft.com/office/drawing/2014/main" id="{55AFE89F-D1C3-DC08-671F-250E25B9A64C}"/>
              </a:ext>
            </a:extLst>
          </p:cNvPr>
          <p:cNvGrpSpPr/>
          <p:nvPr/>
        </p:nvGrpSpPr>
        <p:grpSpPr>
          <a:xfrm>
            <a:off x="550700" y="1859042"/>
            <a:ext cx="1973841" cy="3056213"/>
            <a:chOff x="13273360" y="7822367"/>
            <a:chExt cx="1973841" cy="3056213"/>
          </a:xfrm>
        </p:grpSpPr>
        <p:sp>
          <p:nvSpPr>
            <p:cNvPr id="12652" name="流程图: 接点 554">
              <a:extLst>
                <a:ext uri="{FF2B5EF4-FFF2-40B4-BE49-F238E27FC236}">
                  <a16:creationId xmlns:a16="http://schemas.microsoft.com/office/drawing/2014/main" id="{D480EBE4-7A5B-EE73-88D8-3B16E400EBF0}"/>
                </a:ext>
              </a:extLst>
            </p:cNvPr>
            <p:cNvSpPr/>
            <p:nvPr/>
          </p:nvSpPr>
          <p:spPr>
            <a:xfrm>
              <a:off x="13808508" y="10003333"/>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53" name="椭圆 12652">
              <a:extLst>
                <a:ext uri="{FF2B5EF4-FFF2-40B4-BE49-F238E27FC236}">
                  <a16:creationId xmlns:a16="http://schemas.microsoft.com/office/drawing/2014/main" id="{8069DB5B-548B-77C4-3357-4C050A8386AB}"/>
                </a:ext>
              </a:extLst>
            </p:cNvPr>
            <p:cNvSpPr/>
            <p:nvPr/>
          </p:nvSpPr>
          <p:spPr>
            <a:xfrm>
              <a:off x="13637147" y="9556586"/>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654" name="组合 12653">
              <a:extLst>
                <a:ext uri="{FF2B5EF4-FFF2-40B4-BE49-F238E27FC236}">
                  <a16:creationId xmlns:a16="http://schemas.microsoft.com/office/drawing/2014/main" id="{D7AD2334-2F4E-B092-94F1-D93FF1109FC1}"/>
                </a:ext>
              </a:extLst>
            </p:cNvPr>
            <p:cNvGrpSpPr/>
            <p:nvPr/>
          </p:nvGrpSpPr>
          <p:grpSpPr>
            <a:xfrm>
              <a:off x="13604081" y="9313538"/>
              <a:ext cx="419388" cy="487204"/>
              <a:chOff x="5768619" y="3058692"/>
              <a:chExt cx="419388" cy="487204"/>
            </a:xfrm>
          </p:grpSpPr>
          <p:sp>
            <p:nvSpPr>
              <p:cNvPr id="12729" name="流程图: 接点 571">
                <a:extLst>
                  <a:ext uri="{FF2B5EF4-FFF2-40B4-BE49-F238E27FC236}">
                    <a16:creationId xmlns:a16="http://schemas.microsoft.com/office/drawing/2014/main" id="{3D1BA2D5-27AD-8E9D-B670-8A38981CC478}"/>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30" name="流程图: 接点 572">
                <a:extLst>
                  <a:ext uri="{FF2B5EF4-FFF2-40B4-BE49-F238E27FC236}">
                    <a16:creationId xmlns:a16="http://schemas.microsoft.com/office/drawing/2014/main" id="{7B9A6729-0D6E-F845-64CB-7A7D807A45F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31" name="直线连接符 12730">
                <a:extLst>
                  <a:ext uri="{FF2B5EF4-FFF2-40B4-BE49-F238E27FC236}">
                    <a16:creationId xmlns:a16="http://schemas.microsoft.com/office/drawing/2014/main" id="{F87B0CDE-99DE-4138-D0DD-D1998675C02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2" name="直线连接符 12731">
                <a:extLst>
                  <a:ext uri="{FF2B5EF4-FFF2-40B4-BE49-F238E27FC236}">
                    <a16:creationId xmlns:a16="http://schemas.microsoft.com/office/drawing/2014/main" id="{B5A1DD20-889B-EF90-5812-A6FA874786F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3" name="直线连接符 12732">
                <a:extLst>
                  <a:ext uri="{FF2B5EF4-FFF2-40B4-BE49-F238E27FC236}">
                    <a16:creationId xmlns:a16="http://schemas.microsoft.com/office/drawing/2014/main" id="{7CE11132-192B-B8A2-B37A-F50EE06680D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4" name="直线连接符 12733">
                <a:extLst>
                  <a:ext uri="{FF2B5EF4-FFF2-40B4-BE49-F238E27FC236}">
                    <a16:creationId xmlns:a16="http://schemas.microsoft.com/office/drawing/2014/main" id="{04E6264C-F5AA-E5B4-0701-01A0DCCC4C0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5" name="直线连接符 12734">
                <a:extLst>
                  <a:ext uri="{FF2B5EF4-FFF2-40B4-BE49-F238E27FC236}">
                    <a16:creationId xmlns:a16="http://schemas.microsoft.com/office/drawing/2014/main" id="{80CA62F4-12C1-B61F-47F2-60A911C7CE9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6" name="直线连接符 12735">
                <a:extLst>
                  <a:ext uri="{FF2B5EF4-FFF2-40B4-BE49-F238E27FC236}">
                    <a16:creationId xmlns:a16="http://schemas.microsoft.com/office/drawing/2014/main" id="{28F67811-C3FC-78B3-812C-37B8EA33107D}"/>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7" name="直线连接符 12736">
                <a:extLst>
                  <a:ext uri="{FF2B5EF4-FFF2-40B4-BE49-F238E27FC236}">
                    <a16:creationId xmlns:a16="http://schemas.microsoft.com/office/drawing/2014/main" id="{39A0E23D-AFFC-589D-4D46-819DF3D9A00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8" name="直线连接符 12737">
                <a:extLst>
                  <a:ext uri="{FF2B5EF4-FFF2-40B4-BE49-F238E27FC236}">
                    <a16:creationId xmlns:a16="http://schemas.microsoft.com/office/drawing/2014/main" id="{7DAFDA0C-D9E4-6D0F-E184-DE73BC73AAA1}"/>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9" name="直线连接符 12738">
                <a:extLst>
                  <a:ext uri="{FF2B5EF4-FFF2-40B4-BE49-F238E27FC236}">
                    <a16:creationId xmlns:a16="http://schemas.microsoft.com/office/drawing/2014/main" id="{8018DE4D-6A87-B4C2-DD32-4166C8D18C0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0" name="直线连接符 12739">
                <a:extLst>
                  <a:ext uri="{FF2B5EF4-FFF2-40B4-BE49-F238E27FC236}">
                    <a16:creationId xmlns:a16="http://schemas.microsoft.com/office/drawing/2014/main" id="{366EF653-9A5C-4ACF-CD28-341EA8CF728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1" name="直线连接符 12740">
                <a:extLst>
                  <a:ext uri="{FF2B5EF4-FFF2-40B4-BE49-F238E27FC236}">
                    <a16:creationId xmlns:a16="http://schemas.microsoft.com/office/drawing/2014/main" id="{0DBA4783-1692-CA7B-B256-1087D3C1EBA0}"/>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2" name="直线连接符 12741">
                <a:extLst>
                  <a:ext uri="{FF2B5EF4-FFF2-40B4-BE49-F238E27FC236}">
                    <a16:creationId xmlns:a16="http://schemas.microsoft.com/office/drawing/2014/main" id="{7E5621B4-B625-3EED-434B-630D22152ED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3" name="直线连接符 12742">
                <a:extLst>
                  <a:ext uri="{FF2B5EF4-FFF2-40B4-BE49-F238E27FC236}">
                    <a16:creationId xmlns:a16="http://schemas.microsoft.com/office/drawing/2014/main" id="{825560C2-DF93-0D44-F255-F316DF31D53E}"/>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4" name="直线连接符 12743">
                <a:extLst>
                  <a:ext uri="{FF2B5EF4-FFF2-40B4-BE49-F238E27FC236}">
                    <a16:creationId xmlns:a16="http://schemas.microsoft.com/office/drawing/2014/main" id="{D9D82A73-A2BA-E331-3B26-46F29DF2100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5" name="直线连接符 12744">
                <a:extLst>
                  <a:ext uri="{FF2B5EF4-FFF2-40B4-BE49-F238E27FC236}">
                    <a16:creationId xmlns:a16="http://schemas.microsoft.com/office/drawing/2014/main" id="{81E6FA04-2C2C-B4CE-1977-728AA6A9FEA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46" name="直线连接符 12745">
                <a:extLst>
                  <a:ext uri="{FF2B5EF4-FFF2-40B4-BE49-F238E27FC236}">
                    <a16:creationId xmlns:a16="http://schemas.microsoft.com/office/drawing/2014/main" id="{DD1BBF3B-2587-4613-33D1-91E0A9E57FA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47" name="直线连接符 12746">
                <a:extLst>
                  <a:ext uri="{FF2B5EF4-FFF2-40B4-BE49-F238E27FC236}">
                    <a16:creationId xmlns:a16="http://schemas.microsoft.com/office/drawing/2014/main" id="{7AD4ABC2-0BD4-C417-3E66-DF0318DCC2E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655" name="组合 12654">
              <a:extLst>
                <a:ext uri="{FF2B5EF4-FFF2-40B4-BE49-F238E27FC236}">
                  <a16:creationId xmlns:a16="http://schemas.microsoft.com/office/drawing/2014/main" id="{D0523963-0997-4AFF-C624-283C38A2A5BF}"/>
                </a:ext>
              </a:extLst>
            </p:cNvPr>
            <p:cNvGrpSpPr/>
            <p:nvPr/>
          </p:nvGrpSpPr>
          <p:grpSpPr>
            <a:xfrm>
              <a:off x="14685515" y="9332399"/>
              <a:ext cx="419388" cy="487204"/>
              <a:chOff x="5768619" y="3058692"/>
              <a:chExt cx="419388" cy="487204"/>
            </a:xfrm>
          </p:grpSpPr>
          <p:sp>
            <p:nvSpPr>
              <p:cNvPr id="12710" name="流程图: 接点 571">
                <a:extLst>
                  <a:ext uri="{FF2B5EF4-FFF2-40B4-BE49-F238E27FC236}">
                    <a16:creationId xmlns:a16="http://schemas.microsoft.com/office/drawing/2014/main" id="{0D96A3A7-D058-2FBB-889B-BD06E2EC388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11" name="流程图: 接点 572">
                <a:extLst>
                  <a:ext uri="{FF2B5EF4-FFF2-40B4-BE49-F238E27FC236}">
                    <a16:creationId xmlns:a16="http://schemas.microsoft.com/office/drawing/2014/main" id="{871F76BB-694B-F05B-FD1C-3A1A31B688E5}"/>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12" name="直线连接符 12711">
                <a:extLst>
                  <a:ext uri="{FF2B5EF4-FFF2-40B4-BE49-F238E27FC236}">
                    <a16:creationId xmlns:a16="http://schemas.microsoft.com/office/drawing/2014/main" id="{8F6FDD91-AD1C-DAE0-49A5-E983A9A3BE5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3" name="直线连接符 12712">
                <a:extLst>
                  <a:ext uri="{FF2B5EF4-FFF2-40B4-BE49-F238E27FC236}">
                    <a16:creationId xmlns:a16="http://schemas.microsoft.com/office/drawing/2014/main" id="{9C2EEA7F-941E-C133-0434-3EE8521E285F}"/>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4" name="直线连接符 12713">
                <a:extLst>
                  <a:ext uri="{FF2B5EF4-FFF2-40B4-BE49-F238E27FC236}">
                    <a16:creationId xmlns:a16="http://schemas.microsoft.com/office/drawing/2014/main" id="{6A0847F2-8099-6642-51C4-296D8D65114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5" name="直线连接符 12714">
                <a:extLst>
                  <a:ext uri="{FF2B5EF4-FFF2-40B4-BE49-F238E27FC236}">
                    <a16:creationId xmlns:a16="http://schemas.microsoft.com/office/drawing/2014/main" id="{6B6A29C9-1FA7-C2BC-5F72-62B8F8F6BA5E}"/>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6" name="直线连接符 12715">
                <a:extLst>
                  <a:ext uri="{FF2B5EF4-FFF2-40B4-BE49-F238E27FC236}">
                    <a16:creationId xmlns:a16="http://schemas.microsoft.com/office/drawing/2014/main" id="{374CEA4B-15A1-ABBC-BC31-FB5FB53E9D6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7" name="直线连接符 12716">
                <a:extLst>
                  <a:ext uri="{FF2B5EF4-FFF2-40B4-BE49-F238E27FC236}">
                    <a16:creationId xmlns:a16="http://schemas.microsoft.com/office/drawing/2014/main" id="{8D9A44AE-F498-A60C-BC7F-25DCBB948A6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8" name="直线连接符 12717">
                <a:extLst>
                  <a:ext uri="{FF2B5EF4-FFF2-40B4-BE49-F238E27FC236}">
                    <a16:creationId xmlns:a16="http://schemas.microsoft.com/office/drawing/2014/main" id="{CEBFC6AE-8766-491A-DBC1-239D7EDCEC07}"/>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9" name="直线连接符 12718">
                <a:extLst>
                  <a:ext uri="{FF2B5EF4-FFF2-40B4-BE49-F238E27FC236}">
                    <a16:creationId xmlns:a16="http://schemas.microsoft.com/office/drawing/2014/main" id="{CDA8615E-4FE6-1F6A-8166-A8946DF6CA6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0" name="直线连接符 12719">
                <a:extLst>
                  <a:ext uri="{FF2B5EF4-FFF2-40B4-BE49-F238E27FC236}">
                    <a16:creationId xmlns:a16="http://schemas.microsoft.com/office/drawing/2014/main" id="{8545E71A-19D3-8ABF-9576-33FB63082EB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1" name="直线连接符 12720">
                <a:extLst>
                  <a:ext uri="{FF2B5EF4-FFF2-40B4-BE49-F238E27FC236}">
                    <a16:creationId xmlns:a16="http://schemas.microsoft.com/office/drawing/2014/main" id="{6FD5BB8F-26ED-24EF-0002-ED1A4032A03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2" name="直线连接符 12721">
                <a:extLst>
                  <a:ext uri="{FF2B5EF4-FFF2-40B4-BE49-F238E27FC236}">
                    <a16:creationId xmlns:a16="http://schemas.microsoft.com/office/drawing/2014/main" id="{E47AE01E-D92A-68B2-49F3-FAF02D199E2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3" name="直线连接符 12722">
                <a:extLst>
                  <a:ext uri="{FF2B5EF4-FFF2-40B4-BE49-F238E27FC236}">
                    <a16:creationId xmlns:a16="http://schemas.microsoft.com/office/drawing/2014/main" id="{6C8A2D67-4374-003C-3EBF-AADBC6E38D02}"/>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4" name="直线连接符 12723">
                <a:extLst>
                  <a:ext uri="{FF2B5EF4-FFF2-40B4-BE49-F238E27FC236}">
                    <a16:creationId xmlns:a16="http://schemas.microsoft.com/office/drawing/2014/main" id="{739237DD-F931-F5C0-AE7C-7F133FD796ED}"/>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5" name="直线连接符 12724">
                <a:extLst>
                  <a:ext uri="{FF2B5EF4-FFF2-40B4-BE49-F238E27FC236}">
                    <a16:creationId xmlns:a16="http://schemas.microsoft.com/office/drawing/2014/main" id="{C7D8B079-13AC-D6F2-DB48-F9B45F951C4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6" name="直线连接符 12725">
                <a:extLst>
                  <a:ext uri="{FF2B5EF4-FFF2-40B4-BE49-F238E27FC236}">
                    <a16:creationId xmlns:a16="http://schemas.microsoft.com/office/drawing/2014/main" id="{70A340D9-22FE-0CEF-1463-A833F92B8456}"/>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27" name="直线连接符 12726">
                <a:extLst>
                  <a:ext uri="{FF2B5EF4-FFF2-40B4-BE49-F238E27FC236}">
                    <a16:creationId xmlns:a16="http://schemas.microsoft.com/office/drawing/2014/main" id="{6F1DC1DE-DFCC-6355-1EE5-7546941AB496}"/>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28" name="直线连接符 12727">
                <a:extLst>
                  <a:ext uri="{FF2B5EF4-FFF2-40B4-BE49-F238E27FC236}">
                    <a16:creationId xmlns:a16="http://schemas.microsoft.com/office/drawing/2014/main" id="{9C148F73-838B-4B89-7C7C-6FA43F57DFD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656" name="流程图: 接点 556">
              <a:extLst>
                <a:ext uri="{FF2B5EF4-FFF2-40B4-BE49-F238E27FC236}">
                  <a16:creationId xmlns:a16="http://schemas.microsoft.com/office/drawing/2014/main" id="{EF6D1F62-12A7-E72C-2E19-C5F183E8744D}"/>
                </a:ext>
              </a:extLst>
            </p:cNvPr>
            <p:cNvSpPr/>
            <p:nvPr/>
          </p:nvSpPr>
          <p:spPr>
            <a:xfrm>
              <a:off x="13762135" y="9178053"/>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657" name="组合 12656">
              <a:extLst>
                <a:ext uri="{FF2B5EF4-FFF2-40B4-BE49-F238E27FC236}">
                  <a16:creationId xmlns:a16="http://schemas.microsoft.com/office/drawing/2014/main" id="{24497456-E297-0959-8FE3-700FA460F91A}"/>
                </a:ext>
              </a:extLst>
            </p:cNvPr>
            <p:cNvGrpSpPr/>
            <p:nvPr/>
          </p:nvGrpSpPr>
          <p:grpSpPr>
            <a:xfrm>
              <a:off x="13912770" y="9514240"/>
              <a:ext cx="419388" cy="487204"/>
              <a:chOff x="5768619" y="3058692"/>
              <a:chExt cx="419388" cy="487204"/>
            </a:xfrm>
          </p:grpSpPr>
          <p:sp>
            <p:nvSpPr>
              <p:cNvPr id="12691" name="流程图: 接点 571">
                <a:extLst>
                  <a:ext uri="{FF2B5EF4-FFF2-40B4-BE49-F238E27FC236}">
                    <a16:creationId xmlns:a16="http://schemas.microsoft.com/office/drawing/2014/main" id="{C0C7CB25-221A-3A8B-2AC7-328126804BE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92" name="流程图: 接点 572">
                <a:extLst>
                  <a:ext uri="{FF2B5EF4-FFF2-40B4-BE49-F238E27FC236}">
                    <a16:creationId xmlns:a16="http://schemas.microsoft.com/office/drawing/2014/main" id="{3FC152F0-47BF-900A-3FE1-1882C212400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93" name="直线连接符 12692">
                <a:extLst>
                  <a:ext uri="{FF2B5EF4-FFF2-40B4-BE49-F238E27FC236}">
                    <a16:creationId xmlns:a16="http://schemas.microsoft.com/office/drawing/2014/main" id="{FF3B4362-015D-6AA3-CBD3-1421770BD1CD}"/>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4" name="直线连接符 12693">
                <a:extLst>
                  <a:ext uri="{FF2B5EF4-FFF2-40B4-BE49-F238E27FC236}">
                    <a16:creationId xmlns:a16="http://schemas.microsoft.com/office/drawing/2014/main" id="{B764AB3F-69C9-A053-3AC2-288E88D4B1E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5" name="直线连接符 12694">
                <a:extLst>
                  <a:ext uri="{FF2B5EF4-FFF2-40B4-BE49-F238E27FC236}">
                    <a16:creationId xmlns:a16="http://schemas.microsoft.com/office/drawing/2014/main" id="{FCB3EDCF-062C-5949-0E5E-A303CB44FD7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6" name="直线连接符 12695">
                <a:extLst>
                  <a:ext uri="{FF2B5EF4-FFF2-40B4-BE49-F238E27FC236}">
                    <a16:creationId xmlns:a16="http://schemas.microsoft.com/office/drawing/2014/main" id="{47151410-90DF-01B3-708B-8A0E0E954BA9}"/>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7" name="直线连接符 12696">
                <a:extLst>
                  <a:ext uri="{FF2B5EF4-FFF2-40B4-BE49-F238E27FC236}">
                    <a16:creationId xmlns:a16="http://schemas.microsoft.com/office/drawing/2014/main" id="{427ED974-28C0-0093-22F1-DD086F05962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8" name="直线连接符 12697">
                <a:extLst>
                  <a:ext uri="{FF2B5EF4-FFF2-40B4-BE49-F238E27FC236}">
                    <a16:creationId xmlns:a16="http://schemas.microsoft.com/office/drawing/2014/main" id="{C0B7D843-0000-4270-C1F8-DD3D3EC0EC3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9" name="直线连接符 12698">
                <a:extLst>
                  <a:ext uri="{FF2B5EF4-FFF2-40B4-BE49-F238E27FC236}">
                    <a16:creationId xmlns:a16="http://schemas.microsoft.com/office/drawing/2014/main" id="{D741B48A-3E1F-F690-B905-2A77852FA90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0" name="直线连接符 12699">
                <a:extLst>
                  <a:ext uri="{FF2B5EF4-FFF2-40B4-BE49-F238E27FC236}">
                    <a16:creationId xmlns:a16="http://schemas.microsoft.com/office/drawing/2014/main" id="{9E60EE5B-FE6A-421D-9F42-8E1CB8FC3DBB}"/>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1" name="直线连接符 12700">
                <a:extLst>
                  <a:ext uri="{FF2B5EF4-FFF2-40B4-BE49-F238E27FC236}">
                    <a16:creationId xmlns:a16="http://schemas.microsoft.com/office/drawing/2014/main" id="{E61EBA3E-89C4-215C-C96C-A38A43547E7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2" name="直线连接符 12701">
                <a:extLst>
                  <a:ext uri="{FF2B5EF4-FFF2-40B4-BE49-F238E27FC236}">
                    <a16:creationId xmlns:a16="http://schemas.microsoft.com/office/drawing/2014/main" id="{AD4D4066-A2A2-038A-E2CC-E06D4729419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3" name="直线连接符 12702">
                <a:extLst>
                  <a:ext uri="{FF2B5EF4-FFF2-40B4-BE49-F238E27FC236}">
                    <a16:creationId xmlns:a16="http://schemas.microsoft.com/office/drawing/2014/main" id="{AFFB81CF-51E4-4335-DD9D-AF9973F63EA7}"/>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4" name="直线连接符 12703">
                <a:extLst>
                  <a:ext uri="{FF2B5EF4-FFF2-40B4-BE49-F238E27FC236}">
                    <a16:creationId xmlns:a16="http://schemas.microsoft.com/office/drawing/2014/main" id="{7E37F71C-BDF8-D8E7-C3EF-A97468ADDE92}"/>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5" name="直线连接符 12704">
                <a:extLst>
                  <a:ext uri="{FF2B5EF4-FFF2-40B4-BE49-F238E27FC236}">
                    <a16:creationId xmlns:a16="http://schemas.microsoft.com/office/drawing/2014/main" id="{71ECC5DA-D53D-14E8-716C-3FA39270B93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6" name="直线连接符 12705">
                <a:extLst>
                  <a:ext uri="{FF2B5EF4-FFF2-40B4-BE49-F238E27FC236}">
                    <a16:creationId xmlns:a16="http://schemas.microsoft.com/office/drawing/2014/main" id="{C38A4540-1170-C7CC-1E8E-D14421F8195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7" name="直线连接符 12706">
                <a:extLst>
                  <a:ext uri="{FF2B5EF4-FFF2-40B4-BE49-F238E27FC236}">
                    <a16:creationId xmlns:a16="http://schemas.microsoft.com/office/drawing/2014/main" id="{695391BD-E080-E7BD-91BC-48AD5A0C3D2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08" name="直线连接符 12707">
                <a:extLst>
                  <a:ext uri="{FF2B5EF4-FFF2-40B4-BE49-F238E27FC236}">
                    <a16:creationId xmlns:a16="http://schemas.microsoft.com/office/drawing/2014/main" id="{304A6197-7FB3-9A03-CDD5-0FC3D6722B6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09" name="直线连接符 12708">
                <a:extLst>
                  <a:ext uri="{FF2B5EF4-FFF2-40B4-BE49-F238E27FC236}">
                    <a16:creationId xmlns:a16="http://schemas.microsoft.com/office/drawing/2014/main" id="{EBF722EB-0411-5913-310D-6FB34072D26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658" name="组合 12657">
              <a:extLst>
                <a:ext uri="{FF2B5EF4-FFF2-40B4-BE49-F238E27FC236}">
                  <a16:creationId xmlns:a16="http://schemas.microsoft.com/office/drawing/2014/main" id="{3945E3AB-D6DE-5209-4E45-D24CC222CA63}"/>
                </a:ext>
              </a:extLst>
            </p:cNvPr>
            <p:cNvGrpSpPr/>
            <p:nvPr/>
          </p:nvGrpSpPr>
          <p:grpSpPr>
            <a:xfrm>
              <a:off x="13273360" y="8341730"/>
              <a:ext cx="1973841" cy="1732229"/>
              <a:chOff x="7707547" y="3116283"/>
              <a:chExt cx="2913493" cy="2493706"/>
            </a:xfrm>
          </p:grpSpPr>
          <p:sp>
            <p:nvSpPr>
              <p:cNvPr id="12687" name="流程图: 接点 567">
                <a:extLst>
                  <a:ext uri="{FF2B5EF4-FFF2-40B4-BE49-F238E27FC236}">
                    <a16:creationId xmlns:a16="http://schemas.microsoft.com/office/drawing/2014/main" id="{86A86093-C386-613F-E3D1-DCEE3CD89AA1}"/>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88" name="流程图: 接点 568">
                <a:extLst>
                  <a:ext uri="{FF2B5EF4-FFF2-40B4-BE49-F238E27FC236}">
                    <a16:creationId xmlns:a16="http://schemas.microsoft.com/office/drawing/2014/main" id="{7608AFAF-1597-BEB8-FB84-2419CD4115B3}"/>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89" name="椭圆 12688">
                <a:extLst>
                  <a:ext uri="{FF2B5EF4-FFF2-40B4-BE49-F238E27FC236}">
                    <a16:creationId xmlns:a16="http://schemas.microsoft.com/office/drawing/2014/main" id="{3CDAA341-B3B2-EC87-13A1-8363CA5BCA1E}"/>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90" name="椭圆 12689">
                <a:extLst>
                  <a:ext uri="{FF2B5EF4-FFF2-40B4-BE49-F238E27FC236}">
                    <a16:creationId xmlns:a16="http://schemas.microsoft.com/office/drawing/2014/main" id="{398CAF83-91EF-2957-D69A-B24D583C47DC}"/>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659" name="组合 12658">
              <a:extLst>
                <a:ext uri="{FF2B5EF4-FFF2-40B4-BE49-F238E27FC236}">
                  <a16:creationId xmlns:a16="http://schemas.microsoft.com/office/drawing/2014/main" id="{DCC8EB0F-02BB-2608-ED3E-5458D47E5900}"/>
                </a:ext>
              </a:extLst>
            </p:cNvPr>
            <p:cNvGrpSpPr/>
            <p:nvPr/>
          </p:nvGrpSpPr>
          <p:grpSpPr>
            <a:xfrm>
              <a:off x="13630752" y="7822367"/>
              <a:ext cx="1057502" cy="1052177"/>
              <a:chOff x="4832657" y="1852555"/>
              <a:chExt cx="875802" cy="967649"/>
            </a:xfrm>
            <a:scene3d>
              <a:camera prst="orthographicFront">
                <a:rot lat="600000" lon="5850000" rev="0"/>
              </a:camera>
              <a:lightRig rig="threePt" dir="t"/>
            </a:scene3d>
          </p:grpSpPr>
          <p:grpSp>
            <p:nvGrpSpPr>
              <p:cNvPr id="12683" name="组合 12682">
                <a:extLst>
                  <a:ext uri="{FF2B5EF4-FFF2-40B4-BE49-F238E27FC236}">
                    <a16:creationId xmlns:a16="http://schemas.microsoft.com/office/drawing/2014/main" id="{C20C3275-598C-6486-89D7-F87E63543631}"/>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2685" name="流程图: 延期 565">
                  <a:extLst>
                    <a:ext uri="{FF2B5EF4-FFF2-40B4-BE49-F238E27FC236}">
                      <a16:creationId xmlns:a16="http://schemas.microsoft.com/office/drawing/2014/main" id="{D51F7EBA-E73E-0798-90CC-6F8EBDAEBC89}"/>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86" name="流程图: 接点 566">
                  <a:extLst>
                    <a:ext uri="{FF2B5EF4-FFF2-40B4-BE49-F238E27FC236}">
                      <a16:creationId xmlns:a16="http://schemas.microsoft.com/office/drawing/2014/main" id="{EE93EB7B-A80F-9E65-F383-6FBEF0D149B4}"/>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684" name="矩形 12683">
                <a:extLst>
                  <a:ext uri="{FF2B5EF4-FFF2-40B4-BE49-F238E27FC236}">
                    <a16:creationId xmlns:a16="http://schemas.microsoft.com/office/drawing/2014/main" id="{FCD5E7B1-00CD-E2E7-B491-62DC38E4F613}"/>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660" name="组合 12659">
              <a:extLst>
                <a:ext uri="{FF2B5EF4-FFF2-40B4-BE49-F238E27FC236}">
                  <a16:creationId xmlns:a16="http://schemas.microsoft.com/office/drawing/2014/main" id="{196F740B-116D-4235-698F-FB4E8CC42DDE}"/>
                </a:ext>
              </a:extLst>
            </p:cNvPr>
            <p:cNvGrpSpPr/>
            <p:nvPr/>
          </p:nvGrpSpPr>
          <p:grpSpPr>
            <a:xfrm>
              <a:off x="14790796" y="8996375"/>
              <a:ext cx="238182" cy="238003"/>
              <a:chOff x="5145960" y="4201202"/>
              <a:chExt cx="150892" cy="141375"/>
            </a:xfrm>
            <a:scene3d>
              <a:camera prst="orthographicFront">
                <a:rot lat="0" lon="18450000" rev="0"/>
              </a:camera>
              <a:lightRig rig="threePt" dir="t">
                <a:rot lat="0" lon="0" rev="0"/>
              </a:lightRig>
            </a:scene3d>
          </p:grpSpPr>
          <p:sp>
            <p:nvSpPr>
              <p:cNvPr id="12681" name="Oval 15540">
                <a:extLst>
                  <a:ext uri="{FF2B5EF4-FFF2-40B4-BE49-F238E27FC236}">
                    <a16:creationId xmlns:a16="http://schemas.microsoft.com/office/drawing/2014/main" id="{9BF53253-3071-681A-AB69-743C1CDE2F42}"/>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682" name="Line 15541">
                <a:extLst>
                  <a:ext uri="{FF2B5EF4-FFF2-40B4-BE49-F238E27FC236}">
                    <a16:creationId xmlns:a16="http://schemas.microsoft.com/office/drawing/2014/main" id="{48B83A84-88F1-1D29-5E6D-B5E9D8AF2D25}"/>
                  </a:ext>
                </a:extLst>
              </p:cNvPr>
              <p:cNvCxnSpPr>
                <a:cxnSpLocks/>
                <a:stCxn id="12681" idx="1"/>
                <a:endCxn id="12681"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2661" name="组合 12660">
              <a:extLst>
                <a:ext uri="{FF2B5EF4-FFF2-40B4-BE49-F238E27FC236}">
                  <a16:creationId xmlns:a16="http://schemas.microsoft.com/office/drawing/2014/main" id="{886A7963-C6F0-7740-E94F-E414A30026DD}"/>
                </a:ext>
              </a:extLst>
            </p:cNvPr>
            <p:cNvGrpSpPr/>
            <p:nvPr/>
          </p:nvGrpSpPr>
          <p:grpSpPr>
            <a:xfrm rot="5400000">
              <a:off x="13476668" y="9861640"/>
              <a:ext cx="304285" cy="273854"/>
              <a:chOff x="572796" y="3376774"/>
              <a:chExt cx="419388" cy="377446"/>
            </a:xfrm>
          </p:grpSpPr>
          <p:grpSp>
            <p:nvGrpSpPr>
              <p:cNvPr id="12662" name="组合 12661">
                <a:extLst>
                  <a:ext uri="{FF2B5EF4-FFF2-40B4-BE49-F238E27FC236}">
                    <a16:creationId xmlns:a16="http://schemas.microsoft.com/office/drawing/2014/main" id="{965112B7-2D62-D7AA-A187-7B6F7202A62A}"/>
                  </a:ext>
                </a:extLst>
              </p:cNvPr>
              <p:cNvGrpSpPr/>
              <p:nvPr/>
            </p:nvGrpSpPr>
            <p:grpSpPr>
              <a:xfrm>
                <a:off x="572796" y="3376774"/>
                <a:ext cx="419388" cy="377446"/>
                <a:chOff x="3493877" y="4575043"/>
                <a:chExt cx="619038" cy="543369"/>
              </a:xfrm>
            </p:grpSpPr>
            <p:sp>
              <p:nvSpPr>
                <p:cNvPr id="12679" name="流程图: 接点 572">
                  <a:extLst>
                    <a:ext uri="{FF2B5EF4-FFF2-40B4-BE49-F238E27FC236}">
                      <a16:creationId xmlns:a16="http://schemas.microsoft.com/office/drawing/2014/main" id="{C6E2C0D7-CA55-57D2-1955-836D46F639F3}"/>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80" name="流程图: 接点 571">
                  <a:extLst>
                    <a:ext uri="{FF2B5EF4-FFF2-40B4-BE49-F238E27FC236}">
                      <a16:creationId xmlns:a16="http://schemas.microsoft.com/office/drawing/2014/main" id="{F7138405-7266-4069-F2CC-41B306548608}"/>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12663" name="直线连接符 12662">
                <a:extLst>
                  <a:ext uri="{FF2B5EF4-FFF2-40B4-BE49-F238E27FC236}">
                    <a16:creationId xmlns:a16="http://schemas.microsoft.com/office/drawing/2014/main" id="{AA935087-6E36-D8E0-8B9C-8B0BE4DEB5B3}"/>
                  </a:ext>
                </a:extLst>
              </p:cNvPr>
              <p:cNvCxnSpPr>
                <a:cxnSpLocks/>
              </p:cNvCxnSpPr>
              <p:nvPr/>
            </p:nvCxnSpPr>
            <p:spPr>
              <a:xfrm>
                <a:off x="985036" y="356673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64" name="直线连接符 12663">
                <a:extLst>
                  <a:ext uri="{FF2B5EF4-FFF2-40B4-BE49-F238E27FC236}">
                    <a16:creationId xmlns:a16="http://schemas.microsoft.com/office/drawing/2014/main" id="{D6222CD4-667C-DA43-6ACF-F922CD66F2FC}"/>
                  </a:ext>
                </a:extLst>
              </p:cNvPr>
              <p:cNvCxnSpPr>
                <a:cxnSpLocks/>
              </p:cNvCxnSpPr>
              <p:nvPr/>
            </p:nvCxnSpPr>
            <p:spPr>
              <a:xfrm>
                <a:off x="957394" y="355767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65" name="直线连接符 12664">
                <a:extLst>
                  <a:ext uri="{FF2B5EF4-FFF2-40B4-BE49-F238E27FC236}">
                    <a16:creationId xmlns:a16="http://schemas.microsoft.com/office/drawing/2014/main" id="{CFCDB4B8-F3FD-851C-EAD8-5FC16B7A2F44}"/>
                  </a:ext>
                </a:extLst>
              </p:cNvPr>
              <p:cNvCxnSpPr>
                <a:cxnSpLocks/>
              </p:cNvCxnSpPr>
              <p:nvPr/>
            </p:nvCxnSpPr>
            <p:spPr>
              <a:xfrm>
                <a:off x="929910" y="35510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66" name="直线连接符 12665">
                <a:extLst>
                  <a:ext uri="{FF2B5EF4-FFF2-40B4-BE49-F238E27FC236}">
                    <a16:creationId xmlns:a16="http://schemas.microsoft.com/office/drawing/2014/main" id="{DF6DDB29-AE0E-6240-C058-6917B04E3C14}"/>
                  </a:ext>
                </a:extLst>
              </p:cNvPr>
              <p:cNvCxnSpPr>
                <a:cxnSpLocks/>
              </p:cNvCxnSpPr>
              <p:nvPr/>
            </p:nvCxnSpPr>
            <p:spPr>
              <a:xfrm>
                <a:off x="904055" y="354639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67" name="直线连接符 12666">
                <a:extLst>
                  <a:ext uri="{FF2B5EF4-FFF2-40B4-BE49-F238E27FC236}">
                    <a16:creationId xmlns:a16="http://schemas.microsoft.com/office/drawing/2014/main" id="{32049050-968E-8AB4-E340-F9E894DFE176}"/>
                  </a:ext>
                </a:extLst>
              </p:cNvPr>
              <p:cNvCxnSpPr>
                <a:cxnSpLocks/>
              </p:cNvCxnSpPr>
              <p:nvPr/>
            </p:nvCxnSpPr>
            <p:spPr>
              <a:xfrm>
                <a:off x="876846"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68" name="直线连接符 12667">
                <a:extLst>
                  <a:ext uri="{FF2B5EF4-FFF2-40B4-BE49-F238E27FC236}">
                    <a16:creationId xmlns:a16="http://schemas.microsoft.com/office/drawing/2014/main" id="{A34B46F5-A159-A018-6C83-D7DF8045CAB1}"/>
                  </a:ext>
                </a:extLst>
              </p:cNvPr>
              <p:cNvCxnSpPr>
                <a:cxnSpLocks/>
              </p:cNvCxnSpPr>
              <p:nvPr/>
            </p:nvCxnSpPr>
            <p:spPr>
              <a:xfrm>
                <a:off x="847576"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69" name="直线连接符 12668">
                <a:extLst>
                  <a:ext uri="{FF2B5EF4-FFF2-40B4-BE49-F238E27FC236}">
                    <a16:creationId xmlns:a16="http://schemas.microsoft.com/office/drawing/2014/main" id="{EEDC9BAD-CE35-0AC3-D80B-73FF6B57471C}"/>
                  </a:ext>
                </a:extLst>
              </p:cNvPr>
              <p:cNvCxnSpPr>
                <a:cxnSpLocks/>
              </p:cNvCxnSpPr>
              <p:nvPr/>
            </p:nvCxnSpPr>
            <p:spPr>
              <a:xfrm>
                <a:off x="821015" y="353687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0" name="直线连接符 12669">
                <a:extLst>
                  <a:ext uri="{FF2B5EF4-FFF2-40B4-BE49-F238E27FC236}">
                    <a16:creationId xmlns:a16="http://schemas.microsoft.com/office/drawing/2014/main" id="{BA1A0002-42B4-740E-E1C5-19388332B8CD}"/>
                  </a:ext>
                </a:extLst>
              </p:cNvPr>
              <p:cNvCxnSpPr>
                <a:cxnSpLocks/>
              </p:cNvCxnSpPr>
              <p:nvPr/>
            </p:nvCxnSpPr>
            <p:spPr>
              <a:xfrm>
                <a:off x="756664" y="353518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1" name="直线连接符 12670">
                <a:extLst>
                  <a:ext uri="{FF2B5EF4-FFF2-40B4-BE49-F238E27FC236}">
                    <a16:creationId xmlns:a16="http://schemas.microsoft.com/office/drawing/2014/main" id="{91485941-0421-05AE-4FF9-CB89FE6D0621}"/>
                  </a:ext>
                </a:extLst>
              </p:cNvPr>
              <p:cNvCxnSpPr>
                <a:cxnSpLocks/>
              </p:cNvCxnSpPr>
              <p:nvPr/>
            </p:nvCxnSpPr>
            <p:spPr>
              <a:xfrm>
                <a:off x="791450" y="35368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2" name="直线连接符 12671">
                <a:extLst>
                  <a:ext uri="{FF2B5EF4-FFF2-40B4-BE49-F238E27FC236}">
                    <a16:creationId xmlns:a16="http://schemas.microsoft.com/office/drawing/2014/main" id="{0CDBC7D8-C174-3D89-9DF5-953E9300E388}"/>
                  </a:ext>
                </a:extLst>
              </p:cNvPr>
              <p:cNvCxnSpPr>
                <a:cxnSpLocks/>
              </p:cNvCxnSpPr>
              <p:nvPr/>
            </p:nvCxnSpPr>
            <p:spPr>
              <a:xfrm>
                <a:off x="727879"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3" name="直线连接符 12672">
                <a:extLst>
                  <a:ext uri="{FF2B5EF4-FFF2-40B4-BE49-F238E27FC236}">
                    <a16:creationId xmlns:a16="http://schemas.microsoft.com/office/drawing/2014/main" id="{C09D0A00-3213-5944-5EC7-A77D6D0D5821}"/>
                  </a:ext>
                </a:extLst>
              </p:cNvPr>
              <p:cNvCxnSpPr>
                <a:cxnSpLocks/>
              </p:cNvCxnSpPr>
              <p:nvPr/>
            </p:nvCxnSpPr>
            <p:spPr>
              <a:xfrm>
                <a:off x="702588"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4" name="直线连接符 12673">
                <a:extLst>
                  <a:ext uri="{FF2B5EF4-FFF2-40B4-BE49-F238E27FC236}">
                    <a16:creationId xmlns:a16="http://schemas.microsoft.com/office/drawing/2014/main" id="{153D7063-0436-AF71-60F0-AA64CA813012}"/>
                  </a:ext>
                </a:extLst>
              </p:cNvPr>
              <p:cNvCxnSpPr>
                <a:cxnSpLocks/>
              </p:cNvCxnSpPr>
              <p:nvPr/>
            </p:nvCxnSpPr>
            <p:spPr>
              <a:xfrm>
                <a:off x="669942" y="35422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5" name="直线连接符 12674">
                <a:extLst>
                  <a:ext uri="{FF2B5EF4-FFF2-40B4-BE49-F238E27FC236}">
                    <a16:creationId xmlns:a16="http://schemas.microsoft.com/office/drawing/2014/main" id="{E35EAD87-B501-AFF5-E99E-5AD9086DA74F}"/>
                  </a:ext>
                </a:extLst>
              </p:cNvPr>
              <p:cNvCxnSpPr>
                <a:cxnSpLocks/>
              </p:cNvCxnSpPr>
              <p:nvPr/>
            </p:nvCxnSpPr>
            <p:spPr>
              <a:xfrm>
                <a:off x="648401" y="3546675"/>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6" name="直线连接符 12675">
                <a:extLst>
                  <a:ext uri="{FF2B5EF4-FFF2-40B4-BE49-F238E27FC236}">
                    <a16:creationId xmlns:a16="http://schemas.microsoft.com/office/drawing/2014/main" id="{3BC4068C-CD3C-7F1C-8D6C-459C19A55CFB}"/>
                  </a:ext>
                </a:extLst>
              </p:cNvPr>
              <p:cNvCxnSpPr>
                <a:cxnSpLocks/>
              </p:cNvCxnSpPr>
              <p:nvPr/>
            </p:nvCxnSpPr>
            <p:spPr>
              <a:xfrm>
                <a:off x="621538" y="3549590"/>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77" name="直线连接符 12676">
                <a:extLst>
                  <a:ext uri="{FF2B5EF4-FFF2-40B4-BE49-F238E27FC236}">
                    <a16:creationId xmlns:a16="http://schemas.microsoft.com/office/drawing/2014/main" id="{7F979256-916A-F5DC-AC69-75D453428AD0}"/>
                  </a:ext>
                </a:extLst>
              </p:cNvPr>
              <p:cNvCxnSpPr>
                <a:cxnSpLocks/>
              </p:cNvCxnSpPr>
              <p:nvPr/>
            </p:nvCxnSpPr>
            <p:spPr>
              <a:xfrm>
                <a:off x="598299" y="355600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78" name="直线连接符 12677">
                <a:extLst>
                  <a:ext uri="{FF2B5EF4-FFF2-40B4-BE49-F238E27FC236}">
                    <a16:creationId xmlns:a16="http://schemas.microsoft.com/office/drawing/2014/main" id="{EFAAA3AA-6F11-80EE-C5D8-44DA4316455C}"/>
                  </a:ext>
                </a:extLst>
              </p:cNvPr>
              <p:cNvCxnSpPr>
                <a:cxnSpLocks/>
              </p:cNvCxnSpPr>
              <p:nvPr/>
            </p:nvCxnSpPr>
            <p:spPr>
              <a:xfrm>
                <a:off x="578115" y="3562357"/>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2748" name="组合 12747">
            <a:extLst>
              <a:ext uri="{FF2B5EF4-FFF2-40B4-BE49-F238E27FC236}">
                <a16:creationId xmlns:a16="http://schemas.microsoft.com/office/drawing/2014/main" id="{DBEEF66F-797E-A091-8127-3EBD54CF0361}"/>
              </a:ext>
            </a:extLst>
          </p:cNvPr>
          <p:cNvGrpSpPr/>
          <p:nvPr/>
        </p:nvGrpSpPr>
        <p:grpSpPr>
          <a:xfrm>
            <a:off x="550700" y="1868095"/>
            <a:ext cx="1973841" cy="3047160"/>
            <a:chOff x="15724402" y="7719759"/>
            <a:chExt cx="1973841" cy="3047160"/>
          </a:xfrm>
        </p:grpSpPr>
        <p:sp>
          <p:nvSpPr>
            <p:cNvPr id="12749" name="流程图: 接点 554">
              <a:extLst>
                <a:ext uri="{FF2B5EF4-FFF2-40B4-BE49-F238E27FC236}">
                  <a16:creationId xmlns:a16="http://schemas.microsoft.com/office/drawing/2014/main" id="{86CFEB9A-6192-F082-40FD-DD12967657A5}"/>
                </a:ext>
              </a:extLst>
            </p:cNvPr>
            <p:cNvSpPr/>
            <p:nvPr/>
          </p:nvSpPr>
          <p:spPr>
            <a:xfrm>
              <a:off x="16259550" y="989167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50" name="椭圆 12749">
              <a:extLst>
                <a:ext uri="{FF2B5EF4-FFF2-40B4-BE49-F238E27FC236}">
                  <a16:creationId xmlns:a16="http://schemas.microsoft.com/office/drawing/2014/main" id="{4BFDFE6C-DE69-4403-D957-B23277D19055}"/>
                </a:ext>
              </a:extLst>
            </p:cNvPr>
            <p:cNvSpPr/>
            <p:nvPr/>
          </p:nvSpPr>
          <p:spPr>
            <a:xfrm>
              <a:off x="16088189" y="944492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751" name="组合 12750">
              <a:extLst>
                <a:ext uri="{FF2B5EF4-FFF2-40B4-BE49-F238E27FC236}">
                  <a16:creationId xmlns:a16="http://schemas.microsoft.com/office/drawing/2014/main" id="{59D2ED97-94B8-7259-253F-85130D358100}"/>
                </a:ext>
              </a:extLst>
            </p:cNvPr>
            <p:cNvGrpSpPr/>
            <p:nvPr/>
          </p:nvGrpSpPr>
          <p:grpSpPr>
            <a:xfrm>
              <a:off x="15985744" y="9229939"/>
              <a:ext cx="419388" cy="487204"/>
              <a:chOff x="5768619" y="3058692"/>
              <a:chExt cx="419388" cy="487204"/>
            </a:xfrm>
          </p:grpSpPr>
          <p:sp>
            <p:nvSpPr>
              <p:cNvPr id="12826" name="流程图: 接点 571">
                <a:extLst>
                  <a:ext uri="{FF2B5EF4-FFF2-40B4-BE49-F238E27FC236}">
                    <a16:creationId xmlns:a16="http://schemas.microsoft.com/office/drawing/2014/main" id="{0D43B1B2-B5FB-59F9-DE3D-28112801A5FC}"/>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27" name="流程图: 接点 572">
                <a:extLst>
                  <a:ext uri="{FF2B5EF4-FFF2-40B4-BE49-F238E27FC236}">
                    <a16:creationId xmlns:a16="http://schemas.microsoft.com/office/drawing/2014/main" id="{A8427E69-2F94-B1A7-9F00-090A7CFE528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828" name="直线连接符 12827">
                <a:extLst>
                  <a:ext uri="{FF2B5EF4-FFF2-40B4-BE49-F238E27FC236}">
                    <a16:creationId xmlns:a16="http://schemas.microsoft.com/office/drawing/2014/main" id="{45D9961A-BE84-8CFE-0C2B-0CC855DFF98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9" name="直线连接符 12828">
                <a:extLst>
                  <a:ext uri="{FF2B5EF4-FFF2-40B4-BE49-F238E27FC236}">
                    <a16:creationId xmlns:a16="http://schemas.microsoft.com/office/drawing/2014/main" id="{7558F861-FB20-A5D5-EFC6-2193F14C713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0" name="直线连接符 12829">
                <a:extLst>
                  <a:ext uri="{FF2B5EF4-FFF2-40B4-BE49-F238E27FC236}">
                    <a16:creationId xmlns:a16="http://schemas.microsoft.com/office/drawing/2014/main" id="{A948F99D-0217-8B73-E67B-889A0FB33CE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1" name="直线连接符 12830">
                <a:extLst>
                  <a:ext uri="{FF2B5EF4-FFF2-40B4-BE49-F238E27FC236}">
                    <a16:creationId xmlns:a16="http://schemas.microsoft.com/office/drawing/2014/main" id="{41E635E9-DE9F-2B95-4767-CC79A88E275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2" name="直线连接符 12831">
                <a:extLst>
                  <a:ext uri="{FF2B5EF4-FFF2-40B4-BE49-F238E27FC236}">
                    <a16:creationId xmlns:a16="http://schemas.microsoft.com/office/drawing/2014/main" id="{39ABBB50-DA92-3DAC-2D1C-9F3A5650E84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3" name="直线连接符 12832">
                <a:extLst>
                  <a:ext uri="{FF2B5EF4-FFF2-40B4-BE49-F238E27FC236}">
                    <a16:creationId xmlns:a16="http://schemas.microsoft.com/office/drawing/2014/main" id="{4F075D3B-8390-A358-6394-B4BB3E286EE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4" name="直线连接符 12833">
                <a:extLst>
                  <a:ext uri="{FF2B5EF4-FFF2-40B4-BE49-F238E27FC236}">
                    <a16:creationId xmlns:a16="http://schemas.microsoft.com/office/drawing/2014/main" id="{7DD52E1C-1E04-F422-A2DE-972006A9A71C}"/>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5" name="直线连接符 12834">
                <a:extLst>
                  <a:ext uri="{FF2B5EF4-FFF2-40B4-BE49-F238E27FC236}">
                    <a16:creationId xmlns:a16="http://schemas.microsoft.com/office/drawing/2014/main" id="{39110E04-6924-BA9F-4CC1-65DB94290DF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6" name="直线连接符 12835">
                <a:extLst>
                  <a:ext uri="{FF2B5EF4-FFF2-40B4-BE49-F238E27FC236}">
                    <a16:creationId xmlns:a16="http://schemas.microsoft.com/office/drawing/2014/main" id="{7B3F233B-480C-E11C-FE5C-9F7AB9CC633B}"/>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7" name="直线连接符 12836">
                <a:extLst>
                  <a:ext uri="{FF2B5EF4-FFF2-40B4-BE49-F238E27FC236}">
                    <a16:creationId xmlns:a16="http://schemas.microsoft.com/office/drawing/2014/main" id="{17B3025B-3C66-356F-CE2D-27B0CF0D3DB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8" name="直线连接符 12837">
                <a:extLst>
                  <a:ext uri="{FF2B5EF4-FFF2-40B4-BE49-F238E27FC236}">
                    <a16:creationId xmlns:a16="http://schemas.microsoft.com/office/drawing/2014/main" id="{BCC01253-A4E1-DE5A-B6BC-964692410C1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9" name="直线连接符 12838">
                <a:extLst>
                  <a:ext uri="{FF2B5EF4-FFF2-40B4-BE49-F238E27FC236}">
                    <a16:creationId xmlns:a16="http://schemas.microsoft.com/office/drawing/2014/main" id="{6CD76870-A64B-DB92-2F66-B1E20C322B21}"/>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0" name="直线连接符 12839">
                <a:extLst>
                  <a:ext uri="{FF2B5EF4-FFF2-40B4-BE49-F238E27FC236}">
                    <a16:creationId xmlns:a16="http://schemas.microsoft.com/office/drawing/2014/main" id="{E0B4BBBC-4429-23EC-2553-31729129A79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1" name="直线连接符 12840">
                <a:extLst>
                  <a:ext uri="{FF2B5EF4-FFF2-40B4-BE49-F238E27FC236}">
                    <a16:creationId xmlns:a16="http://schemas.microsoft.com/office/drawing/2014/main" id="{01B23031-2EDB-9E18-6EF8-85DB779EC05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2" name="直线连接符 12841">
                <a:extLst>
                  <a:ext uri="{FF2B5EF4-FFF2-40B4-BE49-F238E27FC236}">
                    <a16:creationId xmlns:a16="http://schemas.microsoft.com/office/drawing/2014/main" id="{B272A20F-2672-7597-14ED-1491B7F2854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43" name="直线连接符 12842">
                <a:extLst>
                  <a:ext uri="{FF2B5EF4-FFF2-40B4-BE49-F238E27FC236}">
                    <a16:creationId xmlns:a16="http://schemas.microsoft.com/office/drawing/2014/main" id="{C519BB3D-5202-6E16-D915-6DB7AD838B4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844" name="直线连接符 12843">
                <a:extLst>
                  <a:ext uri="{FF2B5EF4-FFF2-40B4-BE49-F238E27FC236}">
                    <a16:creationId xmlns:a16="http://schemas.microsoft.com/office/drawing/2014/main" id="{6B55770A-2855-A62A-BA2B-BD9447421D11}"/>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752" name="组合 12751">
              <a:extLst>
                <a:ext uri="{FF2B5EF4-FFF2-40B4-BE49-F238E27FC236}">
                  <a16:creationId xmlns:a16="http://schemas.microsoft.com/office/drawing/2014/main" id="{25A1892E-ACC1-42C1-C33B-830478F41D72}"/>
                </a:ext>
              </a:extLst>
            </p:cNvPr>
            <p:cNvGrpSpPr/>
            <p:nvPr/>
          </p:nvGrpSpPr>
          <p:grpSpPr>
            <a:xfrm>
              <a:off x="17045297" y="9223012"/>
              <a:ext cx="419388" cy="487204"/>
              <a:chOff x="5768619" y="3058692"/>
              <a:chExt cx="419388" cy="487204"/>
            </a:xfrm>
          </p:grpSpPr>
          <p:sp>
            <p:nvSpPr>
              <p:cNvPr id="12807" name="流程图: 接点 571">
                <a:extLst>
                  <a:ext uri="{FF2B5EF4-FFF2-40B4-BE49-F238E27FC236}">
                    <a16:creationId xmlns:a16="http://schemas.microsoft.com/office/drawing/2014/main" id="{358B56D7-D633-AF8A-95F5-D6948027E43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08" name="流程图: 接点 572">
                <a:extLst>
                  <a:ext uri="{FF2B5EF4-FFF2-40B4-BE49-F238E27FC236}">
                    <a16:creationId xmlns:a16="http://schemas.microsoft.com/office/drawing/2014/main" id="{D9C8B504-6E7E-5BAC-4A7F-D8CB0E8A7545}"/>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809" name="直线连接符 12808">
                <a:extLst>
                  <a:ext uri="{FF2B5EF4-FFF2-40B4-BE49-F238E27FC236}">
                    <a16:creationId xmlns:a16="http://schemas.microsoft.com/office/drawing/2014/main" id="{3C96806E-E7D9-F52E-C54D-5639AB6EF5A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0" name="直线连接符 12809">
                <a:extLst>
                  <a:ext uri="{FF2B5EF4-FFF2-40B4-BE49-F238E27FC236}">
                    <a16:creationId xmlns:a16="http://schemas.microsoft.com/office/drawing/2014/main" id="{7F049786-EEAC-60F6-F502-9BFB967D24D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1" name="直线连接符 12810">
                <a:extLst>
                  <a:ext uri="{FF2B5EF4-FFF2-40B4-BE49-F238E27FC236}">
                    <a16:creationId xmlns:a16="http://schemas.microsoft.com/office/drawing/2014/main" id="{3382BD96-E8DD-464D-242E-A5655714ECD0}"/>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2" name="直线连接符 12811">
                <a:extLst>
                  <a:ext uri="{FF2B5EF4-FFF2-40B4-BE49-F238E27FC236}">
                    <a16:creationId xmlns:a16="http://schemas.microsoft.com/office/drawing/2014/main" id="{285F57F3-93E1-09CF-4922-9B75D645FA25}"/>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3" name="直线连接符 12812">
                <a:extLst>
                  <a:ext uri="{FF2B5EF4-FFF2-40B4-BE49-F238E27FC236}">
                    <a16:creationId xmlns:a16="http://schemas.microsoft.com/office/drawing/2014/main" id="{DC3342CB-6716-507F-A53D-8828F20FD7E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4" name="直线连接符 12813">
                <a:extLst>
                  <a:ext uri="{FF2B5EF4-FFF2-40B4-BE49-F238E27FC236}">
                    <a16:creationId xmlns:a16="http://schemas.microsoft.com/office/drawing/2014/main" id="{854F8D3C-5E96-25C4-CC06-83B67C0B7F37}"/>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5" name="直线连接符 12814">
                <a:extLst>
                  <a:ext uri="{FF2B5EF4-FFF2-40B4-BE49-F238E27FC236}">
                    <a16:creationId xmlns:a16="http://schemas.microsoft.com/office/drawing/2014/main" id="{059CC12F-E0B1-25BD-4D81-5F0E0E9A2AA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6" name="直线连接符 12815">
                <a:extLst>
                  <a:ext uri="{FF2B5EF4-FFF2-40B4-BE49-F238E27FC236}">
                    <a16:creationId xmlns:a16="http://schemas.microsoft.com/office/drawing/2014/main" id="{2FC07DCA-BB2A-655B-FB20-5100D9054B72}"/>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7" name="直线连接符 12816">
                <a:extLst>
                  <a:ext uri="{FF2B5EF4-FFF2-40B4-BE49-F238E27FC236}">
                    <a16:creationId xmlns:a16="http://schemas.microsoft.com/office/drawing/2014/main" id="{E9AB449D-2BDE-58AF-92BF-7EA21F345A2C}"/>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8" name="直线连接符 12817">
                <a:extLst>
                  <a:ext uri="{FF2B5EF4-FFF2-40B4-BE49-F238E27FC236}">
                    <a16:creationId xmlns:a16="http://schemas.microsoft.com/office/drawing/2014/main" id="{4850B7E6-5054-3AEE-05C5-C18C2D6C8A83}"/>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9" name="直线连接符 12818">
                <a:extLst>
                  <a:ext uri="{FF2B5EF4-FFF2-40B4-BE49-F238E27FC236}">
                    <a16:creationId xmlns:a16="http://schemas.microsoft.com/office/drawing/2014/main" id="{63B2F3B0-5B7B-EA9E-BDCA-261B33AA99AB}"/>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0" name="直线连接符 12819">
                <a:extLst>
                  <a:ext uri="{FF2B5EF4-FFF2-40B4-BE49-F238E27FC236}">
                    <a16:creationId xmlns:a16="http://schemas.microsoft.com/office/drawing/2014/main" id="{A3F67F25-F407-8004-D985-63F5FDA1D7A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1" name="直线连接符 12820">
                <a:extLst>
                  <a:ext uri="{FF2B5EF4-FFF2-40B4-BE49-F238E27FC236}">
                    <a16:creationId xmlns:a16="http://schemas.microsoft.com/office/drawing/2014/main" id="{889B2EAE-8F77-57D2-A5F8-7530CD294ECA}"/>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2" name="直线连接符 12821">
                <a:extLst>
                  <a:ext uri="{FF2B5EF4-FFF2-40B4-BE49-F238E27FC236}">
                    <a16:creationId xmlns:a16="http://schemas.microsoft.com/office/drawing/2014/main" id="{0CE691F8-068C-F3DC-9F33-F77714796EEA}"/>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3" name="直线连接符 12822">
                <a:extLst>
                  <a:ext uri="{FF2B5EF4-FFF2-40B4-BE49-F238E27FC236}">
                    <a16:creationId xmlns:a16="http://schemas.microsoft.com/office/drawing/2014/main" id="{9111B8D3-9A91-D092-A983-E9B774EBFD83}"/>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24" name="直线连接符 12823">
                <a:extLst>
                  <a:ext uri="{FF2B5EF4-FFF2-40B4-BE49-F238E27FC236}">
                    <a16:creationId xmlns:a16="http://schemas.microsoft.com/office/drawing/2014/main" id="{8D358EFD-C865-7F9A-AE1E-CABB1B9BBD9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825" name="直线连接符 12824">
                <a:extLst>
                  <a:ext uri="{FF2B5EF4-FFF2-40B4-BE49-F238E27FC236}">
                    <a16:creationId xmlns:a16="http://schemas.microsoft.com/office/drawing/2014/main" id="{2DBEBA3C-773B-349A-1A0C-98DFE3EAC59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753" name="流程图: 接点 556">
              <a:extLst>
                <a:ext uri="{FF2B5EF4-FFF2-40B4-BE49-F238E27FC236}">
                  <a16:creationId xmlns:a16="http://schemas.microsoft.com/office/drawing/2014/main" id="{070B7D2F-9B43-5E29-A510-0EE9BCC9B0D9}"/>
                </a:ext>
              </a:extLst>
            </p:cNvPr>
            <p:cNvSpPr/>
            <p:nvPr/>
          </p:nvSpPr>
          <p:spPr>
            <a:xfrm>
              <a:off x="16213177" y="906639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754" name="组合 12753">
              <a:extLst>
                <a:ext uri="{FF2B5EF4-FFF2-40B4-BE49-F238E27FC236}">
                  <a16:creationId xmlns:a16="http://schemas.microsoft.com/office/drawing/2014/main" id="{84DAC2B7-C4A1-79D9-C876-DB3DE4E415C5}"/>
                </a:ext>
              </a:extLst>
            </p:cNvPr>
            <p:cNvGrpSpPr/>
            <p:nvPr/>
          </p:nvGrpSpPr>
          <p:grpSpPr>
            <a:xfrm>
              <a:off x="16473211" y="9400911"/>
              <a:ext cx="419388" cy="487204"/>
              <a:chOff x="5768619" y="3058692"/>
              <a:chExt cx="419388" cy="487204"/>
            </a:xfrm>
          </p:grpSpPr>
          <p:sp>
            <p:nvSpPr>
              <p:cNvPr id="12788" name="流程图: 接点 571">
                <a:extLst>
                  <a:ext uri="{FF2B5EF4-FFF2-40B4-BE49-F238E27FC236}">
                    <a16:creationId xmlns:a16="http://schemas.microsoft.com/office/drawing/2014/main" id="{D8F41588-A8AC-F0CB-F760-FB8C2178215C}"/>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89" name="流程图: 接点 572">
                <a:extLst>
                  <a:ext uri="{FF2B5EF4-FFF2-40B4-BE49-F238E27FC236}">
                    <a16:creationId xmlns:a16="http://schemas.microsoft.com/office/drawing/2014/main" id="{B6FE9A32-6168-6CB9-898A-D4380BF9C25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90" name="直线连接符 12789">
                <a:extLst>
                  <a:ext uri="{FF2B5EF4-FFF2-40B4-BE49-F238E27FC236}">
                    <a16:creationId xmlns:a16="http://schemas.microsoft.com/office/drawing/2014/main" id="{DAC9CDCB-DEDC-0134-1813-3AF8C44FB3D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1" name="直线连接符 12790">
                <a:extLst>
                  <a:ext uri="{FF2B5EF4-FFF2-40B4-BE49-F238E27FC236}">
                    <a16:creationId xmlns:a16="http://schemas.microsoft.com/office/drawing/2014/main" id="{5FF6FC58-113B-CC6B-E931-1FF54F060E0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2" name="直线连接符 12791">
                <a:extLst>
                  <a:ext uri="{FF2B5EF4-FFF2-40B4-BE49-F238E27FC236}">
                    <a16:creationId xmlns:a16="http://schemas.microsoft.com/office/drawing/2014/main" id="{A837DEC8-6978-53FC-7136-358671C419F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3" name="直线连接符 12792">
                <a:extLst>
                  <a:ext uri="{FF2B5EF4-FFF2-40B4-BE49-F238E27FC236}">
                    <a16:creationId xmlns:a16="http://schemas.microsoft.com/office/drawing/2014/main" id="{13F2AA78-7C0C-5345-317E-6CB00771108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4" name="直线连接符 12793">
                <a:extLst>
                  <a:ext uri="{FF2B5EF4-FFF2-40B4-BE49-F238E27FC236}">
                    <a16:creationId xmlns:a16="http://schemas.microsoft.com/office/drawing/2014/main" id="{BF30FCA0-6EFC-104C-40D1-B77482B3C1F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5" name="直线连接符 12794">
                <a:extLst>
                  <a:ext uri="{FF2B5EF4-FFF2-40B4-BE49-F238E27FC236}">
                    <a16:creationId xmlns:a16="http://schemas.microsoft.com/office/drawing/2014/main" id="{A5C8A465-E324-2324-304F-AF5CBB9C9749}"/>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6" name="直线连接符 12795">
                <a:extLst>
                  <a:ext uri="{FF2B5EF4-FFF2-40B4-BE49-F238E27FC236}">
                    <a16:creationId xmlns:a16="http://schemas.microsoft.com/office/drawing/2014/main" id="{A3E6F5C2-E55C-4C03-762D-E2B5375C4D3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7" name="直线连接符 12796">
                <a:extLst>
                  <a:ext uri="{FF2B5EF4-FFF2-40B4-BE49-F238E27FC236}">
                    <a16:creationId xmlns:a16="http://schemas.microsoft.com/office/drawing/2014/main" id="{ECD081C0-23F0-7E1D-E766-9498AC1D096F}"/>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8" name="直线连接符 12797">
                <a:extLst>
                  <a:ext uri="{FF2B5EF4-FFF2-40B4-BE49-F238E27FC236}">
                    <a16:creationId xmlns:a16="http://schemas.microsoft.com/office/drawing/2014/main" id="{676977B5-D089-7AE8-B064-9982EF6C2ABC}"/>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9" name="直线连接符 12798">
                <a:extLst>
                  <a:ext uri="{FF2B5EF4-FFF2-40B4-BE49-F238E27FC236}">
                    <a16:creationId xmlns:a16="http://schemas.microsoft.com/office/drawing/2014/main" id="{BD2B8F11-B754-7ABC-B929-983E0DDCBF0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0" name="直线连接符 12799">
                <a:extLst>
                  <a:ext uri="{FF2B5EF4-FFF2-40B4-BE49-F238E27FC236}">
                    <a16:creationId xmlns:a16="http://schemas.microsoft.com/office/drawing/2014/main" id="{21B983F2-0F49-8A04-FCC7-00E2148A69B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1" name="直线连接符 12800">
                <a:extLst>
                  <a:ext uri="{FF2B5EF4-FFF2-40B4-BE49-F238E27FC236}">
                    <a16:creationId xmlns:a16="http://schemas.microsoft.com/office/drawing/2014/main" id="{01539758-50D0-6882-C6C6-B7455C72DCE2}"/>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2" name="直线连接符 12801">
                <a:extLst>
                  <a:ext uri="{FF2B5EF4-FFF2-40B4-BE49-F238E27FC236}">
                    <a16:creationId xmlns:a16="http://schemas.microsoft.com/office/drawing/2014/main" id="{B7FA87CD-23A4-9EFF-209D-E4068224490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3" name="直线连接符 12802">
                <a:extLst>
                  <a:ext uri="{FF2B5EF4-FFF2-40B4-BE49-F238E27FC236}">
                    <a16:creationId xmlns:a16="http://schemas.microsoft.com/office/drawing/2014/main" id="{D5E78221-87F0-D240-F847-A63ACBE4F3BD}"/>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4" name="直线连接符 12803">
                <a:extLst>
                  <a:ext uri="{FF2B5EF4-FFF2-40B4-BE49-F238E27FC236}">
                    <a16:creationId xmlns:a16="http://schemas.microsoft.com/office/drawing/2014/main" id="{C781AEE9-E388-DB84-B5AB-C929CB3CFB7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05" name="直线连接符 12804">
                <a:extLst>
                  <a:ext uri="{FF2B5EF4-FFF2-40B4-BE49-F238E27FC236}">
                    <a16:creationId xmlns:a16="http://schemas.microsoft.com/office/drawing/2014/main" id="{AC21DD4B-523B-50B8-391E-D62334186ACC}"/>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806" name="直线连接符 12805">
                <a:extLst>
                  <a:ext uri="{FF2B5EF4-FFF2-40B4-BE49-F238E27FC236}">
                    <a16:creationId xmlns:a16="http://schemas.microsoft.com/office/drawing/2014/main" id="{357953C1-CAB7-8DE7-A144-5825F483A16F}"/>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755" name="组合 12754">
              <a:extLst>
                <a:ext uri="{FF2B5EF4-FFF2-40B4-BE49-F238E27FC236}">
                  <a16:creationId xmlns:a16="http://schemas.microsoft.com/office/drawing/2014/main" id="{13155BCA-0478-7CFD-6E0E-3A88252ABE03}"/>
                </a:ext>
              </a:extLst>
            </p:cNvPr>
            <p:cNvGrpSpPr/>
            <p:nvPr/>
          </p:nvGrpSpPr>
          <p:grpSpPr>
            <a:xfrm>
              <a:off x="15724402" y="8230069"/>
              <a:ext cx="1973841" cy="1732229"/>
              <a:chOff x="7707547" y="3116283"/>
              <a:chExt cx="2913493" cy="2493706"/>
            </a:xfrm>
          </p:grpSpPr>
          <p:sp>
            <p:nvSpPr>
              <p:cNvPr id="12784" name="流程图: 接点 567">
                <a:extLst>
                  <a:ext uri="{FF2B5EF4-FFF2-40B4-BE49-F238E27FC236}">
                    <a16:creationId xmlns:a16="http://schemas.microsoft.com/office/drawing/2014/main" id="{607149DD-3696-6039-8228-747D1EF3144D}"/>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85" name="流程图: 接点 568">
                <a:extLst>
                  <a:ext uri="{FF2B5EF4-FFF2-40B4-BE49-F238E27FC236}">
                    <a16:creationId xmlns:a16="http://schemas.microsoft.com/office/drawing/2014/main" id="{3F9BF0EE-777E-4D53-129A-8257BDEB4D56}"/>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86" name="椭圆 12785">
                <a:extLst>
                  <a:ext uri="{FF2B5EF4-FFF2-40B4-BE49-F238E27FC236}">
                    <a16:creationId xmlns:a16="http://schemas.microsoft.com/office/drawing/2014/main" id="{B40FD74B-115E-8864-DAF5-A75D01ED4558}"/>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87" name="椭圆 12786">
                <a:extLst>
                  <a:ext uri="{FF2B5EF4-FFF2-40B4-BE49-F238E27FC236}">
                    <a16:creationId xmlns:a16="http://schemas.microsoft.com/office/drawing/2014/main" id="{48916C10-E662-E4B9-CA10-747C6711A7BB}"/>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756" name="组合 12755">
              <a:extLst>
                <a:ext uri="{FF2B5EF4-FFF2-40B4-BE49-F238E27FC236}">
                  <a16:creationId xmlns:a16="http://schemas.microsoft.com/office/drawing/2014/main" id="{F5BF7A7E-1C79-24B1-014C-32056915D45F}"/>
                </a:ext>
              </a:extLst>
            </p:cNvPr>
            <p:cNvGrpSpPr/>
            <p:nvPr/>
          </p:nvGrpSpPr>
          <p:grpSpPr>
            <a:xfrm>
              <a:off x="16072741" y="7719759"/>
              <a:ext cx="1057502" cy="1052177"/>
              <a:chOff x="4832657" y="1852555"/>
              <a:chExt cx="875802" cy="967649"/>
            </a:xfrm>
            <a:scene3d>
              <a:camera prst="orthographicFront">
                <a:rot lat="600000" lon="5400000" rev="0"/>
              </a:camera>
              <a:lightRig rig="threePt" dir="t"/>
            </a:scene3d>
          </p:grpSpPr>
          <p:grpSp>
            <p:nvGrpSpPr>
              <p:cNvPr id="12780" name="组合 12779">
                <a:extLst>
                  <a:ext uri="{FF2B5EF4-FFF2-40B4-BE49-F238E27FC236}">
                    <a16:creationId xmlns:a16="http://schemas.microsoft.com/office/drawing/2014/main" id="{95FF3648-772A-4524-A1A3-67FAAA7879E0}"/>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2782" name="流程图: 延期 565">
                  <a:extLst>
                    <a:ext uri="{FF2B5EF4-FFF2-40B4-BE49-F238E27FC236}">
                      <a16:creationId xmlns:a16="http://schemas.microsoft.com/office/drawing/2014/main" id="{8C948E82-B63D-C01D-285C-F0D88AE86585}"/>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83" name="流程图: 接点 566">
                  <a:extLst>
                    <a:ext uri="{FF2B5EF4-FFF2-40B4-BE49-F238E27FC236}">
                      <a16:creationId xmlns:a16="http://schemas.microsoft.com/office/drawing/2014/main" id="{1A973880-29EA-91F6-79DB-F0B5CCD68F7A}"/>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81" name="矩形 12780">
                <a:extLst>
                  <a:ext uri="{FF2B5EF4-FFF2-40B4-BE49-F238E27FC236}">
                    <a16:creationId xmlns:a16="http://schemas.microsoft.com/office/drawing/2014/main" id="{300E66BB-F033-B3B0-9AEB-9165787AB64F}"/>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757" name="组合 12756">
              <a:extLst>
                <a:ext uri="{FF2B5EF4-FFF2-40B4-BE49-F238E27FC236}">
                  <a16:creationId xmlns:a16="http://schemas.microsoft.com/office/drawing/2014/main" id="{144A059F-0BEB-95D4-B437-830099C83BF5}"/>
                </a:ext>
              </a:extLst>
            </p:cNvPr>
            <p:cNvGrpSpPr/>
            <p:nvPr/>
          </p:nvGrpSpPr>
          <p:grpSpPr>
            <a:xfrm>
              <a:off x="17359025" y="8864249"/>
              <a:ext cx="238182" cy="238003"/>
              <a:chOff x="5145960" y="4201202"/>
              <a:chExt cx="150892" cy="141375"/>
            </a:xfrm>
            <a:scene3d>
              <a:camera prst="orthographicFront">
                <a:rot lat="0" lon="18000000" rev="0"/>
              </a:camera>
              <a:lightRig rig="threePt" dir="t">
                <a:rot lat="0" lon="0" rev="0"/>
              </a:lightRig>
            </a:scene3d>
          </p:grpSpPr>
          <p:sp>
            <p:nvSpPr>
              <p:cNvPr id="12778" name="Oval 15540">
                <a:extLst>
                  <a:ext uri="{FF2B5EF4-FFF2-40B4-BE49-F238E27FC236}">
                    <a16:creationId xmlns:a16="http://schemas.microsoft.com/office/drawing/2014/main" id="{F851B03A-F636-A028-057D-99C369DBE94D}"/>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779" name="Line 15541">
                <a:extLst>
                  <a:ext uri="{FF2B5EF4-FFF2-40B4-BE49-F238E27FC236}">
                    <a16:creationId xmlns:a16="http://schemas.microsoft.com/office/drawing/2014/main" id="{CE8274E6-5DA6-A30A-A247-B8A9CDEC216B}"/>
                  </a:ext>
                </a:extLst>
              </p:cNvPr>
              <p:cNvCxnSpPr>
                <a:cxnSpLocks/>
                <a:stCxn id="12778" idx="1"/>
                <a:endCxn id="12778"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2758" name="组合 12757">
              <a:extLst>
                <a:ext uri="{FF2B5EF4-FFF2-40B4-BE49-F238E27FC236}">
                  <a16:creationId xmlns:a16="http://schemas.microsoft.com/office/drawing/2014/main" id="{3CAF5E54-B1B0-CCAC-9E71-E8DE90438A4C}"/>
                </a:ext>
              </a:extLst>
            </p:cNvPr>
            <p:cNvGrpSpPr/>
            <p:nvPr/>
          </p:nvGrpSpPr>
          <p:grpSpPr>
            <a:xfrm rot="5400000">
              <a:off x="15961645" y="9718505"/>
              <a:ext cx="304285" cy="273854"/>
              <a:chOff x="572796" y="3376774"/>
              <a:chExt cx="419388" cy="377446"/>
            </a:xfrm>
          </p:grpSpPr>
          <p:grpSp>
            <p:nvGrpSpPr>
              <p:cNvPr id="12759" name="组合 12758">
                <a:extLst>
                  <a:ext uri="{FF2B5EF4-FFF2-40B4-BE49-F238E27FC236}">
                    <a16:creationId xmlns:a16="http://schemas.microsoft.com/office/drawing/2014/main" id="{55EF34D7-772A-A413-A18D-B55E2B11EB98}"/>
                  </a:ext>
                </a:extLst>
              </p:cNvPr>
              <p:cNvGrpSpPr/>
              <p:nvPr/>
            </p:nvGrpSpPr>
            <p:grpSpPr>
              <a:xfrm>
                <a:off x="572796" y="3376774"/>
                <a:ext cx="419388" cy="377446"/>
                <a:chOff x="3493877" y="4575043"/>
                <a:chExt cx="619038" cy="543369"/>
              </a:xfrm>
            </p:grpSpPr>
            <p:sp>
              <p:nvSpPr>
                <p:cNvPr id="12776" name="流程图: 接点 572">
                  <a:extLst>
                    <a:ext uri="{FF2B5EF4-FFF2-40B4-BE49-F238E27FC236}">
                      <a16:creationId xmlns:a16="http://schemas.microsoft.com/office/drawing/2014/main" id="{925AFA83-A143-6A0C-B5D4-E10D4C05FBFE}"/>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77" name="流程图: 接点 571">
                  <a:extLst>
                    <a:ext uri="{FF2B5EF4-FFF2-40B4-BE49-F238E27FC236}">
                      <a16:creationId xmlns:a16="http://schemas.microsoft.com/office/drawing/2014/main" id="{1BC4047F-BAA8-400A-7B2F-CF578E1DFAC1}"/>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12760" name="直线连接符 12759">
                <a:extLst>
                  <a:ext uri="{FF2B5EF4-FFF2-40B4-BE49-F238E27FC236}">
                    <a16:creationId xmlns:a16="http://schemas.microsoft.com/office/drawing/2014/main" id="{B7713D5A-405B-2B6D-2D3F-60BFDF3550D3}"/>
                  </a:ext>
                </a:extLst>
              </p:cNvPr>
              <p:cNvCxnSpPr>
                <a:cxnSpLocks/>
              </p:cNvCxnSpPr>
              <p:nvPr/>
            </p:nvCxnSpPr>
            <p:spPr>
              <a:xfrm>
                <a:off x="985036" y="356673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1" name="直线连接符 12760">
                <a:extLst>
                  <a:ext uri="{FF2B5EF4-FFF2-40B4-BE49-F238E27FC236}">
                    <a16:creationId xmlns:a16="http://schemas.microsoft.com/office/drawing/2014/main" id="{7D95BE41-BACF-7A83-C70E-35C2CBA7A53A}"/>
                  </a:ext>
                </a:extLst>
              </p:cNvPr>
              <p:cNvCxnSpPr>
                <a:cxnSpLocks/>
              </p:cNvCxnSpPr>
              <p:nvPr/>
            </p:nvCxnSpPr>
            <p:spPr>
              <a:xfrm>
                <a:off x="957394" y="355767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2" name="直线连接符 12761">
                <a:extLst>
                  <a:ext uri="{FF2B5EF4-FFF2-40B4-BE49-F238E27FC236}">
                    <a16:creationId xmlns:a16="http://schemas.microsoft.com/office/drawing/2014/main" id="{312217C5-DE7A-8D82-12F5-D722AC119978}"/>
                  </a:ext>
                </a:extLst>
              </p:cNvPr>
              <p:cNvCxnSpPr>
                <a:cxnSpLocks/>
              </p:cNvCxnSpPr>
              <p:nvPr/>
            </p:nvCxnSpPr>
            <p:spPr>
              <a:xfrm>
                <a:off x="929910" y="35510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3" name="直线连接符 12762">
                <a:extLst>
                  <a:ext uri="{FF2B5EF4-FFF2-40B4-BE49-F238E27FC236}">
                    <a16:creationId xmlns:a16="http://schemas.microsoft.com/office/drawing/2014/main" id="{71001DB8-3E30-8C88-24BE-0C2711B65E10}"/>
                  </a:ext>
                </a:extLst>
              </p:cNvPr>
              <p:cNvCxnSpPr>
                <a:cxnSpLocks/>
              </p:cNvCxnSpPr>
              <p:nvPr/>
            </p:nvCxnSpPr>
            <p:spPr>
              <a:xfrm>
                <a:off x="904055" y="354639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4" name="直线连接符 12763">
                <a:extLst>
                  <a:ext uri="{FF2B5EF4-FFF2-40B4-BE49-F238E27FC236}">
                    <a16:creationId xmlns:a16="http://schemas.microsoft.com/office/drawing/2014/main" id="{9F635099-D3E0-6C68-240A-D25DE67903C9}"/>
                  </a:ext>
                </a:extLst>
              </p:cNvPr>
              <p:cNvCxnSpPr>
                <a:cxnSpLocks/>
              </p:cNvCxnSpPr>
              <p:nvPr/>
            </p:nvCxnSpPr>
            <p:spPr>
              <a:xfrm>
                <a:off x="876846"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5" name="直线连接符 12764">
                <a:extLst>
                  <a:ext uri="{FF2B5EF4-FFF2-40B4-BE49-F238E27FC236}">
                    <a16:creationId xmlns:a16="http://schemas.microsoft.com/office/drawing/2014/main" id="{CF23EB00-26CF-D3A5-02CD-4F7507004E3F}"/>
                  </a:ext>
                </a:extLst>
              </p:cNvPr>
              <p:cNvCxnSpPr>
                <a:cxnSpLocks/>
              </p:cNvCxnSpPr>
              <p:nvPr/>
            </p:nvCxnSpPr>
            <p:spPr>
              <a:xfrm>
                <a:off x="847576"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6" name="直线连接符 12765">
                <a:extLst>
                  <a:ext uri="{FF2B5EF4-FFF2-40B4-BE49-F238E27FC236}">
                    <a16:creationId xmlns:a16="http://schemas.microsoft.com/office/drawing/2014/main" id="{EF356F03-0AC2-F35E-14FA-2AE97F54976E}"/>
                  </a:ext>
                </a:extLst>
              </p:cNvPr>
              <p:cNvCxnSpPr>
                <a:cxnSpLocks/>
              </p:cNvCxnSpPr>
              <p:nvPr/>
            </p:nvCxnSpPr>
            <p:spPr>
              <a:xfrm>
                <a:off x="821015" y="353687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7" name="直线连接符 12766">
                <a:extLst>
                  <a:ext uri="{FF2B5EF4-FFF2-40B4-BE49-F238E27FC236}">
                    <a16:creationId xmlns:a16="http://schemas.microsoft.com/office/drawing/2014/main" id="{0526575E-19AD-5EF3-165D-751C51306D69}"/>
                  </a:ext>
                </a:extLst>
              </p:cNvPr>
              <p:cNvCxnSpPr>
                <a:cxnSpLocks/>
              </p:cNvCxnSpPr>
              <p:nvPr/>
            </p:nvCxnSpPr>
            <p:spPr>
              <a:xfrm>
                <a:off x="756664" y="353518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8" name="直线连接符 12767">
                <a:extLst>
                  <a:ext uri="{FF2B5EF4-FFF2-40B4-BE49-F238E27FC236}">
                    <a16:creationId xmlns:a16="http://schemas.microsoft.com/office/drawing/2014/main" id="{E32DE65B-1953-B7C4-BD1C-39D4D8F007E7}"/>
                  </a:ext>
                </a:extLst>
              </p:cNvPr>
              <p:cNvCxnSpPr>
                <a:cxnSpLocks/>
              </p:cNvCxnSpPr>
              <p:nvPr/>
            </p:nvCxnSpPr>
            <p:spPr>
              <a:xfrm>
                <a:off x="791450" y="35368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69" name="直线连接符 12768">
                <a:extLst>
                  <a:ext uri="{FF2B5EF4-FFF2-40B4-BE49-F238E27FC236}">
                    <a16:creationId xmlns:a16="http://schemas.microsoft.com/office/drawing/2014/main" id="{60F982B7-70C4-54C7-4E38-48E4E38215BD}"/>
                  </a:ext>
                </a:extLst>
              </p:cNvPr>
              <p:cNvCxnSpPr>
                <a:cxnSpLocks/>
              </p:cNvCxnSpPr>
              <p:nvPr/>
            </p:nvCxnSpPr>
            <p:spPr>
              <a:xfrm>
                <a:off x="727879"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0" name="直线连接符 12769">
                <a:extLst>
                  <a:ext uri="{FF2B5EF4-FFF2-40B4-BE49-F238E27FC236}">
                    <a16:creationId xmlns:a16="http://schemas.microsoft.com/office/drawing/2014/main" id="{B217F14D-9C6F-E9A5-0A8E-D4F1E08FC8F2}"/>
                  </a:ext>
                </a:extLst>
              </p:cNvPr>
              <p:cNvCxnSpPr>
                <a:cxnSpLocks/>
              </p:cNvCxnSpPr>
              <p:nvPr/>
            </p:nvCxnSpPr>
            <p:spPr>
              <a:xfrm>
                <a:off x="702588"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1" name="直线连接符 12770">
                <a:extLst>
                  <a:ext uri="{FF2B5EF4-FFF2-40B4-BE49-F238E27FC236}">
                    <a16:creationId xmlns:a16="http://schemas.microsoft.com/office/drawing/2014/main" id="{E4830079-88AA-FB91-DE5D-5D62DB68497C}"/>
                  </a:ext>
                </a:extLst>
              </p:cNvPr>
              <p:cNvCxnSpPr>
                <a:cxnSpLocks/>
              </p:cNvCxnSpPr>
              <p:nvPr/>
            </p:nvCxnSpPr>
            <p:spPr>
              <a:xfrm>
                <a:off x="669942" y="35422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2" name="直线连接符 12771">
                <a:extLst>
                  <a:ext uri="{FF2B5EF4-FFF2-40B4-BE49-F238E27FC236}">
                    <a16:creationId xmlns:a16="http://schemas.microsoft.com/office/drawing/2014/main" id="{CDB543CD-EFF8-C927-77EE-93B245780084}"/>
                  </a:ext>
                </a:extLst>
              </p:cNvPr>
              <p:cNvCxnSpPr>
                <a:cxnSpLocks/>
              </p:cNvCxnSpPr>
              <p:nvPr/>
            </p:nvCxnSpPr>
            <p:spPr>
              <a:xfrm>
                <a:off x="648401" y="3546675"/>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3" name="直线连接符 12772">
                <a:extLst>
                  <a:ext uri="{FF2B5EF4-FFF2-40B4-BE49-F238E27FC236}">
                    <a16:creationId xmlns:a16="http://schemas.microsoft.com/office/drawing/2014/main" id="{1ED90DF1-5F70-0330-21DD-25D63EB2C0D2}"/>
                  </a:ext>
                </a:extLst>
              </p:cNvPr>
              <p:cNvCxnSpPr>
                <a:cxnSpLocks/>
              </p:cNvCxnSpPr>
              <p:nvPr/>
            </p:nvCxnSpPr>
            <p:spPr>
              <a:xfrm>
                <a:off x="621538" y="3549590"/>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74" name="直线连接符 12773">
                <a:extLst>
                  <a:ext uri="{FF2B5EF4-FFF2-40B4-BE49-F238E27FC236}">
                    <a16:creationId xmlns:a16="http://schemas.microsoft.com/office/drawing/2014/main" id="{40FEB742-7ABD-9460-51B8-C6EE88428841}"/>
                  </a:ext>
                </a:extLst>
              </p:cNvPr>
              <p:cNvCxnSpPr>
                <a:cxnSpLocks/>
              </p:cNvCxnSpPr>
              <p:nvPr/>
            </p:nvCxnSpPr>
            <p:spPr>
              <a:xfrm>
                <a:off x="598299" y="355600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75" name="直线连接符 12774">
                <a:extLst>
                  <a:ext uri="{FF2B5EF4-FFF2-40B4-BE49-F238E27FC236}">
                    <a16:creationId xmlns:a16="http://schemas.microsoft.com/office/drawing/2014/main" id="{7BED2FA2-037B-4729-419F-ACB1E312206C}"/>
                  </a:ext>
                </a:extLst>
              </p:cNvPr>
              <p:cNvCxnSpPr>
                <a:cxnSpLocks/>
              </p:cNvCxnSpPr>
              <p:nvPr/>
            </p:nvCxnSpPr>
            <p:spPr>
              <a:xfrm>
                <a:off x="578115" y="3562357"/>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sp>
        <p:nvSpPr>
          <p:cNvPr id="12847" name="右箭头 12846">
            <a:extLst>
              <a:ext uri="{FF2B5EF4-FFF2-40B4-BE49-F238E27FC236}">
                <a16:creationId xmlns:a16="http://schemas.microsoft.com/office/drawing/2014/main" id="{21D0A33F-BA18-11ED-BB77-AAF2B3375935}"/>
              </a:ext>
            </a:extLst>
          </p:cNvPr>
          <p:cNvSpPr/>
          <p:nvPr/>
        </p:nvSpPr>
        <p:spPr>
          <a:xfrm>
            <a:off x="4885322" y="2662394"/>
            <a:ext cx="912510" cy="559435"/>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dirty="0"/>
          </a:p>
        </p:txBody>
      </p:sp>
      <p:sp>
        <p:nvSpPr>
          <p:cNvPr id="12848" name="文本框 12847">
            <a:extLst>
              <a:ext uri="{FF2B5EF4-FFF2-40B4-BE49-F238E27FC236}">
                <a16:creationId xmlns:a16="http://schemas.microsoft.com/office/drawing/2014/main" id="{3E6AEE02-8F99-AACF-DF08-ACB4D6F7768F}"/>
              </a:ext>
            </a:extLst>
          </p:cNvPr>
          <p:cNvSpPr txBox="1"/>
          <p:nvPr/>
        </p:nvSpPr>
        <p:spPr>
          <a:xfrm>
            <a:off x="10029696" y="2510239"/>
            <a:ext cx="2257894" cy="1015663"/>
          </a:xfrm>
          <a:prstGeom prst="rect">
            <a:avLst/>
          </a:prstGeom>
          <a:noFill/>
        </p:spPr>
        <p:txBody>
          <a:bodyPr wrap="square" rtlCol="0">
            <a:spAutoFit/>
          </a:bodyPr>
          <a:lstStyle/>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口诀</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都上</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都下</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调望远镜螺钉。</a:t>
            </a:r>
          </a:p>
        </p:txBody>
      </p:sp>
      <p:grpSp>
        <p:nvGrpSpPr>
          <p:cNvPr id="12849" name="组合 12848">
            <a:extLst>
              <a:ext uri="{FF2B5EF4-FFF2-40B4-BE49-F238E27FC236}">
                <a16:creationId xmlns:a16="http://schemas.microsoft.com/office/drawing/2014/main" id="{D4A30CFF-3935-1E7A-B074-EE1971F03DE7}"/>
              </a:ext>
            </a:extLst>
          </p:cNvPr>
          <p:cNvGrpSpPr/>
          <p:nvPr/>
        </p:nvGrpSpPr>
        <p:grpSpPr>
          <a:xfrm>
            <a:off x="8106474" y="2516128"/>
            <a:ext cx="2180770" cy="1218402"/>
            <a:chOff x="8098425" y="2067298"/>
            <a:chExt cx="2312154" cy="1291807"/>
          </a:xfrm>
        </p:grpSpPr>
        <p:sp>
          <p:nvSpPr>
            <p:cNvPr id="12850" name="Oval 15540">
              <a:extLst>
                <a:ext uri="{FF2B5EF4-FFF2-40B4-BE49-F238E27FC236}">
                  <a16:creationId xmlns:a16="http://schemas.microsoft.com/office/drawing/2014/main" id="{3C06A94F-88FE-6040-1135-5E21FF8754F0}"/>
                </a:ext>
              </a:extLst>
            </p:cNvPr>
            <p:cNvSpPr>
              <a:spLocks/>
            </p:cNvSpPr>
            <p:nvPr/>
          </p:nvSpPr>
          <p:spPr bwMode="auto">
            <a:xfrm flipH="1">
              <a:off x="9620903" y="2288551"/>
              <a:ext cx="270303" cy="25325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12851" name="组合 12850">
              <a:extLst>
                <a:ext uri="{FF2B5EF4-FFF2-40B4-BE49-F238E27FC236}">
                  <a16:creationId xmlns:a16="http://schemas.microsoft.com/office/drawing/2014/main" id="{3CB9A607-C2F9-F2BF-6EDF-F9A450D9357F}"/>
                </a:ext>
              </a:extLst>
            </p:cNvPr>
            <p:cNvGrpSpPr/>
            <p:nvPr/>
          </p:nvGrpSpPr>
          <p:grpSpPr>
            <a:xfrm flipH="1">
              <a:off x="9705314" y="2372278"/>
              <a:ext cx="104179" cy="97609"/>
              <a:chOff x="9253470" y="1351580"/>
              <a:chExt cx="133734" cy="133734"/>
            </a:xfrm>
          </p:grpSpPr>
          <p:sp>
            <p:nvSpPr>
              <p:cNvPr id="12913" name="Oval 15540">
                <a:extLst>
                  <a:ext uri="{FF2B5EF4-FFF2-40B4-BE49-F238E27FC236}">
                    <a16:creationId xmlns:a16="http://schemas.microsoft.com/office/drawing/2014/main" id="{4C69DAE6-030D-5142-823A-47EB7BE89F32}"/>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2914" name="Line 15541">
                <a:extLst>
                  <a:ext uri="{FF2B5EF4-FFF2-40B4-BE49-F238E27FC236}">
                    <a16:creationId xmlns:a16="http://schemas.microsoft.com/office/drawing/2014/main" id="{855E5135-C54B-84EE-AAB4-2B430B071D51}"/>
                  </a:ext>
                </a:extLst>
              </p:cNvPr>
              <p:cNvCxnSpPr>
                <a:cxnSpLocks/>
                <a:stCxn id="12913" idx="1"/>
                <a:endCxn id="12913"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12852" name="Rectangle 15460">
              <a:extLst>
                <a:ext uri="{FF2B5EF4-FFF2-40B4-BE49-F238E27FC236}">
                  <a16:creationId xmlns:a16="http://schemas.microsoft.com/office/drawing/2014/main" id="{41B7256D-B9F5-D04F-1935-D7FEE9CF27DE}"/>
                </a:ext>
              </a:extLst>
            </p:cNvPr>
            <p:cNvSpPr>
              <a:spLocks/>
            </p:cNvSpPr>
            <p:nvPr/>
          </p:nvSpPr>
          <p:spPr bwMode="auto">
            <a:xfrm flipH="1" flipV="1">
              <a:off x="9463148" y="2399657"/>
              <a:ext cx="92384" cy="92705"/>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53" name="直角三角形 12852">
              <a:extLst>
                <a:ext uri="{FF2B5EF4-FFF2-40B4-BE49-F238E27FC236}">
                  <a16:creationId xmlns:a16="http://schemas.microsoft.com/office/drawing/2014/main" id="{2F458BA0-714A-D781-A586-B51CB910A1A5}"/>
                </a:ext>
              </a:extLst>
            </p:cNvPr>
            <p:cNvSpPr/>
            <p:nvPr/>
          </p:nvSpPr>
          <p:spPr>
            <a:xfrm>
              <a:off x="8582013" y="2450345"/>
              <a:ext cx="846443" cy="106199"/>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854" name="Rectangle 15501">
              <a:extLst>
                <a:ext uri="{FF2B5EF4-FFF2-40B4-BE49-F238E27FC236}">
                  <a16:creationId xmlns:a16="http://schemas.microsoft.com/office/drawing/2014/main" id="{F8E35E94-DA94-CF8D-CCA7-5A1C64352524}"/>
                </a:ext>
              </a:extLst>
            </p:cNvPr>
            <p:cNvSpPr>
              <a:spLocks/>
            </p:cNvSpPr>
            <p:nvPr/>
          </p:nvSpPr>
          <p:spPr bwMode="auto">
            <a:xfrm flipH="1">
              <a:off x="8528465" y="2555737"/>
              <a:ext cx="1001848" cy="61217"/>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2855" name="组合 12854">
              <a:extLst>
                <a:ext uri="{FF2B5EF4-FFF2-40B4-BE49-F238E27FC236}">
                  <a16:creationId xmlns:a16="http://schemas.microsoft.com/office/drawing/2014/main" id="{E113CDA2-8B9A-444F-DB23-6CF63B690935}"/>
                </a:ext>
              </a:extLst>
            </p:cNvPr>
            <p:cNvGrpSpPr/>
            <p:nvPr/>
          </p:nvGrpSpPr>
          <p:grpSpPr>
            <a:xfrm flipH="1">
              <a:off x="9945516" y="2231865"/>
              <a:ext cx="141057" cy="493226"/>
              <a:chOff x="2405519" y="1378395"/>
              <a:chExt cx="181074" cy="675772"/>
            </a:xfrm>
          </p:grpSpPr>
          <p:sp>
            <p:nvSpPr>
              <p:cNvPr id="12904" name="Oval 15416">
                <a:extLst>
                  <a:ext uri="{FF2B5EF4-FFF2-40B4-BE49-F238E27FC236}">
                    <a16:creationId xmlns:a16="http://schemas.microsoft.com/office/drawing/2014/main" id="{E37641BC-4565-A2A1-1C20-02BDD9FCA591}"/>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2905" name="Rectangle 15439">
                <a:extLst>
                  <a:ext uri="{FF2B5EF4-FFF2-40B4-BE49-F238E27FC236}">
                    <a16:creationId xmlns:a16="http://schemas.microsoft.com/office/drawing/2014/main" id="{349F773E-4DCE-59CC-5231-6D3C8DE64FDA}"/>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906" name="Rectangle 15484">
                <a:extLst>
                  <a:ext uri="{FF2B5EF4-FFF2-40B4-BE49-F238E27FC236}">
                    <a16:creationId xmlns:a16="http://schemas.microsoft.com/office/drawing/2014/main" id="{CB2C0197-0AFB-5A82-F22F-DBBD9222E96C}"/>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2907" name="Line 15485">
                <a:extLst>
                  <a:ext uri="{FF2B5EF4-FFF2-40B4-BE49-F238E27FC236}">
                    <a16:creationId xmlns:a16="http://schemas.microsoft.com/office/drawing/2014/main" id="{34B83D22-1EBA-FC49-63CB-A407DEB94186}"/>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08" name="Line 15486">
                <a:extLst>
                  <a:ext uri="{FF2B5EF4-FFF2-40B4-BE49-F238E27FC236}">
                    <a16:creationId xmlns:a16="http://schemas.microsoft.com/office/drawing/2014/main" id="{FBFDCF52-7D53-08D5-B604-6BEF02EE6E90}"/>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09" name="Line 15487">
                <a:extLst>
                  <a:ext uri="{FF2B5EF4-FFF2-40B4-BE49-F238E27FC236}">
                    <a16:creationId xmlns:a16="http://schemas.microsoft.com/office/drawing/2014/main" id="{4BC6CBF3-54C6-4E25-B3A9-97433D79A430}"/>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10" name="Line 15488">
                <a:extLst>
                  <a:ext uri="{FF2B5EF4-FFF2-40B4-BE49-F238E27FC236}">
                    <a16:creationId xmlns:a16="http://schemas.microsoft.com/office/drawing/2014/main" id="{E5E61505-0743-43F6-E9DE-A2D590FA0399}"/>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11" name="Line 15489">
                <a:extLst>
                  <a:ext uri="{FF2B5EF4-FFF2-40B4-BE49-F238E27FC236}">
                    <a16:creationId xmlns:a16="http://schemas.microsoft.com/office/drawing/2014/main" id="{85C29137-71ED-E047-2629-B8D28C5B057F}"/>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12" name="Line 15490">
                <a:extLst>
                  <a:ext uri="{FF2B5EF4-FFF2-40B4-BE49-F238E27FC236}">
                    <a16:creationId xmlns:a16="http://schemas.microsoft.com/office/drawing/2014/main" id="{3F9D08F6-FCA5-723C-0C9D-E9CF013BEBF8}"/>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2856" name="Rectangle 15436">
              <a:extLst>
                <a:ext uri="{FF2B5EF4-FFF2-40B4-BE49-F238E27FC236}">
                  <a16:creationId xmlns:a16="http://schemas.microsoft.com/office/drawing/2014/main" id="{77B4A31D-14E1-441D-E842-D1D3F215CFD2}"/>
                </a:ext>
              </a:extLst>
            </p:cNvPr>
            <p:cNvSpPr>
              <a:spLocks/>
            </p:cNvSpPr>
            <p:nvPr/>
          </p:nvSpPr>
          <p:spPr bwMode="auto">
            <a:xfrm flipH="1">
              <a:off x="8438007" y="2487445"/>
              <a:ext cx="144439" cy="871660"/>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57" name="Rectangle 15437">
              <a:extLst>
                <a:ext uri="{FF2B5EF4-FFF2-40B4-BE49-F238E27FC236}">
                  <a16:creationId xmlns:a16="http://schemas.microsoft.com/office/drawing/2014/main" id="{6ADF8043-3198-2CBC-171F-62421F66B16D}"/>
                </a:ext>
              </a:extLst>
            </p:cNvPr>
            <p:cNvSpPr>
              <a:spLocks/>
            </p:cNvSpPr>
            <p:nvPr/>
          </p:nvSpPr>
          <p:spPr bwMode="auto">
            <a:xfrm flipH="1">
              <a:off x="9668361" y="2130416"/>
              <a:ext cx="565206" cy="228042"/>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58" name="Rectangle 15456">
              <a:extLst>
                <a:ext uri="{FF2B5EF4-FFF2-40B4-BE49-F238E27FC236}">
                  <a16:creationId xmlns:a16="http://schemas.microsoft.com/office/drawing/2014/main" id="{FB94A414-B7FA-D4AC-8909-123D6600E8CD}"/>
                </a:ext>
              </a:extLst>
            </p:cNvPr>
            <p:cNvSpPr>
              <a:spLocks/>
            </p:cNvSpPr>
            <p:nvPr/>
          </p:nvSpPr>
          <p:spPr bwMode="auto">
            <a:xfrm flipH="1">
              <a:off x="9920465" y="2113141"/>
              <a:ext cx="193608" cy="26950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2859" name="AutoShape 15457">
              <a:extLst>
                <a:ext uri="{FF2B5EF4-FFF2-40B4-BE49-F238E27FC236}">
                  <a16:creationId xmlns:a16="http://schemas.microsoft.com/office/drawing/2014/main" id="{D8DAFEE3-EC24-F2D3-D96E-7A9DED0A5438}"/>
                </a:ext>
              </a:extLst>
            </p:cNvPr>
            <p:cNvSpPr>
              <a:spLocks/>
            </p:cNvSpPr>
            <p:nvPr/>
          </p:nvSpPr>
          <p:spPr bwMode="auto">
            <a:xfrm rot="5400000" flipH="1">
              <a:off x="10075764" y="2221115"/>
              <a:ext cx="269505" cy="47019"/>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2860" name="Rectangle 15460">
              <a:extLst>
                <a:ext uri="{FF2B5EF4-FFF2-40B4-BE49-F238E27FC236}">
                  <a16:creationId xmlns:a16="http://schemas.microsoft.com/office/drawing/2014/main" id="{721ED90D-5067-40F0-1A2E-0047036DCC5E}"/>
                </a:ext>
              </a:extLst>
            </p:cNvPr>
            <p:cNvSpPr>
              <a:spLocks/>
            </p:cNvSpPr>
            <p:nvPr/>
          </p:nvSpPr>
          <p:spPr bwMode="auto">
            <a:xfrm flipH="1" flipV="1">
              <a:off x="9434325" y="2530939"/>
              <a:ext cx="159269" cy="109857"/>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61" name="AutoShape 15462">
              <a:extLst>
                <a:ext uri="{FF2B5EF4-FFF2-40B4-BE49-F238E27FC236}">
                  <a16:creationId xmlns:a16="http://schemas.microsoft.com/office/drawing/2014/main" id="{DB605C77-DFAE-2884-2DB4-E7103A3A06AD}"/>
                </a:ext>
              </a:extLst>
            </p:cNvPr>
            <p:cNvSpPr>
              <a:spLocks/>
            </p:cNvSpPr>
            <p:nvPr/>
          </p:nvSpPr>
          <p:spPr bwMode="auto">
            <a:xfrm flipH="1">
              <a:off x="9467515" y="2493885"/>
              <a:ext cx="84189" cy="3336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62" name="Rectangle 15464">
              <a:extLst>
                <a:ext uri="{FF2B5EF4-FFF2-40B4-BE49-F238E27FC236}">
                  <a16:creationId xmlns:a16="http://schemas.microsoft.com/office/drawing/2014/main" id="{CE3B00D3-1387-F62C-3568-A75E15929061}"/>
                </a:ext>
              </a:extLst>
            </p:cNvPr>
            <p:cNvSpPr>
              <a:spLocks/>
            </p:cNvSpPr>
            <p:nvPr/>
          </p:nvSpPr>
          <p:spPr bwMode="auto">
            <a:xfrm flipH="1">
              <a:off x="8273596" y="2088953"/>
              <a:ext cx="1524614" cy="318740"/>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63" name="Rectangle 15515">
              <a:extLst>
                <a:ext uri="{FF2B5EF4-FFF2-40B4-BE49-F238E27FC236}">
                  <a16:creationId xmlns:a16="http://schemas.microsoft.com/office/drawing/2014/main" id="{78550C8B-D619-29E8-F6A6-5EF86B865F4F}"/>
                </a:ext>
              </a:extLst>
            </p:cNvPr>
            <p:cNvSpPr>
              <a:spLocks/>
            </p:cNvSpPr>
            <p:nvPr/>
          </p:nvSpPr>
          <p:spPr bwMode="auto">
            <a:xfrm flipH="1">
              <a:off x="8098425" y="2084433"/>
              <a:ext cx="226958" cy="323852"/>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12864" name="Rectangle 15464">
              <a:extLst>
                <a:ext uri="{FF2B5EF4-FFF2-40B4-BE49-F238E27FC236}">
                  <a16:creationId xmlns:a16="http://schemas.microsoft.com/office/drawing/2014/main" id="{9F12E0EC-9896-32E9-910F-FB7C18D6AC70}"/>
                </a:ext>
              </a:extLst>
            </p:cNvPr>
            <p:cNvSpPr>
              <a:spLocks/>
            </p:cNvSpPr>
            <p:nvPr/>
          </p:nvSpPr>
          <p:spPr bwMode="auto">
            <a:xfrm flipH="1">
              <a:off x="8321844" y="2067298"/>
              <a:ext cx="409355" cy="354909"/>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65" name="Rectangle 15465">
              <a:extLst>
                <a:ext uri="{FF2B5EF4-FFF2-40B4-BE49-F238E27FC236}">
                  <a16:creationId xmlns:a16="http://schemas.microsoft.com/office/drawing/2014/main" id="{A4226061-AEA1-8EC8-248A-2058687D0B14}"/>
                </a:ext>
              </a:extLst>
            </p:cNvPr>
            <p:cNvSpPr>
              <a:spLocks/>
            </p:cNvSpPr>
            <p:nvPr/>
          </p:nvSpPr>
          <p:spPr bwMode="auto">
            <a:xfrm flipH="1">
              <a:off x="8492255" y="2242268"/>
              <a:ext cx="89802" cy="23958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2866" name="组合 12865">
              <a:extLst>
                <a:ext uri="{FF2B5EF4-FFF2-40B4-BE49-F238E27FC236}">
                  <a16:creationId xmlns:a16="http://schemas.microsoft.com/office/drawing/2014/main" id="{82830CE3-A9DA-187F-DC31-410500EBE726}"/>
                </a:ext>
              </a:extLst>
            </p:cNvPr>
            <p:cNvGrpSpPr/>
            <p:nvPr/>
          </p:nvGrpSpPr>
          <p:grpSpPr>
            <a:xfrm flipH="1">
              <a:off x="10236332" y="2093273"/>
              <a:ext cx="174247" cy="300601"/>
              <a:chOff x="6615473" y="904221"/>
              <a:chExt cx="223679" cy="411854"/>
            </a:xfrm>
          </p:grpSpPr>
          <p:sp>
            <p:nvSpPr>
              <p:cNvPr id="12892" name="AutoShape 15440">
                <a:extLst>
                  <a:ext uri="{FF2B5EF4-FFF2-40B4-BE49-F238E27FC236}">
                    <a16:creationId xmlns:a16="http://schemas.microsoft.com/office/drawing/2014/main" id="{A37E8760-323F-72DC-25B5-6010201B613B}"/>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2893" name="Line 15472">
                <a:extLst>
                  <a:ext uri="{FF2B5EF4-FFF2-40B4-BE49-F238E27FC236}">
                    <a16:creationId xmlns:a16="http://schemas.microsoft.com/office/drawing/2014/main" id="{D7238FA5-637D-28F1-7576-DD4D5C479C00}"/>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894" name="Line 15473">
                <a:extLst>
                  <a:ext uri="{FF2B5EF4-FFF2-40B4-BE49-F238E27FC236}">
                    <a16:creationId xmlns:a16="http://schemas.microsoft.com/office/drawing/2014/main" id="{B2C8265E-E1D8-8C31-3324-C4BEF87C4617}"/>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895" name="Line 15474">
                <a:extLst>
                  <a:ext uri="{FF2B5EF4-FFF2-40B4-BE49-F238E27FC236}">
                    <a16:creationId xmlns:a16="http://schemas.microsoft.com/office/drawing/2014/main" id="{E55205F3-5EC0-18D8-D8BB-389996EE1C18}"/>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896" name="Line 15475">
                <a:extLst>
                  <a:ext uri="{FF2B5EF4-FFF2-40B4-BE49-F238E27FC236}">
                    <a16:creationId xmlns:a16="http://schemas.microsoft.com/office/drawing/2014/main" id="{18A6CF08-7765-0F67-C64C-A4C07D296F80}"/>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897" name="Line 15476">
                <a:extLst>
                  <a:ext uri="{FF2B5EF4-FFF2-40B4-BE49-F238E27FC236}">
                    <a16:creationId xmlns:a16="http://schemas.microsoft.com/office/drawing/2014/main" id="{140F58DB-E2AD-A50C-B14D-74EC0B229633}"/>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898" name="Line 15477">
                <a:extLst>
                  <a:ext uri="{FF2B5EF4-FFF2-40B4-BE49-F238E27FC236}">
                    <a16:creationId xmlns:a16="http://schemas.microsoft.com/office/drawing/2014/main" id="{2EA1887F-F41A-24F5-5E69-263194C09364}"/>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899" name="Line 15478">
                <a:extLst>
                  <a:ext uri="{FF2B5EF4-FFF2-40B4-BE49-F238E27FC236}">
                    <a16:creationId xmlns:a16="http://schemas.microsoft.com/office/drawing/2014/main" id="{D4B0838E-FB25-3861-B7D7-BBF31F3594D4}"/>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00" name="Line 15479">
                <a:extLst>
                  <a:ext uri="{FF2B5EF4-FFF2-40B4-BE49-F238E27FC236}">
                    <a16:creationId xmlns:a16="http://schemas.microsoft.com/office/drawing/2014/main" id="{CDD9B717-8858-23A2-FEDE-9AD88A565055}"/>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01" name="Line 15480">
                <a:extLst>
                  <a:ext uri="{FF2B5EF4-FFF2-40B4-BE49-F238E27FC236}">
                    <a16:creationId xmlns:a16="http://schemas.microsoft.com/office/drawing/2014/main" id="{985783CC-0B14-B253-749A-C067BF0D1151}"/>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02" name="Line 15481">
                <a:extLst>
                  <a:ext uri="{FF2B5EF4-FFF2-40B4-BE49-F238E27FC236}">
                    <a16:creationId xmlns:a16="http://schemas.microsoft.com/office/drawing/2014/main" id="{A117E52A-4496-E0CF-CF1C-62D340C8F740}"/>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12903" name="Line 15482">
                <a:extLst>
                  <a:ext uri="{FF2B5EF4-FFF2-40B4-BE49-F238E27FC236}">
                    <a16:creationId xmlns:a16="http://schemas.microsoft.com/office/drawing/2014/main" id="{6BF12E4F-E6E6-8628-6019-8A3CA775AC44}"/>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12867" name="Group 15491">
              <a:extLst>
                <a:ext uri="{FF2B5EF4-FFF2-40B4-BE49-F238E27FC236}">
                  <a16:creationId xmlns:a16="http://schemas.microsoft.com/office/drawing/2014/main" id="{82099E0D-7B2B-987A-E37F-1879B888B519}"/>
                </a:ext>
              </a:extLst>
            </p:cNvPr>
            <p:cNvGrpSpPr>
              <a:grpSpLocks/>
            </p:cNvGrpSpPr>
            <p:nvPr/>
          </p:nvGrpSpPr>
          <p:grpSpPr bwMode="auto">
            <a:xfrm flipH="1">
              <a:off x="9445388" y="2734708"/>
              <a:ext cx="141057" cy="129569"/>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12883" name="Rectangle 15492">
                <a:extLst>
                  <a:ext uri="{FF2B5EF4-FFF2-40B4-BE49-F238E27FC236}">
                    <a16:creationId xmlns:a16="http://schemas.microsoft.com/office/drawing/2014/main" id="{D72DD12B-694A-34A2-A3D9-F8C7C216C919}"/>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84" name="Rectangle 15493">
                <a:extLst>
                  <a:ext uri="{FF2B5EF4-FFF2-40B4-BE49-F238E27FC236}">
                    <a16:creationId xmlns:a16="http://schemas.microsoft.com/office/drawing/2014/main" id="{FABB26EB-E1CE-EA91-B97F-8A43F01129E9}"/>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2885" name="Line 15494">
                <a:extLst>
                  <a:ext uri="{FF2B5EF4-FFF2-40B4-BE49-F238E27FC236}">
                    <a16:creationId xmlns:a16="http://schemas.microsoft.com/office/drawing/2014/main" id="{20ACB3B8-828F-B11A-F45E-C66835082F05}"/>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12886" name="Line 15495">
                <a:extLst>
                  <a:ext uri="{FF2B5EF4-FFF2-40B4-BE49-F238E27FC236}">
                    <a16:creationId xmlns:a16="http://schemas.microsoft.com/office/drawing/2014/main" id="{63C8CB50-7926-1D8F-8804-ED66DC636AA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12887" name="Line 15496">
                <a:extLst>
                  <a:ext uri="{FF2B5EF4-FFF2-40B4-BE49-F238E27FC236}">
                    <a16:creationId xmlns:a16="http://schemas.microsoft.com/office/drawing/2014/main" id="{3C1B5D36-F35C-61DB-2244-981DA0212EE5}"/>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12888" name="Line 15497">
                <a:extLst>
                  <a:ext uri="{FF2B5EF4-FFF2-40B4-BE49-F238E27FC236}">
                    <a16:creationId xmlns:a16="http://schemas.microsoft.com/office/drawing/2014/main" id="{CF69D02A-07BA-3857-E21A-E5707FB24144}"/>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12889" name="Line 15498">
                <a:extLst>
                  <a:ext uri="{FF2B5EF4-FFF2-40B4-BE49-F238E27FC236}">
                    <a16:creationId xmlns:a16="http://schemas.microsoft.com/office/drawing/2014/main" id="{F9F2930B-56E2-CD70-44C7-EA08B23B77BF}"/>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12890" name="Line 15499">
                <a:extLst>
                  <a:ext uri="{FF2B5EF4-FFF2-40B4-BE49-F238E27FC236}">
                    <a16:creationId xmlns:a16="http://schemas.microsoft.com/office/drawing/2014/main" id="{08EDD478-B318-632A-5897-C07716B864AA}"/>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12891" name="Line 15500">
                <a:extLst>
                  <a:ext uri="{FF2B5EF4-FFF2-40B4-BE49-F238E27FC236}">
                    <a16:creationId xmlns:a16="http://schemas.microsoft.com/office/drawing/2014/main" id="{E9AF7F1A-9AFE-43B7-7B47-7F200FE5150F}"/>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12868" name="Rectangle 15501">
              <a:extLst>
                <a:ext uri="{FF2B5EF4-FFF2-40B4-BE49-F238E27FC236}">
                  <a16:creationId xmlns:a16="http://schemas.microsoft.com/office/drawing/2014/main" id="{54226050-D109-46ED-F140-90F21CF00700}"/>
                </a:ext>
              </a:extLst>
            </p:cNvPr>
            <p:cNvSpPr>
              <a:spLocks/>
            </p:cNvSpPr>
            <p:nvPr/>
          </p:nvSpPr>
          <p:spPr bwMode="auto">
            <a:xfrm flipH="1">
              <a:off x="8350466" y="2646769"/>
              <a:ext cx="1267757" cy="89289"/>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2869" name="直角三角形 12868">
              <a:extLst>
                <a:ext uri="{FF2B5EF4-FFF2-40B4-BE49-F238E27FC236}">
                  <a16:creationId xmlns:a16="http://schemas.microsoft.com/office/drawing/2014/main" id="{1994277B-7E3D-7747-F2A2-25E219AD98DF}"/>
                </a:ext>
              </a:extLst>
            </p:cNvPr>
            <p:cNvSpPr/>
            <p:nvPr/>
          </p:nvSpPr>
          <p:spPr>
            <a:xfrm rot="10800000" flipH="1">
              <a:off x="8582596" y="2737665"/>
              <a:ext cx="851877" cy="331697"/>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870" name="Rectangle 15465">
              <a:extLst>
                <a:ext uri="{FF2B5EF4-FFF2-40B4-BE49-F238E27FC236}">
                  <a16:creationId xmlns:a16="http://schemas.microsoft.com/office/drawing/2014/main" id="{5F489C61-E47F-DDA2-1DEB-18E9D48BB3DD}"/>
                </a:ext>
              </a:extLst>
            </p:cNvPr>
            <p:cNvSpPr>
              <a:spLocks/>
            </p:cNvSpPr>
            <p:nvPr/>
          </p:nvSpPr>
          <p:spPr bwMode="auto">
            <a:xfrm flipH="1">
              <a:off x="9432225" y="2070602"/>
              <a:ext cx="159497" cy="354909"/>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12871" name="Line 15500">
              <a:extLst>
                <a:ext uri="{FF2B5EF4-FFF2-40B4-BE49-F238E27FC236}">
                  <a16:creationId xmlns:a16="http://schemas.microsoft.com/office/drawing/2014/main" id="{91051F5A-E27D-EEAB-A6FC-33C548238235}"/>
                </a:ext>
              </a:extLst>
            </p:cNvPr>
            <p:cNvCxnSpPr>
              <a:cxnSpLocks/>
            </p:cNvCxnSpPr>
            <p:nvPr/>
          </p:nvCxnSpPr>
          <p:spPr bwMode="auto">
            <a:xfrm flipH="1">
              <a:off x="9489811" y="2751899"/>
              <a:ext cx="57160" cy="86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12872" name="Rectangle 15437">
              <a:extLst>
                <a:ext uri="{FF2B5EF4-FFF2-40B4-BE49-F238E27FC236}">
                  <a16:creationId xmlns:a16="http://schemas.microsoft.com/office/drawing/2014/main" id="{8F8052D3-8DAE-CF6D-048A-D921F7066148}"/>
                </a:ext>
              </a:extLst>
            </p:cNvPr>
            <p:cNvSpPr>
              <a:spLocks/>
            </p:cNvSpPr>
            <p:nvPr/>
          </p:nvSpPr>
          <p:spPr bwMode="auto">
            <a:xfrm flipH="1">
              <a:off x="8734368" y="2084432"/>
              <a:ext cx="697335" cy="32625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2873" name="组合 12872">
              <a:extLst>
                <a:ext uri="{FF2B5EF4-FFF2-40B4-BE49-F238E27FC236}">
                  <a16:creationId xmlns:a16="http://schemas.microsoft.com/office/drawing/2014/main" id="{9B0E8220-231E-5B50-819C-E4B9C37E0B34}"/>
                </a:ext>
              </a:extLst>
            </p:cNvPr>
            <p:cNvGrpSpPr/>
            <p:nvPr/>
          </p:nvGrpSpPr>
          <p:grpSpPr>
            <a:xfrm flipH="1">
              <a:off x="8437166" y="2155222"/>
              <a:ext cx="190082" cy="178093"/>
              <a:chOff x="3472900" y="2697194"/>
              <a:chExt cx="346984" cy="346984"/>
            </a:xfrm>
          </p:grpSpPr>
          <p:sp>
            <p:nvSpPr>
              <p:cNvPr id="12880" name="Oval 15540">
                <a:extLst>
                  <a:ext uri="{FF2B5EF4-FFF2-40B4-BE49-F238E27FC236}">
                    <a16:creationId xmlns:a16="http://schemas.microsoft.com/office/drawing/2014/main" id="{A4FE909B-76F6-ECE6-E10C-3F19B959311B}"/>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12881" name="Oval 15540">
                <a:extLst>
                  <a:ext uri="{FF2B5EF4-FFF2-40B4-BE49-F238E27FC236}">
                    <a16:creationId xmlns:a16="http://schemas.microsoft.com/office/drawing/2014/main" id="{DB50EBFC-9C84-18B8-538E-1FE6A2B73EC9}"/>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2882" name="Line 15541">
                <a:extLst>
                  <a:ext uri="{FF2B5EF4-FFF2-40B4-BE49-F238E27FC236}">
                    <a16:creationId xmlns:a16="http://schemas.microsoft.com/office/drawing/2014/main" id="{7C2A7093-DFFA-B0B3-3097-3CFFECD5C865}"/>
                  </a:ext>
                </a:extLst>
              </p:cNvPr>
              <p:cNvCxnSpPr>
                <a:cxnSpLocks/>
                <a:stCxn id="12881" idx="1"/>
                <a:endCxn id="12881"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2874" name="组合 12873">
              <a:extLst>
                <a:ext uri="{FF2B5EF4-FFF2-40B4-BE49-F238E27FC236}">
                  <a16:creationId xmlns:a16="http://schemas.microsoft.com/office/drawing/2014/main" id="{D508EE77-F425-CBCD-9C2B-F6E536430892}"/>
                </a:ext>
              </a:extLst>
            </p:cNvPr>
            <p:cNvGrpSpPr/>
            <p:nvPr/>
          </p:nvGrpSpPr>
          <p:grpSpPr>
            <a:xfrm flipH="1">
              <a:off x="8463967" y="2535385"/>
              <a:ext cx="104179" cy="97609"/>
              <a:chOff x="9253470" y="1351580"/>
              <a:chExt cx="133734" cy="133734"/>
            </a:xfrm>
          </p:grpSpPr>
          <p:sp>
            <p:nvSpPr>
              <p:cNvPr id="12878" name="Oval 15540">
                <a:extLst>
                  <a:ext uri="{FF2B5EF4-FFF2-40B4-BE49-F238E27FC236}">
                    <a16:creationId xmlns:a16="http://schemas.microsoft.com/office/drawing/2014/main" id="{474B47C6-C886-B4A1-BAC1-8F8898D02B8D}"/>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2879" name="Line 15541">
                <a:extLst>
                  <a:ext uri="{FF2B5EF4-FFF2-40B4-BE49-F238E27FC236}">
                    <a16:creationId xmlns:a16="http://schemas.microsoft.com/office/drawing/2014/main" id="{30E051DA-0FA6-CAC9-A50D-88E6650F7512}"/>
                  </a:ext>
                </a:extLst>
              </p:cNvPr>
              <p:cNvCxnSpPr>
                <a:cxnSpLocks/>
                <a:stCxn id="12878" idx="1"/>
                <a:endCxn id="1287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12875" name="组合 12874">
              <a:extLst>
                <a:ext uri="{FF2B5EF4-FFF2-40B4-BE49-F238E27FC236}">
                  <a16:creationId xmlns:a16="http://schemas.microsoft.com/office/drawing/2014/main" id="{4E92C6E0-FE0D-0764-CBD4-15161202D052}"/>
                </a:ext>
              </a:extLst>
            </p:cNvPr>
            <p:cNvGrpSpPr/>
            <p:nvPr/>
          </p:nvGrpSpPr>
          <p:grpSpPr>
            <a:xfrm flipH="1">
              <a:off x="9646542" y="2201418"/>
              <a:ext cx="104179" cy="97609"/>
              <a:chOff x="9253470" y="1351580"/>
              <a:chExt cx="133734" cy="133734"/>
            </a:xfrm>
          </p:grpSpPr>
          <p:sp>
            <p:nvSpPr>
              <p:cNvPr id="12876" name="Oval 15540">
                <a:extLst>
                  <a:ext uri="{FF2B5EF4-FFF2-40B4-BE49-F238E27FC236}">
                    <a16:creationId xmlns:a16="http://schemas.microsoft.com/office/drawing/2014/main" id="{76392025-BD08-729B-BF00-DA780EF01AD9}"/>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12877" name="Line 15541">
                <a:extLst>
                  <a:ext uri="{FF2B5EF4-FFF2-40B4-BE49-F238E27FC236}">
                    <a16:creationId xmlns:a16="http://schemas.microsoft.com/office/drawing/2014/main" id="{9AA09F87-04B3-1AB0-58D6-EC8925230E8B}"/>
                  </a:ext>
                </a:extLst>
              </p:cNvPr>
              <p:cNvCxnSpPr>
                <a:cxnSpLocks/>
                <a:stCxn id="12876" idx="1"/>
                <a:endCxn id="12876"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grpSp>
        <p:nvGrpSpPr>
          <p:cNvPr id="12915" name="组合 12914">
            <a:extLst>
              <a:ext uri="{FF2B5EF4-FFF2-40B4-BE49-F238E27FC236}">
                <a16:creationId xmlns:a16="http://schemas.microsoft.com/office/drawing/2014/main" id="{0B2BC479-49AB-E931-0083-5BF7A2C78431}"/>
              </a:ext>
            </a:extLst>
          </p:cNvPr>
          <p:cNvGrpSpPr/>
          <p:nvPr/>
        </p:nvGrpSpPr>
        <p:grpSpPr>
          <a:xfrm>
            <a:off x="5916804" y="1837532"/>
            <a:ext cx="1973080" cy="1970548"/>
            <a:chOff x="5038645" y="2587651"/>
            <a:chExt cx="2500386" cy="2497177"/>
          </a:xfrm>
        </p:grpSpPr>
        <p:sp>
          <p:nvSpPr>
            <p:cNvPr id="12916" name="流程图: 接点 410645">
              <a:extLst>
                <a:ext uri="{FF2B5EF4-FFF2-40B4-BE49-F238E27FC236}">
                  <a16:creationId xmlns:a16="http://schemas.microsoft.com/office/drawing/2014/main" id="{42B7D89B-1F03-4B60-A7D7-AEDA45113AFA}"/>
                </a:ext>
              </a:extLst>
            </p:cNvPr>
            <p:cNvSpPr/>
            <p:nvPr/>
          </p:nvSpPr>
          <p:spPr>
            <a:xfrm>
              <a:off x="5038645" y="2587651"/>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17" name="流程图: 接点 410646">
              <a:extLst>
                <a:ext uri="{FF2B5EF4-FFF2-40B4-BE49-F238E27FC236}">
                  <a16:creationId xmlns:a16="http://schemas.microsoft.com/office/drawing/2014/main" id="{812958FA-C684-167D-2F29-F5DC122F383E}"/>
                </a:ext>
              </a:extLst>
            </p:cNvPr>
            <p:cNvSpPr/>
            <p:nvPr/>
          </p:nvSpPr>
          <p:spPr>
            <a:xfrm>
              <a:off x="5132024" y="2673757"/>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918" name="直接连接符 410648">
              <a:extLst>
                <a:ext uri="{FF2B5EF4-FFF2-40B4-BE49-F238E27FC236}">
                  <a16:creationId xmlns:a16="http://schemas.microsoft.com/office/drawing/2014/main" id="{D206EE26-91F7-3CCD-38F0-463779EABF6C}"/>
                </a:ext>
              </a:extLst>
            </p:cNvPr>
            <p:cNvCxnSpPr>
              <a:cxnSpLocks/>
            </p:cNvCxnSpPr>
            <p:nvPr/>
          </p:nvCxnSpPr>
          <p:spPr>
            <a:xfrm>
              <a:off x="6148453" y="3573725"/>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919" name="加号 12918">
              <a:extLst>
                <a:ext uri="{FF2B5EF4-FFF2-40B4-BE49-F238E27FC236}">
                  <a16:creationId xmlns:a16="http://schemas.microsoft.com/office/drawing/2014/main" id="{AD223624-0B7D-FE98-2DD3-5A7CCFCF9213}"/>
                </a:ext>
              </a:extLst>
            </p:cNvPr>
            <p:cNvSpPr/>
            <p:nvPr/>
          </p:nvSpPr>
          <p:spPr>
            <a:xfrm>
              <a:off x="6456443" y="2867209"/>
              <a:ext cx="302025" cy="374560"/>
            </a:xfrm>
            <a:prstGeom prst="mathPlus">
              <a:avLst>
                <a:gd name="adj1" fmla="val 13622"/>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920" name="直接连接符 410648">
              <a:extLst>
                <a:ext uri="{FF2B5EF4-FFF2-40B4-BE49-F238E27FC236}">
                  <a16:creationId xmlns:a16="http://schemas.microsoft.com/office/drawing/2014/main" id="{572A77A3-D023-9D7E-A2C8-12B3F6757D95}"/>
                </a:ext>
              </a:extLst>
            </p:cNvPr>
            <p:cNvCxnSpPr>
              <a:cxnSpLocks/>
            </p:cNvCxnSpPr>
            <p:nvPr/>
          </p:nvCxnSpPr>
          <p:spPr>
            <a:xfrm>
              <a:off x="6148453" y="3019487"/>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21" name="直接连接符 410647">
              <a:extLst>
                <a:ext uri="{FF2B5EF4-FFF2-40B4-BE49-F238E27FC236}">
                  <a16:creationId xmlns:a16="http://schemas.microsoft.com/office/drawing/2014/main" id="{00F65375-1723-DBF4-0D90-C318591BEF04}"/>
                </a:ext>
              </a:extLst>
            </p:cNvPr>
            <p:cNvCxnSpPr>
              <a:cxnSpLocks/>
              <a:stCxn id="12917" idx="2"/>
              <a:endCxn id="12917" idx="6"/>
            </p:cNvCxnSpPr>
            <p:nvPr/>
          </p:nvCxnSpPr>
          <p:spPr>
            <a:xfrm>
              <a:off x="5132024" y="3832906"/>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22" name="直接连接符 410648">
              <a:extLst>
                <a:ext uri="{FF2B5EF4-FFF2-40B4-BE49-F238E27FC236}">
                  <a16:creationId xmlns:a16="http://schemas.microsoft.com/office/drawing/2014/main" id="{ADFFF044-F8FE-35FE-CC46-5C7DB7864DF0}"/>
                </a:ext>
              </a:extLst>
            </p:cNvPr>
            <p:cNvCxnSpPr>
              <a:cxnSpLocks/>
            </p:cNvCxnSpPr>
            <p:nvPr/>
          </p:nvCxnSpPr>
          <p:spPr>
            <a:xfrm>
              <a:off x="5275062" y="3290886"/>
              <a:ext cx="20447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923" name="组合 12922">
              <a:extLst>
                <a:ext uri="{FF2B5EF4-FFF2-40B4-BE49-F238E27FC236}">
                  <a16:creationId xmlns:a16="http://schemas.microsoft.com/office/drawing/2014/main" id="{B332BF2E-0977-06AE-5EF0-33F946EBE23C}"/>
                </a:ext>
              </a:extLst>
            </p:cNvPr>
            <p:cNvGrpSpPr/>
            <p:nvPr/>
          </p:nvGrpSpPr>
          <p:grpSpPr>
            <a:xfrm>
              <a:off x="6200891" y="2798150"/>
              <a:ext cx="190334" cy="987884"/>
              <a:chOff x="6186529" y="2798150"/>
              <a:chExt cx="216251" cy="987884"/>
            </a:xfrm>
          </p:grpSpPr>
          <p:cxnSp>
            <p:nvCxnSpPr>
              <p:cNvPr id="12928" name="直接连接符 410648">
                <a:extLst>
                  <a:ext uri="{FF2B5EF4-FFF2-40B4-BE49-F238E27FC236}">
                    <a16:creationId xmlns:a16="http://schemas.microsoft.com/office/drawing/2014/main" id="{DCC704EF-7A55-FB6C-CFDC-612DFA68E686}"/>
                  </a:ext>
                </a:extLst>
              </p:cNvPr>
              <p:cNvCxnSpPr>
                <a:cxnSpLocks/>
              </p:cNvCxnSpPr>
              <p:nvPr/>
            </p:nvCxnSpPr>
            <p:spPr>
              <a:xfrm>
                <a:off x="6186529" y="34100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29" name="直接连接符 410648">
                <a:extLst>
                  <a:ext uri="{FF2B5EF4-FFF2-40B4-BE49-F238E27FC236}">
                    <a16:creationId xmlns:a16="http://schemas.microsoft.com/office/drawing/2014/main" id="{418F70F0-A010-F287-E5CF-3FBBFC8307DD}"/>
                  </a:ext>
                </a:extLst>
              </p:cNvPr>
              <p:cNvCxnSpPr>
                <a:cxnSpLocks/>
              </p:cNvCxnSpPr>
              <p:nvPr/>
            </p:nvCxnSpPr>
            <p:spPr>
              <a:xfrm>
                <a:off x="6186529" y="34653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0" name="直接连接符 410648">
                <a:extLst>
                  <a:ext uri="{FF2B5EF4-FFF2-40B4-BE49-F238E27FC236}">
                    <a16:creationId xmlns:a16="http://schemas.microsoft.com/office/drawing/2014/main" id="{D939A267-3C04-02FC-B1F0-7CAE6DCBC3C9}"/>
                  </a:ext>
                </a:extLst>
              </p:cNvPr>
              <p:cNvCxnSpPr>
                <a:cxnSpLocks/>
              </p:cNvCxnSpPr>
              <p:nvPr/>
            </p:nvCxnSpPr>
            <p:spPr>
              <a:xfrm>
                <a:off x="6186529" y="33534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1" name="直接连接符 410648">
                <a:extLst>
                  <a:ext uri="{FF2B5EF4-FFF2-40B4-BE49-F238E27FC236}">
                    <a16:creationId xmlns:a16="http://schemas.microsoft.com/office/drawing/2014/main" id="{7BEFE2BB-FD87-4CCE-7F39-EBB2CC4BA712}"/>
                  </a:ext>
                </a:extLst>
              </p:cNvPr>
              <p:cNvCxnSpPr>
                <a:cxnSpLocks/>
              </p:cNvCxnSpPr>
              <p:nvPr/>
            </p:nvCxnSpPr>
            <p:spPr>
              <a:xfrm>
                <a:off x="6186529" y="35193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2" name="直接连接符 410648">
                <a:extLst>
                  <a:ext uri="{FF2B5EF4-FFF2-40B4-BE49-F238E27FC236}">
                    <a16:creationId xmlns:a16="http://schemas.microsoft.com/office/drawing/2014/main" id="{7C55E902-B678-00EA-ABBE-2E6AE0D85956}"/>
                  </a:ext>
                </a:extLst>
              </p:cNvPr>
              <p:cNvCxnSpPr>
                <a:cxnSpLocks/>
              </p:cNvCxnSpPr>
              <p:nvPr/>
            </p:nvCxnSpPr>
            <p:spPr>
              <a:xfrm>
                <a:off x="6186529" y="36767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3" name="直接连接符 410648">
                <a:extLst>
                  <a:ext uri="{FF2B5EF4-FFF2-40B4-BE49-F238E27FC236}">
                    <a16:creationId xmlns:a16="http://schemas.microsoft.com/office/drawing/2014/main" id="{54CBD40D-A1E5-42B7-28F8-03995E3613F5}"/>
                  </a:ext>
                </a:extLst>
              </p:cNvPr>
              <p:cNvCxnSpPr>
                <a:cxnSpLocks/>
              </p:cNvCxnSpPr>
              <p:nvPr/>
            </p:nvCxnSpPr>
            <p:spPr>
              <a:xfrm>
                <a:off x="6186529" y="37320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4" name="直接连接符 410648">
                <a:extLst>
                  <a:ext uri="{FF2B5EF4-FFF2-40B4-BE49-F238E27FC236}">
                    <a16:creationId xmlns:a16="http://schemas.microsoft.com/office/drawing/2014/main" id="{A71DD967-5D68-900B-5237-46394F93190C}"/>
                  </a:ext>
                </a:extLst>
              </p:cNvPr>
              <p:cNvCxnSpPr>
                <a:cxnSpLocks/>
              </p:cNvCxnSpPr>
              <p:nvPr/>
            </p:nvCxnSpPr>
            <p:spPr>
              <a:xfrm>
                <a:off x="6186529" y="36201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5" name="直接连接符 410648">
                <a:extLst>
                  <a:ext uri="{FF2B5EF4-FFF2-40B4-BE49-F238E27FC236}">
                    <a16:creationId xmlns:a16="http://schemas.microsoft.com/office/drawing/2014/main" id="{5AFD0345-F9C5-6ADD-69E5-E9A7A98CAAF4}"/>
                  </a:ext>
                </a:extLst>
              </p:cNvPr>
              <p:cNvCxnSpPr>
                <a:cxnSpLocks/>
              </p:cNvCxnSpPr>
              <p:nvPr/>
            </p:nvCxnSpPr>
            <p:spPr>
              <a:xfrm>
                <a:off x="6186529" y="37860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6" name="直接连接符 410648">
                <a:extLst>
                  <a:ext uri="{FF2B5EF4-FFF2-40B4-BE49-F238E27FC236}">
                    <a16:creationId xmlns:a16="http://schemas.microsoft.com/office/drawing/2014/main" id="{29490BC9-B9FE-B51A-F484-DE55ECF65AB4}"/>
                  </a:ext>
                </a:extLst>
              </p:cNvPr>
              <p:cNvCxnSpPr>
                <a:cxnSpLocks/>
              </p:cNvCxnSpPr>
              <p:nvPr/>
            </p:nvCxnSpPr>
            <p:spPr>
              <a:xfrm>
                <a:off x="6186529" y="312743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7" name="直接连接符 410648">
                <a:extLst>
                  <a:ext uri="{FF2B5EF4-FFF2-40B4-BE49-F238E27FC236}">
                    <a16:creationId xmlns:a16="http://schemas.microsoft.com/office/drawing/2014/main" id="{9AE995CA-DEBA-E290-5638-C4869A39EE6D}"/>
                  </a:ext>
                </a:extLst>
              </p:cNvPr>
              <p:cNvCxnSpPr>
                <a:cxnSpLocks/>
              </p:cNvCxnSpPr>
              <p:nvPr/>
            </p:nvCxnSpPr>
            <p:spPr>
              <a:xfrm>
                <a:off x="6186529" y="318278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8" name="直接连接符 410648">
                <a:extLst>
                  <a:ext uri="{FF2B5EF4-FFF2-40B4-BE49-F238E27FC236}">
                    <a16:creationId xmlns:a16="http://schemas.microsoft.com/office/drawing/2014/main" id="{6390A4BD-A078-250E-F740-1E4B82588CA5}"/>
                  </a:ext>
                </a:extLst>
              </p:cNvPr>
              <p:cNvCxnSpPr>
                <a:cxnSpLocks/>
              </p:cNvCxnSpPr>
              <p:nvPr/>
            </p:nvCxnSpPr>
            <p:spPr>
              <a:xfrm>
                <a:off x="6186529" y="3070911"/>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39" name="直接连接符 410648">
                <a:extLst>
                  <a:ext uri="{FF2B5EF4-FFF2-40B4-BE49-F238E27FC236}">
                    <a16:creationId xmlns:a16="http://schemas.microsoft.com/office/drawing/2014/main" id="{5A351B40-5297-8DA5-C1BF-C928752E3BA4}"/>
                  </a:ext>
                </a:extLst>
              </p:cNvPr>
              <p:cNvCxnSpPr>
                <a:cxnSpLocks/>
              </p:cNvCxnSpPr>
              <p:nvPr/>
            </p:nvCxnSpPr>
            <p:spPr>
              <a:xfrm>
                <a:off x="6186529" y="32367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40" name="直接连接符 410648">
                <a:extLst>
                  <a:ext uri="{FF2B5EF4-FFF2-40B4-BE49-F238E27FC236}">
                    <a16:creationId xmlns:a16="http://schemas.microsoft.com/office/drawing/2014/main" id="{AC85D582-B3E2-275F-7837-62E713EFFDE9}"/>
                  </a:ext>
                </a:extLst>
              </p:cNvPr>
              <p:cNvCxnSpPr>
                <a:cxnSpLocks/>
              </p:cNvCxnSpPr>
              <p:nvPr/>
            </p:nvCxnSpPr>
            <p:spPr>
              <a:xfrm>
                <a:off x="6186529" y="285467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41" name="直接连接符 410648">
                <a:extLst>
                  <a:ext uri="{FF2B5EF4-FFF2-40B4-BE49-F238E27FC236}">
                    <a16:creationId xmlns:a16="http://schemas.microsoft.com/office/drawing/2014/main" id="{86A8B4EB-5E96-43DF-4458-9B7F5D70D291}"/>
                  </a:ext>
                </a:extLst>
              </p:cNvPr>
              <p:cNvCxnSpPr>
                <a:cxnSpLocks/>
              </p:cNvCxnSpPr>
              <p:nvPr/>
            </p:nvCxnSpPr>
            <p:spPr>
              <a:xfrm>
                <a:off x="6186529" y="291002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42" name="直接连接符 410648">
                <a:extLst>
                  <a:ext uri="{FF2B5EF4-FFF2-40B4-BE49-F238E27FC236}">
                    <a16:creationId xmlns:a16="http://schemas.microsoft.com/office/drawing/2014/main" id="{71BDECBA-68AB-FA58-3695-C41A48B27CF2}"/>
                  </a:ext>
                </a:extLst>
              </p:cNvPr>
              <p:cNvCxnSpPr>
                <a:cxnSpLocks/>
              </p:cNvCxnSpPr>
              <p:nvPr/>
            </p:nvCxnSpPr>
            <p:spPr>
              <a:xfrm>
                <a:off x="6186529" y="279815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43" name="直接连接符 410648">
                <a:extLst>
                  <a:ext uri="{FF2B5EF4-FFF2-40B4-BE49-F238E27FC236}">
                    <a16:creationId xmlns:a16="http://schemas.microsoft.com/office/drawing/2014/main" id="{9FE32D10-4D8A-337D-B32F-F7E830622739}"/>
                  </a:ext>
                </a:extLst>
              </p:cNvPr>
              <p:cNvCxnSpPr>
                <a:cxnSpLocks/>
              </p:cNvCxnSpPr>
              <p:nvPr/>
            </p:nvCxnSpPr>
            <p:spPr>
              <a:xfrm>
                <a:off x="6186529" y="296399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924" name="直接连接符 410648">
              <a:extLst>
                <a:ext uri="{FF2B5EF4-FFF2-40B4-BE49-F238E27FC236}">
                  <a16:creationId xmlns:a16="http://schemas.microsoft.com/office/drawing/2014/main" id="{85995EF4-164F-A37C-9288-EA5353556E74}"/>
                </a:ext>
              </a:extLst>
            </p:cNvPr>
            <p:cNvCxnSpPr>
              <a:cxnSpLocks/>
            </p:cNvCxnSpPr>
            <p:nvPr/>
          </p:nvCxnSpPr>
          <p:spPr>
            <a:xfrm>
              <a:off x="6155320" y="2742187"/>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25" name="直接连接符 410649">
              <a:extLst>
                <a:ext uri="{FF2B5EF4-FFF2-40B4-BE49-F238E27FC236}">
                  <a16:creationId xmlns:a16="http://schemas.microsoft.com/office/drawing/2014/main" id="{6AA63609-A388-135D-5E36-9AB4744F2871}"/>
                </a:ext>
              </a:extLst>
            </p:cNvPr>
            <p:cNvCxnSpPr>
              <a:cxnSpLocks/>
            </p:cNvCxnSpPr>
            <p:nvPr/>
          </p:nvCxnSpPr>
          <p:spPr>
            <a:xfrm>
              <a:off x="6292083" y="2673757"/>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926" name="矩形 12925">
              <a:extLst>
                <a:ext uri="{FF2B5EF4-FFF2-40B4-BE49-F238E27FC236}">
                  <a16:creationId xmlns:a16="http://schemas.microsoft.com/office/drawing/2014/main" id="{CC53CF4A-E37B-BF68-DB70-04ABF2E91025}"/>
                </a:ext>
              </a:extLst>
            </p:cNvPr>
            <p:cNvSpPr/>
            <p:nvPr/>
          </p:nvSpPr>
          <p:spPr>
            <a:xfrm>
              <a:off x="6049057" y="4028784"/>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27" name="加号 12926">
              <a:extLst>
                <a:ext uri="{FF2B5EF4-FFF2-40B4-BE49-F238E27FC236}">
                  <a16:creationId xmlns:a16="http://schemas.microsoft.com/office/drawing/2014/main" id="{FF6110A8-FD96-04F0-D2BD-39E0178B767F}"/>
                </a:ext>
              </a:extLst>
            </p:cNvPr>
            <p:cNvSpPr/>
            <p:nvPr/>
          </p:nvSpPr>
          <p:spPr>
            <a:xfrm>
              <a:off x="6137643" y="4089753"/>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36" name="椭圆 6335">
            <a:extLst>
              <a:ext uri="{FF2B5EF4-FFF2-40B4-BE49-F238E27FC236}">
                <a16:creationId xmlns:a16="http://schemas.microsoft.com/office/drawing/2014/main" id="{B462CC66-0E41-4B3C-FDCC-CC27903378BA}"/>
              </a:ext>
            </a:extLst>
          </p:cNvPr>
          <p:cNvSpPr/>
          <p:nvPr/>
        </p:nvSpPr>
        <p:spPr>
          <a:xfrm>
            <a:off x="9288023" y="3088167"/>
            <a:ext cx="310894" cy="301658"/>
          </a:xfrm>
          <a:prstGeom prst="ellipse">
            <a:avLst/>
          </a:prstGeom>
          <a:no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6337" name="矩形 6336">
            <a:extLst>
              <a:ext uri="{FF2B5EF4-FFF2-40B4-BE49-F238E27FC236}">
                <a16:creationId xmlns:a16="http://schemas.microsoft.com/office/drawing/2014/main" id="{720600E2-6773-EDA6-CDDB-77F902E378D0}"/>
              </a:ext>
            </a:extLst>
          </p:cNvPr>
          <p:cNvSpPr/>
          <p:nvPr/>
        </p:nvSpPr>
        <p:spPr>
          <a:xfrm>
            <a:off x="224603" y="778401"/>
            <a:ext cx="3360420" cy="583565"/>
          </a:xfrm>
          <a:prstGeom prst="rect">
            <a:avLst/>
          </a:prstGeom>
        </p:spPr>
        <p:txBody>
          <a:bodyPr wrap="none">
            <a:spAutoFit/>
          </a:bodyPr>
          <a:lstStyle/>
          <a:p>
            <a:r>
              <a:rPr lang="en-US" altLang="zh-CN"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3.2 </a:t>
            </a:r>
            <a:r>
              <a:rPr lang="zh-CN" altLang="en-US"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分光计的调整</a:t>
            </a:r>
          </a:p>
        </p:txBody>
      </p:sp>
      <p:sp>
        <p:nvSpPr>
          <p:cNvPr id="6352" name="灯片编号占位符 2">
            <a:extLst>
              <a:ext uri="{FF2B5EF4-FFF2-40B4-BE49-F238E27FC236}">
                <a16:creationId xmlns:a16="http://schemas.microsoft.com/office/drawing/2014/main" id="{68465E42-1994-7501-0ED2-5DD877999B16}"/>
              </a:ext>
            </a:extLst>
          </p:cNvPr>
          <p:cNvSpPr>
            <a:spLocks noGrp="1"/>
          </p:cNvSpPr>
          <p:nvPr>
            <p:ph type="sldNum" sz="quarter" idx="12"/>
          </p:nvPr>
        </p:nvSpPr>
        <p:spPr>
          <a:xfrm>
            <a:off x="9218930" y="6492877"/>
            <a:ext cx="2743200" cy="365125"/>
          </a:xfrm>
        </p:spPr>
        <p:txBody>
          <a:bodyPr/>
          <a:lstStyle/>
          <a:p>
            <a:r>
              <a:rPr lang="en-US" altLang="zh-CN" sz="1600" b="1" dirty="0"/>
              <a:t>13</a:t>
            </a:r>
            <a:endParaRPr lang="zh-CN" altLang="en-US" sz="1600" b="1" dirty="0"/>
          </a:p>
        </p:txBody>
      </p:sp>
      <p:cxnSp>
        <p:nvCxnSpPr>
          <p:cNvPr id="2470" name="直线箭头连接符 2469">
            <a:extLst>
              <a:ext uri="{FF2B5EF4-FFF2-40B4-BE49-F238E27FC236}">
                <a16:creationId xmlns:a16="http://schemas.microsoft.com/office/drawing/2014/main" id="{D63E6846-855B-55B2-D9A4-5A9C708CCBD2}"/>
              </a:ext>
            </a:extLst>
          </p:cNvPr>
          <p:cNvCxnSpPr>
            <a:cxnSpLocks/>
          </p:cNvCxnSpPr>
          <p:nvPr/>
        </p:nvCxnSpPr>
        <p:spPr>
          <a:xfrm flipH="1" flipV="1">
            <a:off x="1610243" y="2399411"/>
            <a:ext cx="1201357" cy="45339"/>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2476" name="直线箭头连接符 2475">
            <a:extLst>
              <a:ext uri="{FF2B5EF4-FFF2-40B4-BE49-F238E27FC236}">
                <a16:creationId xmlns:a16="http://schemas.microsoft.com/office/drawing/2014/main" id="{B8DF39BF-198A-D6CE-92F2-992A46B271AC}"/>
              </a:ext>
            </a:extLst>
          </p:cNvPr>
          <p:cNvCxnSpPr>
            <a:cxnSpLocks/>
          </p:cNvCxnSpPr>
          <p:nvPr/>
        </p:nvCxnSpPr>
        <p:spPr>
          <a:xfrm flipV="1">
            <a:off x="1645122" y="2317750"/>
            <a:ext cx="1173958" cy="88557"/>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12845" name="直线箭头连接符 12844">
            <a:extLst>
              <a:ext uri="{FF2B5EF4-FFF2-40B4-BE49-F238E27FC236}">
                <a16:creationId xmlns:a16="http://schemas.microsoft.com/office/drawing/2014/main" id="{E279318F-3925-B057-238D-362115D4900B}"/>
              </a:ext>
            </a:extLst>
          </p:cNvPr>
          <p:cNvCxnSpPr>
            <a:cxnSpLocks/>
          </p:cNvCxnSpPr>
          <p:nvPr/>
        </p:nvCxnSpPr>
        <p:spPr>
          <a:xfrm flipH="1" flipV="1">
            <a:off x="1669022" y="2406307"/>
            <a:ext cx="1142578" cy="38093"/>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12846" name="直线箭头连接符 12845">
            <a:extLst>
              <a:ext uri="{FF2B5EF4-FFF2-40B4-BE49-F238E27FC236}">
                <a16:creationId xmlns:a16="http://schemas.microsoft.com/office/drawing/2014/main" id="{E7C6BE59-880E-9EE1-08F4-1652BA82A359}"/>
              </a:ext>
            </a:extLst>
          </p:cNvPr>
          <p:cNvCxnSpPr>
            <a:cxnSpLocks/>
          </p:cNvCxnSpPr>
          <p:nvPr/>
        </p:nvCxnSpPr>
        <p:spPr>
          <a:xfrm flipV="1">
            <a:off x="1720209" y="2317750"/>
            <a:ext cx="1098871" cy="81661"/>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12954" name="直线连接符 12953">
            <a:extLst>
              <a:ext uri="{FF2B5EF4-FFF2-40B4-BE49-F238E27FC236}">
                <a16:creationId xmlns:a16="http://schemas.microsoft.com/office/drawing/2014/main" id="{F6FA6A0D-C4FE-AAE8-F7D9-4477D38EBC85}"/>
              </a:ext>
            </a:extLst>
          </p:cNvPr>
          <p:cNvCxnSpPr>
            <a:cxnSpLocks/>
          </p:cNvCxnSpPr>
          <p:nvPr/>
        </p:nvCxnSpPr>
        <p:spPr>
          <a:xfrm>
            <a:off x="1503924" y="1777269"/>
            <a:ext cx="0" cy="2829383"/>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grpSp>
        <p:nvGrpSpPr>
          <p:cNvPr id="6353" name="组合 6352">
            <a:extLst>
              <a:ext uri="{FF2B5EF4-FFF2-40B4-BE49-F238E27FC236}">
                <a16:creationId xmlns:a16="http://schemas.microsoft.com/office/drawing/2014/main" id="{4BFE418C-ED06-E683-6A4E-3D14A4CF20C2}"/>
              </a:ext>
            </a:extLst>
          </p:cNvPr>
          <p:cNvGrpSpPr/>
          <p:nvPr/>
        </p:nvGrpSpPr>
        <p:grpSpPr>
          <a:xfrm>
            <a:off x="-5664" y="234087"/>
            <a:ext cx="12197666" cy="491115"/>
            <a:chOff x="-5664" y="377519"/>
            <a:chExt cx="12197666" cy="491115"/>
          </a:xfrm>
        </p:grpSpPr>
        <p:sp>
          <p:nvSpPr>
            <p:cNvPr id="6354" name="矩形 6353">
              <a:extLst>
                <a:ext uri="{FF2B5EF4-FFF2-40B4-BE49-F238E27FC236}">
                  <a16:creationId xmlns:a16="http://schemas.microsoft.com/office/drawing/2014/main" id="{F0FADC2F-D809-8382-8F5D-C6391B32A400}"/>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355" name="圆角矩形 6354">
              <a:extLst>
                <a:ext uri="{FF2B5EF4-FFF2-40B4-BE49-F238E27FC236}">
                  <a16:creationId xmlns:a16="http://schemas.microsoft.com/office/drawing/2014/main" id="{AE021BF6-9F6F-07A6-5EBA-D3DB12F475BB}"/>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defRPr/>
              </a:pPr>
              <a:r>
                <a:rPr lang="en-US" altLang="zh-CN" sz="3600" dirty="0">
                  <a:solidFill>
                    <a:prstClr val="white"/>
                  </a:solidFill>
                  <a:latin typeface="等线" panose="02110004020202020204"/>
                  <a:ea typeface="等线" panose="02010600030101010101" pitchFamily="2" charset="-122"/>
                </a:rPr>
                <a:t>3</a:t>
              </a:r>
              <a:endParaRPr lang="zh-CN" altLang="en-US" sz="3600" dirty="0">
                <a:solidFill>
                  <a:prstClr val="white"/>
                </a:solidFill>
                <a:latin typeface="等线" panose="02110004020202020204"/>
                <a:ea typeface="等线" panose="02010600030101010101" pitchFamily="2" charset="-122"/>
              </a:endParaRPr>
            </a:p>
          </p:txBody>
        </p:sp>
        <p:sp>
          <p:nvSpPr>
            <p:cNvPr id="6356" name="文本框 6355">
              <a:extLst>
                <a:ext uri="{FF2B5EF4-FFF2-40B4-BE49-F238E27FC236}">
                  <a16:creationId xmlns:a16="http://schemas.microsoft.com/office/drawing/2014/main" id="{3CF8C9B7-3C18-875D-093F-6C810D943738}"/>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6357" name="矩形 6356">
              <a:extLst>
                <a:ext uri="{FF2B5EF4-FFF2-40B4-BE49-F238E27FC236}">
                  <a16:creationId xmlns:a16="http://schemas.microsoft.com/office/drawing/2014/main" id="{156974FD-3CC1-8FBE-38E2-2863CD78B9ED}"/>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6358" name="组 398">
              <a:extLst>
                <a:ext uri="{FF2B5EF4-FFF2-40B4-BE49-F238E27FC236}">
                  <a16:creationId xmlns:a16="http://schemas.microsoft.com/office/drawing/2014/main" id="{BB47DAFC-4D1E-8211-2C60-AEC283292A39}"/>
                </a:ext>
              </a:extLst>
            </p:cNvPr>
            <p:cNvGrpSpPr/>
            <p:nvPr/>
          </p:nvGrpSpPr>
          <p:grpSpPr>
            <a:xfrm>
              <a:off x="11454106" y="380935"/>
              <a:ext cx="737892" cy="484288"/>
              <a:chOff x="11454105" y="252856"/>
              <a:chExt cx="737892" cy="484288"/>
            </a:xfrm>
          </p:grpSpPr>
          <p:grpSp>
            <p:nvGrpSpPr>
              <p:cNvPr id="6394" name="组 400">
                <a:extLst>
                  <a:ext uri="{FF2B5EF4-FFF2-40B4-BE49-F238E27FC236}">
                    <a16:creationId xmlns:a16="http://schemas.microsoft.com/office/drawing/2014/main" id="{4AB6F915-6B87-F436-4E6F-D2035582CEF2}"/>
                  </a:ext>
                </a:extLst>
              </p:cNvPr>
              <p:cNvGrpSpPr/>
              <p:nvPr/>
            </p:nvGrpSpPr>
            <p:grpSpPr>
              <a:xfrm>
                <a:off x="12039604" y="252856"/>
                <a:ext cx="152393" cy="484287"/>
                <a:chOff x="12039604" y="252856"/>
                <a:chExt cx="152393" cy="484287"/>
              </a:xfrm>
            </p:grpSpPr>
            <p:sp>
              <p:nvSpPr>
                <p:cNvPr id="6398" name="圆角矩形 6397">
                  <a:extLst>
                    <a:ext uri="{FF2B5EF4-FFF2-40B4-BE49-F238E27FC236}">
                      <a16:creationId xmlns:a16="http://schemas.microsoft.com/office/drawing/2014/main" id="{7633D69F-C14F-B22C-B37E-F6D9DF9DD616}"/>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99" name="圆角矩形 6398">
                  <a:extLst>
                    <a:ext uri="{FF2B5EF4-FFF2-40B4-BE49-F238E27FC236}">
                      <a16:creationId xmlns:a16="http://schemas.microsoft.com/office/drawing/2014/main" id="{58986838-9E74-525C-B1F6-22DC6A00145D}"/>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44" name="圆角矩形 12943">
                  <a:extLst>
                    <a:ext uri="{FF2B5EF4-FFF2-40B4-BE49-F238E27FC236}">
                      <a16:creationId xmlns:a16="http://schemas.microsoft.com/office/drawing/2014/main" id="{5281DD88-9E7A-1557-69DB-1EF466165DD2}"/>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45" name="圆角矩形 12944">
                  <a:extLst>
                    <a:ext uri="{FF2B5EF4-FFF2-40B4-BE49-F238E27FC236}">
                      <a16:creationId xmlns:a16="http://schemas.microsoft.com/office/drawing/2014/main" id="{11F1086F-5B49-1B5F-9487-CC2BBC0AA3D8}"/>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46" name="圆角矩形 12945">
                  <a:extLst>
                    <a:ext uri="{FF2B5EF4-FFF2-40B4-BE49-F238E27FC236}">
                      <a16:creationId xmlns:a16="http://schemas.microsoft.com/office/drawing/2014/main" id="{C829B8E3-92BC-182A-98CE-1401A6FEB04C}"/>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95" name="组合 99">
                <a:extLst>
                  <a:ext uri="{FF2B5EF4-FFF2-40B4-BE49-F238E27FC236}">
                    <a16:creationId xmlns:a16="http://schemas.microsoft.com/office/drawing/2014/main" id="{37608E9B-15EE-EDF8-1B8C-A7E2C707F21C}"/>
                  </a:ext>
                </a:extLst>
              </p:cNvPr>
              <p:cNvGrpSpPr/>
              <p:nvPr/>
            </p:nvGrpSpPr>
            <p:grpSpPr>
              <a:xfrm>
                <a:off x="11454105" y="252857"/>
                <a:ext cx="491115" cy="484287"/>
                <a:chOff x="1528923" y="220268"/>
                <a:chExt cx="1284096" cy="1266241"/>
              </a:xfrm>
            </p:grpSpPr>
            <p:sp>
              <p:nvSpPr>
                <p:cNvPr id="6396" name="圆角矩形 6395">
                  <a:extLst>
                    <a:ext uri="{FF2B5EF4-FFF2-40B4-BE49-F238E27FC236}">
                      <a16:creationId xmlns:a16="http://schemas.microsoft.com/office/drawing/2014/main" id="{FBC7BC9A-88C9-6F3E-2EE1-753E8BA7587D}"/>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97" name="Freeform 96">
                  <a:extLst>
                    <a:ext uri="{FF2B5EF4-FFF2-40B4-BE49-F238E27FC236}">
                      <a16:creationId xmlns:a16="http://schemas.microsoft.com/office/drawing/2014/main" id="{8D25C1BC-EC7C-99AD-6E5E-4E126AD4C437}"/>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pic>
        <p:nvPicPr>
          <p:cNvPr id="6338" name="图片 6337">
            <a:extLst>
              <a:ext uri="{FF2B5EF4-FFF2-40B4-BE49-F238E27FC236}">
                <a16:creationId xmlns:a16="http://schemas.microsoft.com/office/drawing/2014/main" id="{F76B6178-977C-89C2-3D01-1937F34760EC}"/>
              </a:ext>
            </a:extLst>
          </p:cNvPr>
          <p:cNvPicPr>
            <a:picLocks noChangeAspect="1"/>
          </p:cNvPicPr>
          <p:nvPr/>
        </p:nvPicPr>
        <p:blipFill>
          <a:blip r:embed="rId4"/>
          <a:stretch>
            <a:fillRect/>
          </a:stretch>
        </p:blipFill>
        <p:spPr>
          <a:xfrm>
            <a:off x="9726165" y="1054265"/>
            <a:ext cx="2490634" cy="1061898"/>
          </a:xfrm>
          <a:prstGeom prst="rect">
            <a:avLst/>
          </a:prstGeom>
          <a:solidFill>
            <a:srgbClr val="FFFF00"/>
          </a:solidFill>
        </p:spPr>
      </p:pic>
    </p:spTree>
    <p:custDataLst>
      <p:tags r:id="rId1"/>
    </p:custDataLst>
    <p:extLst>
      <p:ext uri="{BB962C8B-B14F-4D97-AF65-F5344CB8AC3E}">
        <p14:creationId xmlns:p14="http://schemas.microsoft.com/office/powerpoint/2010/main" val="3389753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6393"/>
                                        </p:tgtEl>
                                        <p:attrNameLst>
                                          <p:attrName>style.visibility</p:attrName>
                                        </p:attrNameLst>
                                      </p:cBhvr>
                                      <p:to>
                                        <p:strVal val="visible"/>
                                      </p:to>
                                    </p:set>
                                    <p:animEffect transition="in" filter="blinds(horizontal)">
                                      <p:cBhvr>
                                        <p:cTn id="16" dur="500"/>
                                        <p:tgtEl>
                                          <p:spTgt spid="6393"/>
                                        </p:tgtEl>
                                      </p:cBhvr>
                                    </p:animEffect>
                                  </p:childTnLst>
                                </p:cTn>
                              </p:par>
                              <p:par>
                                <p:cTn id="17" presetID="3" presetClass="entr" presetSubtype="10" fill="hold" nodeType="withEffect">
                                  <p:stCondLst>
                                    <p:cond delay="0"/>
                                  </p:stCondLst>
                                  <p:childTnLst>
                                    <p:set>
                                      <p:cBhvr>
                                        <p:cTn id="18" dur="1" fill="hold">
                                          <p:stCondLst>
                                            <p:cond delay="0"/>
                                          </p:stCondLst>
                                        </p:cTn>
                                        <p:tgtEl>
                                          <p:spTgt spid="12954"/>
                                        </p:tgtEl>
                                        <p:attrNameLst>
                                          <p:attrName>style.visibility</p:attrName>
                                        </p:attrNameLst>
                                      </p:cBhvr>
                                      <p:to>
                                        <p:strVal val="visible"/>
                                      </p:to>
                                    </p:set>
                                    <p:animEffect transition="in" filter="blinds(horizontal)">
                                      <p:cBhvr>
                                        <p:cTn id="19" dur="500"/>
                                        <p:tgtEl>
                                          <p:spTgt spid="1295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197"/>
                                        </p:tgtEl>
                                        <p:attrNameLst>
                                          <p:attrName>style.visibility</p:attrName>
                                        </p:attrNameLst>
                                      </p:cBhvr>
                                      <p:to>
                                        <p:strVal val="visible"/>
                                      </p:to>
                                    </p:set>
                                    <p:anim calcmode="lin" valueType="num">
                                      <p:cBhvr additive="base">
                                        <p:cTn id="24" dur="500" fill="hold"/>
                                        <p:tgtEl>
                                          <p:spTgt spid="2197"/>
                                        </p:tgtEl>
                                        <p:attrNameLst>
                                          <p:attrName>ppt_x</p:attrName>
                                        </p:attrNameLst>
                                      </p:cBhvr>
                                      <p:tavLst>
                                        <p:tav tm="0">
                                          <p:val>
                                            <p:strVal val="#ppt_x"/>
                                          </p:val>
                                        </p:tav>
                                        <p:tav tm="100000">
                                          <p:val>
                                            <p:strVal val="#ppt_x"/>
                                          </p:val>
                                        </p:tav>
                                      </p:tavLst>
                                    </p:anim>
                                    <p:anim calcmode="lin" valueType="num">
                                      <p:cBhvr additive="base">
                                        <p:cTn id="25" dur="500" fill="hold"/>
                                        <p:tgtEl>
                                          <p:spTgt spid="219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470"/>
                                        </p:tgtEl>
                                        <p:attrNameLst>
                                          <p:attrName>style.visibility</p:attrName>
                                        </p:attrNameLst>
                                      </p:cBhvr>
                                      <p:to>
                                        <p:strVal val="visible"/>
                                      </p:to>
                                    </p:set>
                                    <p:animEffect transition="in" filter="wipe(down)">
                                      <p:cBhvr>
                                        <p:cTn id="30" dur="500"/>
                                        <p:tgtEl>
                                          <p:spTgt spid="2470"/>
                                        </p:tgtEl>
                                      </p:cBhvr>
                                    </p:animEffect>
                                  </p:childTnLst>
                                </p:cTn>
                              </p:par>
                            </p:childTnLst>
                          </p:cTn>
                        </p:par>
                        <p:par>
                          <p:cTn id="31" fill="hold">
                            <p:stCondLst>
                              <p:cond delay="500"/>
                            </p:stCondLst>
                            <p:childTnLst>
                              <p:par>
                                <p:cTn id="32" presetID="22" presetClass="entr" presetSubtype="4" fill="hold" nodeType="afterEffect">
                                  <p:stCondLst>
                                    <p:cond delay="0"/>
                                  </p:stCondLst>
                                  <p:childTnLst>
                                    <p:set>
                                      <p:cBhvr>
                                        <p:cTn id="33" dur="1" fill="hold">
                                          <p:stCondLst>
                                            <p:cond delay="0"/>
                                          </p:stCondLst>
                                        </p:cTn>
                                        <p:tgtEl>
                                          <p:spTgt spid="2476"/>
                                        </p:tgtEl>
                                        <p:attrNameLst>
                                          <p:attrName>style.visibility</p:attrName>
                                        </p:attrNameLst>
                                      </p:cBhvr>
                                      <p:to>
                                        <p:strVal val="visible"/>
                                      </p:to>
                                    </p:set>
                                    <p:animEffect transition="in" filter="wipe(down)">
                                      <p:cBhvr>
                                        <p:cTn id="34" dur="500"/>
                                        <p:tgtEl>
                                          <p:spTgt spid="2476"/>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2370"/>
                                        </p:tgtEl>
                                        <p:attrNameLst>
                                          <p:attrName>style.visibility</p:attrName>
                                        </p:attrNameLst>
                                      </p:cBhvr>
                                      <p:to>
                                        <p:strVal val="visible"/>
                                      </p:to>
                                    </p:set>
                                    <p:animEffect transition="in" filter="wipe(left)">
                                      <p:cBhvr>
                                        <p:cTn id="38" dur="500"/>
                                        <p:tgtEl>
                                          <p:spTgt spid="2370"/>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470"/>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2476"/>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10714"/>
                                        </p:tgtEl>
                                        <p:attrNameLst>
                                          <p:attrName>style.visibility</p:attrName>
                                        </p:attrNameLst>
                                      </p:cBhvr>
                                      <p:to>
                                        <p:strVal val="visible"/>
                                      </p:to>
                                    </p:set>
                                  </p:childTnLst>
                                </p:cTn>
                              </p:par>
                            </p:childTnLst>
                          </p:cTn>
                        </p:par>
                        <p:par>
                          <p:cTn id="49" fill="hold">
                            <p:stCondLst>
                              <p:cond delay="0"/>
                            </p:stCondLst>
                            <p:childTnLst>
                              <p:par>
                                <p:cTn id="50" presetID="1" presetClass="exit" presetSubtype="0" fill="hold" nodeType="afterEffect">
                                  <p:stCondLst>
                                    <p:cond delay="100"/>
                                  </p:stCondLst>
                                  <p:childTnLst>
                                    <p:set>
                                      <p:cBhvr>
                                        <p:cTn id="51" dur="1" fill="hold">
                                          <p:stCondLst>
                                            <p:cond delay="0"/>
                                          </p:stCondLst>
                                        </p:cTn>
                                        <p:tgtEl>
                                          <p:spTgt spid="10714"/>
                                        </p:tgtEl>
                                        <p:attrNameLst>
                                          <p:attrName>style.visibility</p:attrName>
                                        </p:attrNameLst>
                                      </p:cBhvr>
                                      <p:to>
                                        <p:strVal val="hidden"/>
                                      </p:to>
                                    </p:set>
                                  </p:childTnLst>
                                </p:cTn>
                              </p:par>
                              <p:par>
                                <p:cTn id="52" presetID="1" presetClass="entr" presetSubtype="0" fill="hold" nodeType="withEffect">
                                  <p:stCondLst>
                                    <p:cond delay="100"/>
                                  </p:stCondLst>
                                  <p:childTnLst>
                                    <p:set>
                                      <p:cBhvr>
                                        <p:cTn id="53" dur="1" fill="hold">
                                          <p:stCondLst>
                                            <p:cond delay="0"/>
                                          </p:stCondLst>
                                        </p:cTn>
                                        <p:tgtEl>
                                          <p:spTgt spid="10809"/>
                                        </p:tgtEl>
                                        <p:attrNameLst>
                                          <p:attrName>style.visibility</p:attrName>
                                        </p:attrNameLst>
                                      </p:cBhvr>
                                      <p:to>
                                        <p:strVal val="visible"/>
                                      </p:to>
                                    </p:set>
                                  </p:childTnLst>
                                </p:cTn>
                              </p:par>
                            </p:childTnLst>
                          </p:cTn>
                        </p:par>
                        <p:par>
                          <p:cTn id="54" fill="hold">
                            <p:stCondLst>
                              <p:cond delay="100"/>
                            </p:stCondLst>
                            <p:childTnLst>
                              <p:par>
                                <p:cTn id="55" presetID="1" presetClass="exit" presetSubtype="0" fill="hold" nodeType="afterEffect">
                                  <p:stCondLst>
                                    <p:cond delay="100"/>
                                  </p:stCondLst>
                                  <p:childTnLst>
                                    <p:set>
                                      <p:cBhvr>
                                        <p:cTn id="56" dur="1" fill="hold">
                                          <p:stCondLst>
                                            <p:cond delay="0"/>
                                          </p:stCondLst>
                                        </p:cTn>
                                        <p:tgtEl>
                                          <p:spTgt spid="10809"/>
                                        </p:tgtEl>
                                        <p:attrNameLst>
                                          <p:attrName>style.visibility</p:attrName>
                                        </p:attrNameLst>
                                      </p:cBhvr>
                                      <p:to>
                                        <p:strVal val="hidden"/>
                                      </p:to>
                                    </p:set>
                                  </p:childTnLst>
                                </p:cTn>
                              </p:par>
                              <p:par>
                                <p:cTn id="57" presetID="1" presetClass="entr" presetSubtype="0" fill="hold" nodeType="withEffect">
                                  <p:stCondLst>
                                    <p:cond delay="100"/>
                                  </p:stCondLst>
                                  <p:childTnLst>
                                    <p:set>
                                      <p:cBhvr>
                                        <p:cTn id="58" dur="1" fill="hold">
                                          <p:stCondLst>
                                            <p:cond delay="0"/>
                                          </p:stCondLst>
                                        </p:cTn>
                                        <p:tgtEl>
                                          <p:spTgt spid="10904"/>
                                        </p:tgtEl>
                                        <p:attrNameLst>
                                          <p:attrName>style.visibility</p:attrName>
                                        </p:attrNameLst>
                                      </p:cBhvr>
                                      <p:to>
                                        <p:strVal val="visible"/>
                                      </p:to>
                                    </p:set>
                                  </p:childTnLst>
                                </p:cTn>
                              </p:par>
                            </p:childTnLst>
                          </p:cTn>
                        </p:par>
                        <p:par>
                          <p:cTn id="59" fill="hold">
                            <p:stCondLst>
                              <p:cond delay="200"/>
                            </p:stCondLst>
                            <p:childTnLst>
                              <p:par>
                                <p:cTn id="60" presetID="1" presetClass="exit" presetSubtype="0" fill="hold" nodeType="afterEffect">
                                  <p:stCondLst>
                                    <p:cond delay="100"/>
                                  </p:stCondLst>
                                  <p:childTnLst>
                                    <p:set>
                                      <p:cBhvr>
                                        <p:cTn id="61" dur="1" fill="hold">
                                          <p:stCondLst>
                                            <p:cond delay="0"/>
                                          </p:stCondLst>
                                        </p:cTn>
                                        <p:tgtEl>
                                          <p:spTgt spid="10904"/>
                                        </p:tgtEl>
                                        <p:attrNameLst>
                                          <p:attrName>style.visibility</p:attrName>
                                        </p:attrNameLst>
                                      </p:cBhvr>
                                      <p:to>
                                        <p:strVal val="hidden"/>
                                      </p:to>
                                    </p:set>
                                  </p:childTnLst>
                                </p:cTn>
                              </p:par>
                              <p:par>
                                <p:cTn id="62" presetID="1" presetClass="entr" presetSubtype="0" fill="hold" nodeType="withEffect">
                                  <p:stCondLst>
                                    <p:cond delay="100"/>
                                  </p:stCondLst>
                                  <p:childTnLst>
                                    <p:set>
                                      <p:cBhvr>
                                        <p:cTn id="63" dur="1" fill="hold">
                                          <p:stCondLst>
                                            <p:cond delay="0"/>
                                          </p:stCondLst>
                                        </p:cTn>
                                        <p:tgtEl>
                                          <p:spTgt spid="11001"/>
                                        </p:tgtEl>
                                        <p:attrNameLst>
                                          <p:attrName>style.visibility</p:attrName>
                                        </p:attrNameLst>
                                      </p:cBhvr>
                                      <p:to>
                                        <p:strVal val="visible"/>
                                      </p:to>
                                    </p:set>
                                  </p:childTnLst>
                                </p:cTn>
                              </p:par>
                            </p:childTnLst>
                          </p:cTn>
                        </p:par>
                        <p:par>
                          <p:cTn id="64" fill="hold">
                            <p:stCondLst>
                              <p:cond delay="300"/>
                            </p:stCondLst>
                            <p:childTnLst>
                              <p:par>
                                <p:cTn id="65" presetID="1" presetClass="exit" presetSubtype="0" fill="hold" nodeType="afterEffect">
                                  <p:stCondLst>
                                    <p:cond delay="100"/>
                                  </p:stCondLst>
                                  <p:childTnLst>
                                    <p:set>
                                      <p:cBhvr>
                                        <p:cTn id="66" dur="1" fill="hold">
                                          <p:stCondLst>
                                            <p:cond delay="0"/>
                                          </p:stCondLst>
                                        </p:cTn>
                                        <p:tgtEl>
                                          <p:spTgt spid="11001"/>
                                        </p:tgtEl>
                                        <p:attrNameLst>
                                          <p:attrName>style.visibility</p:attrName>
                                        </p:attrNameLst>
                                      </p:cBhvr>
                                      <p:to>
                                        <p:strVal val="hidden"/>
                                      </p:to>
                                    </p:set>
                                  </p:childTnLst>
                                </p:cTn>
                              </p:par>
                              <p:par>
                                <p:cTn id="67" presetID="1" presetClass="entr" presetSubtype="0" fill="hold" nodeType="withEffect">
                                  <p:stCondLst>
                                    <p:cond delay="100"/>
                                  </p:stCondLst>
                                  <p:childTnLst>
                                    <p:set>
                                      <p:cBhvr>
                                        <p:cTn id="68" dur="1" fill="hold">
                                          <p:stCondLst>
                                            <p:cond delay="0"/>
                                          </p:stCondLst>
                                        </p:cTn>
                                        <p:tgtEl>
                                          <p:spTgt spid="11078"/>
                                        </p:tgtEl>
                                        <p:attrNameLst>
                                          <p:attrName>style.visibility</p:attrName>
                                        </p:attrNameLst>
                                      </p:cBhvr>
                                      <p:to>
                                        <p:strVal val="visible"/>
                                      </p:to>
                                    </p:set>
                                  </p:childTnLst>
                                </p:cTn>
                              </p:par>
                            </p:childTnLst>
                          </p:cTn>
                        </p:par>
                        <p:par>
                          <p:cTn id="69" fill="hold">
                            <p:stCondLst>
                              <p:cond delay="400"/>
                            </p:stCondLst>
                            <p:childTnLst>
                              <p:par>
                                <p:cTn id="70" presetID="1" presetClass="exit" presetSubtype="0" fill="hold" nodeType="afterEffect">
                                  <p:stCondLst>
                                    <p:cond delay="100"/>
                                  </p:stCondLst>
                                  <p:childTnLst>
                                    <p:set>
                                      <p:cBhvr>
                                        <p:cTn id="71" dur="1" fill="hold">
                                          <p:stCondLst>
                                            <p:cond delay="0"/>
                                          </p:stCondLst>
                                        </p:cTn>
                                        <p:tgtEl>
                                          <p:spTgt spid="11078"/>
                                        </p:tgtEl>
                                        <p:attrNameLst>
                                          <p:attrName>style.visibility</p:attrName>
                                        </p:attrNameLst>
                                      </p:cBhvr>
                                      <p:to>
                                        <p:strVal val="hidden"/>
                                      </p:to>
                                    </p:set>
                                  </p:childTnLst>
                                </p:cTn>
                              </p:par>
                              <p:par>
                                <p:cTn id="72" presetID="1" presetClass="entr" presetSubtype="0" fill="hold" nodeType="withEffect">
                                  <p:stCondLst>
                                    <p:cond delay="100"/>
                                  </p:stCondLst>
                                  <p:childTnLst>
                                    <p:set>
                                      <p:cBhvr>
                                        <p:cTn id="73" dur="1" fill="hold">
                                          <p:stCondLst>
                                            <p:cond delay="0"/>
                                          </p:stCondLst>
                                        </p:cTn>
                                        <p:tgtEl>
                                          <p:spTgt spid="11155"/>
                                        </p:tgtEl>
                                        <p:attrNameLst>
                                          <p:attrName>style.visibility</p:attrName>
                                        </p:attrNameLst>
                                      </p:cBhvr>
                                      <p:to>
                                        <p:strVal val="visible"/>
                                      </p:to>
                                    </p:set>
                                  </p:childTnLst>
                                </p:cTn>
                              </p:par>
                            </p:childTnLst>
                          </p:cTn>
                        </p:par>
                        <p:par>
                          <p:cTn id="74" fill="hold">
                            <p:stCondLst>
                              <p:cond delay="500"/>
                            </p:stCondLst>
                            <p:childTnLst>
                              <p:par>
                                <p:cTn id="75" presetID="1" presetClass="exit" presetSubtype="0" fill="hold" nodeType="afterEffect">
                                  <p:stCondLst>
                                    <p:cond delay="100"/>
                                  </p:stCondLst>
                                  <p:childTnLst>
                                    <p:set>
                                      <p:cBhvr>
                                        <p:cTn id="76" dur="1" fill="hold">
                                          <p:stCondLst>
                                            <p:cond delay="0"/>
                                          </p:stCondLst>
                                        </p:cTn>
                                        <p:tgtEl>
                                          <p:spTgt spid="11155"/>
                                        </p:tgtEl>
                                        <p:attrNameLst>
                                          <p:attrName>style.visibility</p:attrName>
                                        </p:attrNameLst>
                                      </p:cBhvr>
                                      <p:to>
                                        <p:strVal val="hidden"/>
                                      </p:to>
                                    </p:set>
                                  </p:childTnLst>
                                </p:cTn>
                              </p:par>
                              <p:par>
                                <p:cTn id="77" presetID="1" presetClass="entr" presetSubtype="0" fill="hold" nodeType="withEffect">
                                  <p:stCondLst>
                                    <p:cond delay="100"/>
                                  </p:stCondLst>
                                  <p:childTnLst>
                                    <p:set>
                                      <p:cBhvr>
                                        <p:cTn id="78" dur="1" fill="hold">
                                          <p:stCondLst>
                                            <p:cond delay="0"/>
                                          </p:stCondLst>
                                        </p:cTn>
                                        <p:tgtEl>
                                          <p:spTgt spid="11232"/>
                                        </p:tgtEl>
                                        <p:attrNameLst>
                                          <p:attrName>style.visibility</p:attrName>
                                        </p:attrNameLst>
                                      </p:cBhvr>
                                      <p:to>
                                        <p:strVal val="visible"/>
                                      </p:to>
                                    </p:set>
                                  </p:childTnLst>
                                </p:cTn>
                              </p:par>
                            </p:childTnLst>
                          </p:cTn>
                        </p:par>
                        <p:par>
                          <p:cTn id="79" fill="hold">
                            <p:stCondLst>
                              <p:cond delay="1100"/>
                            </p:stCondLst>
                            <p:childTnLst>
                              <p:par>
                                <p:cTn id="80" presetID="1" presetClass="exit" presetSubtype="0" fill="hold" nodeType="afterEffect">
                                  <p:stCondLst>
                                    <p:cond delay="100"/>
                                  </p:stCondLst>
                                  <p:childTnLst>
                                    <p:set>
                                      <p:cBhvr>
                                        <p:cTn id="81" dur="1" fill="hold">
                                          <p:stCondLst>
                                            <p:cond delay="0"/>
                                          </p:stCondLst>
                                        </p:cTn>
                                        <p:tgtEl>
                                          <p:spTgt spid="11232"/>
                                        </p:tgtEl>
                                        <p:attrNameLst>
                                          <p:attrName>style.visibility</p:attrName>
                                        </p:attrNameLst>
                                      </p:cBhvr>
                                      <p:to>
                                        <p:strVal val="hidden"/>
                                      </p:to>
                                    </p:set>
                                  </p:childTnLst>
                                </p:cTn>
                              </p:par>
                              <p:par>
                                <p:cTn id="82" presetID="1" presetClass="entr" presetSubtype="0" fill="hold" nodeType="withEffect">
                                  <p:stCondLst>
                                    <p:cond delay="100"/>
                                  </p:stCondLst>
                                  <p:childTnLst>
                                    <p:set>
                                      <p:cBhvr>
                                        <p:cTn id="83" dur="1" fill="hold">
                                          <p:stCondLst>
                                            <p:cond delay="0"/>
                                          </p:stCondLst>
                                        </p:cTn>
                                        <p:tgtEl>
                                          <p:spTgt spid="11309"/>
                                        </p:tgtEl>
                                        <p:attrNameLst>
                                          <p:attrName>style.visibility</p:attrName>
                                        </p:attrNameLst>
                                      </p:cBhvr>
                                      <p:to>
                                        <p:strVal val="visible"/>
                                      </p:to>
                                    </p:set>
                                  </p:childTnLst>
                                </p:cTn>
                              </p:par>
                            </p:childTnLst>
                          </p:cTn>
                        </p:par>
                        <p:par>
                          <p:cTn id="84" fill="hold">
                            <p:stCondLst>
                              <p:cond delay="1200"/>
                            </p:stCondLst>
                            <p:childTnLst>
                              <p:par>
                                <p:cTn id="85" presetID="1" presetClass="exit" presetSubtype="0" fill="hold" nodeType="afterEffect">
                                  <p:stCondLst>
                                    <p:cond delay="100"/>
                                  </p:stCondLst>
                                  <p:childTnLst>
                                    <p:set>
                                      <p:cBhvr>
                                        <p:cTn id="86" dur="1" fill="hold">
                                          <p:stCondLst>
                                            <p:cond delay="0"/>
                                          </p:stCondLst>
                                        </p:cTn>
                                        <p:tgtEl>
                                          <p:spTgt spid="11309"/>
                                        </p:tgtEl>
                                        <p:attrNameLst>
                                          <p:attrName>style.visibility</p:attrName>
                                        </p:attrNameLst>
                                      </p:cBhvr>
                                      <p:to>
                                        <p:strVal val="hidden"/>
                                      </p:to>
                                    </p:set>
                                  </p:childTnLst>
                                </p:cTn>
                              </p:par>
                              <p:par>
                                <p:cTn id="87" presetID="1" presetClass="entr" presetSubtype="0" fill="hold" nodeType="withEffect">
                                  <p:stCondLst>
                                    <p:cond delay="100"/>
                                  </p:stCondLst>
                                  <p:childTnLst>
                                    <p:set>
                                      <p:cBhvr>
                                        <p:cTn id="88" dur="1" fill="hold">
                                          <p:stCondLst>
                                            <p:cond delay="0"/>
                                          </p:stCondLst>
                                        </p:cTn>
                                        <p:tgtEl>
                                          <p:spTgt spid="11386"/>
                                        </p:tgtEl>
                                        <p:attrNameLst>
                                          <p:attrName>style.visibility</p:attrName>
                                        </p:attrNameLst>
                                      </p:cBhvr>
                                      <p:to>
                                        <p:strVal val="visible"/>
                                      </p:to>
                                    </p:set>
                                  </p:childTnLst>
                                </p:cTn>
                              </p:par>
                            </p:childTnLst>
                          </p:cTn>
                        </p:par>
                        <p:par>
                          <p:cTn id="89" fill="hold">
                            <p:stCondLst>
                              <p:cond delay="1300"/>
                            </p:stCondLst>
                            <p:childTnLst>
                              <p:par>
                                <p:cTn id="90" presetID="1" presetClass="exit" presetSubtype="0" fill="hold" nodeType="afterEffect">
                                  <p:stCondLst>
                                    <p:cond delay="100"/>
                                  </p:stCondLst>
                                  <p:childTnLst>
                                    <p:set>
                                      <p:cBhvr>
                                        <p:cTn id="91" dur="1" fill="hold">
                                          <p:stCondLst>
                                            <p:cond delay="0"/>
                                          </p:stCondLst>
                                        </p:cTn>
                                        <p:tgtEl>
                                          <p:spTgt spid="11386"/>
                                        </p:tgtEl>
                                        <p:attrNameLst>
                                          <p:attrName>style.visibility</p:attrName>
                                        </p:attrNameLst>
                                      </p:cBhvr>
                                      <p:to>
                                        <p:strVal val="hidden"/>
                                      </p:to>
                                    </p:set>
                                  </p:childTnLst>
                                </p:cTn>
                              </p:par>
                              <p:par>
                                <p:cTn id="92" presetID="1" presetClass="entr" presetSubtype="0" fill="hold" nodeType="withEffect">
                                  <p:stCondLst>
                                    <p:cond delay="100"/>
                                  </p:stCondLst>
                                  <p:childTnLst>
                                    <p:set>
                                      <p:cBhvr>
                                        <p:cTn id="93" dur="1" fill="hold">
                                          <p:stCondLst>
                                            <p:cond delay="0"/>
                                          </p:stCondLst>
                                        </p:cTn>
                                        <p:tgtEl>
                                          <p:spTgt spid="11463"/>
                                        </p:tgtEl>
                                        <p:attrNameLst>
                                          <p:attrName>style.visibility</p:attrName>
                                        </p:attrNameLst>
                                      </p:cBhvr>
                                      <p:to>
                                        <p:strVal val="visible"/>
                                      </p:to>
                                    </p:set>
                                  </p:childTnLst>
                                </p:cTn>
                              </p:par>
                            </p:childTnLst>
                          </p:cTn>
                        </p:par>
                        <p:par>
                          <p:cTn id="94" fill="hold">
                            <p:stCondLst>
                              <p:cond delay="1400"/>
                            </p:stCondLst>
                            <p:childTnLst>
                              <p:par>
                                <p:cTn id="95" presetID="1" presetClass="exit" presetSubtype="0" fill="hold" nodeType="afterEffect">
                                  <p:stCondLst>
                                    <p:cond delay="100"/>
                                  </p:stCondLst>
                                  <p:childTnLst>
                                    <p:set>
                                      <p:cBhvr>
                                        <p:cTn id="96" dur="1" fill="hold">
                                          <p:stCondLst>
                                            <p:cond delay="0"/>
                                          </p:stCondLst>
                                        </p:cTn>
                                        <p:tgtEl>
                                          <p:spTgt spid="11463"/>
                                        </p:tgtEl>
                                        <p:attrNameLst>
                                          <p:attrName>style.visibility</p:attrName>
                                        </p:attrNameLst>
                                      </p:cBhvr>
                                      <p:to>
                                        <p:strVal val="hidden"/>
                                      </p:to>
                                    </p:set>
                                  </p:childTnLst>
                                </p:cTn>
                              </p:par>
                              <p:par>
                                <p:cTn id="97" presetID="1" presetClass="entr" presetSubtype="0" fill="hold" nodeType="withEffect">
                                  <p:stCondLst>
                                    <p:cond delay="100"/>
                                  </p:stCondLst>
                                  <p:childTnLst>
                                    <p:set>
                                      <p:cBhvr>
                                        <p:cTn id="98" dur="1" fill="hold">
                                          <p:stCondLst>
                                            <p:cond delay="0"/>
                                          </p:stCondLst>
                                        </p:cTn>
                                        <p:tgtEl>
                                          <p:spTgt spid="11540"/>
                                        </p:tgtEl>
                                        <p:attrNameLst>
                                          <p:attrName>style.visibility</p:attrName>
                                        </p:attrNameLst>
                                      </p:cBhvr>
                                      <p:to>
                                        <p:strVal val="visible"/>
                                      </p:to>
                                    </p:set>
                                  </p:childTnLst>
                                </p:cTn>
                              </p:par>
                            </p:childTnLst>
                          </p:cTn>
                        </p:par>
                        <p:par>
                          <p:cTn id="99" fill="hold">
                            <p:stCondLst>
                              <p:cond delay="1500"/>
                            </p:stCondLst>
                            <p:childTnLst>
                              <p:par>
                                <p:cTn id="100" presetID="1" presetClass="exit" presetSubtype="0" fill="hold" nodeType="afterEffect">
                                  <p:stCondLst>
                                    <p:cond delay="100"/>
                                  </p:stCondLst>
                                  <p:childTnLst>
                                    <p:set>
                                      <p:cBhvr>
                                        <p:cTn id="101" dur="1" fill="hold">
                                          <p:stCondLst>
                                            <p:cond delay="0"/>
                                          </p:stCondLst>
                                        </p:cTn>
                                        <p:tgtEl>
                                          <p:spTgt spid="11540"/>
                                        </p:tgtEl>
                                        <p:attrNameLst>
                                          <p:attrName>style.visibility</p:attrName>
                                        </p:attrNameLst>
                                      </p:cBhvr>
                                      <p:to>
                                        <p:strVal val="hidden"/>
                                      </p:to>
                                    </p:set>
                                  </p:childTnLst>
                                </p:cTn>
                              </p:par>
                              <p:par>
                                <p:cTn id="102" presetID="1" presetClass="entr" presetSubtype="0" fill="hold" nodeType="withEffect">
                                  <p:stCondLst>
                                    <p:cond delay="100"/>
                                  </p:stCondLst>
                                  <p:childTnLst>
                                    <p:set>
                                      <p:cBhvr>
                                        <p:cTn id="103" dur="1" fill="hold">
                                          <p:stCondLst>
                                            <p:cond delay="0"/>
                                          </p:stCondLst>
                                        </p:cTn>
                                        <p:tgtEl>
                                          <p:spTgt spid="11617"/>
                                        </p:tgtEl>
                                        <p:attrNameLst>
                                          <p:attrName>style.visibility</p:attrName>
                                        </p:attrNameLst>
                                      </p:cBhvr>
                                      <p:to>
                                        <p:strVal val="visible"/>
                                      </p:to>
                                    </p:set>
                                  </p:childTnLst>
                                </p:cTn>
                              </p:par>
                            </p:childTnLst>
                          </p:cTn>
                        </p:par>
                        <p:par>
                          <p:cTn id="104" fill="hold">
                            <p:stCondLst>
                              <p:cond delay="1600"/>
                            </p:stCondLst>
                            <p:childTnLst>
                              <p:par>
                                <p:cTn id="105" presetID="1" presetClass="exit" presetSubtype="0" fill="hold" nodeType="afterEffect">
                                  <p:stCondLst>
                                    <p:cond delay="100"/>
                                  </p:stCondLst>
                                  <p:childTnLst>
                                    <p:set>
                                      <p:cBhvr>
                                        <p:cTn id="106" dur="1" fill="hold">
                                          <p:stCondLst>
                                            <p:cond delay="0"/>
                                          </p:stCondLst>
                                        </p:cTn>
                                        <p:tgtEl>
                                          <p:spTgt spid="11617"/>
                                        </p:tgtEl>
                                        <p:attrNameLst>
                                          <p:attrName>style.visibility</p:attrName>
                                        </p:attrNameLst>
                                      </p:cBhvr>
                                      <p:to>
                                        <p:strVal val="hidden"/>
                                      </p:to>
                                    </p:set>
                                  </p:childTnLst>
                                </p:cTn>
                              </p:par>
                              <p:par>
                                <p:cTn id="107" presetID="1" presetClass="entr" presetSubtype="0" fill="hold" nodeType="withEffect">
                                  <p:stCondLst>
                                    <p:cond delay="100"/>
                                  </p:stCondLst>
                                  <p:childTnLst>
                                    <p:set>
                                      <p:cBhvr>
                                        <p:cTn id="108" dur="1" fill="hold">
                                          <p:stCondLst>
                                            <p:cond delay="0"/>
                                          </p:stCondLst>
                                        </p:cTn>
                                        <p:tgtEl>
                                          <p:spTgt spid="11694"/>
                                        </p:tgtEl>
                                        <p:attrNameLst>
                                          <p:attrName>style.visibility</p:attrName>
                                        </p:attrNameLst>
                                      </p:cBhvr>
                                      <p:to>
                                        <p:strVal val="visible"/>
                                      </p:to>
                                    </p:set>
                                  </p:childTnLst>
                                </p:cTn>
                              </p:par>
                            </p:childTnLst>
                          </p:cTn>
                        </p:par>
                        <p:par>
                          <p:cTn id="109" fill="hold">
                            <p:stCondLst>
                              <p:cond delay="1700"/>
                            </p:stCondLst>
                            <p:childTnLst>
                              <p:par>
                                <p:cTn id="110" presetID="1" presetClass="exit" presetSubtype="0" fill="hold" nodeType="afterEffect">
                                  <p:stCondLst>
                                    <p:cond delay="100"/>
                                  </p:stCondLst>
                                  <p:childTnLst>
                                    <p:set>
                                      <p:cBhvr>
                                        <p:cTn id="111" dur="1" fill="hold">
                                          <p:stCondLst>
                                            <p:cond delay="0"/>
                                          </p:stCondLst>
                                        </p:cTn>
                                        <p:tgtEl>
                                          <p:spTgt spid="11694"/>
                                        </p:tgtEl>
                                        <p:attrNameLst>
                                          <p:attrName>style.visibility</p:attrName>
                                        </p:attrNameLst>
                                      </p:cBhvr>
                                      <p:to>
                                        <p:strVal val="hidden"/>
                                      </p:to>
                                    </p:set>
                                  </p:childTnLst>
                                </p:cTn>
                              </p:par>
                              <p:par>
                                <p:cTn id="112" presetID="1" presetClass="entr" presetSubtype="0" fill="hold" nodeType="withEffect">
                                  <p:stCondLst>
                                    <p:cond delay="100"/>
                                  </p:stCondLst>
                                  <p:childTnLst>
                                    <p:set>
                                      <p:cBhvr>
                                        <p:cTn id="113" dur="1" fill="hold">
                                          <p:stCondLst>
                                            <p:cond delay="0"/>
                                          </p:stCondLst>
                                        </p:cTn>
                                        <p:tgtEl>
                                          <p:spTgt spid="11771"/>
                                        </p:tgtEl>
                                        <p:attrNameLst>
                                          <p:attrName>style.visibility</p:attrName>
                                        </p:attrNameLst>
                                      </p:cBhvr>
                                      <p:to>
                                        <p:strVal val="visible"/>
                                      </p:to>
                                    </p:set>
                                  </p:childTnLst>
                                </p:cTn>
                              </p:par>
                            </p:childTnLst>
                          </p:cTn>
                        </p:par>
                        <p:par>
                          <p:cTn id="114" fill="hold">
                            <p:stCondLst>
                              <p:cond delay="1800"/>
                            </p:stCondLst>
                            <p:childTnLst>
                              <p:par>
                                <p:cTn id="115" presetID="1" presetClass="exit" presetSubtype="0" fill="hold" nodeType="afterEffect">
                                  <p:stCondLst>
                                    <p:cond delay="100"/>
                                  </p:stCondLst>
                                  <p:childTnLst>
                                    <p:set>
                                      <p:cBhvr>
                                        <p:cTn id="116" dur="1" fill="hold">
                                          <p:stCondLst>
                                            <p:cond delay="0"/>
                                          </p:stCondLst>
                                        </p:cTn>
                                        <p:tgtEl>
                                          <p:spTgt spid="11771"/>
                                        </p:tgtEl>
                                        <p:attrNameLst>
                                          <p:attrName>style.visibility</p:attrName>
                                        </p:attrNameLst>
                                      </p:cBhvr>
                                      <p:to>
                                        <p:strVal val="hidden"/>
                                      </p:to>
                                    </p:set>
                                  </p:childTnLst>
                                </p:cTn>
                              </p:par>
                              <p:par>
                                <p:cTn id="117" presetID="1" presetClass="entr" presetSubtype="0" fill="hold" nodeType="withEffect">
                                  <p:stCondLst>
                                    <p:cond delay="100"/>
                                  </p:stCondLst>
                                  <p:childTnLst>
                                    <p:set>
                                      <p:cBhvr>
                                        <p:cTn id="118" dur="1" fill="hold">
                                          <p:stCondLst>
                                            <p:cond delay="0"/>
                                          </p:stCondLst>
                                        </p:cTn>
                                        <p:tgtEl>
                                          <p:spTgt spid="11869"/>
                                        </p:tgtEl>
                                        <p:attrNameLst>
                                          <p:attrName>style.visibility</p:attrName>
                                        </p:attrNameLst>
                                      </p:cBhvr>
                                      <p:to>
                                        <p:strVal val="visible"/>
                                      </p:to>
                                    </p:set>
                                  </p:childTnLst>
                                </p:cTn>
                              </p:par>
                            </p:childTnLst>
                          </p:cTn>
                        </p:par>
                        <p:par>
                          <p:cTn id="119" fill="hold">
                            <p:stCondLst>
                              <p:cond delay="1900"/>
                            </p:stCondLst>
                            <p:childTnLst>
                              <p:par>
                                <p:cTn id="120" presetID="1" presetClass="exit" presetSubtype="0" fill="hold" nodeType="afterEffect">
                                  <p:stCondLst>
                                    <p:cond delay="100"/>
                                  </p:stCondLst>
                                  <p:childTnLst>
                                    <p:set>
                                      <p:cBhvr>
                                        <p:cTn id="121" dur="1" fill="hold">
                                          <p:stCondLst>
                                            <p:cond delay="0"/>
                                          </p:stCondLst>
                                        </p:cTn>
                                        <p:tgtEl>
                                          <p:spTgt spid="11869"/>
                                        </p:tgtEl>
                                        <p:attrNameLst>
                                          <p:attrName>style.visibility</p:attrName>
                                        </p:attrNameLst>
                                      </p:cBhvr>
                                      <p:to>
                                        <p:strVal val="hidden"/>
                                      </p:to>
                                    </p:set>
                                  </p:childTnLst>
                                </p:cTn>
                              </p:par>
                              <p:par>
                                <p:cTn id="122" presetID="1" presetClass="entr" presetSubtype="0" fill="hold" nodeType="withEffect">
                                  <p:stCondLst>
                                    <p:cond delay="100"/>
                                  </p:stCondLst>
                                  <p:childTnLst>
                                    <p:set>
                                      <p:cBhvr>
                                        <p:cTn id="123" dur="1" fill="hold">
                                          <p:stCondLst>
                                            <p:cond delay="0"/>
                                          </p:stCondLst>
                                        </p:cTn>
                                        <p:tgtEl>
                                          <p:spTgt spid="11967"/>
                                        </p:tgtEl>
                                        <p:attrNameLst>
                                          <p:attrName>style.visibility</p:attrName>
                                        </p:attrNameLst>
                                      </p:cBhvr>
                                      <p:to>
                                        <p:strVal val="visible"/>
                                      </p:to>
                                    </p:set>
                                  </p:childTnLst>
                                </p:cTn>
                              </p:par>
                            </p:childTnLst>
                          </p:cTn>
                        </p:par>
                        <p:par>
                          <p:cTn id="124" fill="hold">
                            <p:stCondLst>
                              <p:cond delay="2000"/>
                            </p:stCondLst>
                            <p:childTnLst>
                              <p:par>
                                <p:cTn id="125" presetID="1" presetClass="exit" presetSubtype="0" fill="hold" nodeType="afterEffect">
                                  <p:stCondLst>
                                    <p:cond delay="100"/>
                                  </p:stCondLst>
                                  <p:childTnLst>
                                    <p:set>
                                      <p:cBhvr>
                                        <p:cTn id="126" dur="1" fill="hold">
                                          <p:stCondLst>
                                            <p:cond delay="0"/>
                                          </p:stCondLst>
                                        </p:cTn>
                                        <p:tgtEl>
                                          <p:spTgt spid="11967"/>
                                        </p:tgtEl>
                                        <p:attrNameLst>
                                          <p:attrName>style.visibility</p:attrName>
                                        </p:attrNameLst>
                                      </p:cBhvr>
                                      <p:to>
                                        <p:strVal val="hidden"/>
                                      </p:to>
                                    </p:set>
                                  </p:childTnLst>
                                </p:cTn>
                              </p:par>
                              <p:par>
                                <p:cTn id="127" presetID="1" presetClass="entr" presetSubtype="0" fill="hold" nodeType="withEffect">
                                  <p:stCondLst>
                                    <p:cond delay="100"/>
                                  </p:stCondLst>
                                  <p:childTnLst>
                                    <p:set>
                                      <p:cBhvr>
                                        <p:cTn id="128" dur="1" fill="hold">
                                          <p:stCondLst>
                                            <p:cond delay="0"/>
                                          </p:stCondLst>
                                        </p:cTn>
                                        <p:tgtEl>
                                          <p:spTgt spid="12065"/>
                                        </p:tgtEl>
                                        <p:attrNameLst>
                                          <p:attrName>style.visibility</p:attrName>
                                        </p:attrNameLst>
                                      </p:cBhvr>
                                      <p:to>
                                        <p:strVal val="visible"/>
                                      </p:to>
                                    </p:set>
                                  </p:childTnLst>
                                </p:cTn>
                              </p:par>
                            </p:childTnLst>
                          </p:cTn>
                        </p:par>
                        <p:par>
                          <p:cTn id="129" fill="hold">
                            <p:stCondLst>
                              <p:cond delay="2100"/>
                            </p:stCondLst>
                            <p:childTnLst>
                              <p:par>
                                <p:cTn id="130" presetID="1" presetClass="exit" presetSubtype="0" fill="hold" nodeType="afterEffect">
                                  <p:stCondLst>
                                    <p:cond delay="100"/>
                                  </p:stCondLst>
                                  <p:childTnLst>
                                    <p:set>
                                      <p:cBhvr>
                                        <p:cTn id="131" dur="1" fill="hold">
                                          <p:stCondLst>
                                            <p:cond delay="0"/>
                                          </p:stCondLst>
                                        </p:cTn>
                                        <p:tgtEl>
                                          <p:spTgt spid="12065"/>
                                        </p:tgtEl>
                                        <p:attrNameLst>
                                          <p:attrName>style.visibility</p:attrName>
                                        </p:attrNameLst>
                                      </p:cBhvr>
                                      <p:to>
                                        <p:strVal val="hidden"/>
                                      </p:to>
                                    </p:set>
                                  </p:childTnLst>
                                </p:cTn>
                              </p:par>
                              <p:par>
                                <p:cTn id="132" presetID="1" presetClass="entr" presetSubtype="0" fill="hold" nodeType="withEffect">
                                  <p:stCondLst>
                                    <p:cond delay="100"/>
                                  </p:stCondLst>
                                  <p:childTnLst>
                                    <p:set>
                                      <p:cBhvr>
                                        <p:cTn id="133" dur="1" fill="hold">
                                          <p:stCondLst>
                                            <p:cond delay="0"/>
                                          </p:stCondLst>
                                        </p:cTn>
                                        <p:tgtEl>
                                          <p:spTgt spid="12163"/>
                                        </p:tgtEl>
                                        <p:attrNameLst>
                                          <p:attrName>style.visibility</p:attrName>
                                        </p:attrNameLst>
                                      </p:cBhvr>
                                      <p:to>
                                        <p:strVal val="visible"/>
                                      </p:to>
                                    </p:set>
                                  </p:childTnLst>
                                </p:cTn>
                              </p:par>
                            </p:childTnLst>
                          </p:cTn>
                        </p:par>
                        <p:par>
                          <p:cTn id="134" fill="hold">
                            <p:stCondLst>
                              <p:cond delay="2200"/>
                            </p:stCondLst>
                            <p:childTnLst>
                              <p:par>
                                <p:cTn id="135" presetID="1" presetClass="exit" presetSubtype="0" fill="hold" nodeType="afterEffect">
                                  <p:stCondLst>
                                    <p:cond delay="100"/>
                                  </p:stCondLst>
                                  <p:childTnLst>
                                    <p:set>
                                      <p:cBhvr>
                                        <p:cTn id="136" dur="1" fill="hold">
                                          <p:stCondLst>
                                            <p:cond delay="0"/>
                                          </p:stCondLst>
                                        </p:cTn>
                                        <p:tgtEl>
                                          <p:spTgt spid="12163"/>
                                        </p:tgtEl>
                                        <p:attrNameLst>
                                          <p:attrName>style.visibility</p:attrName>
                                        </p:attrNameLst>
                                      </p:cBhvr>
                                      <p:to>
                                        <p:strVal val="hidden"/>
                                      </p:to>
                                    </p:set>
                                  </p:childTnLst>
                                </p:cTn>
                              </p:par>
                              <p:par>
                                <p:cTn id="137" presetID="1" presetClass="entr" presetSubtype="0" fill="hold" nodeType="withEffect">
                                  <p:stCondLst>
                                    <p:cond delay="100"/>
                                  </p:stCondLst>
                                  <p:childTnLst>
                                    <p:set>
                                      <p:cBhvr>
                                        <p:cTn id="138" dur="1" fill="hold">
                                          <p:stCondLst>
                                            <p:cond delay="0"/>
                                          </p:stCondLst>
                                        </p:cTn>
                                        <p:tgtEl>
                                          <p:spTgt spid="12261"/>
                                        </p:tgtEl>
                                        <p:attrNameLst>
                                          <p:attrName>style.visibility</p:attrName>
                                        </p:attrNameLst>
                                      </p:cBhvr>
                                      <p:to>
                                        <p:strVal val="visible"/>
                                      </p:to>
                                    </p:set>
                                  </p:childTnLst>
                                </p:cTn>
                              </p:par>
                            </p:childTnLst>
                          </p:cTn>
                        </p:par>
                        <p:par>
                          <p:cTn id="139" fill="hold">
                            <p:stCondLst>
                              <p:cond delay="2300"/>
                            </p:stCondLst>
                            <p:childTnLst>
                              <p:par>
                                <p:cTn id="140" presetID="1" presetClass="exit" presetSubtype="0" fill="hold" nodeType="afterEffect">
                                  <p:stCondLst>
                                    <p:cond delay="100"/>
                                  </p:stCondLst>
                                  <p:childTnLst>
                                    <p:set>
                                      <p:cBhvr>
                                        <p:cTn id="141" dur="1" fill="hold">
                                          <p:stCondLst>
                                            <p:cond delay="0"/>
                                          </p:stCondLst>
                                        </p:cTn>
                                        <p:tgtEl>
                                          <p:spTgt spid="12261"/>
                                        </p:tgtEl>
                                        <p:attrNameLst>
                                          <p:attrName>style.visibility</p:attrName>
                                        </p:attrNameLst>
                                      </p:cBhvr>
                                      <p:to>
                                        <p:strVal val="hidden"/>
                                      </p:to>
                                    </p:set>
                                  </p:childTnLst>
                                </p:cTn>
                              </p:par>
                              <p:par>
                                <p:cTn id="142" presetID="1" presetClass="entr" presetSubtype="0" fill="hold" nodeType="withEffect">
                                  <p:stCondLst>
                                    <p:cond delay="100"/>
                                  </p:stCondLst>
                                  <p:childTnLst>
                                    <p:set>
                                      <p:cBhvr>
                                        <p:cTn id="143" dur="1" fill="hold">
                                          <p:stCondLst>
                                            <p:cond delay="0"/>
                                          </p:stCondLst>
                                        </p:cTn>
                                        <p:tgtEl>
                                          <p:spTgt spid="12359"/>
                                        </p:tgtEl>
                                        <p:attrNameLst>
                                          <p:attrName>style.visibility</p:attrName>
                                        </p:attrNameLst>
                                      </p:cBhvr>
                                      <p:to>
                                        <p:strVal val="visible"/>
                                      </p:to>
                                    </p:set>
                                  </p:childTnLst>
                                </p:cTn>
                              </p:par>
                            </p:childTnLst>
                          </p:cTn>
                        </p:par>
                        <p:par>
                          <p:cTn id="144" fill="hold">
                            <p:stCondLst>
                              <p:cond delay="2400"/>
                            </p:stCondLst>
                            <p:childTnLst>
                              <p:par>
                                <p:cTn id="145" presetID="1" presetClass="exit" presetSubtype="0" fill="hold" nodeType="afterEffect">
                                  <p:stCondLst>
                                    <p:cond delay="100"/>
                                  </p:stCondLst>
                                  <p:childTnLst>
                                    <p:set>
                                      <p:cBhvr>
                                        <p:cTn id="146" dur="1" fill="hold">
                                          <p:stCondLst>
                                            <p:cond delay="0"/>
                                          </p:stCondLst>
                                        </p:cTn>
                                        <p:tgtEl>
                                          <p:spTgt spid="12359"/>
                                        </p:tgtEl>
                                        <p:attrNameLst>
                                          <p:attrName>style.visibility</p:attrName>
                                        </p:attrNameLst>
                                      </p:cBhvr>
                                      <p:to>
                                        <p:strVal val="hidden"/>
                                      </p:to>
                                    </p:set>
                                  </p:childTnLst>
                                </p:cTn>
                              </p:par>
                              <p:par>
                                <p:cTn id="147" presetID="1" presetClass="entr" presetSubtype="0" fill="hold" nodeType="withEffect">
                                  <p:stCondLst>
                                    <p:cond delay="100"/>
                                  </p:stCondLst>
                                  <p:childTnLst>
                                    <p:set>
                                      <p:cBhvr>
                                        <p:cTn id="148" dur="1" fill="hold">
                                          <p:stCondLst>
                                            <p:cond delay="0"/>
                                          </p:stCondLst>
                                        </p:cTn>
                                        <p:tgtEl>
                                          <p:spTgt spid="12457"/>
                                        </p:tgtEl>
                                        <p:attrNameLst>
                                          <p:attrName>style.visibility</p:attrName>
                                        </p:attrNameLst>
                                      </p:cBhvr>
                                      <p:to>
                                        <p:strVal val="visible"/>
                                      </p:to>
                                    </p:set>
                                  </p:childTnLst>
                                </p:cTn>
                              </p:par>
                            </p:childTnLst>
                          </p:cTn>
                        </p:par>
                        <p:par>
                          <p:cTn id="149" fill="hold">
                            <p:stCondLst>
                              <p:cond delay="2500"/>
                            </p:stCondLst>
                            <p:childTnLst>
                              <p:par>
                                <p:cTn id="150" presetID="1" presetClass="exit" presetSubtype="0" fill="hold" nodeType="afterEffect">
                                  <p:stCondLst>
                                    <p:cond delay="100"/>
                                  </p:stCondLst>
                                  <p:childTnLst>
                                    <p:set>
                                      <p:cBhvr>
                                        <p:cTn id="151" dur="1" fill="hold">
                                          <p:stCondLst>
                                            <p:cond delay="0"/>
                                          </p:stCondLst>
                                        </p:cTn>
                                        <p:tgtEl>
                                          <p:spTgt spid="12457"/>
                                        </p:tgtEl>
                                        <p:attrNameLst>
                                          <p:attrName>style.visibility</p:attrName>
                                        </p:attrNameLst>
                                      </p:cBhvr>
                                      <p:to>
                                        <p:strVal val="hidden"/>
                                      </p:to>
                                    </p:set>
                                  </p:childTnLst>
                                </p:cTn>
                              </p:par>
                              <p:par>
                                <p:cTn id="152" presetID="1" presetClass="entr" presetSubtype="0" fill="hold" nodeType="withEffect">
                                  <p:stCondLst>
                                    <p:cond delay="100"/>
                                  </p:stCondLst>
                                  <p:childTnLst>
                                    <p:set>
                                      <p:cBhvr>
                                        <p:cTn id="153" dur="1" fill="hold">
                                          <p:stCondLst>
                                            <p:cond delay="0"/>
                                          </p:stCondLst>
                                        </p:cTn>
                                        <p:tgtEl>
                                          <p:spTgt spid="12554"/>
                                        </p:tgtEl>
                                        <p:attrNameLst>
                                          <p:attrName>style.visibility</p:attrName>
                                        </p:attrNameLst>
                                      </p:cBhvr>
                                      <p:to>
                                        <p:strVal val="visible"/>
                                      </p:to>
                                    </p:set>
                                  </p:childTnLst>
                                </p:cTn>
                              </p:par>
                            </p:childTnLst>
                          </p:cTn>
                        </p:par>
                        <p:par>
                          <p:cTn id="154" fill="hold">
                            <p:stCondLst>
                              <p:cond delay="2600"/>
                            </p:stCondLst>
                            <p:childTnLst>
                              <p:par>
                                <p:cTn id="155" presetID="1" presetClass="exit" presetSubtype="0" fill="hold" nodeType="afterEffect">
                                  <p:stCondLst>
                                    <p:cond delay="100"/>
                                  </p:stCondLst>
                                  <p:childTnLst>
                                    <p:set>
                                      <p:cBhvr>
                                        <p:cTn id="156" dur="1" fill="hold">
                                          <p:stCondLst>
                                            <p:cond delay="0"/>
                                          </p:stCondLst>
                                        </p:cTn>
                                        <p:tgtEl>
                                          <p:spTgt spid="12554"/>
                                        </p:tgtEl>
                                        <p:attrNameLst>
                                          <p:attrName>style.visibility</p:attrName>
                                        </p:attrNameLst>
                                      </p:cBhvr>
                                      <p:to>
                                        <p:strVal val="hidden"/>
                                      </p:to>
                                    </p:set>
                                  </p:childTnLst>
                                </p:cTn>
                              </p:par>
                              <p:par>
                                <p:cTn id="157" presetID="1" presetClass="entr" presetSubtype="0" fill="hold" nodeType="withEffect">
                                  <p:stCondLst>
                                    <p:cond delay="100"/>
                                  </p:stCondLst>
                                  <p:childTnLst>
                                    <p:set>
                                      <p:cBhvr>
                                        <p:cTn id="158" dur="1" fill="hold">
                                          <p:stCondLst>
                                            <p:cond delay="0"/>
                                          </p:stCondLst>
                                        </p:cTn>
                                        <p:tgtEl>
                                          <p:spTgt spid="12651"/>
                                        </p:tgtEl>
                                        <p:attrNameLst>
                                          <p:attrName>style.visibility</p:attrName>
                                        </p:attrNameLst>
                                      </p:cBhvr>
                                      <p:to>
                                        <p:strVal val="visible"/>
                                      </p:to>
                                    </p:set>
                                  </p:childTnLst>
                                </p:cTn>
                              </p:par>
                            </p:childTnLst>
                          </p:cTn>
                        </p:par>
                        <p:par>
                          <p:cTn id="159" fill="hold">
                            <p:stCondLst>
                              <p:cond delay="2700"/>
                            </p:stCondLst>
                            <p:childTnLst>
                              <p:par>
                                <p:cTn id="160" presetID="1" presetClass="exit" presetSubtype="0" fill="hold" nodeType="afterEffect">
                                  <p:stCondLst>
                                    <p:cond delay="100"/>
                                  </p:stCondLst>
                                  <p:childTnLst>
                                    <p:set>
                                      <p:cBhvr>
                                        <p:cTn id="161" dur="1" fill="hold">
                                          <p:stCondLst>
                                            <p:cond delay="0"/>
                                          </p:stCondLst>
                                        </p:cTn>
                                        <p:tgtEl>
                                          <p:spTgt spid="12651"/>
                                        </p:tgtEl>
                                        <p:attrNameLst>
                                          <p:attrName>style.visibility</p:attrName>
                                        </p:attrNameLst>
                                      </p:cBhvr>
                                      <p:to>
                                        <p:strVal val="hidden"/>
                                      </p:to>
                                    </p:set>
                                  </p:childTnLst>
                                </p:cTn>
                              </p:par>
                              <p:par>
                                <p:cTn id="162" presetID="1" presetClass="entr" presetSubtype="0" fill="hold" nodeType="withEffect">
                                  <p:stCondLst>
                                    <p:cond delay="100"/>
                                  </p:stCondLst>
                                  <p:childTnLst>
                                    <p:set>
                                      <p:cBhvr>
                                        <p:cTn id="163" dur="1" fill="hold">
                                          <p:stCondLst>
                                            <p:cond delay="0"/>
                                          </p:stCondLst>
                                        </p:cTn>
                                        <p:tgtEl>
                                          <p:spTgt spid="12748"/>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22" presetClass="entr" presetSubtype="4" fill="hold" nodeType="clickEffect">
                                  <p:stCondLst>
                                    <p:cond delay="0"/>
                                  </p:stCondLst>
                                  <p:childTnLst>
                                    <p:set>
                                      <p:cBhvr>
                                        <p:cTn id="167" dur="1" fill="hold">
                                          <p:stCondLst>
                                            <p:cond delay="0"/>
                                          </p:stCondLst>
                                        </p:cTn>
                                        <p:tgtEl>
                                          <p:spTgt spid="12845"/>
                                        </p:tgtEl>
                                        <p:attrNameLst>
                                          <p:attrName>style.visibility</p:attrName>
                                        </p:attrNameLst>
                                      </p:cBhvr>
                                      <p:to>
                                        <p:strVal val="visible"/>
                                      </p:to>
                                    </p:set>
                                    <p:animEffect transition="in" filter="wipe(down)">
                                      <p:cBhvr>
                                        <p:cTn id="168" dur="750"/>
                                        <p:tgtEl>
                                          <p:spTgt spid="12845"/>
                                        </p:tgtEl>
                                      </p:cBhvr>
                                    </p:animEffect>
                                  </p:childTnLst>
                                </p:cTn>
                              </p:par>
                            </p:childTnLst>
                          </p:cTn>
                        </p:par>
                        <p:par>
                          <p:cTn id="169" fill="hold">
                            <p:stCondLst>
                              <p:cond delay="750"/>
                            </p:stCondLst>
                            <p:childTnLst>
                              <p:par>
                                <p:cTn id="170" presetID="22" presetClass="entr" presetSubtype="4" fill="hold" nodeType="afterEffect">
                                  <p:stCondLst>
                                    <p:cond delay="0"/>
                                  </p:stCondLst>
                                  <p:childTnLst>
                                    <p:set>
                                      <p:cBhvr>
                                        <p:cTn id="171" dur="1" fill="hold">
                                          <p:stCondLst>
                                            <p:cond delay="0"/>
                                          </p:stCondLst>
                                        </p:cTn>
                                        <p:tgtEl>
                                          <p:spTgt spid="12846"/>
                                        </p:tgtEl>
                                        <p:attrNameLst>
                                          <p:attrName>style.visibility</p:attrName>
                                        </p:attrNameLst>
                                      </p:cBhvr>
                                      <p:to>
                                        <p:strVal val="visible"/>
                                      </p:to>
                                    </p:set>
                                    <p:animEffect transition="in" filter="wipe(down)">
                                      <p:cBhvr>
                                        <p:cTn id="172" dur="750"/>
                                        <p:tgtEl>
                                          <p:spTgt spid="12846"/>
                                        </p:tgtEl>
                                      </p:cBhvr>
                                    </p:animEffect>
                                  </p:childTnLst>
                                </p:cTn>
                              </p:par>
                              <p:par>
                                <p:cTn id="173" presetID="22" presetClass="entr" presetSubtype="8" fill="hold" grpId="0" nodeType="withEffect">
                                  <p:stCondLst>
                                    <p:cond delay="0"/>
                                  </p:stCondLst>
                                  <p:childTnLst>
                                    <p:set>
                                      <p:cBhvr>
                                        <p:cTn id="174" dur="1000" fill="hold">
                                          <p:stCondLst>
                                            <p:cond delay="0"/>
                                          </p:stCondLst>
                                        </p:cTn>
                                        <p:tgtEl>
                                          <p:spTgt spid="12847"/>
                                        </p:tgtEl>
                                        <p:attrNameLst>
                                          <p:attrName>style.visibility</p:attrName>
                                        </p:attrNameLst>
                                      </p:cBhvr>
                                      <p:to>
                                        <p:strVal val="visible"/>
                                      </p:to>
                                    </p:set>
                                    <p:animEffect transition="in" filter="wipe(left)">
                                      <p:cBhvr>
                                        <p:cTn id="175" dur="1000"/>
                                        <p:tgtEl>
                                          <p:spTgt spid="12847"/>
                                        </p:tgtEl>
                                      </p:cBhvr>
                                    </p:animEffect>
                                  </p:childTnLst>
                                </p:cTn>
                              </p:par>
                            </p:childTnLst>
                          </p:cTn>
                        </p:par>
                        <p:par>
                          <p:cTn id="176" fill="hold">
                            <p:stCondLst>
                              <p:cond delay="1750"/>
                            </p:stCondLst>
                            <p:childTnLst>
                              <p:par>
                                <p:cTn id="177" presetID="22" presetClass="entr" presetSubtype="8" fill="hold" nodeType="afterEffect">
                                  <p:stCondLst>
                                    <p:cond delay="0"/>
                                  </p:stCondLst>
                                  <p:childTnLst>
                                    <p:set>
                                      <p:cBhvr>
                                        <p:cTn id="178" dur="1" fill="hold">
                                          <p:stCondLst>
                                            <p:cond delay="0"/>
                                          </p:stCondLst>
                                        </p:cTn>
                                        <p:tgtEl>
                                          <p:spTgt spid="12915"/>
                                        </p:tgtEl>
                                        <p:attrNameLst>
                                          <p:attrName>style.visibility</p:attrName>
                                        </p:attrNameLst>
                                      </p:cBhvr>
                                      <p:to>
                                        <p:strVal val="visible"/>
                                      </p:to>
                                    </p:set>
                                    <p:animEffect transition="in" filter="wipe(left)">
                                      <p:cBhvr>
                                        <p:cTn id="179" dur="1500"/>
                                        <p:tgtEl>
                                          <p:spTgt spid="12915"/>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nodeType="clickEffect">
                                  <p:stCondLst>
                                    <p:cond delay="0"/>
                                  </p:stCondLst>
                                  <p:childTnLst>
                                    <p:set>
                                      <p:cBhvr>
                                        <p:cTn id="183" dur="1" fill="hold">
                                          <p:stCondLst>
                                            <p:cond delay="0"/>
                                          </p:stCondLst>
                                        </p:cTn>
                                        <p:tgtEl>
                                          <p:spTgt spid="12849"/>
                                        </p:tgtEl>
                                        <p:attrNameLst>
                                          <p:attrName>style.visibility</p:attrName>
                                        </p:attrNameLst>
                                      </p:cBhvr>
                                      <p:to>
                                        <p:strVal val="visible"/>
                                      </p:to>
                                    </p:set>
                                    <p:animEffect transition="in" filter="wipe(left)">
                                      <p:cBhvr>
                                        <p:cTn id="184" dur="500"/>
                                        <p:tgtEl>
                                          <p:spTgt spid="12849"/>
                                        </p:tgtEl>
                                      </p:cBhvr>
                                    </p:animEffect>
                                  </p:childTnLst>
                                </p:cTn>
                              </p:par>
                            </p:childTnLst>
                          </p:cTn>
                        </p:par>
                        <p:par>
                          <p:cTn id="185" fill="hold">
                            <p:stCondLst>
                              <p:cond delay="500"/>
                            </p:stCondLst>
                            <p:childTnLst>
                              <p:par>
                                <p:cTn id="186" presetID="3" presetClass="entr" presetSubtype="10" fill="hold" grpId="1" nodeType="afterEffect">
                                  <p:stCondLst>
                                    <p:cond delay="500"/>
                                  </p:stCondLst>
                                  <p:childTnLst>
                                    <p:set>
                                      <p:cBhvr>
                                        <p:cTn id="187" dur="1" fill="hold">
                                          <p:stCondLst>
                                            <p:cond delay="0"/>
                                          </p:stCondLst>
                                        </p:cTn>
                                        <p:tgtEl>
                                          <p:spTgt spid="6336"/>
                                        </p:tgtEl>
                                        <p:attrNameLst>
                                          <p:attrName>style.visibility</p:attrName>
                                        </p:attrNameLst>
                                      </p:cBhvr>
                                      <p:to>
                                        <p:strVal val="visible"/>
                                      </p:to>
                                    </p:set>
                                    <p:animEffect transition="in" filter="blinds(horizontal)">
                                      <p:cBhvr>
                                        <p:cTn id="188" dur="500"/>
                                        <p:tgtEl>
                                          <p:spTgt spid="6336"/>
                                        </p:tgtEl>
                                      </p:cBhvr>
                                    </p:animEffect>
                                  </p:childTnLst>
                                </p:cTn>
                              </p:par>
                            </p:childTnLst>
                          </p:cTn>
                        </p:par>
                        <p:par>
                          <p:cTn id="189" fill="hold">
                            <p:stCondLst>
                              <p:cond delay="1500"/>
                            </p:stCondLst>
                            <p:childTnLst>
                              <p:par>
                                <p:cTn id="190" presetID="2" presetClass="entr" presetSubtype="2" fill="hold" grpId="0" nodeType="afterEffect">
                                  <p:stCondLst>
                                    <p:cond delay="0"/>
                                  </p:stCondLst>
                                  <p:childTnLst>
                                    <p:set>
                                      <p:cBhvr>
                                        <p:cTn id="191" dur="1" fill="hold">
                                          <p:stCondLst>
                                            <p:cond delay="0"/>
                                          </p:stCondLst>
                                        </p:cTn>
                                        <p:tgtEl>
                                          <p:spTgt spid="12848"/>
                                        </p:tgtEl>
                                        <p:attrNameLst>
                                          <p:attrName>style.visibility</p:attrName>
                                        </p:attrNameLst>
                                      </p:cBhvr>
                                      <p:to>
                                        <p:strVal val="visible"/>
                                      </p:to>
                                    </p:set>
                                    <p:anim calcmode="lin" valueType="num">
                                      <p:cBhvr additive="base">
                                        <p:cTn id="192" dur="500" fill="hold"/>
                                        <p:tgtEl>
                                          <p:spTgt spid="12848"/>
                                        </p:tgtEl>
                                        <p:attrNameLst>
                                          <p:attrName>ppt_x</p:attrName>
                                        </p:attrNameLst>
                                      </p:cBhvr>
                                      <p:tavLst>
                                        <p:tav tm="0">
                                          <p:val>
                                            <p:strVal val="1+#ppt_w/2"/>
                                          </p:val>
                                        </p:tav>
                                        <p:tav tm="100000">
                                          <p:val>
                                            <p:strVal val="#ppt_x"/>
                                          </p:val>
                                        </p:tav>
                                      </p:tavLst>
                                    </p:anim>
                                    <p:anim calcmode="lin" valueType="num">
                                      <p:cBhvr additive="base">
                                        <p:cTn id="193" dur="500" fill="hold"/>
                                        <p:tgtEl>
                                          <p:spTgt spid="128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12847" grpId="0" bldLvl="0" animBg="1"/>
      <p:bldP spid="12847" grpId="1" animBg="1"/>
      <p:bldP spid="12848" grpId="0"/>
      <p:bldP spid="6336" grpId="0" animBg="1"/>
      <p:bldP spid="6336"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柱形 5">
            <a:extLst>
              <a:ext uri="{FF2B5EF4-FFF2-40B4-BE49-F238E27FC236}">
                <a16:creationId xmlns:a16="http://schemas.microsoft.com/office/drawing/2014/main" id="{F9C5D838-9383-6F40-E1FD-BA696886EF8F}"/>
              </a:ext>
            </a:extLst>
          </p:cNvPr>
          <p:cNvSpPr/>
          <p:nvPr/>
        </p:nvSpPr>
        <p:spPr>
          <a:xfrm rot="16200000">
            <a:off x="3576658" y="1501067"/>
            <a:ext cx="375934" cy="1759596"/>
          </a:xfrm>
          <a:prstGeom prst="can">
            <a:avLst/>
          </a:prstGeom>
          <a:solidFill>
            <a:schemeClr val="tx1">
              <a:lumMod val="65000"/>
              <a:lumOff val="35000"/>
            </a:schemeClr>
          </a:solidFill>
          <a:ln>
            <a:noFill/>
          </a:ln>
          <a:scene3d>
            <a:camera prst="orthographicFront"/>
            <a:lightRig rig="threePt" dir="t">
              <a:rot lat="0" lon="0" rev="0"/>
            </a:lightRig>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2048" name="直线连接符 12047">
            <a:extLst>
              <a:ext uri="{FF2B5EF4-FFF2-40B4-BE49-F238E27FC236}">
                <a16:creationId xmlns:a16="http://schemas.microsoft.com/office/drawing/2014/main" id="{C27732EE-6371-A4A8-9C9C-EC22D1E8616E}"/>
              </a:ext>
            </a:extLst>
          </p:cNvPr>
          <p:cNvCxnSpPr>
            <a:cxnSpLocks/>
          </p:cNvCxnSpPr>
          <p:nvPr/>
        </p:nvCxnSpPr>
        <p:spPr>
          <a:xfrm>
            <a:off x="1737068" y="2391069"/>
            <a:ext cx="3160607" cy="0"/>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sp>
        <p:nvSpPr>
          <p:cNvPr id="2192" name="矩形 2191">
            <a:extLst>
              <a:ext uri="{FF2B5EF4-FFF2-40B4-BE49-F238E27FC236}">
                <a16:creationId xmlns:a16="http://schemas.microsoft.com/office/drawing/2014/main" id="{D6E16313-095D-2178-C838-55EAD614CF62}"/>
              </a:ext>
            </a:extLst>
          </p:cNvPr>
          <p:cNvSpPr/>
          <p:nvPr/>
        </p:nvSpPr>
        <p:spPr>
          <a:xfrm>
            <a:off x="478623" y="953133"/>
            <a:ext cx="9291326" cy="824136"/>
          </a:xfrm>
          <a:prstGeom prst="rect">
            <a:avLst/>
          </a:prstGeom>
        </p:spPr>
        <p:txBody>
          <a:bodyPr wrap="none">
            <a:spAutoFit/>
          </a:bodyPr>
          <a:lstStyle/>
          <a:p>
            <a:pPr algn="l" eaLnBrk="0" hangingPunct="0">
              <a:lnSpc>
                <a:spcPct val="200000"/>
              </a:lnSpc>
              <a:buClrTx/>
              <a:buSzTx/>
              <a:buFont typeface="+mj-l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望远镜光轴</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 </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载物台平面</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a:t>
            </a:r>
          </a:p>
        </p:txBody>
      </p:sp>
      <p:grpSp>
        <p:nvGrpSpPr>
          <p:cNvPr id="2197" name="组合 2196">
            <a:extLst>
              <a:ext uri="{FF2B5EF4-FFF2-40B4-BE49-F238E27FC236}">
                <a16:creationId xmlns:a16="http://schemas.microsoft.com/office/drawing/2014/main" id="{593E4CED-60D3-B55B-5B28-DA8474D04779}"/>
              </a:ext>
            </a:extLst>
          </p:cNvPr>
          <p:cNvGrpSpPr/>
          <p:nvPr/>
        </p:nvGrpSpPr>
        <p:grpSpPr>
          <a:xfrm>
            <a:off x="607365" y="4499835"/>
            <a:ext cx="1682479" cy="1597595"/>
            <a:chOff x="842796" y="1379768"/>
            <a:chExt cx="3067735" cy="2893185"/>
          </a:xfrm>
        </p:grpSpPr>
        <p:sp>
          <p:nvSpPr>
            <p:cNvPr id="2198" name="流程图: 接点 85">
              <a:extLst>
                <a:ext uri="{FF2B5EF4-FFF2-40B4-BE49-F238E27FC236}">
                  <a16:creationId xmlns:a16="http://schemas.microsoft.com/office/drawing/2014/main" id="{C69618AB-884A-A235-FB54-00152E3CE9DC}"/>
                </a:ext>
              </a:extLst>
            </p:cNvPr>
            <p:cNvSpPr/>
            <p:nvPr/>
          </p:nvSpPr>
          <p:spPr>
            <a:xfrm>
              <a:off x="3422276" y="3658712"/>
              <a:ext cx="212140" cy="219456"/>
            </a:xfrm>
            <a:prstGeom prst="flowChartConnector">
              <a:avLst/>
            </a:prstGeom>
            <a:solidFill>
              <a:srgbClr val="99BE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99" name="组合 2198">
              <a:extLst>
                <a:ext uri="{FF2B5EF4-FFF2-40B4-BE49-F238E27FC236}">
                  <a16:creationId xmlns:a16="http://schemas.microsoft.com/office/drawing/2014/main" id="{03C5C0D8-DA0E-947E-2786-EBD87804EA5B}"/>
                </a:ext>
              </a:extLst>
            </p:cNvPr>
            <p:cNvGrpSpPr/>
            <p:nvPr/>
          </p:nvGrpSpPr>
          <p:grpSpPr>
            <a:xfrm>
              <a:off x="1417322" y="2166176"/>
              <a:ext cx="2114093" cy="2106777"/>
              <a:chOff x="1572767" y="2549347"/>
              <a:chExt cx="2114093" cy="2106777"/>
            </a:xfrm>
          </p:grpSpPr>
          <p:grpSp>
            <p:nvGrpSpPr>
              <p:cNvPr id="2206" name="组合 2205">
                <a:extLst>
                  <a:ext uri="{FF2B5EF4-FFF2-40B4-BE49-F238E27FC236}">
                    <a16:creationId xmlns:a16="http://schemas.microsoft.com/office/drawing/2014/main" id="{07ABF09F-54D5-9084-FE17-4609CAA95B4A}"/>
                  </a:ext>
                </a:extLst>
              </p:cNvPr>
              <p:cNvGrpSpPr/>
              <p:nvPr/>
            </p:nvGrpSpPr>
            <p:grpSpPr>
              <a:xfrm>
                <a:off x="1572767" y="2549347"/>
                <a:ext cx="2114093" cy="2106777"/>
                <a:chOff x="1572767" y="2549347"/>
                <a:chExt cx="2114093" cy="2106777"/>
              </a:xfrm>
            </p:grpSpPr>
            <p:sp>
              <p:nvSpPr>
                <p:cNvPr id="2210" name="流程图: 接点 97">
                  <a:extLst>
                    <a:ext uri="{FF2B5EF4-FFF2-40B4-BE49-F238E27FC236}">
                      <a16:creationId xmlns:a16="http://schemas.microsoft.com/office/drawing/2014/main" id="{830E3CBF-1637-7218-114A-BA3C4066111F}"/>
                    </a:ext>
                  </a:extLst>
                </p:cNvPr>
                <p:cNvSpPr/>
                <p:nvPr/>
              </p:nvSpPr>
              <p:spPr>
                <a:xfrm>
                  <a:off x="1572767" y="2549347"/>
                  <a:ext cx="2114093" cy="2106777"/>
                </a:xfrm>
                <a:prstGeom prst="flowChartConnector">
                  <a:avLst/>
                </a:prstGeom>
                <a:solidFill>
                  <a:schemeClr val="tx1">
                    <a:lumMod val="65000"/>
                    <a:lumOff val="35000"/>
                    <a:alpha val="81000"/>
                  </a:schemeClr>
                </a:solidFill>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1" name="流程图: 接点 98">
                  <a:extLst>
                    <a:ext uri="{FF2B5EF4-FFF2-40B4-BE49-F238E27FC236}">
                      <a16:creationId xmlns:a16="http://schemas.microsoft.com/office/drawing/2014/main" id="{94B229E8-A903-78A3-1293-D7E8AF5D6C78}"/>
                    </a:ext>
                  </a:extLst>
                </p:cNvPr>
                <p:cNvSpPr/>
                <p:nvPr/>
              </p:nvSpPr>
              <p:spPr>
                <a:xfrm>
                  <a:off x="2311602" y="3262579"/>
                  <a:ext cx="636423" cy="636422"/>
                </a:xfrm>
                <a:prstGeom prst="flowChartConnector">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2" name="流程图: 接点 99">
                  <a:extLst>
                    <a:ext uri="{FF2B5EF4-FFF2-40B4-BE49-F238E27FC236}">
                      <a16:creationId xmlns:a16="http://schemas.microsoft.com/office/drawing/2014/main" id="{DE47C787-4F0C-C448-C7F8-1217406E46D9}"/>
                    </a:ext>
                  </a:extLst>
                </p:cNvPr>
                <p:cNvSpPr/>
                <p:nvPr/>
              </p:nvSpPr>
              <p:spPr>
                <a:xfrm>
                  <a:off x="2070202" y="3013862"/>
                  <a:ext cx="1111910" cy="115580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3" name="流程图: 接点 100">
                  <a:extLst>
                    <a:ext uri="{FF2B5EF4-FFF2-40B4-BE49-F238E27FC236}">
                      <a16:creationId xmlns:a16="http://schemas.microsoft.com/office/drawing/2014/main" id="{93B41FAF-E8DB-D035-3552-028FFB829D0E}"/>
                    </a:ext>
                  </a:extLst>
                </p:cNvPr>
                <p:cNvSpPr/>
                <p:nvPr/>
              </p:nvSpPr>
              <p:spPr>
                <a:xfrm>
                  <a:off x="1755648" y="2757830"/>
                  <a:ext cx="1719072" cy="168981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207" name="直接连接符 94">
                <a:extLst>
                  <a:ext uri="{FF2B5EF4-FFF2-40B4-BE49-F238E27FC236}">
                    <a16:creationId xmlns:a16="http://schemas.microsoft.com/office/drawing/2014/main" id="{77AAE22D-B7C2-D87C-E1BD-4376EB940645}"/>
                  </a:ext>
                </a:extLst>
              </p:cNvPr>
              <p:cNvCxnSpPr>
                <a:stCxn id="2210" idx="0"/>
                <a:endCxn id="2211" idx="0"/>
              </p:cNvCxnSpPr>
              <p:nvPr/>
            </p:nvCxnSpPr>
            <p:spPr>
              <a:xfrm>
                <a:off x="2629814" y="2549347"/>
                <a:ext cx="0" cy="7132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8" name="直接连接符 95">
                <a:extLst>
                  <a:ext uri="{FF2B5EF4-FFF2-40B4-BE49-F238E27FC236}">
                    <a16:creationId xmlns:a16="http://schemas.microsoft.com/office/drawing/2014/main" id="{4FC7174E-01B5-1EFE-2D36-8A58027BA6AB}"/>
                  </a:ext>
                </a:extLst>
              </p:cNvPr>
              <p:cNvCxnSpPr>
                <a:cxnSpLocks/>
              </p:cNvCxnSpPr>
              <p:nvPr/>
            </p:nvCxnSpPr>
            <p:spPr>
              <a:xfrm flipH="1">
                <a:off x="1653235" y="3701491"/>
                <a:ext cx="709575" cy="468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9" name="直接连接符 96">
                <a:extLst>
                  <a:ext uri="{FF2B5EF4-FFF2-40B4-BE49-F238E27FC236}">
                    <a16:creationId xmlns:a16="http://schemas.microsoft.com/office/drawing/2014/main" id="{5585ABDB-E2CC-D1AD-F34F-75EF1749E77B}"/>
                  </a:ext>
                </a:extLst>
              </p:cNvPr>
              <p:cNvCxnSpPr/>
              <p:nvPr/>
            </p:nvCxnSpPr>
            <p:spPr>
              <a:xfrm>
                <a:off x="2948025" y="3701491"/>
                <a:ext cx="614477" cy="3657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200" name="流程图: 接点 87">
              <a:extLst>
                <a:ext uri="{FF2B5EF4-FFF2-40B4-BE49-F238E27FC236}">
                  <a16:creationId xmlns:a16="http://schemas.microsoft.com/office/drawing/2014/main" id="{C589EDB9-E9D3-9A2A-5750-169190B2F4D9}"/>
                </a:ext>
              </a:extLst>
            </p:cNvPr>
            <p:cNvSpPr/>
            <p:nvPr/>
          </p:nvSpPr>
          <p:spPr>
            <a:xfrm>
              <a:off x="1342342" y="3679545"/>
              <a:ext cx="212140" cy="219456"/>
            </a:xfrm>
            <a:prstGeom prst="flowChartConnector">
              <a:avLst/>
            </a:prstGeom>
            <a:solidFill>
              <a:srgbClr val="99BE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1" name="流程图: 接点 88">
              <a:extLst>
                <a:ext uri="{FF2B5EF4-FFF2-40B4-BE49-F238E27FC236}">
                  <a16:creationId xmlns:a16="http://schemas.microsoft.com/office/drawing/2014/main" id="{BF104436-DFDA-625F-8C65-018A3499B6ED}"/>
                </a:ext>
              </a:extLst>
            </p:cNvPr>
            <p:cNvSpPr/>
            <p:nvPr/>
          </p:nvSpPr>
          <p:spPr>
            <a:xfrm>
              <a:off x="2359155" y="1946720"/>
              <a:ext cx="212140" cy="219456"/>
            </a:xfrm>
            <a:prstGeom prst="flowChartConnector">
              <a:avLst/>
            </a:prstGeom>
            <a:solidFill>
              <a:srgbClr val="99BE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02" name="矩形 2201">
              <a:extLst>
                <a:ext uri="{FF2B5EF4-FFF2-40B4-BE49-F238E27FC236}">
                  <a16:creationId xmlns:a16="http://schemas.microsoft.com/office/drawing/2014/main" id="{2397E18A-9B9D-BF2C-FAD1-2628220F6481}"/>
                </a:ext>
              </a:extLst>
            </p:cNvPr>
            <p:cNvSpPr/>
            <p:nvPr/>
          </p:nvSpPr>
          <p:spPr>
            <a:xfrm>
              <a:off x="2313435" y="2518257"/>
              <a:ext cx="303580" cy="1291132"/>
            </a:xfrm>
            <a:prstGeom prst="rect">
              <a:avLst/>
            </a:prstGeom>
            <a:solidFill>
              <a:schemeClr val="tx1">
                <a:lumMod val="75000"/>
                <a:lumOff val="2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3" name="文本框 2202">
              <a:extLst>
                <a:ext uri="{FF2B5EF4-FFF2-40B4-BE49-F238E27FC236}">
                  <a16:creationId xmlns:a16="http://schemas.microsoft.com/office/drawing/2014/main" id="{66383ADB-EFE4-4889-8E4D-10D5EEDDA06C}"/>
                </a:ext>
              </a:extLst>
            </p:cNvPr>
            <p:cNvSpPr txBox="1"/>
            <p:nvPr/>
          </p:nvSpPr>
          <p:spPr>
            <a:xfrm>
              <a:off x="842796" y="3596913"/>
              <a:ext cx="424284" cy="384721"/>
            </a:xfrm>
            <a:prstGeom prst="rect">
              <a:avLst/>
            </a:prstGeom>
            <a:noFill/>
          </p:spPr>
          <p:txBody>
            <a:bodyPr wrap="square" rtlCol="0">
              <a:spAutoFit/>
            </a:bodyPr>
            <a:lstStyle/>
            <a:p>
              <a:r>
                <a:rPr lang="en-US" altLang="zh-CN" dirty="0"/>
                <a:t>a</a:t>
              </a:r>
            </a:p>
          </p:txBody>
        </p:sp>
        <p:sp>
          <p:nvSpPr>
            <p:cNvPr id="2204" name="文本框 2203">
              <a:extLst>
                <a:ext uri="{FF2B5EF4-FFF2-40B4-BE49-F238E27FC236}">
                  <a16:creationId xmlns:a16="http://schemas.microsoft.com/office/drawing/2014/main" id="{09C48E08-0C32-F78E-2567-0CFFAD71A7B9}"/>
                </a:ext>
              </a:extLst>
            </p:cNvPr>
            <p:cNvSpPr txBox="1"/>
            <p:nvPr/>
          </p:nvSpPr>
          <p:spPr>
            <a:xfrm>
              <a:off x="3544772" y="3596913"/>
              <a:ext cx="365759" cy="384721"/>
            </a:xfrm>
            <a:prstGeom prst="rect">
              <a:avLst/>
            </a:prstGeom>
            <a:noFill/>
          </p:spPr>
          <p:txBody>
            <a:bodyPr wrap="square" rtlCol="0">
              <a:spAutoFit/>
            </a:bodyPr>
            <a:lstStyle/>
            <a:p>
              <a:r>
                <a:rPr lang="en-US" altLang="zh-CN" dirty="0"/>
                <a:t>b</a:t>
              </a:r>
              <a:endParaRPr lang="zh-CN" altLang="en-US" dirty="0"/>
            </a:p>
          </p:txBody>
        </p:sp>
        <p:sp>
          <p:nvSpPr>
            <p:cNvPr id="2205" name="文本框 2204">
              <a:extLst>
                <a:ext uri="{FF2B5EF4-FFF2-40B4-BE49-F238E27FC236}">
                  <a16:creationId xmlns:a16="http://schemas.microsoft.com/office/drawing/2014/main" id="{B0EB1CFA-C98A-C5E0-8CB7-F208F5BFE264}"/>
                </a:ext>
              </a:extLst>
            </p:cNvPr>
            <p:cNvSpPr txBox="1"/>
            <p:nvPr/>
          </p:nvSpPr>
          <p:spPr>
            <a:xfrm>
              <a:off x="2157459" y="1379768"/>
              <a:ext cx="407820" cy="384721"/>
            </a:xfrm>
            <a:prstGeom prst="rect">
              <a:avLst/>
            </a:prstGeom>
            <a:noFill/>
          </p:spPr>
          <p:txBody>
            <a:bodyPr wrap="square" rtlCol="0">
              <a:spAutoFit/>
            </a:bodyPr>
            <a:lstStyle/>
            <a:p>
              <a:r>
                <a:rPr lang="en-US" altLang="zh-CN" dirty="0"/>
                <a:t>c</a:t>
              </a:r>
              <a:endParaRPr lang="zh-CN" altLang="en-US" dirty="0"/>
            </a:p>
          </p:txBody>
        </p:sp>
      </p:grpSp>
      <p:grpSp>
        <p:nvGrpSpPr>
          <p:cNvPr id="2370" name="组合 2369">
            <a:extLst>
              <a:ext uri="{FF2B5EF4-FFF2-40B4-BE49-F238E27FC236}">
                <a16:creationId xmlns:a16="http://schemas.microsoft.com/office/drawing/2014/main" id="{413DCDC5-5622-3EBA-37AD-A91CDC92EE41}"/>
              </a:ext>
            </a:extLst>
          </p:cNvPr>
          <p:cNvGrpSpPr/>
          <p:nvPr/>
        </p:nvGrpSpPr>
        <p:grpSpPr>
          <a:xfrm>
            <a:off x="2870948" y="3121526"/>
            <a:ext cx="1966327" cy="1963803"/>
            <a:chOff x="5038645" y="2587651"/>
            <a:chExt cx="2500386" cy="2497177"/>
          </a:xfrm>
        </p:grpSpPr>
        <p:sp>
          <p:nvSpPr>
            <p:cNvPr id="2371" name="流程图: 接点 410645">
              <a:extLst>
                <a:ext uri="{FF2B5EF4-FFF2-40B4-BE49-F238E27FC236}">
                  <a16:creationId xmlns:a16="http://schemas.microsoft.com/office/drawing/2014/main" id="{9F8F0706-4442-6364-8C17-87DAE1BEBEB6}"/>
                </a:ext>
              </a:extLst>
            </p:cNvPr>
            <p:cNvSpPr/>
            <p:nvPr/>
          </p:nvSpPr>
          <p:spPr>
            <a:xfrm>
              <a:off x="5038645" y="2587651"/>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72" name="流程图: 接点 410646">
              <a:extLst>
                <a:ext uri="{FF2B5EF4-FFF2-40B4-BE49-F238E27FC236}">
                  <a16:creationId xmlns:a16="http://schemas.microsoft.com/office/drawing/2014/main" id="{ACF16792-068A-5DE5-4C09-E6F0683309A1}"/>
                </a:ext>
              </a:extLst>
            </p:cNvPr>
            <p:cNvSpPr/>
            <p:nvPr/>
          </p:nvSpPr>
          <p:spPr>
            <a:xfrm>
              <a:off x="5132024" y="2673757"/>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73" name="直接连接符 410648">
              <a:extLst>
                <a:ext uri="{FF2B5EF4-FFF2-40B4-BE49-F238E27FC236}">
                  <a16:creationId xmlns:a16="http://schemas.microsoft.com/office/drawing/2014/main" id="{D7B32FB3-63EC-255D-1567-FD1B5E5D9D6E}"/>
                </a:ext>
              </a:extLst>
            </p:cNvPr>
            <p:cNvCxnSpPr>
              <a:cxnSpLocks/>
            </p:cNvCxnSpPr>
            <p:nvPr/>
          </p:nvCxnSpPr>
          <p:spPr>
            <a:xfrm>
              <a:off x="6148453" y="3573725"/>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374" name="加号 2373">
              <a:extLst>
                <a:ext uri="{FF2B5EF4-FFF2-40B4-BE49-F238E27FC236}">
                  <a16:creationId xmlns:a16="http://schemas.microsoft.com/office/drawing/2014/main" id="{826A0129-2924-D378-F7A1-4814133BDC44}"/>
                </a:ext>
              </a:extLst>
            </p:cNvPr>
            <p:cNvSpPr/>
            <p:nvPr/>
          </p:nvSpPr>
          <p:spPr>
            <a:xfrm>
              <a:off x="5895060" y="2970494"/>
              <a:ext cx="302025" cy="374559"/>
            </a:xfrm>
            <a:prstGeom prst="mathPlus">
              <a:avLst>
                <a:gd name="adj1" fmla="val 13622"/>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75" name="直接连接符 410648">
              <a:extLst>
                <a:ext uri="{FF2B5EF4-FFF2-40B4-BE49-F238E27FC236}">
                  <a16:creationId xmlns:a16="http://schemas.microsoft.com/office/drawing/2014/main" id="{366C9B57-4183-6F43-E42C-EF0E3B41B236}"/>
                </a:ext>
              </a:extLst>
            </p:cNvPr>
            <p:cNvCxnSpPr>
              <a:cxnSpLocks/>
            </p:cNvCxnSpPr>
            <p:nvPr/>
          </p:nvCxnSpPr>
          <p:spPr>
            <a:xfrm>
              <a:off x="6148453" y="3019487"/>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6" name="直接连接符 410647">
              <a:extLst>
                <a:ext uri="{FF2B5EF4-FFF2-40B4-BE49-F238E27FC236}">
                  <a16:creationId xmlns:a16="http://schemas.microsoft.com/office/drawing/2014/main" id="{1C313B1A-4569-848E-5FF5-22DB54BAF4AE}"/>
                </a:ext>
              </a:extLst>
            </p:cNvPr>
            <p:cNvCxnSpPr>
              <a:cxnSpLocks/>
              <a:stCxn id="2372" idx="2"/>
              <a:endCxn id="2372" idx="6"/>
            </p:cNvCxnSpPr>
            <p:nvPr/>
          </p:nvCxnSpPr>
          <p:spPr>
            <a:xfrm>
              <a:off x="5132024" y="3832906"/>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7" name="直接连接符 410648">
              <a:extLst>
                <a:ext uri="{FF2B5EF4-FFF2-40B4-BE49-F238E27FC236}">
                  <a16:creationId xmlns:a16="http://schemas.microsoft.com/office/drawing/2014/main" id="{9B4F9D46-485C-3BC6-F3B1-8B4859FBAEE3}"/>
                </a:ext>
              </a:extLst>
            </p:cNvPr>
            <p:cNvCxnSpPr>
              <a:cxnSpLocks/>
            </p:cNvCxnSpPr>
            <p:nvPr/>
          </p:nvCxnSpPr>
          <p:spPr>
            <a:xfrm>
              <a:off x="5275062" y="3290886"/>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78" name="组合 2377">
              <a:extLst>
                <a:ext uri="{FF2B5EF4-FFF2-40B4-BE49-F238E27FC236}">
                  <a16:creationId xmlns:a16="http://schemas.microsoft.com/office/drawing/2014/main" id="{0830D3A5-612D-C3C0-F143-473A2F7A7631}"/>
                </a:ext>
              </a:extLst>
            </p:cNvPr>
            <p:cNvGrpSpPr/>
            <p:nvPr/>
          </p:nvGrpSpPr>
          <p:grpSpPr>
            <a:xfrm>
              <a:off x="6200891" y="2798150"/>
              <a:ext cx="190334" cy="987884"/>
              <a:chOff x="6186529" y="2798150"/>
              <a:chExt cx="216251" cy="987884"/>
            </a:xfrm>
          </p:grpSpPr>
          <p:cxnSp>
            <p:nvCxnSpPr>
              <p:cNvPr id="2383" name="直接连接符 410648">
                <a:extLst>
                  <a:ext uri="{FF2B5EF4-FFF2-40B4-BE49-F238E27FC236}">
                    <a16:creationId xmlns:a16="http://schemas.microsoft.com/office/drawing/2014/main" id="{936F6B6B-9E83-B1E6-258C-C963C86C7411}"/>
                  </a:ext>
                </a:extLst>
              </p:cNvPr>
              <p:cNvCxnSpPr>
                <a:cxnSpLocks/>
              </p:cNvCxnSpPr>
              <p:nvPr/>
            </p:nvCxnSpPr>
            <p:spPr>
              <a:xfrm>
                <a:off x="6186529" y="34100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4" name="直接连接符 410648">
                <a:extLst>
                  <a:ext uri="{FF2B5EF4-FFF2-40B4-BE49-F238E27FC236}">
                    <a16:creationId xmlns:a16="http://schemas.microsoft.com/office/drawing/2014/main" id="{1C23C880-0D52-B16B-1073-0BFB648AC2D0}"/>
                  </a:ext>
                </a:extLst>
              </p:cNvPr>
              <p:cNvCxnSpPr>
                <a:cxnSpLocks/>
              </p:cNvCxnSpPr>
              <p:nvPr/>
            </p:nvCxnSpPr>
            <p:spPr>
              <a:xfrm>
                <a:off x="6186529" y="34653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5" name="直接连接符 410648">
                <a:extLst>
                  <a:ext uri="{FF2B5EF4-FFF2-40B4-BE49-F238E27FC236}">
                    <a16:creationId xmlns:a16="http://schemas.microsoft.com/office/drawing/2014/main" id="{2FD3D00F-5D49-3B54-89C4-34B0F7C32C27}"/>
                  </a:ext>
                </a:extLst>
              </p:cNvPr>
              <p:cNvCxnSpPr>
                <a:cxnSpLocks/>
              </p:cNvCxnSpPr>
              <p:nvPr/>
            </p:nvCxnSpPr>
            <p:spPr>
              <a:xfrm>
                <a:off x="6186529" y="33534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6" name="直接连接符 410648">
                <a:extLst>
                  <a:ext uri="{FF2B5EF4-FFF2-40B4-BE49-F238E27FC236}">
                    <a16:creationId xmlns:a16="http://schemas.microsoft.com/office/drawing/2014/main" id="{535B8323-889A-50A4-2FB8-33FEAB533646}"/>
                  </a:ext>
                </a:extLst>
              </p:cNvPr>
              <p:cNvCxnSpPr>
                <a:cxnSpLocks/>
              </p:cNvCxnSpPr>
              <p:nvPr/>
            </p:nvCxnSpPr>
            <p:spPr>
              <a:xfrm>
                <a:off x="6186529" y="35193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7" name="直接连接符 410648">
                <a:extLst>
                  <a:ext uri="{FF2B5EF4-FFF2-40B4-BE49-F238E27FC236}">
                    <a16:creationId xmlns:a16="http://schemas.microsoft.com/office/drawing/2014/main" id="{409D9751-6010-576F-2ED9-BA06417ADDBE}"/>
                  </a:ext>
                </a:extLst>
              </p:cNvPr>
              <p:cNvCxnSpPr>
                <a:cxnSpLocks/>
              </p:cNvCxnSpPr>
              <p:nvPr/>
            </p:nvCxnSpPr>
            <p:spPr>
              <a:xfrm>
                <a:off x="6186529" y="36767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8" name="直接连接符 410648">
                <a:extLst>
                  <a:ext uri="{FF2B5EF4-FFF2-40B4-BE49-F238E27FC236}">
                    <a16:creationId xmlns:a16="http://schemas.microsoft.com/office/drawing/2014/main" id="{4F5D3F78-2EC6-2A3B-C010-FEAB0BB75C39}"/>
                  </a:ext>
                </a:extLst>
              </p:cNvPr>
              <p:cNvCxnSpPr>
                <a:cxnSpLocks/>
              </p:cNvCxnSpPr>
              <p:nvPr/>
            </p:nvCxnSpPr>
            <p:spPr>
              <a:xfrm>
                <a:off x="6186529" y="37320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9" name="直接连接符 410648">
                <a:extLst>
                  <a:ext uri="{FF2B5EF4-FFF2-40B4-BE49-F238E27FC236}">
                    <a16:creationId xmlns:a16="http://schemas.microsoft.com/office/drawing/2014/main" id="{3E3773C1-8BF2-1BA1-07EA-1033C3886CB5}"/>
                  </a:ext>
                </a:extLst>
              </p:cNvPr>
              <p:cNvCxnSpPr>
                <a:cxnSpLocks/>
              </p:cNvCxnSpPr>
              <p:nvPr/>
            </p:nvCxnSpPr>
            <p:spPr>
              <a:xfrm>
                <a:off x="6186529" y="36201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0" name="直接连接符 410648">
                <a:extLst>
                  <a:ext uri="{FF2B5EF4-FFF2-40B4-BE49-F238E27FC236}">
                    <a16:creationId xmlns:a16="http://schemas.microsoft.com/office/drawing/2014/main" id="{FFC5A101-D720-2134-6A4F-D9C752BD62ED}"/>
                  </a:ext>
                </a:extLst>
              </p:cNvPr>
              <p:cNvCxnSpPr>
                <a:cxnSpLocks/>
              </p:cNvCxnSpPr>
              <p:nvPr/>
            </p:nvCxnSpPr>
            <p:spPr>
              <a:xfrm>
                <a:off x="6186529" y="37860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1" name="直接连接符 410648">
                <a:extLst>
                  <a:ext uri="{FF2B5EF4-FFF2-40B4-BE49-F238E27FC236}">
                    <a16:creationId xmlns:a16="http://schemas.microsoft.com/office/drawing/2014/main" id="{9F75436A-97BB-B8A7-AF37-EBCAD8D586CA}"/>
                  </a:ext>
                </a:extLst>
              </p:cNvPr>
              <p:cNvCxnSpPr>
                <a:cxnSpLocks/>
              </p:cNvCxnSpPr>
              <p:nvPr/>
            </p:nvCxnSpPr>
            <p:spPr>
              <a:xfrm>
                <a:off x="6186529" y="312743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2" name="直接连接符 410648">
                <a:extLst>
                  <a:ext uri="{FF2B5EF4-FFF2-40B4-BE49-F238E27FC236}">
                    <a16:creationId xmlns:a16="http://schemas.microsoft.com/office/drawing/2014/main" id="{E9594F1E-2BAC-B893-9DD3-0E132DF342D3}"/>
                  </a:ext>
                </a:extLst>
              </p:cNvPr>
              <p:cNvCxnSpPr>
                <a:cxnSpLocks/>
              </p:cNvCxnSpPr>
              <p:nvPr/>
            </p:nvCxnSpPr>
            <p:spPr>
              <a:xfrm>
                <a:off x="6186529" y="318278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3" name="直接连接符 410648">
                <a:extLst>
                  <a:ext uri="{FF2B5EF4-FFF2-40B4-BE49-F238E27FC236}">
                    <a16:creationId xmlns:a16="http://schemas.microsoft.com/office/drawing/2014/main" id="{D511DC21-D18D-0D3C-4C7B-F0DD892CD85B}"/>
                  </a:ext>
                </a:extLst>
              </p:cNvPr>
              <p:cNvCxnSpPr>
                <a:cxnSpLocks/>
              </p:cNvCxnSpPr>
              <p:nvPr/>
            </p:nvCxnSpPr>
            <p:spPr>
              <a:xfrm>
                <a:off x="6186529" y="3070911"/>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4" name="直接连接符 410648">
                <a:extLst>
                  <a:ext uri="{FF2B5EF4-FFF2-40B4-BE49-F238E27FC236}">
                    <a16:creationId xmlns:a16="http://schemas.microsoft.com/office/drawing/2014/main" id="{20F40855-DB59-0BEA-7197-7FA510873049}"/>
                  </a:ext>
                </a:extLst>
              </p:cNvPr>
              <p:cNvCxnSpPr>
                <a:cxnSpLocks/>
              </p:cNvCxnSpPr>
              <p:nvPr/>
            </p:nvCxnSpPr>
            <p:spPr>
              <a:xfrm>
                <a:off x="6186529" y="32367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5" name="直接连接符 410648">
                <a:extLst>
                  <a:ext uri="{FF2B5EF4-FFF2-40B4-BE49-F238E27FC236}">
                    <a16:creationId xmlns:a16="http://schemas.microsoft.com/office/drawing/2014/main" id="{04F8A16A-5C29-2E88-87C7-BC7FA8A76061}"/>
                  </a:ext>
                </a:extLst>
              </p:cNvPr>
              <p:cNvCxnSpPr>
                <a:cxnSpLocks/>
              </p:cNvCxnSpPr>
              <p:nvPr/>
            </p:nvCxnSpPr>
            <p:spPr>
              <a:xfrm>
                <a:off x="6186529" y="285467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6" name="直接连接符 410648">
                <a:extLst>
                  <a:ext uri="{FF2B5EF4-FFF2-40B4-BE49-F238E27FC236}">
                    <a16:creationId xmlns:a16="http://schemas.microsoft.com/office/drawing/2014/main" id="{AF73997D-ECDC-9467-BDF2-7617201E4127}"/>
                  </a:ext>
                </a:extLst>
              </p:cNvPr>
              <p:cNvCxnSpPr>
                <a:cxnSpLocks/>
              </p:cNvCxnSpPr>
              <p:nvPr/>
            </p:nvCxnSpPr>
            <p:spPr>
              <a:xfrm>
                <a:off x="6186529" y="291002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7" name="直接连接符 410648">
                <a:extLst>
                  <a:ext uri="{FF2B5EF4-FFF2-40B4-BE49-F238E27FC236}">
                    <a16:creationId xmlns:a16="http://schemas.microsoft.com/office/drawing/2014/main" id="{65BB7997-D15A-DD4E-57B2-FF9D339330FE}"/>
                  </a:ext>
                </a:extLst>
              </p:cNvPr>
              <p:cNvCxnSpPr>
                <a:cxnSpLocks/>
              </p:cNvCxnSpPr>
              <p:nvPr/>
            </p:nvCxnSpPr>
            <p:spPr>
              <a:xfrm>
                <a:off x="6186529" y="279815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8" name="直接连接符 410648">
                <a:extLst>
                  <a:ext uri="{FF2B5EF4-FFF2-40B4-BE49-F238E27FC236}">
                    <a16:creationId xmlns:a16="http://schemas.microsoft.com/office/drawing/2014/main" id="{2D3BCED4-2714-48F8-CC77-226959CDA528}"/>
                  </a:ext>
                </a:extLst>
              </p:cNvPr>
              <p:cNvCxnSpPr>
                <a:cxnSpLocks/>
              </p:cNvCxnSpPr>
              <p:nvPr/>
            </p:nvCxnSpPr>
            <p:spPr>
              <a:xfrm>
                <a:off x="6186529" y="296399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9" name="直接连接符 410648">
              <a:extLst>
                <a:ext uri="{FF2B5EF4-FFF2-40B4-BE49-F238E27FC236}">
                  <a16:creationId xmlns:a16="http://schemas.microsoft.com/office/drawing/2014/main" id="{DB966750-4560-EAA9-1E1D-AA7373DA7BC0}"/>
                </a:ext>
              </a:extLst>
            </p:cNvPr>
            <p:cNvCxnSpPr>
              <a:cxnSpLocks/>
            </p:cNvCxnSpPr>
            <p:nvPr/>
          </p:nvCxnSpPr>
          <p:spPr>
            <a:xfrm>
              <a:off x="6155320" y="2742187"/>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0" name="直接连接符 410649">
              <a:extLst>
                <a:ext uri="{FF2B5EF4-FFF2-40B4-BE49-F238E27FC236}">
                  <a16:creationId xmlns:a16="http://schemas.microsoft.com/office/drawing/2014/main" id="{66900E5F-26B7-327F-CC3C-1C8BE5B7EABA}"/>
                </a:ext>
              </a:extLst>
            </p:cNvPr>
            <p:cNvCxnSpPr>
              <a:cxnSpLocks/>
            </p:cNvCxnSpPr>
            <p:nvPr/>
          </p:nvCxnSpPr>
          <p:spPr>
            <a:xfrm>
              <a:off x="6292083" y="2673757"/>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381" name="矩形 2380">
              <a:extLst>
                <a:ext uri="{FF2B5EF4-FFF2-40B4-BE49-F238E27FC236}">
                  <a16:creationId xmlns:a16="http://schemas.microsoft.com/office/drawing/2014/main" id="{F0668739-61F8-FF04-1759-3F9EC45D8BA3}"/>
                </a:ext>
              </a:extLst>
            </p:cNvPr>
            <p:cNvSpPr/>
            <p:nvPr/>
          </p:nvSpPr>
          <p:spPr>
            <a:xfrm>
              <a:off x="6049057" y="4028784"/>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82" name="加号 2381">
              <a:extLst>
                <a:ext uri="{FF2B5EF4-FFF2-40B4-BE49-F238E27FC236}">
                  <a16:creationId xmlns:a16="http://schemas.microsoft.com/office/drawing/2014/main" id="{FCB0F7D4-74E3-22E8-21E3-A88832E95712}"/>
                </a:ext>
              </a:extLst>
            </p:cNvPr>
            <p:cNvSpPr/>
            <p:nvPr/>
          </p:nvSpPr>
          <p:spPr>
            <a:xfrm>
              <a:off x="6137643" y="4089753"/>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62" name="右箭头 6261">
            <a:extLst>
              <a:ext uri="{FF2B5EF4-FFF2-40B4-BE49-F238E27FC236}">
                <a16:creationId xmlns:a16="http://schemas.microsoft.com/office/drawing/2014/main" id="{7FA9CB62-BF66-0D7F-7076-9CDCFCCBB4FD}"/>
              </a:ext>
            </a:extLst>
          </p:cNvPr>
          <p:cNvSpPr/>
          <p:nvPr/>
        </p:nvSpPr>
        <p:spPr>
          <a:xfrm>
            <a:off x="4885322" y="2662394"/>
            <a:ext cx="912510" cy="559435"/>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dirty="0"/>
          </a:p>
        </p:txBody>
      </p:sp>
      <p:sp>
        <p:nvSpPr>
          <p:cNvPr id="6263" name="文本框 6262">
            <a:extLst>
              <a:ext uri="{FF2B5EF4-FFF2-40B4-BE49-F238E27FC236}">
                <a16:creationId xmlns:a16="http://schemas.microsoft.com/office/drawing/2014/main" id="{B43CAD69-95BF-331D-6B0C-D7E09A4F43B0}"/>
              </a:ext>
            </a:extLst>
          </p:cNvPr>
          <p:cNvSpPr txBox="1"/>
          <p:nvPr/>
        </p:nvSpPr>
        <p:spPr>
          <a:xfrm>
            <a:off x="10029696" y="2510239"/>
            <a:ext cx="2257894" cy="1015663"/>
          </a:xfrm>
          <a:prstGeom prst="rect">
            <a:avLst/>
          </a:prstGeom>
          <a:noFill/>
        </p:spPr>
        <p:txBody>
          <a:bodyPr wrap="square" rtlCol="0">
            <a:spAutoFit/>
          </a:bodyPr>
          <a:lstStyle/>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口诀</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都上</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都下</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调望远镜螺钉。</a:t>
            </a:r>
          </a:p>
        </p:txBody>
      </p:sp>
      <p:grpSp>
        <p:nvGrpSpPr>
          <p:cNvPr id="6264" name="组合 6263">
            <a:extLst>
              <a:ext uri="{FF2B5EF4-FFF2-40B4-BE49-F238E27FC236}">
                <a16:creationId xmlns:a16="http://schemas.microsoft.com/office/drawing/2014/main" id="{0B45970F-2005-A7B0-85D5-5374BC620D4A}"/>
              </a:ext>
            </a:extLst>
          </p:cNvPr>
          <p:cNvGrpSpPr/>
          <p:nvPr/>
        </p:nvGrpSpPr>
        <p:grpSpPr>
          <a:xfrm>
            <a:off x="8106474" y="2516128"/>
            <a:ext cx="2180770" cy="1218402"/>
            <a:chOff x="8098425" y="2067298"/>
            <a:chExt cx="2312154" cy="1291807"/>
          </a:xfrm>
        </p:grpSpPr>
        <p:sp>
          <p:nvSpPr>
            <p:cNvPr id="6265" name="Oval 15540">
              <a:extLst>
                <a:ext uri="{FF2B5EF4-FFF2-40B4-BE49-F238E27FC236}">
                  <a16:creationId xmlns:a16="http://schemas.microsoft.com/office/drawing/2014/main" id="{480764E1-C13A-175B-5844-453B9958513D}"/>
                </a:ext>
              </a:extLst>
            </p:cNvPr>
            <p:cNvSpPr>
              <a:spLocks/>
            </p:cNvSpPr>
            <p:nvPr/>
          </p:nvSpPr>
          <p:spPr bwMode="auto">
            <a:xfrm flipH="1">
              <a:off x="9620903" y="2288551"/>
              <a:ext cx="270303" cy="25325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6266" name="组合 6265">
              <a:extLst>
                <a:ext uri="{FF2B5EF4-FFF2-40B4-BE49-F238E27FC236}">
                  <a16:creationId xmlns:a16="http://schemas.microsoft.com/office/drawing/2014/main" id="{4816DACF-4D61-AA7A-87F8-A8FD53E67ACA}"/>
                </a:ext>
              </a:extLst>
            </p:cNvPr>
            <p:cNvGrpSpPr/>
            <p:nvPr/>
          </p:nvGrpSpPr>
          <p:grpSpPr>
            <a:xfrm flipH="1">
              <a:off x="9705314" y="2372278"/>
              <a:ext cx="104179" cy="97609"/>
              <a:chOff x="9253470" y="1351580"/>
              <a:chExt cx="133734" cy="133734"/>
            </a:xfrm>
          </p:grpSpPr>
          <p:sp>
            <p:nvSpPr>
              <p:cNvPr id="6328" name="Oval 15540">
                <a:extLst>
                  <a:ext uri="{FF2B5EF4-FFF2-40B4-BE49-F238E27FC236}">
                    <a16:creationId xmlns:a16="http://schemas.microsoft.com/office/drawing/2014/main" id="{438EE4B7-3DF3-41A8-E542-14AF9BB0C24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6329" name="Line 15541">
                <a:extLst>
                  <a:ext uri="{FF2B5EF4-FFF2-40B4-BE49-F238E27FC236}">
                    <a16:creationId xmlns:a16="http://schemas.microsoft.com/office/drawing/2014/main" id="{376481BB-8D4F-F4DB-4C1E-901169A90225}"/>
                  </a:ext>
                </a:extLst>
              </p:cNvPr>
              <p:cNvCxnSpPr>
                <a:cxnSpLocks/>
                <a:stCxn id="6328" idx="1"/>
                <a:endCxn id="6328"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6267" name="Rectangle 15460">
              <a:extLst>
                <a:ext uri="{FF2B5EF4-FFF2-40B4-BE49-F238E27FC236}">
                  <a16:creationId xmlns:a16="http://schemas.microsoft.com/office/drawing/2014/main" id="{763A962B-ACFD-5491-C3F4-638271ECA223}"/>
                </a:ext>
              </a:extLst>
            </p:cNvPr>
            <p:cNvSpPr>
              <a:spLocks/>
            </p:cNvSpPr>
            <p:nvPr/>
          </p:nvSpPr>
          <p:spPr bwMode="auto">
            <a:xfrm flipH="1" flipV="1">
              <a:off x="9463148" y="2399657"/>
              <a:ext cx="92384" cy="92705"/>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68" name="直角三角形 6267">
              <a:extLst>
                <a:ext uri="{FF2B5EF4-FFF2-40B4-BE49-F238E27FC236}">
                  <a16:creationId xmlns:a16="http://schemas.microsoft.com/office/drawing/2014/main" id="{0B1204C5-D751-3F88-F8DD-9B83C5A4D96F}"/>
                </a:ext>
              </a:extLst>
            </p:cNvPr>
            <p:cNvSpPr/>
            <p:nvPr/>
          </p:nvSpPr>
          <p:spPr>
            <a:xfrm>
              <a:off x="8582013" y="2450345"/>
              <a:ext cx="846443" cy="106199"/>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69" name="Rectangle 15501">
              <a:extLst>
                <a:ext uri="{FF2B5EF4-FFF2-40B4-BE49-F238E27FC236}">
                  <a16:creationId xmlns:a16="http://schemas.microsoft.com/office/drawing/2014/main" id="{C9C6DCAB-9864-F515-127E-B2888DB4B0EB}"/>
                </a:ext>
              </a:extLst>
            </p:cNvPr>
            <p:cNvSpPr>
              <a:spLocks/>
            </p:cNvSpPr>
            <p:nvPr/>
          </p:nvSpPr>
          <p:spPr bwMode="auto">
            <a:xfrm flipH="1">
              <a:off x="8528465" y="2555737"/>
              <a:ext cx="1001848" cy="61217"/>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6270" name="组合 6269">
              <a:extLst>
                <a:ext uri="{FF2B5EF4-FFF2-40B4-BE49-F238E27FC236}">
                  <a16:creationId xmlns:a16="http://schemas.microsoft.com/office/drawing/2014/main" id="{6B170946-3452-9046-2DD9-F7042796D0F1}"/>
                </a:ext>
              </a:extLst>
            </p:cNvPr>
            <p:cNvGrpSpPr/>
            <p:nvPr/>
          </p:nvGrpSpPr>
          <p:grpSpPr>
            <a:xfrm flipH="1">
              <a:off x="9945516" y="2231865"/>
              <a:ext cx="141057" cy="493226"/>
              <a:chOff x="2405519" y="1378395"/>
              <a:chExt cx="181074" cy="675772"/>
            </a:xfrm>
          </p:grpSpPr>
          <p:sp>
            <p:nvSpPr>
              <p:cNvPr id="6319" name="Oval 15416">
                <a:extLst>
                  <a:ext uri="{FF2B5EF4-FFF2-40B4-BE49-F238E27FC236}">
                    <a16:creationId xmlns:a16="http://schemas.microsoft.com/office/drawing/2014/main" id="{6C5CC0A8-9BCD-9754-4087-CA43C4EE1A9B}"/>
                  </a:ext>
                </a:extLst>
              </p:cNvPr>
              <p:cNvSpPr>
                <a:spLocks/>
              </p:cNvSpPr>
              <p:nvPr/>
            </p:nvSpPr>
            <p:spPr bwMode="auto">
              <a:xfrm>
                <a:off x="2429189" y="1849443"/>
                <a:ext cx="133734" cy="204724"/>
              </a:xfrm>
              <a:prstGeom prst="ellipse">
                <a:avLst/>
              </a:prstGeom>
              <a:gradFill flip="none" rotWithShape="1">
                <a:gsLst>
                  <a:gs pos="19000">
                    <a:srgbClr val="7B7F82"/>
                  </a:gs>
                  <a:gs pos="0">
                    <a:srgbClr val="69696B"/>
                  </a:gs>
                  <a:gs pos="59000">
                    <a:srgbClr val="535353"/>
                  </a:gs>
                  <a:gs pos="33000">
                    <a:srgbClr val="78787A"/>
                  </a:gs>
                  <a:gs pos="81000">
                    <a:srgbClr val="3D3D3D"/>
                  </a:gs>
                  <a:gs pos="100000">
                    <a:schemeClr val="tx1"/>
                  </a:gs>
                </a:gsLst>
                <a:lin ang="2700000" scaled="1"/>
                <a:tileRect/>
              </a:gradFill>
              <a:ln w="9525">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6320" name="Rectangle 15439">
                <a:extLst>
                  <a:ext uri="{FF2B5EF4-FFF2-40B4-BE49-F238E27FC236}">
                    <a16:creationId xmlns:a16="http://schemas.microsoft.com/office/drawing/2014/main" id="{844A61A8-E943-F323-44A9-D853D38CA038}"/>
                  </a:ext>
                </a:extLst>
              </p:cNvPr>
              <p:cNvSpPr>
                <a:spLocks/>
              </p:cNvSpPr>
              <p:nvPr/>
            </p:nvSpPr>
            <p:spPr bwMode="auto">
              <a:xfrm>
                <a:off x="2422088" y="1378395"/>
                <a:ext cx="150303" cy="585187"/>
              </a:xfrm>
              <a:prstGeom prst="rect">
                <a:avLst/>
              </a:prstGeom>
              <a:gradFill flip="none" rotWithShape="1">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321" name="Rectangle 15484">
                <a:extLst>
                  <a:ext uri="{FF2B5EF4-FFF2-40B4-BE49-F238E27FC236}">
                    <a16:creationId xmlns:a16="http://schemas.microsoft.com/office/drawing/2014/main" id="{14A16683-3738-C608-5748-ED48182F8829}"/>
                  </a:ext>
                </a:extLst>
              </p:cNvPr>
              <p:cNvSpPr>
                <a:spLocks/>
              </p:cNvSpPr>
              <p:nvPr/>
            </p:nvSpPr>
            <p:spPr bwMode="auto">
              <a:xfrm>
                <a:off x="2405519" y="1830818"/>
                <a:ext cx="181074" cy="120717"/>
              </a:xfrm>
              <a:prstGeom prst="rect">
                <a:avLst/>
              </a:prstGeom>
              <a:gradFill>
                <a:gsLst>
                  <a:gs pos="46000">
                    <a:srgbClr val="6A6A6A"/>
                  </a:gs>
                  <a:gs pos="28000">
                    <a:srgbClr val="858587"/>
                  </a:gs>
                  <a:gs pos="37000">
                    <a:srgbClr val="6A6A6A"/>
                  </a:gs>
                  <a:gs pos="19000">
                    <a:srgbClr val="7B7F82"/>
                  </a:gs>
                  <a:gs pos="0">
                    <a:srgbClr val="69696B"/>
                  </a:gs>
                  <a:gs pos="67000">
                    <a:srgbClr val="535353"/>
                  </a:gs>
                  <a:gs pos="59000">
                    <a:srgbClr val="78787A"/>
                  </a:gs>
                  <a:gs pos="91000">
                    <a:srgbClr val="3D3D3D"/>
                  </a:gs>
                  <a:gs pos="100000">
                    <a:srgbClr val="424242"/>
                  </a:gs>
                </a:gsLst>
                <a:lin ang="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322" name="Line 15485">
                <a:extLst>
                  <a:ext uri="{FF2B5EF4-FFF2-40B4-BE49-F238E27FC236}">
                    <a16:creationId xmlns:a16="http://schemas.microsoft.com/office/drawing/2014/main" id="{8A48AFEB-F367-A9CF-1A6F-1CC72B381C17}"/>
                  </a:ext>
                </a:extLst>
              </p:cNvPr>
              <p:cNvCxnSpPr>
                <a:cxnSpLocks/>
              </p:cNvCxnSpPr>
              <p:nvPr/>
            </p:nvCxnSpPr>
            <p:spPr bwMode="auto">
              <a:xfrm>
                <a:off x="243037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23" name="Line 15486">
                <a:extLst>
                  <a:ext uri="{FF2B5EF4-FFF2-40B4-BE49-F238E27FC236}">
                    <a16:creationId xmlns:a16="http://schemas.microsoft.com/office/drawing/2014/main" id="{762394A9-9806-4233-CA7E-AF1BFA6F23CD}"/>
                  </a:ext>
                </a:extLst>
              </p:cNvPr>
              <p:cNvCxnSpPr>
                <a:cxnSpLocks/>
              </p:cNvCxnSpPr>
              <p:nvPr/>
            </p:nvCxnSpPr>
            <p:spPr bwMode="auto">
              <a:xfrm>
                <a:off x="2549905"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24" name="Line 15487">
                <a:extLst>
                  <a:ext uri="{FF2B5EF4-FFF2-40B4-BE49-F238E27FC236}">
                    <a16:creationId xmlns:a16="http://schemas.microsoft.com/office/drawing/2014/main" id="{90DDF571-B2D2-145D-CC7E-8DE9A48750D3}"/>
                  </a:ext>
                </a:extLst>
              </p:cNvPr>
              <p:cNvCxnSpPr>
                <a:cxnSpLocks/>
              </p:cNvCxnSpPr>
              <p:nvPr/>
            </p:nvCxnSpPr>
            <p:spPr bwMode="auto">
              <a:xfrm>
                <a:off x="2455226"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25" name="Line 15488">
                <a:extLst>
                  <a:ext uri="{FF2B5EF4-FFF2-40B4-BE49-F238E27FC236}">
                    <a16:creationId xmlns:a16="http://schemas.microsoft.com/office/drawing/2014/main" id="{576C17F2-7EE0-8D33-E7C9-0BB2C8BB3EAF}"/>
                  </a:ext>
                </a:extLst>
              </p:cNvPr>
              <p:cNvCxnSpPr>
                <a:cxnSpLocks/>
              </p:cNvCxnSpPr>
              <p:nvPr/>
            </p:nvCxnSpPr>
            <p:spPr bwMode="auto">
              <a:xfrm>
                <a:off x="2480079"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26" name="Line 15489">
                <a:extLst>
                  <a:ext uri="{FF2B5EF4-FFF2-40B4-BE49-F238E27FC236}">
                    <a16:creationId xmlns:a16="http://schemas.microsoft.com/office/drawing/2014/main" id="{DFDFBC6F-69F5-4377-D11F-44109C97B12B}"/>
                  </a:ext>
                </a:extLst>
              </p:cNvPr>
              <p:cNvCxnSpPr>
                <a:cxnSpLocks/>
              </p:cNvCxnSpPr>
              <p:nvPr/>
            </p:nvCxnSpPr>
            <p:spPr bwMode="auto">
              <a:xfrm>
                <a:off x="2504932" y="183081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27" name="Line 15490">
                <a:extLst>
                  <a:ext uri="{FF2B5EF4-FFF2-40B4-BE49-F238E27FC236}">
                    <a16:creationId xmlns:a16="http://schemas.microsoft.com/office/drawing/2014/main" id="{EBE3E6FE-2E3C-021C-D02C-EEB478BA24E2}"/>
                  </a:ext>
                </a:extLst>
              </p:cNvPr>
              <p:cNvCxnSpPr>
                <a:cxnSpLocks/>
              </p:cNvCxnSpPr>
              <p:nvPr/>
            </p:nvCxnSpPr>
            <p:spPr bwMode="auto">
              <a:xfrm>
                <a:off x="2526235" y="1831878"/>
                <a:ext cx="1183" cy="1196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6271" name="Rectangle 15436">
              <a:extLst>
                <a:ext uri="{FF2B5EF4-FFF2-40B4-BE49-F238E27FC236}">
                  <a16:creationId xmlns:a16="http://schemas.microsoft.com/office/drawing/2014/main" id="{97BAC352-88F1-CAAC-2A7E-5FB8EEBFFE13}"/>
                </a:ext>
              </a:extLst>
            </p:cNvPr>
            <p:cNvSpPr>
              <a:spLocks/>
            </p:cNvSpPr>
            <p:nvPr/>
          </p:nvSpPr>
          <p:spPr bwMode="auto">
            <a:xfrm flipH="1">
              <a:off x="8438007" y="2487445"/>
              <a:ext cx="144439" cy="871660"/>
            </a:xfrm>
            <a:prstGeom prst="rect">
              <a:avLst/>
            </a:prstGeom>
            <a:gradFill>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108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72" name="Rectangle 15437">
              <a:extLst>
                <a:ext uri="{FF2B5EF4-FFF2-40B4-BE49-F238E27FC236}">
                  <a16:creationId xmlns:a16="http://schemas.microsoft.com/office/drawing/2014/main" id="{1BEC4C04-AC70-0718-D2C1-1347A5806271}"/>
                </a:ext>
              </a:extLst>
            </p:cNvPr>
            <p:cNvSpPr>
              <a:spLocks/>
            </p:cNvSpPr>
            <p:nvPr/>
          </p:nvSpPr>
          <p:spPr bwMode="auto">
            <a:xfrm flipH="1">
              <a:off x="9668361" y="2130416"/>
              <a:ext cx="565206" cy="228042"/>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73" name="Rectangle 15456">
              <a:extLst>
                <a:ext uri="{FF2B5EF4-FFF2-40B4-BE49-F238E27FC236}">
                  <a16:creationId xmlns:a16="http://schemas.microsoft.com/office/drawing/2014/main" id="{B9ED2838-D38C-92F3-C216-CC43960FF791}"/>
                </a:ext>
              </a:extLst>
            </p:cNvPr>
            <p:cNvSpPr>
              <a:spLocks/>
            </p:cNvSpPr>
            <p:nvPr/>
          </p:nvSpPr>
          <p:spPr bwMode="auto">
            <a:xfrm flipH="1">
              <a:off x="9920465" y="2113141"/>
              <a:ext cx="193608" cy="26950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6274" name="AutoShape 15457">
              <a:extLst>
                <a:ext uri="{FF2B5EF4-FFF2-40B4-BE49-F238E27FC236}">
                  <a16:creationId xmlns:a16="http://schemas.microsoft.com/office/drawing/2014/main" id="{1A6C7180-CD67-8C7F-F2DD-9D40D6156B0F}"/>
                </a:ext>
              </a:extLst>
            </p:cNvPr>
            <p:cNvSpPr>
              <a:spLocks/>
            </p:cNvSpPr>
            <p:nvPr/>
          </p:nvSpPr>
          <p:spPr bwMode="auto">
            <a:xfrm rot="5400000" flipH="1">
              <a:off x="10075764" y="2221115"/>
              <a:ext cx="269505" cy="47019"/>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6275" name="Rectangle 15460">
              <a:extLst>
                <a:ext uri="{FF2B5EF4-FFF2-40B4-BE49-F238E27FC236}">
                  <a16:creationId xmlns:a16="http://schemas.microsoft.com/office/drawing/2014/main" id="{370237F5-BF46-2241-E6A8-38ED118E4A8B}"/>
                </a:ext>
              </a:extLst>
            </p:cNvPr>
            <p:cNvSpPr>
              <a:spLocks/>
            </p:cNvSpPr>
            <p:nvPr/>
          </p:nvSpPr>
          <p:spPr bwMode="auto">
            <a:xfrm flipH="1" flipV="1">
              <a:off x="9434325" y="2530939"/>
              <a:ext cx="159269" cy="109857"/>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76" name="AutoShape 15462">
              <a:extLst>
                <a:ext uri="{FF2B5EF4-FFF2-40B4-BE49-F238E27FC236}">
                  <a16:creationId xmlns:a16="http://schemas.microsoft.com/office/drawing/2014/main" id="{377D92D8-E665-4490-ADE6-F88CC6194DCC}"/>
                </a:ext>
              </a:extLst>
            </p:cNvPr>
            <p:cNvSpPr>
              <a:spLocks/>
            </p:cNvSpPr>
            <p:nvPr/>
          </p:nvSpPr>
          <p:spPr bwMode="auto">
            <a:xfrm flipH="1">
              <a:off x="9467515" y="2493885"/>
              <a:ext cx="84189" cy="3336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77" name="Rectangle 15464">
              <a:extLst>
                <a:ext uri="{FF2B5EF4-FFF2-40B4-BE49-F238E27FC236}">
                  <a16:creationId xmlns:a16="http://schemas.microsoft.com/office/drawing/2014/main" id="{6B466FAF-E694-D511-21DF-888DB20B96D4}"/>
                </a:ext>
              </a:extLst>
            </p:cNvPr>
            <p:cNvSpPr>
              <a:spLocks/>
            </p:cNvSpPr>
            <p:nvPr/>
          </p:nvSpPr>
          <p:spPr bwMode="auto">
            <a:xfrm flipH="1">
              <a:off x="8273596" y="2088953"/>
              <a:ext cx="1524614" cy="318740"/>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78" name="Rectangle 15515">
              <a:extLst>
                <a:ext uri="{FF2B5EF4-FFF2-40B4-BE49-F238E27FC236}">
                  <a16:creationId xmlns:a16="http://schemas.microsoft.com/office/drawing/2014/main" id="{1646FB15-51F1-708F-7B9F-DA2BE4C4E4EC}"/>
                </a:ext>
              </a:extLst>
            </p:cNvPr>
            <p:cNvSpPr>
              <a:spLocks/>
            </p:cNvSpPr>
            <p:nvPr/>
          </p:nvSpPr>
          <p:spPr bwMode="auto">
            <a:xfrm flipH="1">
              <a:off x="8098425" y="2084433"/>
              <a:ext cx="226958" cy="323852"/>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6279" name="Rectangle 15464">
              <a:extLst>
                <a:ext uri="{FF2B5EF4-FFF2-40B4-BE49-F238E27FC236}">
                  <a16:creationId xmlns:a16="http://schemas.microsoft.com/office/drawing/2014/main" id="{BCC12DB5-71CE-2F83-D0D0-D018D6BC5450}"/>
                </a:ext>
              </a:extLst>
            </p:cNvPr>
            <p:cNvSpPr>
              <a:spLocks/>
            </p:cNvSpPr>
            <p:nvPr/>
          </p:nvSpPr>
          <p:spPr bwMode="auto">
            <a:xfrm flipH="1">
              <a:off x="8321844" y="2067298"/>
              <a:ext cx="409355" cy="354909"/>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80" name="Rectangle 15465">
              <a:extLst>
                <a:ext uri="{FF2B5EF4-FFF2-40B4-BE49-F238E27FC236}">
                  <a16:creationId xmlns:a16="http://schemas.microsoft.com/office/drawing/2014/main" id="{86C73C0E-5BC8-B008-26B7-B583E03ED223}"/>
                </a:ext>
              </a:extLst>
            </p:cNvPr>
            <p:cNvSpPr>
              <a:spLocks/>
            </p:cNvSpPr>
            <p:nvPr/>
          </p:nvSpPr>
          <p:spPr bwMode="auto">
            <a:xfrm flipH="1">
              <a:off x="8492255" y="2242268"/>
              <a:ext cx="89802" cy="239580"/>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6281" name="组合 6280">
              <a:extLst>
                <a:ext uri="{FF2B5EF4-FFF2-40B4-BE49-F238E27FC236}">
                  <a16:creationId xmlns:a16="http://schemas.microsoft.com/office/drawing/2014/main" id="{EDC52A97-8A1D-4B62-770B-36E0E0B6A18C}"/>
                </a:ext>
              </a:extLst>
            </p:cNvPr>
            <p:cNvGrpSpPr/>
            <p:nvPr/>
          </p:nvGrpSpPr>
          <p:grpSpPr>
            <a:xfrm flipH="1">
              <a:off x="10236332" y="2093273"/>
              <a:ext cx="174247" cy="300601"/>
              <a:chOff x="6615473" y="904221"/>
              <a:chExt cx="223679" cy="411854"/>
            </a:xfrm>
          </p:grpSpPr>
          <p:sp>
            <p:nvSpPr>
              <p:cNvPr id="6307" name="AutoShape 15440">
                <a:extLst>
                  <a:ext uri="{FF2B5EF4-FFF2-40B4-BE49-F238E27FC236}">
                    <a16:creationId xmlns:a16="http://schemas.microsoft.com/office/drawing/2014/main" id="{5E65FDCE-4F4A-9D05-5AAD-90DD4ACC9239}"/>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308" name="Line 15472">
                <a:extLst>
                  <a:ext uri="{FF2B5EF4-FFF2-40B4-BE49-F238E27FC236}">
                    <a16:creationId xmlns:a16="http://schemas.microsoft.com/office/drawing/2014/main" id="{721159F3-D45D-7A4A-F166-6E668F870EDC}"/>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09" name="Line 15473">
                <a:extLst>
                  <a:ext uri="{FF2B5EF4-FFF2-40B4-BE49-F238E27FC236}">
                    <a16:creationId xmlns:a16="http://schemas.microsoft.com/office/drawing/2014/main" id="{BF7FAB10-EFFD-4077-9060-9F8FA935E1F3}"/>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0" name="Line 15474">
                <a:extLst>
                  <a:ext uri="{FF2B5EF4-FFF2-40B4-BE49-F238E27FC236}">
                    <a16:creationId xmlns:a16="http://schemas.microsoft.com/office/drawing/2014/main" id="{9ABDD16D-3A53-B680-E98C-A57D0ED63BF1}"/>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1" name="Line 15475">
                <a:extLst>
                  <a:ext uri="{FF2B5EF4-FFF2-40B4-BE49-F238E27FC236}">
                    <a16:creationId xmlns:a16="http://schemas.microsoft.com/office/drawing/2014/main" id="{5A15F851-D458-BE8C-27F5-D550F4857C27}"/>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2" name="Line 15476">
                <a:extLst>
                  <a:ext uri="{FF2B5EF4-FFF2-40B4-BE49-F238E27FC236}">
                    <a16:creationId xmlns:a16="http://schemas.microsoft.com/office/drawing/2014/main" id="{258A6EFD-80CA-F62F-FD2F-A55DEBD7B2FE}"/>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3" name="Line 15477">
                <a:extLst>
                  <a:ext uri="{FF2B5EF4-FFF2-40B4-BE49-F238E27FC236}">
                    <a16:creationId xmlns:a16="http://schemas.microsoft.com/office/drawing/2014/main" id="{01FA6852-2AEC-5C76-A1DD-1E5941D20DA1}"/>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4" name="Line 15478">
                <a:extLst>
                  <a:ext uri="{FF2B5EF4-FFF2-40B4-BE49-F238E27FC236}">
                    <a16:creationId xmlns:a16="http://schemas.microsoft.com/office/drawing/2014/main" id="{375BD734-563E-7E06-C216-2E8590073088}"/>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5" name="Line 15479">
                <a:extLst>
                  <a:ext uri="{FF2B5EF4-FFF2-40B4-BE49-F238E27FC236}">
                    <a16:creationId xmlns:a16="http://schemas.microsoft.com/office/drawing/2014/main" id="{159E3C89-24DC-B1AB-2569-1C16B3F25EBF}"/>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6" name="Line 15480">
                <a:extLst>
                  <a:ext uri="{FF2B5EF4-FFF2-40B4-BE49-F238E27FC236}">
                    <a16:creationId xmlns:a16="http://schemas.microsoft.com/office/drawing/2014/main" id="{E0CD03F0-137F-8FB0-3CD9-8A7EB9DF528D}"/>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7" name="Line 15481">
                <a:extLst>
                  <a:ext uri="{FF2B5EF4-FFF2-40B4-BE49-F238E27FC236}">
                    <a16:creationId xmlns:a16="http://schemas.microsoft.com/office/drawing/2014/main" id="{DE6754A4-0570-E897-8154-E67F6B802BE5}"/>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6318" name="Line 15482">
                <a:extLst>
                  <a:ext uri="{FF2B5EF4-FFF2-40B4-BE49-F238E27FC236}">
                    <a16:creationId xmlns:a16="http://schemas.microsoft.com/office/drawing/2014/main" id="{B041650E-043A-2F79-C744-B7F6A88EB60C}"/>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6282" name="Group 15491">
              <a:extLst>
                <a:ext uri="{FF2B5EF4-FFF2-40B4-BE49-F238E27FC236}">
                  <a16:creationId xmlns:a16="http://schemas.microsoft.com/office/drawing/2014/main" id="{5CF67B26-1542-86C7-08F3-8724CD138451}"/>
                </a:ext>
              </a:extLst>
            </p:cNvPr>
            <p:cNvGrpSpPr>
              <a:grpSpLocks/>
            </p:cNvGrpSpPr>
            <p:nvPr/>
          </p:nvGrpSpPr>
          <p:grpSpPr bwMode="auto">
            <a:xfrm flipH="1">
              <a:off x="9445388" y="2734708"/>
              <a:ext cx="141057" cy="129569"/>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6298" name="Rectangle 15492">
                <a:extLst>
                  <a:ext uri="{FF2B5EF4-FFF2-40B4-BE49-F238E27FC236}">
                    <a16:creationId xmlns:a16="http://schemas.microsoft.com/office/drawing/2014/main" id="{0967AA23-1A1E-DBB8-8753-EAEF849B013F}"/>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99" name="Rectangle 15493">
                <a:extLst>
                  <a:ext uri="{FF2B5EF4-FFF2-40B4-BE49-F238E27FC236}">
                    <a16:creationId xmlns:a16="http://schemas.microsoft.com/office/drawing/2014/main" id="{68F535C3-1EA1-5DE7-7711-823F87DE3D38}"/>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300" name="Line 15494">
                <a:extLst>
                  <a:ext uri="{FF2B5EF4-FFF2-40B4-BE49-F238E27FC236}">
                    <a16:creationId xmlns:a16="http://schemas.microsoft.com/office/drawing/2014/main" id="{B388C684-66DB-4674-0064-BCCDDD737068}"/>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6301" name="Line 15495">
                <a:extLst>
                  <a:ext uri="{FF2B5EF4-FFF2-40B4-BE49-F238E27FC236}">
                    <a16:creationId xmlns:a16="http://schemas.microsoft.com/office/drawing/2014/main" id="{34036B2C-AC55-AF52-5F37-A670F40463C7}"/>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6302" name="Line 15496">
                <a:extLst>
                  <a:ext uri="{FF2B5EF4-FFF2-40B4-BE49-F238E27FC236}">
                    <a16:creationId xmlns:a16="http://schemas.microsoft.com/office/drawing/2014/main" id="{7D14C6C1-0D27-A891-3C11-29341CA13A77}"/>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6303" name="Line 15497">
                <a:extLst>
                  <a:ext uri="{FF2B5EF4-FFF2-40B4-BE49-F238E27FC236}">
                    <a16:creationId xmlns:a16="http://schemas.microsoft.com/office/drawing/2014/main" id="{74D0A60C-D13A-8893-F792-4054B460E309}"/>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6304" name="Line 15498">
                <a:extLst>
                  <a:ext uri="{FF2B5EF4-FFF2-40B4-BE49-F238E27FC236}">
                    <a16:creationId xmlns:a16="http://schemas.microsoft.com/office/drawing/2014/main" id="{5A0BD040-076F-74BC-A377-953A36419FF9}"/>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6305" name="Line 15499">
                <a:extLst>
                  <a:ext uri="{FF2B5EF4-FFF2-40B4-BE49-F238E27FC236}">
                    <a16:creationId xmlns:a16="http://schemas.microsoft.com/office/drawing/2014/main" id="{69A94C8A-3C44-7FF4-47F4-53C94676F889}"/>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6306" name="Line 15500">
                <a:extLst>
                  <a:ext uri="{FF2B5EF4-FFF2-40B4-BE49-F238E27FC236}">
                    <a16:creationId xmlns:a16="http://schemas.microsoft.com/office/drawing/2014/main" id="{80B95F5D-1227-BB31-5B72-83A7674C9049}"/>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sp>
          <p:nvSpPr>
            <p:cNvPr id="6283" name="Rectangle 15501">
              <a:extLst>
                <a:ext uri="{FF2B5EF4-FFF2-40B4-BE49-F238E27FC236}">
                  <a16:creationId xmlns:a16="http://schemas.microsoft.com/office/drawing/2014/main" id="{2AD2ABB8-0351-7CB4-DC8A-B4377D00B9ED}"/>
                </a:ext>
              </a:extLst>
            </p:cNvPr>
            <p:cNvSpPr>
              <a:spLocks/>
            </p:cNvSpPr>
            <p:nvPr/>
          </p:nvSpPr>
          <p:spPr bwMode="auto">
            <a:xfrm flipH="1">
              <a:off x="8350466" y="2646769"/>
              <a:ext cx="1267757" cy="89289"/>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84" name="直角三角形 6283">
              <a:extLst>
                <a:ext uri="{FF2B5EF4-FFF2-40B4-BE49-F238E27FC236}">
                  <a16:creationId xmlns:a16="http://schemas.microsoft.com/office/drawing/2014/main" id="{57685424-9A86-6D00-ABD4-B3FEAED96F45}"/>
                </a:ext>
              </a:extLst>
            </p:cNvPr>
            <p:cNvSpPr/>
            <p:nvPr/>
          </p:nvSpPr>
          <p:spPr>
            <a:xfrm rot="10800000" flipH="1">
              <a:off x="8582596" y="2737665"/>
              <a:ext cx="851877" cy="331697"/>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285" name="Rectangle 15465">
              <a:extLst>
                <a:ext uri="{FF2B5EF4-FFF2-40B4-BE49-F238E27FC236}">
                  <a16:creationId xmlns:a16="http://schemas.microsoft.com/office/drawing/2014/main" id="{7C1FB744-7D28-A849-93CF-939CDEF7E1CF}"/>
                </a:ext>
              </a:extLst>
            </p:cNvPr>
            <p:cNvSpPr>
              <a:spLocks/>
            </p:cNvSpPr>
            <p:nvPr/>
          </p:nvSpPr>
          <p:spPr bwMode="auto">
            <a:xfrm flipH="1">
              <a:off x="9432225" y="2070602"/>
              <a:ext cx="159497" cy="354909"/>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286" name="Line 15500">
              <a:extLst>
                <a:ext uri="{FF2B5EF4-FFF2-40B4-BE49-F238E27FC236}">
                  <a16:creationId xmlns:a16="http://schemas.microsoft.com/office/drawing/2014/main" id="{D5293DFD-2046-0C93-1865-95D3AE77684C}"/>
                </a:ext>
              </a:extLst>
            </p:cNvPr>
            <p:cNvCxnSpPr>
              <a:cxnSpLocks/>
            </p:cNvCxnSpPr>
            <p:nvPr/>
          </p:nvCxnSpPr>
          <p:spPr bwMode="auto">
            <a:xfrm flipH="1">
              <a:off x="9489811" y="2751899"/>
              <a:ext cx="57160" cy="86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sp>
          <p:nvSpPr>
            <p:cNvPr id="6287" name="Rectangle 15437">
              <a:extLst>
                <a:ext uri="{FF2B5EF4-FFF2-40B4-BE49-F238E27FC236}">
                  <a16:creationId xmlns:a16="http://schemas.microsoft.com/office/drawing/2014/main" id="{0EA00980-A2D9-15E0-BE6B-82832AA9026C}"/>
                </a:ext>
              </a:extLst>
            </p:cNvPr>
            <p:cNvSpPr>
              <a:spLocks/>
            </p:cNvSpPr>
            <p:nvPr/>
          </p:nvSpPr>
          <p:spPr bwMode="auto">
            <a:xfrm flipH="1">
              <a:off x="8734368" y="2084432"/>
              <a:ext cx="697335" cy="32625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6288" name="组合 6287">
              <a:extLst>
                <a:ext uri="{FF2B5EF4-FFF2-40B4-BE49-F238E27FC236}">
                  <a16:creationId xmlns:a16="http://schemas.microsoft.com/office/drawing/2014/main" id="{B7DC47D4-E24E-2ABA-7873-EEC842C0A908}"/>
                </a:ext>
              </a:extLst>
            </p:cNvPr>
            <p:cNvGrpSpPr/>
            <p:nvPr/>
          </p:nvGrpSpPr>
          <p:grpSpPr>
            <a:xfrm flipH="1">
              <a:off x="8437166" y="2155222"/>
              <a:ext cx="190082" cy="178093"/>
              <a:chOff x="3472900" y="2697194"/>
              <a:chExt cx="346984" cy="346984"/>
            </a:xfrm>
          </p:grpSpPr>
          <p:sp>
            <p:nvSpPr>
              <p:cNvPr id="6295" name="Oval 15540">
                <a:extLst>
                  <a:ext uri="{FF2B5EF4-FFF2-40B4-BE49-F238E27FC236}">
                    <a16:creationId xmlns:a16="http://schemas.microsoft.com/office/drawing/2014/main" id="{1E3AAA58-0440-BD82-32F6-7B9E3C4B11BB}"/>
                  </a:ext>
                </a:extLst>
              </p:cNvPr>
              <p:cNvSpPr>
                <a:spLocks/>
              </p:cNvSpPr>
              <p:nvPr/>
            </p:nvSpPr>
            <p:spPr bwMode="auto">
              <a:xfrm>
                <a:off x="3472900" y="2697194"/>
                <a:ext cx="346984" cy="34698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6296" name="Oval 15540">
                <a:extLst>
                  <a:ext uri="{FF2B5EF4-FFF2-40B4-BE49-F238E27FC236}">
                    <a16:creationId xmlns:a16="http://schemas.microsoft.com/office/drawing/2014/main" id="{E30F2F22-36C3-F25A-F47F-04BFA887DEC0}"/>
                  </a:ext>
                </a:extLst>
              </p:cNvPr>
              <p:cNvSpPr>
                <a:spLocks/>
              </p:cNvSpPr>
              <p:nvPr/>
            </p:nvSpPr>
            <p:spPr bwMode="auto">
              <a:xfrm>
                <a:off x="3580012" y="2803659"/>
                <a:ext cx="133733" cy="133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6297" name="Line 15541">
                <a:extLst>
                  <a:ext uri="{FF2B5EF4-FFF2-40B4-BE49-F238E27FC236}">
                    <a16:creationId xmlns:a16="http://schemas.microsoft.com/office/drawing/2014/main" id="{516D9952-CEE0-3B63-3F42-C7E6622B4CC3}"/>
                  </a:ext>
                </a:extLst>
              </p:cNvPr>
              <p:cNvCxnSpPr>
                <a:cxnSpLocks/>
                <a:stCxn id="6296" idx="1"/>
                <a:endCxn id="6296" idx="5"/>
              </p:cNvCxnSpPr>
              <p:nvPr/>
            </p:nvCxnSpPr>
            <p:spPr bwMode="auto">
              <a:xfrm>
                <a:off x="3599596" y="2823243"/>
                <a:ext cx="94565" cy="94565"/>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6289" name="组合 6288">
              <a:extLst>
                <a:ext uri="{FF2B5EF4-FFF2-40B4-BE49-F238E27FC236}">
                  <a16:creationId xmlns:a16="http://schemas.microsoft.com/office/drawing/2014/main" id="{04C1259C-CF27-0C65-1CB2-70C8E4F40C7C}"/>
                </a:ext>
              </a:extLst>
            </p:cNvPr>
            <p:cNvGrpSpPr/>
            <p:nvPr/>
          </p:nvGrpSpPr>
          <p:grpSpPr>
            <a:xfrm flipH="1">
              <a:off x="8463967" y="2535385"/>
              <a:ext cx="104179" cy="97609"/>
              <a:chOff x="9253470" y="1351580"/>
              <a:chExt cx="133734" cy="133734"/>
            </a:xfrm>
          </p:grpSpPr>
          <p:sp>
            <p:nvSpPr>
              <p:cNvPr id="6293" name="Oval 15540">
                <a:extLst>
                  <a:ext uri="{FF2B5EF4-FFF2-40B4-BE49-F238E27FC236}">
                    <a16:creationId xmlns:a16="http://schemas.microsoft.com/office/drawing/2014/main" id="{F175BCBC-4A8C-4F66-8FE7-994986CDBF45}"/>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6294" name="Line 15541">
                <a:extLst>
                  <a:ext uri="{FF2B5EF4-FFF2-40B4-BE49-F238E27FC236}">
                    <a16:creationId xmlns:a16="http://schemas.microsoft.com/office/drawing/2014/main" id="{F0450ED5-9F1F-7635-D202-AF98C1ED0077}"/>
                  </a:ext>
                </a:extLst>
              </p:cNvPr>
              <p:cNvCxnSpPr>
                <a:cxnSpLocks/>
                <a:stCxn id="6293" idx="1"/>
                <a:endCxn id="6293"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6290" name="组合 6289">
              <a:extLst>
                <a:ext uri="{FF2B5EF4-FFF2-40B4-BE49-F238E27FC236}">
                  <a16:creationId xmlns:a16="http://schemas.microsoft.com/office/drawing/2014/main" id="{D06BB9DE-A7C7-1F7B-60F8-1B8463C503EB}"/>
                </a:ext>
              </a:extLst>
            </p:cNvPr>
            <p:cNvGrpSpPr/>
            <p:nvPr/>
          </p:nvGrpSpPr>
          <p:grpSpPr>
            <a:xfrm flipH="1">
              <a:off x="9646542" y="2201418"/>
              <a:ext cx="104179" cy="97609"/>
              <a:chOff x="9253470" y="1351580"/>
              <a:chExt cx="133734" cy="133734"/>
            </a:xfrm>
          </p:grpSpPr>
          <p:sp>
            <p:nvSpPr>
              <p:cNvPr id="6291" name="Oval 15540">
                <a:extLst>
                  <a:ext uri="{FF2B5EF4-FFF2-40B4-BE49-F238E27FC236}">
                    <a16:creationId xmlns:a16="http://schemas.microsoft.com/office/drawing/2014/main" id="{DC1AD373-79AB-2C21-BB63-52AF86A54EA8}"/>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6292" name="Line 15541">
                <a:extLst>
                  <a:ext uri="{FF2B5EF4-FFF2-40B4-BE49-F238E27FC236}">
                    <a16:creationId xmlns:a16="http://schemas.microsoft.com/office/drawing/2014/main" id="{AF934F49-08F5-B621-C9D5-07B65E488A71}"/>
                  </a:ext>
                </a:extLst>
              </p:cNvPr>
              <p:cNvCxnSpPr>
                <a:cxnSpLocks/>
                <a:stCxn id="6291" idx="1"/>
                <a:endCxn id="629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grpSp>
        <p:nvGrpSpPr>
          <p:cNvPr id="6330" name="组合 6329">
            <a:extLst>
              <a:ext uri="{FF2B5EF4-FFF2-40B4-BE49-F238E27FC236}">
                <a16:creationId xmlns:a16="http://schemas.microsoft.com/office/drawing/2014/main" id="{55938024-CFD0-F141-8F91-F708B8A9A7F8}"/>
              </a:ext>
            </a:extLst>
          </p:cNvPr>
          <p:cNvGrpSpPr/>
          <p:nvPr/>
        </p:nvGrpSpPr>
        <p:grpSpPr>
          <a:xfrm>
            <a:off x="5916804" y="1837532"/>
            <a:ext cx="1973080" cy="1970548"/>
            <a:chOff x="5038645" y="2587651"/>
            <a:chExt cx="2500386" cy="2497177"/>
          </a:xfrm>
        </p:grpSpPr>
        <p:sp>
          <p:nvSpPr>
            <p:cNvPr id="6331" name="流程图: 接点 410645">
              <a:extLst>
                <a:ext uri="{FF2B5EF4-FFF2-40B4-BE49-F238E27FC236}">
                  <a16:creationId xmlns:a16="http://schemas.microsoft.com/office/drawing/2014/main" id="{DD6E1F1F-9815-5A6C-5B36-7773D59B01DE}"/>
                </a:ext>
              </a:extLst>
            </p:cNvPr>
            <p:cNvSpPr/>
            <p:nvPr/>
          </p:nvSpPr>
          <p:spPr>
            <a:xfrm>
              <a:off x="5038645" y="2587651"/>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32" name="流程图: 接点 410646">
              <a:extLst>
                <a:ext uri="{FF2B5EF4-FFF2-40B4-BE49-F238E27FC236}">
                  <a16:creationId xmlns:a16="http://schemas.microsoft.com/office/drawing/2014/main" id="{FBF4C29C-C95D-4374-00BF-F39372862D72}"/>
                </a:ext>
              </a:extLst>
            </p:cNvPr>
            <p:cNvSpPr/>
            <p:nvPr/>
          </p:nvSpPr>
          <p:spPr>
            <a:xfrm>
              <a:off x="5132024" y="2673757"/>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333" name="直接连接符 410648">
              <a:extLst>
                <a:ext uri="{FF2B5EF4-FFF2-40B4-BE49-F238E27FC236}">
                  <a16:creationId xmlns:a16="http://schemas.microsoft.com/office/drawing/2014/main" id="{5290F991-FF65-783E-3966-C9BF9B89A41F}"/>
                </a:ext>
              </a:extLst>
            </p:cNvPr>
            <p:cNvCxnSpPr>
              <a:cxnSpLocks/>
            </p:cNvCxnSpPr>
            <p:nvPr/>
          </p:nvCxnSpPr>
          <p:spPr>
            <a:xfrm>
              <a:off x="6148453" y="3573725"/>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334" name="加号 6333">
              <a:extLst>
                <a:ext uri="{FF2B5EF4-FFF2-40B4-BE49-F238E27FC236}">
                  <a16:creationId xmlns:a16="http://schemas.microsoft.com/office/drawing/2014/main" id="{2EF46358-9921-5DFA-5176-D5B9D24F8F0F}"/>
                </a:ext>
              </a:extLst>
            </p:cNvPr>
            <p:cNvSpPr/>
            <p:nvPr/>
          </p:nvSpPr>
          <p:spPr>
            <a:xfrm>
              <a:off x="6456443" y="2867209"/>
              <a:ext cx="302025" cy="374560"/>
            </a:xfrm>
            <a:prstGeom prst="mathPlus">
              <a:avLst>
                <a:gd name="adj1" fmla="val 13622"/>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335" name="直接连接符 410648">
              <a:extLst>
                <a:ext uri="{FF2B5EF4-FFF2-40B4-BE49-F238E27FC236}">
                  <a16:creationId xmlns:a16="http://schemas.microsoft.com/office/drawing/2014/main" id="{E5189BC3-BF6B-A4FE-5FD6-0EE919175403}"/>
                </a:ext>
              </a:extLst>
            </p:cNvPr>
            <p:cNvCxnSpPr>
              <a:cxnSpLocks/>
            </p:cNvCxnSpPr>
            <p:nvPr/>
          </p:nvCxnSpPr>
          <p:spPr>
            <a:xfrm>
              <a:off x="6148453" y="3019487"/>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6" name="直接连接符 410647">
              <a:extLst>
                <a:ext uri="{FF2B5EF4-FFF2-40B4-BE49-F238E27FC236}">
                  <a16:creationId xmlns:a16="http://schemas.microsoft.com/office/drawing/2014/main" id="{B7DA974D-E832-1632-2384-BDAAC656C9E4}"/>
                </a:ext>
              </a:extLst>
            </p:cNvPr>
            <p:cNvCxnSpPr>
              <a:cxnSpLocks/>
              <a:stCxn id="6332" idx="2"/>
              <a:endCxn id="6332" idx="6"/>
            </p:cNvCxnSpPr>
            <p:nvPr/>
          </p:nvCxnSpPr>
          <p:spPr>
            <a:xfrm>
              <a:off x="5132024" y="3832906"/>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7" name="直接连接符 410648">
              <a:extLst>
                <a:ext uri="{FF2B5EF4-FFF2-40B4-BE49-F238E27FC236}">
                  <a16:creationId xmlns:a16="http://schemas.microsoft.com/office/drawing/2014/main" id="{B807E69C-BF00-D434-6BD1-EA47E22A8715}"/>
                </a:ext>
              </a:extLst>
            </p:cNvPr>
            <p:cNvCxnSpPr>
              <a:cxnSpLocks/>
            </p:cNvCxnSpPr>
            <p:nvPr/>
          </p:nvCxnSpPr>
          <p:spPr>
            <a:xfrm>
              <a:off x="5275062" y="3290886"/>
              <a:ext cx="20447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38" name="组合 6337">
              <a:extLst>
                <a:ext uri="{FF2B5EF4-FFF2-40B4-BE49-F238E27FC236}">
                  <a16:creationId xmlns:a16="http://schemas.microsoft.com/office/drawing/2014/main" id="{5412BD4D-2900-F1BE-5D08-AA97CE6401DE}"/>
                </a:ext>
              </a:extLst>
            </p:cNvPr>
            <p:cNvGrpSpPr/>
            <p:nvPr/>
          </p:nvGrpSpPr>
          <p:grpSpPr>
            <a:xfrm>
              <a:off x="6200891" y="2798150"/>
              <a:ext cx="190334" cy="987884"/>
              <a:chOff x="6186529" y="2798150"/>
              <a:chExt cx="216251" cy="987884"/>
            </a:xfrm>
          </p:grpSpPr>
          <p:cxnSp>
            <p:nvCxnSpPr>
              <p:cNvPr id="6343" name="直接连接符 410648">
                <a:extLst>
                  <a:ext uri="{FF2B5EF4-FFF2-40B4-BE49-F238E27FC236}">
                    <a16:creationId xmlns:a16="http://schemas.microsoft.com/office/drawing/2014/main" id="{D152BE05-9F1A-DE42-B95E-F8B848261D89}"/>
                  </a:ext>
                </a:extLst>
              </p:cNvPr>
              <p:cNvCxnSpPr>
                <a:cxnSpLocks/>
              </p:cNvCxnSpPr>
              <p:nvPr/>
            </p:nvCxnSpPr>
            <p:spPr>
              <a:xfrm>
                <a:off x="6186529" y="34100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4" name="直接连接符 410648">
                <a:extLst>
                  <a:ext uri="{FF2B5EF4-FFF2-40B4-BE49-F238E27FC236}">
                    <a16:creationId xmlns:a16="http://schemas.microsoft.com/office/drawing/2014/main" id="{A39EE50B-632D-80B3-A1D2-1D02C403F479}"/>
                  </a:ext>
                </a:extLst>
              </p:cNvPr>
              <p:cNvCxnSpPr>
                <a:cxnSpLocks/>
              </p:cNvCxnSpPr>
              <p:nvPr/>
            </p:nvCxnSpPr>
            <p:spPr>
              <a:xfrm>
                <a:off x="6186529" y="34653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5" name="直接连接符 410648">
                <a:extLst>
                  <a:ext uri="{FF2B5EF4-FFF2-40B4-BE49-F238E27FC236}">
                    <a16:creationId xmlns:a16="http://schemas.microsoft.com/office/drawing/2014/main" id="{62290319-DF2D-90E6-1A08-84A8C7A30077}"/>
                  </a:ext>
                </a:extLst>
              </p:cNvPr>
              <p:cNvCxnSpPr>
                <a:cxnSpLocks/>
              </p:cNvCxnSpPr>
              <p:nvPr/>
            </p:nvCxnSpPr>
            <p:spPr>
              <a:xfrm>
                <a:off x="6186529" y="33534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6" name="直接连接符 410648">
                <a:extLst>
                  <a:ext uri="{FF2B5EF4-FFF2-40B4-BE49-F238E27FC236}">
                    <a16:creationId xmlns:a16="http://schemas.microsoft.com/office/drawing/2014/main" id="{68A4281F-D96B-0410-6091-5E55F84F373B}"/>
                  </a:ext>
                </a:extLst>
              </p:cNvPr>
              <p:cNvCxnSpPr>
                <a:cxnSpLocks/>
              </p:cNvCxnSpPr>
              <p:nvPr/>
            </p:nvCxnSpPr>
            <p:spPr>
              <a:xfrm>
                <a:off x="6186529" y="35193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7" name="直接连接符 410648">
                <a:extLst>
                  <a:ext uri="{FF2B5EF4-FFF2-40B4-BE49-F238E27FC236}">
                    <a16:creationId xmlns:a16="http://schemas.microsoft.com/office/drawing/2014/main" id="{FC57D076-0540-7963-4D82-826F7DA8B64E}"/>
                  </a:ext>
                </a:extLst>
              </p:cNvPr>
              <p:cNvCxnSpPr>
                <a:cxnSpLocks/>
              </p:cNvCxnSpPr>
              <p:nvPr/>
            </p:nvCxnSpPr>
            <p:spPr>
              <a:xfrm>
                <a:off x="6186529" y="36767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8" name="直接连接符 410648">
                <a:extLst>
                  <a:ext uri="{FF2B5EF4-FFF2-40B4-BE49-F238E27FC236}">
                    <a16:creationId xmlns:a16="http://schemas.microsoft.com/office/drawing/2014/main" id="{C29E114B-8400-3987-0EBC-54B7814E9E96}"/>
                  </a:ext>
                </a:extLst>
              </p:cNvPr>
              <p:cNvCxnSpPr>
                <a:cxnSpLocks/>
              </p:cNvCxnSpPr>
              <p:nvPr/>
            </p:nvCxnSpPr>
            <p:spPr>
              <a:xfrm>
                <a:off x="6186529" y="37320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9" name="直接连接符 410648">
                <a:extLst>
                  <a:ext uri="{FF2B5EF4-FFF2-40B4-BE49-F238E27FC236}">
                    <a16:creationId xmlns:a16="http://schemas.microsoft.com/office/drawing/2014/main" id="{DBD9260B-AB4E-6B80-5695-787FC6971A2D}"/>
                  </a:ext>
                </a:extLst>
              </p:cNvPr>
              <p:cNvCxnSpPr>
                <a:cxnSpLocks/>
              </p:cNvCxnSpPr>
              <p:nvPr/>
            </p:nvCxnSpPr>
            <p:spPr>
              <a:xfrm>
                <a:off x="6186529" y="36201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0" name="直接连接符 410648">
                <a:extLst>
                  <a:ext uri="{FF2B5EF4-FFF2-40B4-BE49-F238E27FC236}">
                    <a16:creationId xmlns:a16="http://schemas.microsoft.com/office/drawing/2014/main" id="{E05B82F4-6148-8386-5DE2-E9231B61B05B}"/>
                  </a:ext>
                </a:extLst>
              </p:cNvPr>
              <p:cNvCxnSpPr>
                <a:cxnSpLocks/>
              </p:cNvCxnSpPr>
              <p:nvPr/>
            </p:nvCxnSpPr>
            <p:spPr>
              <a:xfrm>
                <a:off x="6186529" y="37860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1" name="直接连接符 410648">
                <a:extLst>
                  <a:ext uri="{FF2B5EF4-FFF2-40B4-BE49-F238E27FC236}">
                    <a16:creationId xmlns:a16="http://schemas.microsoft.com/office/drawing/2014/main" id="{6D6D08A9-CD80-79A7-FBC8-5AAB420FD486}"/>
                  </a:ext>
                </a:extLst>
              </p:cNvPr>
              <p:cNvCxnSpPr>
                <a:cxnSpLocks/>
              </p:cNvCxnSpPr>
              <p:nvPr/>
            </p:nvCxnSpPr>
            <p:spPr>
              <a:xfrm>
                <a:off x="6186529" y="312743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2" name="直接连接符 410648">
                <a:extLst>
                  <a:ext uri="{FF2B5EF4-FFF2-40B4-BE49-F238E27FC236}">
                    <a16:creationId xmlns:a16="http://schemas.microsoft.com/office/drawing/2014/main" id="{77341E6C-5D4F-0ADD-0698-1D5B2F19AE56}"/>
                  </a:ext>
                </a:extLst>
              </p:cNvPr>
              <p:cNvCxnSpPr>
                <a:cxnSpLocks/>
              </p:cNvCxnSpPr>
              <p:nvPr/>
            </p:nvCxnSpPr>
            <p:spPr>
              <a:xfrm>
                <a:off x="6186529" y="318278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3" name="直接连接符 410648">
                <a:extLst>
                  <a:ext uri="{FF2B5EF4-FFF2-40B4-BE49-F238E27FC236}">
                    <a16:creationId xmlns:a16="http://schemas.microsoft.com/office/drawing/2014/main" id="{8193A2D9-D595-B8D8-0EE4-C3876E6C1EAB}"/>
                  </a:ext>
                </a:extLst>
              </p:cNvPr>
              <p:cNvCxnSpPr>
                <a:cxnSpLocks/>
              </p:cNvCxnSpPr>
              <p:nvPr/>
            </p:nvCxnSpPr>
            <p:spPr>
              <a:xfrm>
                <a:off x="6186529" y="3070911"/>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4" name="直接连接符 410648">
                <a:extLst>
                  <a:ext uri="{FF2B5EF4-FFF2-40B4-BE49-F238E27FC236}">
                    <a16:creationId xmlns:a16="http://schemas.microsoft.com/office/drawing/2014/main" id="{07BCB1BB-BBF7-AF58-5B65-1578A969F5BF}"/>
                  </a:ext>
                </a:extLst>
              </p:cNvPr>
              <p:cNvCxnSpPr>
                <a:cxnSpLocks/>
              </p:cNvCxnSpPr>
              <p:nvPr/>
            </p:nvCxnSpPr>
            <p:spPr>
              <a:xfrm>
                <a:off x="6186529" y="32367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5" name="直接连接符 410648">
                <a:extLst>
                  <a:ext uri="{FF2B5EF4-FFF2-40B4-BE49-F238E27FC236}">
                    <a16:creationId xmlns:a16="http://schemas.microsoft.com/office/drawing/2014/main" id="{7E4E2828-D1D1-6073-611E-5EF783BF7616}"/>
                  </a:ext>
                </a:extLst>
              </p:cNvPr>
              <p:cNvCxnSpPr>
                <a:cxnSpLocks/>
              </p:cNvCxnSpPr>
              <p:nvPr/>
            </p:nvCxnSpPr>
            <p:spPr>
              <a:xfrm>
                <a:off x="6186529" y="285467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6" name="直接连接符 410648">
                <a:extLst>
                  <a:ext uri="{FF2B5EF4-FFF2-40B4-BE49-F238E27FC236}">
                    <a16:creationId xmlns:a16="http://schemas.microsoft.com/office/drawing/2014/main" id="{9B167926-DAF9-3AC7-AE47-46010CDABC98}"/>
                  </a:ext>
                </a:extLst>
              </p:cNvPr>
              <p:cNvCxnSpPr>
                <a:cxnSpLocks/>
              </p:cNvCxnSpPr>
              <p:nvPr/>
            </p:nvCxnSpPr>
            <p:spPr>
              <a:xfrm>
                <a:off x="6186529" y="291002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7" name="直接连接符 410648">
                <a:extLst>
                  <a:ext uri="{FF2B5EF4-FFF2-40B4-BE49-F238E27FC236}">
                    <a16:creationId xmlns:a16="http://schemas.microsoft.com/office/drawing/2014/main" id="{8864A8AE-9FE4-F551-601B-2BABE1D97C5F}"/>
                  </a:ext>
                </a:extLst>
              </p:cNvPr>
              <p:cNvCxnSpPr>
                <a:cxnSpLocks/>
              </p:cNvCxnSpPr>
              <p:nvPr/>
            </p:nvCxnSpPr>
            <p:spPr>
              <a:xfrm>
                <a:off x="6186529" y="279815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8" name="直接连接符 410648">
                <a:extLst>
                  <a:ext uri="{FF2B5EF4-FFF2-40B4-BE49-F238E27FC236}">
                    <a16:creationId xmlns:a16="http://schemas.microsoft.com/office/drawing/2014/main" id="{F43695E6-19A1-249F-50F5-A3056A293B58}"/>
                  </a:ext>
                </a:extLst>
              </p:cNvPr>
              <p:cNvCxnSpPr>
                <a:cxnSpLocks/>
              </p:cNvCxnSpPr>
              <p:nvPr/>
            </p:nvCxnSpPr>
            <p:spPr>
              <a:xfrm>
                <a:off x="6186529" y="296399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39" name="直接连接符 410648">
              <a:extLst>
                <a:ext uri="{FF2B5EF4-FFF2-40B4-BE49-F238E27FC236}">
                  <a16:creationId xmlns:a16="http://schemas.microsoft.com/office/drawing/2014/main" id="{5C0FC2FA-68DD-4D04-33A2-CBC5135060EC}"/>
                </a:ext>
              </a:extLst>
            </p:cNvPr>
            <p:cNvCxnSpPr>
              <a:cxnSpLocks/>
            </p:cNvCxnSpPr>
            <p:nvPr/>
          </p:nvCxnSpPr>
          <p:spPr>
            <a:xfrm>
              <a:off x="6155320" y="2742187"/>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0" name="直接连接符 410649">
              <a:extLst>
                <a:ext uri="{FF2B5EF4-FFF2-40B4-BE49-F238E27FC236}">
                  <a16:creationId xmlns:a16="http://schemas.microsoft.com/office/drawing/2014/main" id="{83E760C5-1FDB-0860-6C06-52AFB4744DEF}"/>
                </a:ext>
              </a:extLst>
            </p:cNvPr>
            <p:cNvCxnSpPr>
              <a:cxnSpLocks/>
            </p:cNvCxnSpPr>
            <p:nvPr/>
          </p:nvCxnSpPr>
          <p:spPr>
            <a:xfrm>
              <a:off x="6292083" y="2673757"/>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341" name="矩形 6340">
              <a:extLst>
                <a:ext uri="{FF2B5EF4-FFF2-40B4-BE49-F238E27FC236}">
                  <a16:creationId xmlns:a16="http://schemas.microsoft.com/office/drawing/2014/main" id="{CEF9C769-3AA6-4324-21C2-13E932188EE8}"/>
                </a:ext>
              </a:extLst>
            </p:cNvPr>
            <p:cNvSpPr/>
            <p:nvPr/>
          </p:nvSpPr>
          <p:spPr>
            <a:xfrm>
              <a:off x="6049057" y="4028784"/>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42" name="加号 6341">
              <a:extLst>
                <a:ext uri="{FF2B5EF4-FFF2-40B4-BE49-F238E27FC236}">
                  <a16:creationId xmlns:a16="http://schemas.microsoft.com/office/drawing/2014/main" id="{E116A5B8-4F5D-C923-1EB3-7AD0C4114A66}"/>
                </a:ext>
              </a:extLst>
            </p:cNvPr>
            <p:cNvSpPr/>
            <p:nvPr/>
          </p:nvSpPr>
          <p:spPr>
            <a:xfrm>
              <a:off x="6137643" y="4089753"/>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3705B83D-817F-9AD7-D616-D41F99EC9402}"/>
              </a:ext>
            </a:extLst>
          </p:cNvPr>
          <p:cNvGrpSpPr/>
          <p:nvPr/>
        </p:nvGrpSpPr>
        <p:grpSpPr>
          <a:xfrm>
            <a:off x="568410" y="1895018"/>
            <a:ext cx="1973841" cy="3022004"/>
            <a:chOff x="5503077" y="1534297"/>
            <a:chExt cx="1973841" cy="3022004"/>
          </a:xfrm>
        </p:grpSpPr>
        <p:grpSp>
          <p:nvGrpSpPr>
            <p:cNvPr id="3" name="组合 2">
              <a:extLst>
                <a:ext uri="{FF2B5EF4-FFF2-40B4-BE49-F238E27FC236}">
                  <a16:creationId xmlns:a16="http://schemas.microsoft.com/office/drawing/2014/main" id="{13F1288D-A9A5-EE93-9894-514A0DF6188C}"/>
                </a:ext>
              </a:extLst>
            </p:cNvPr>
            <p:cNvGrpSpPr/>
            <p:nvPr/>
          </p:nvGrpSpPr>
          <p:grpSpPr>
            <a:xfrm rot="5400000" flipV="1">
              <a:off x="6998432" y="3567694"/>
              <a:ext cx="304542" cy="232905"/>
              <a:chOff x="572796" y="3354769"/>
              <a:chExt cx="419388" cy="377309"/>
            </a:xfrm>
          </p:grpSpPr>
          <p:grpSp>
            <p:nvGrpSpPr>
              <p:cNvPr id="6223" name="组合 6222">
                <a:extLst>
                  <a:ext uri="{FF2B5EF4-FFF2-40B4-BE49-F238E27FC236}">
                    <a16:creationId xmlns:a16="http://schemas.microsoft.com/office/drawing/2014/main" id="{E02935F8-654F-B046-B879-BC0FB0F2FC67}"/>
                  </a:ext>
                </a:extLst>
              </p:cNvPr>
              <p:cNvGrpSpPr/>
              <p:nvPr/>
            </p:nvGrpSpPr>
            <p:grpSpPr>
              <a:xfrm>
                <a:off x="572796" y="3354769"/>
                <a:ext cx="419388" cy="377309"/>
                <a:chOff x="3493877" y="4543338"/>
                <a:chExt cx="619038" cy="543169"/>
              </a:xfrm>
            </p:grpSpPr>
            <p:sp>
              <p:nvSpPr>
                <p:cNvPr id="6240" name="流程图: 接点 571">
                  <a:extLst>
                    <a:ext uri="{FF2B5EF4-FFF2-40B4-BE49-F238E27FC236}">
                      <a16:creationId xmlns:a16="http://schemas.microsoft.com/office/drawing/2014/main" id="{CFC6856E-BE35-C58B-C9E1-A04F63B2A770}"/>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41" name="流程图: 接点 572">
                  <a:extLst>
                    <a:ext uri="{FF2B5EF4-FFF2-40B4-BE49-F238E27FC236}">
                      <a16:creationId xmlns:a16="http://schemas.microsoft.com/office/drawing/2014/main" id="{DDF7C758-BA0F-EA0A-C013-45F31D97F0A8}"/>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224" name="直线连接符 6223">
                <a:extLst>
                  <a:ext uri="{FF2B5EF4-FFF2-40B4-BE49-F238E27FC236}">
                    <a16:creationId xmlns:a16="http://schemas.microsoft.com/office/drawing/2014/main" id="{2065BCDD-738A-930B-8913-AE5816D6C292}"/>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25" name="直线连接符 6224">
                <a:extLst>
                  <a:ext uri="{FF2B5EF4-FFF2-40B4-BE49-F238E27FC236}">
                    <a16:creationId xmlns:a16="http://schemas.microsoft.com/office/drawing/2014/main" id="{34610C1E-34CD-3817-2E01-6DF68C5CFAD0}"/>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26" name="直线连接符 6225">
                <a:extLst>
                  <a:ext uri="{FF2B5EF4-FFF2-40B4-BE49-F238E27FC236}">
                    <a16:creationId xmlns:a16="http://schemas.microsoft.com/office/drawing/2014/main" id="{4EB5B6CC-2DF3-FEE2-D7FE-EA638DCDF544}"/>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27" name="直线连接符 6226">
                <a:extLst>
                  <a:ext uri="{FF2B5EF4-FFF2-40B4-BE49-F238E27FC236}">
                    <a16:creationId xmlns:a16="http://schemas.microsoft.com/office/drawing/2014/main" id="{281CAB44-CE5A-CF19-F282-575B3FF37EA1}"/>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28" name="直线连接符 6227">
                <a:extLst>
                  <a:ext uri="{FF2B5EF4-FFF2-40B4-BE49-F238E27FC236}">
                    <a16:creationId xmlns:a16="http://schemas.microsoft.com/office/drawing/2014/main" id="{D394EC70-8F41-F009-E3CD-A6472ACA6D14}"/>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29" name="直线连接符 6228">
                <a:extLst>
                  <a:ext uri="{FF2B5EF4-FFF2-40B4-BE49-F238E27FC236}">
                    <a16:creationId xmlns:a16="http://schemas.microsoft.com/office/drawing/2014/main" id="{0933069E-9B17-F916-6DF9-3D2FCDED2034}"/>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0" name="直线连接符 6229">
                <a:extLst>
                  <a:ext uri="{FF2B5EF4-FFF2-40B4-BE49-F238E27FC236}">
                    <a16:creationId xmlns:a16="http://schemas.microsoft.com/office/drawing/2014/main" id="{4C3471C1-67E0-BC92-F47B-1558F278583E}"/>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1" name="直线连接符 6230">
                <a:extLst>
                  <a:ext uri="{FF2B5EF4-FFF2-40B4-BE49-F238E27FC236}">
                    <a16:creationId xmlns:a16="http://schemas.microsoft.com/office/drawing/2014/main" id="{40A9F67E-D573-5DFC-1292-BB5E75D18DC0}"/>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2" name="直线连接符 6231">
                <a:extLst>
                  <a:ext uri="{FF2B5EF4-FFF2-40B4-BE49-F238E27FC236}">
                    <a16:creationId xmlns:a16="http://schemas.microsoft.com/office/drawing/2014/main" id="{DF85A155-ACE4-4B34-74E6-FAC3CAC6F5AE}"/>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3" name="直线连接符 6232">
                <a:extLst>
                  <a:ext uri="{FF2B5EF4-FFF2-40B4-BE49-F238E27FC236}">
                    <a16:creationId xmlns:a16="http://schemas.microsoft.com/office/drawing/2014/main" id="{935C3051-5535-377E-77E2-857D4709530E}"/>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4" name="直线连接符 6233">
                <a:extLst>
                  <a:ext uri="{FF2B5EF4-FFF2-40B4-BE49-F238E27FC236}">
                    <a16:creationId xmlns:a16="http://schemas.microsoft.com/office/drawing/2014/main" id="{057020A0-EB9B-E723-EC60-AC605781E4A5}"/>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5" name="直线连接符 6234">
                <a:extLst>
                  <a:ext uri="{FF2B5EF4-FFF2-40B4-BE49-F238E27FC236}">
                    <a16:creationId xmlns:a16="http://schemas.microsoft.com/office/drawing/2014/main" id="{4EEED5A4-5363-67B3-BD2A-514958B603B2}"/>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6" name="直线连接符 6235">
                <a:extLst>
                  <a:ext uri="{FF2B5EF4-FFF2-40B4-BE49-F238E27FC236}">
                    <a16:creationId xmlns:a16="http://schemas.microsoft.com/office/drawing/2014/main" id="{275EBA54-2830-9DAA-F4ED-32CE98FC6AF9}"/>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7" name="直线连接符 6236">
                <a:extLst>
                  <a:ext uri="{FF2B5EF4-FFF2-40B4-BE49-F238E27FC236}">
                    <a16:creationId xmlns:a16="http://schemas.microsoft.com/office/drawing/2014/main" id="{DFB9BE24-F976-8AE1-31CF-6524D7FCBB4D}"/>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238" name="直线连接符 6237">
                <a:extLst>
                  <a:ext uri="{FF2B5EF4-FFF2-40B4-BE49-F238E27FC236}">
                    <a16:creationId xmlns:a16="http://schemas.microsoft.com/office/drawing/2014/main" id="{83856B5E-11B3-9AFA-87EA-3C240A6C4782}"/>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239" name="直线连接符 6238">
                <a:extLst>
                  <a:ext uri="{FF2B5EF4-FFF2-40B4-BE49-F238E27FC236}">
                    <a16:creationId xmlns:a16="http://schemas.microsoft.com/office/drawing/2014/main" id="{AE0CF86E-22EA-3823-6E0A-2196D497796C}"/>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F100B7F1-7B3F-E9C2-43A7-E88472DCC489}"/>
                </a:ext>
              </a:extLst>
            </p:cNvPr>
            <p:cNvGrpSpPr/>
            <p:nvPr/>
          </p:nvGrpSpPr>
          <p:grpSpPr>
            <a:xfrm>
              <a:off x="6256844" y="3007766"/>
              <a:ext cx="419388" cy="377446"/>
              <a:chOff x="572796" y="3376774"/>
              <a:chExt cx="419388" cy="377446"/>
            </a:xfrm>
          </p:grpSpPr>
          <p:grpSp>
            <p:nvGrpSpPr>
              <p:cNvPr id="59" name="组合 58">
                <a:extLst>
                  <a:ext uri="{FF2B5EF4-FFF2-40B4-BE49-F238E27FC236}">
                    <a16:creationId xmlns:a16="http://schemas.microsoft.com/office/drawing/2014/main" id="{F286BA87-8AD6-DF6F-110C-DE480A8E77B9}"/>
                  </a:ext>
                </a:extLst>
              </p:cNvPr>
              <p:cNvGrpSpPr/>
              <p:nvPr/>
            </p:nvGrpSpPr>
            <p:grpSpPr>
              <a:xfrm>
                <a:off x="572796" y="3376774"/>
                <a:ext cx="419388" cy="377446"/>
                <a:chOff x="3493877" y="4575043"/>
                <a:chExt cx="619038" cy="543369"/>
              </a:xfrm>
            </p:grpSpPr>
            <p:sp>
              <p:nvSpPr>
                <p:cNvPr id="6221" name="流程图: 接点 571">
                  <a:extLst>
                    <a:ext uri="{FF2B5EF4-FFF2-40B4-BE49-F238E27FC236}">
                      <a16:creationId xmlns:a16="http://schemas.microsoft.com/office/drawing/2014/main" id="{68ACAE3F-B540-0CB0-4361-C0C0EABB41FF}"/>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22" name="流程图: 接点 572">
                  <a:extLst>
                    <a:ext uri="{FF2B5EF4-FFF2-40B4-BE49-F238E27FC236}">
                      <a16:creationId xmlns:a16="http://schemas.microsoft.com/office/drawing/2014/main" id="{64819A9F-C6DA-34D1-A590-3DBE3AAE0E36}"/>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0" name="直线连接符 59">
                <a:extLst>
                  <a:ext uri="{FF2B5EF4-FFF2-40B4-BE49-F238E27FC236}">
                    <a16:creationId xmlns:a16="http://schemas.microsoft.com/office/drawing/2014/main" id="{26813AAB-C718-AA55-8EE3-55268EE64506}"/>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DFCFB511-BF74-03A9-CFEF-F6EC828EA102}"/>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线连接符 61">
                <a:extLst>
                  <a:ext uri="{FF2B5EF4-FFF2-40B4-BE49-F238E27FC236}">
                    <a16:creationId xmlns:a16="http://schemas.microsoft.com/office/drawing/2014/main" id="{546215F9-7DEA-0978-B706-A9B0305246B5}"/>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线连接符 62">
                <a:extLst>
                  <a:ext uri="{FF2B5EF4-FFF2-40B4-BE49-F238E27FC236}">
                    <a16:creationId xmlns:a16="http://schemas.microsoft.com/office/drawing/2014/main" id="{6F05AED4-560D-133B-B72E-E6EA94AFA929}"/>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08" name="直线连接符 6207">
                <a:extLst>
                  <a:ext uri="{FF2B5EF4-FFF2-40B4-BE49-F238E27FC236}">
                    <a16:creationId xmlns:a16="http://schemas.microsoft.com/office/drawing/2014/main" id="{CA01C138-1F4A-B78F-273B-A541DDE02782}"/>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09" name="直线连接符 6208">
                <a:extLst>
                  <a:ext uri="{FF2B5EF4-FFF2-40B4-BE49-F238E27FC236}">
                    <a16:creationId xmlns:a16="http://schemas.microsoft.com/office/drawing/2014/main" id="{381EE6ED-DBEE-A82C-7017-1D57D59E5E81}"/>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0" name="直线连接符 6209">
                <a:extLst>
                  <a:ext uri="{FF2B5EF4-FFF2-40B4-BE49-F238E27FC236}">
                    <a16:creationId xmlns:a16="http://schemas.microsoft.com/office/drawing/2014/main" id="{4680D54C-7A0A-C4E3-87DA-0E5558DC8655}"/>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1" name="直线连接符 6210">
                <a:extLst>
                  <a:ext uri="{FF2B5EF4-FFF2-40B4-BE49-F238E27FC236}">
                    <a16:creationId xmlns:a16="http://schemas.microsoft.com/office/drawing/2014/main" id="{1DE04B36-39EC-C809-F9E4-A476B643C9EF}"/>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2" name="直线连接符 6211">
                <a:extLst>
                  <a:ext uri="{FF2B5EF4-FFF2-40B4-BE49-F238E27FC236}">
                    <a16:creationId xmlns:a16="http://schemas.microsoft.com/office/drawing/2014/main" id="{DEDDAC4F-02E2-AED2-B624-277F8FCB6319}"/>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3" name="直线连接符 6212">
                <a:extLst>
                  <a:ext uri="{FF2B5EF4-FFF2-40B4-BE49-F238E27FC236}">
                    <a16:creationId xmlns:a16="http://schemas.microsoft.com/office/drawing/2014/main" id="{1A6526ED-3792-497B-A2BB-5019B5A174BC}"/>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4" name="直线连接符 6213">
                <a:extLst>
                  <a:ext uri="{FF2B5EF4-FFF2-40B4-BE49-F238E27FC236}">
                    <a16:creationId xmlns:a16="http://schemas.microsoft.com/office/drawing/2014/main" id="{C2E71647-379A-2EB5-BF53-56E4EB87C41C}"/>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5" name="直线连接符 6214">
                <a:extLst>
                  <a:ext uri="{FF2B5EF4-FFF2-40B4-BE49-F238E27FC236}">
                    <a16:creationId xmlns:a16="http://schemas.microsoft.com/office/drawing/2014/main" id="{8223FA08-CF99-A8E3-4025-4FB353A8758A}"/>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6" name="直线连接符 6215">
                <a:extLst>
                  <a:ext uri="{FF2B5EF4-FFF2-40B4-BE49-F238E27FC236}">
                    <a16:creationId xmlns:a16="http://schemas.microsoft.com/office/drawing/2014/main" id="{E50E9E6C-EAE5-61B9-CF75-1D9FD6E74E35}"/>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7" name="直线连接符 6216">
                <a:extLst>
                  <a:ext uri="{FF2B5EF4-FFF2-40B4-BE49-F238E27FC236}">
                    <a16:creationId xmlns:a16="http://schemas.microsoft.com/office/drawing/2014/main" id="{50DE28D5-CEE7-882E-925C-50993DA3386E}"/>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8" name="直线连接符 6217">
                <a:extLst>
                  <a:ext uri="{FF2B5EF4-FFF2-40B4-BE49-F238E27FC236}">
                    <a16:creationId xmlns:a16="http://schemas.microsoft.com/office/drawing/2014/main" id="{D1103844-2905-D555-CA83-DBFAAC0F6B20}"/>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219" name="直线连接符 6218">
                <a:extLst>
                  <a:ext uri="{FF2B5EF4-FFF2-40B4-BE49-F238E27FC236}">
                    <a16:creationId xmlns:a16="http://schemas.microsoft.com/office/drawing/2014/main" id="{81C1CFCE-41A6-DE44-0FD5-9C09C4D48872}"/>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220" name="直线连接符 6219">
                <a:extLst>
                  <a:ext uri="{FF2B5EF4-FFF2-40B4-BE49-F238E27FC236}">
                    <a16:creationId xmlns:a16="http://schemas.microsoft.com/office/drawing/2014/main" id="{6B550B14-C0EF-5996-36A2-0AD47D752B65}"/>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5" name="流程图: 接点 554">
              <a:extLst>
                <a:ext uri="{FF2B5EF4-FFF2-40B4-BE49-F238E27FC236}">
                  <a16:creationId xmlns:a16="http://schemas.microsoft.com/office/drawing/2014/main" id="{6F3DBF76-51A2-7A6B-46AA-418E038B2487}"/>
                </a:ext>
              </a:extLst>
            </p:cNvPr>
            <p:cNvSpPr/>
            <p:nvPr/>
          </p:nvSpPr>
          <p:spPr>
            <a:xfrm>
              <a:off x="6038225" y="3681054"/>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677BF215-7804-AC22-111C-0857BD02F663}"/>
                </a:ext>
              </a:extLst>
            </p:cNvPr>
            <p:cNvSpPr/>
            <p:nvPr/>
          </p:nvSpPr>
          <p:spPr>
            <a:xfrm>
              <a:off x="5866864" y="3234307"/>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流程图: 接点 556">
              <a:extLst>
                <a:ext uri="{FF2B5EF4-FFF2-40B4-BE49-F238E27FC236}">
                  <a16:creationId xmlns:a16="http://schemas.microsoft.com/office/drawing/2014/main" id="{99B0609B-C787-D622-8B47-25D35DE1549C}"/>
                </a:ext>
              </a:extLst>
            </p:cNvPr>
            <p:cNvSpPr/>
            <p:nvPr/>
          </p:nvSpPr>
          <p:spPr>
            <a:xfrm>
              <a:off x="5991852" y="2855774"/>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id="{A4B16ADC-B1DF-C9A1-0E34-0BD70DB7FFB5}"/>
                </a:ext>
              </a:extLst>
            </p:cNvPr>
            <p:cNvGrpSpPr/>
            <p:nvPr/>
          </p:nvGrpSpPr>
          <p:grpSpPr>
            <a:xfrm>
              <a:off x="5766200" y="3160951"/>
              <a:ext cx="419388" cy="487204"/>
              <a:chOff x="5768619" y="3058692"/>
              <a:chExt cx="419388" cy="487204"/>
            </a:xfrm>
          </p:grpSpPr>
          <p:sp>
            <p:nvSpPr>
              <p:cNvPr id="40" name="流程图: 接点 571">
                <a:extLst>
                  <a:ext uri="{FF2B5EF4-FFF2-40B4-BE49-F238E27FC236}">
                    <a16:creationId xmlns:a16="http://schemas.microsoft.com/office/drawing/2014/main" id="{04B41EFB-6D57-60C6-94DC-BA6DF5F2CEC9}"/>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流程图: 接点 572">
                <a:extLst>
                  <a:ext uri="{FF2B5EF4-FFF2-40B4-BE49-F238E27FC236}">
                    <a16:creationId xmlns:a16="http://schemas.microsoft.com/office/drawing/2014/main" id="{04092777-F727-0F34-4D18-7534CCC7155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线连接符 41">
                <a:extLst>
                  <a:ext uri="{FF2B5EF4-FFF2-40B4-BE49-F238E27FC236}">
                    <a16:creationId xmlns:a16="http://schemas.microsoft.com/office/drawing/2014/main" id="{93BB14DB-D490-04AB-253E-7B5F1AF8053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FA1D069E-71B1-FC00-E52C-E55348EA7F8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D90B422A-AC1A-B48E-F9A6-DC5DC950A2D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EE2ED7B3-44AF-6272-4368-F4B8F97B148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符 45">
                <a:extLst>
                  <a:ext uri="{FF2B5EF4-FFF2-40B4-BE49-F238E27FC236}">
                    <a16:creationId xmlns:a16="http://schemas.microsoft.com/office/drawing/2014/main" id="{A324BB04-72AF-FE41-2CF1-31D5D2A1268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符 46">
                <a:extLst>
                  <a:ext uri="{FF2B5EF4-FFF2-40B4-BE49-F238E27FC236}">
                    <a16:creationId xmlns:a16="http://schemas.microsoft.com/office/drawing/2014/main" id="{E8A75AD6-91B9-87CC-785C-7585DF401BA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符 47">
                <a:extLst>
                  <a:ext uri="{FF2B5EF4-FFF2-40B4-BE49-F238E27FC236}">
                    <a16:creationId xmlns:a16="http://schemas.microsoft.com/office/drawing/2014/main" id="{18F8C615-376B-5CD7-740B-6114EF3DE5C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符 48">
                <a:extLst>
                  <a:ext uri="{FF2B5EF4-FFF2-40B4-BE49-F238E27FC236}">
                    <a16:creationId xmlns:a16="http://schemas.microsoft.com/office/drawing/2014/main" id="{C2EBC790-6F86-7DDB-60CD-0BD24118EB8F}"/>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符 49">
                <a:extLst>
                  <a:ext uri="{FF2B5EF4-FFF2-40B4-BE49-F238E27FC236}">
                    <a16:creationId xmlns:a16="http://schemas.microsoft.com/office/drawing/2014/main" id="{2246BE5A-DC68-7F65-245E-1C6D88F69562}"/>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符 50">
                <a:extLst>
                  <a:ext uri="{FF2B5EF4-FFF2-40B4-BE49-F238E27FC236}">
                    <a16:creationId xmlns:a16="http://schemas.microsoft.com/office/drawing/2014/main" id="{E390C484-2EC2-92B0-58D9-5E76EAD0CA2D}"/>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符 51">
                <a:extLst>
                  <a:ext uri="{FF2B5EF4-FFF2-40B4-BE49-F238E27FC236}">
                    <a16:creationId xmlns:a16="http://schemas.microsoft.com/office/drawing/2014/main" id="{28C86BED-CA90-2EE0-754A-D60A984173A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符 52">
                <a:extLst>
                  <a:ext uri="{FF2B5EF4-FFF2-40B4-BE49-F238E27FC236}">
                    <a16:creationId xmlns:a16="http://schemas.microsoft.com/office/drawing/2014/main" id="{DEF305D9-3A6B-D9A3-BEA9-4BBA6833222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42BB364A-32B5-B0D6-E020-3E5F2E6E612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符 54">
                <a:extLst>
                  <a:ext uri="{FF2B5EF4-FFF2-40B4-BE49-F238E27FC236}">
                    <a16:creationId xmlns:a16="http://schemas.microsoft.com/office/drawing/2014/main" id="{C565408F-97E7-2912-9CC3-AA55521B22C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符 55">
                <a:extLst>
                  <a:ext uri="{FF2B5EF4-FFF2-40B4-BE49-F238E27FC236}">
                    <a16:creationId xmlns:a16="http://schemas.microsoft.com/office/drawing/2014/main" id="{83A8F517-5B74-1417-C605-E9E639C4E2A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符 56">
                <a:extLst>
                  <a:ext uri="{FF2B5EF4-FFF2-40B4-BE49-F238E27FC236}">
                    <a16:creationId xmlns:a16="http://schemas.microsoft.com/office/drawing/2014/main" id="{69234D63-2B03-7731-E129-94135CF1C32A}"/>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符 57">
                <a:extLst>
                  <a:ext uri="{FF2B5EF4-FFF2-40B4-BE49-F238E27FC236}">
                    <a16:creationId xmlns:a16="http://schemas.microsoft.com/office/drawing/2014/main" id="{D449B0C5-E96D-45FB-085F-488A36ADE98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E59CEEB5-AD28-B1BD-3DC0-32F6C2BA8DAB}"/>
                </a:ext>
              </a:extLst>
            </p:cNvPr>
            <p:cNvGrpSpPr/>
            <p:nvPr/>
          </p:nvGrpSpPr>
          <p:grpSpPr>
            <a:xfrm>
              <a:off x="6754701" y="3157944"/>
              <a:ext cx="419388" cy="487204"/>
              <a:chOff x="5768619" y="3058692"/>
              <a:chExt cx="419388" cy="487204"/>
            </a:xfrm>
          </p:grpSpPr>
          <p:sp>
            <p:nvSpPr>
              <p:cNvPr id="21" name="流程图: 接点 571">
                <a:extLst>
                  <a:ext uri="{FF2B5EF4-FFF2-40B4-BE49-F238E27FC236}">
                    <a16:creationId xmlns:a16="http://schemas.microsoft.com/office/drawing/2014/main" id="{9946C90B-A648-9C32-A00F-16D612D9E770}"/>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流程图: 接点 572">
                <a:extLst>
                  <a:ext uri="{FF2B5EF4-FFF2-40B4-BE49-F238E27FC236}">
                    <a16:creationId xmlns:a16="http://schemas.microsoft.com/office/drawing/2014/main" id="{14A8650E-7367-96F8-0D19-DCD8011BB2B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线连接符 22">
                <a:extLst>
                  <a:ext uri="{FF2B5EF4-FFF2-40B4-BE49-F238E27FC236}">
                    <a16:creationId xmlns:a16="http://schemas.microsoft.com/office/drawing/2014/main" id="{60392B36-8201-A504-0458-8182BAE7F26D}"/>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CC4CF0F0-0977-F6C0-CB32-8770BA91137F}"/>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36C8F189-A31E-76E7-8658-202018F59EB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CA693CF5-37F9-E9AA-C007-BED56F2CF83F}"/>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符 26">
                <a:extLst>
                  <a:ext uri="{FF2B5EF4-FFF2-40B4-BE49-F238E27FC236}">
                    <a16:creationId xmlns:a16="http://schemas.microsoft.com/office/drawing/2014/main" id="{7D974653-FFF7-FADF-5AA7-792F669534F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1DAE20C4-BCD1-5B4E-11F6-D19FA404076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符 28">
                <a:extLst>
                  <a:ext uri="{FF2B5EF4-FFF2-40B4-BE49-F238E27FC236}">
                    <a16:creationId xmlns:a16="http://schemas.microsoft.com/office/drawing/2014/main" id="{066DF753-5C21-441A-0E3B-51892FEBD6B8}"/>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符 29">
                <a:extLst>
                  <a:ext uri="{FF2B5EF4-FFF2-40B4-BE49-F238E27FC236}">
                    <a16:creationId xmlns:a16="http://schemas.microsoft.com/office/drawing/2014/main" id="{70C6B93D-7A99-8804-E0F2-D7755EDB129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2F966BE7-53B9-6355-8790-14F43178A304}"/>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A89004EE-6A3E-86DB-9E8A-690D4B9A522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C1700D2A-9609-E25D-A1DA-2EC47469FFDD}"/>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8F9C3A9E-DD1A-84A1-8D77-6FAF329CABC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符 34">
                <a:extLst>
                  <a:ext uri="{FF2B5EF4-FFF2-40B4-BE49-F238E27FC236}">
                    <a16:creationId xmlns:a16="http://schemas.microsoft.com/office/drawing/2014/main" id="{517EC497-D062-FDCF-B202-0A841763842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符 35">
                <a:extLst>
                  <a:ext uri="{FF2B5EF4-FFF2-40B4-BE49-F238E27FC236}">
                    <a16:creationId xmlns:a16="http://schemas.microsoft.com/office/drawing/2014/main" id="{0CF45F4B-8884-37AC-BAD2-3FB88312A43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433C6556-FB12-DBE9-98AA-55D21B18CA5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7CEEAB6-F944-F0DE-1C1E-7558BA65A32B}"/>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3D676E79-B3D7-A2C5-B22E-AAAE635F3BC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48E81410-BCF9-3F1D-8A6E-36A2C7E54FE6}"/>
                </a:ext>
              </a:extLst>
            </p:cNvPr>
            <p:cNvGrpSpPr/>
            <p:nvPr/>
          </p:nvGrpSpPr>
          <p:grpSpPr>
            <a:xfrm>
              <a:off x="5503077" y="2019451"/>
              <a:ext cx="1973841" cy="1732229"/>
              <a:chOff x="7707547" y="3116283"/>
              <a:chExt cx="2913493" cy="2493706"/>
            </a:xfrm>
          </p:grpSpPr>
          <p:sp>
            <p:nvSpPr>
              <p:cNvPr id="17" name="流程图: 接点 567">
                <a:extLst>
                  <a:ext uri="{FF2B5EF4-FFF2-40B4-BE49-F238E27FC236}">
                    <a16:creationId xmlns:a16="http://schemas.microsoft.com/office/drawing/2014/main" id="{C294EAA9-9C92-F605-564C-555528E10F0D}"/>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流程图: 接点 568">
                <a:extLst>
                  <a:ext uri="{FF2B5EF4-FFF2-40B4-BE49-F238E27FC236}">
                    <a16:creationId xmlns:a16="http://schemas.microsoft.com/office/drawing/2014/main" id="{A3CD3889-D07D-62B1-9DCE-B36B481517F4}"/>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1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椭圆 18">
                <a:extLst>
                  <a:ext uri="{FF2B5EF4-FFF2-40B4-BE49-F238E27FC236}">
                    <a16:creationId xmlns:a16="http://schemas.microsoft.com/office/drawing/2014/main" id="{60B2FCDB-BD62-C97B-D668-A33AC9EB8424}"/>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椭圆 19">
                <a:extLst>
                  <a:ext uri="{FF2B5EF4-FFF2-40B4-BE49-F238E27FC236}">
                    <a16:creationId xmlns:a16="http://schemas.microsoft.com/office/drawing/2014/main" id="{D2A03368-A608-7069-0DEE-E2964E0DAD8A}"/>
                  </a:ext>
                </a:extLst>
              </p:cNvPr>
              <p:cNvSpPr/>
              <p:nvPr/>
            </p:nvSpPr>
            <p:spPr>
              <a:xfrm>
                <a:off x="8299702" y="3741467"/>
                <a:ext cx="1639369" cy="213056"/>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 name="组合 11">
              <a:extLst>
                <a:ext uri="{FF2B5EF4-FFF2-40B4-BE49-F238E27FC236}">
                  <a16:creationId xmlns:a16="http://schemas.microsoft.com/office/drawing/2014/main" id="{053CA3F9-8FA6-D123-5D9D-893E147014FE}"/>
                </a:ext>
              </a:extLst>
            </p:cNvPr>
            <p:cNvGrpSpPr/>
            <p:nvPr/>
          </p:nvGrpSpPr>
          <p:grpSpPr>
            <a:xfrm>
              <a:off x="6043581" y="1534297"/>
              <a:ext cx="1057513" cy="1052171"/>
              <a:chOff x="4923533" y="1810510"/>
              <a:chExt cx="875813" cy="967643"/>
            </a:xfrm>
            <a:scene3d>
              <a:camera prst="orthographicFront">
                <a:rot lat="0" lon="16200000" rev="180000"/>
              </a:camera>
              <a:lightRig rig="threePt" dir="t"/>
            </a:scene3d>
          </p:grpSpPr>
          <p:grpSp>
            <p:nvGrpSpPr>
              <p:cNvPr id="13" name="组合 12">
                <a:extLst>
                  <a:ext uri="{FF2B5EF4-FFF2-40B4-BE49-F238E27FC236}">
                    <a16:creationId xmlns:a16="http://schemas.microsoft.com/office/drawing/2014/main" id="{CF87A709-4517-E44C-C5B3-3447694CB742}"/>
                  </a:ext>
                </a:extLst>
              </p:cNvPr>
              <p:cNvGrpSpPr/>
              <p:nvPr/>
            </p:nvGrpSpPr>
            <p:grpSpPr>
              <a:xfrm>
                <a:off x="4923546" y="1810510"/>
                <a:ext cx="875800" cy="951265"/>
                <a:chOff x="6300620" y="1786050"/>
                <a:chExt cx="1527262" cy="1731253"/>
              </a:xfrm>
              <a:solidFill>
                <a:schemeClr val="tx1">
                  <a:lumMod val="65000"/>
                  <a:lumOff val="35000"/>
                </a:schemeClr>
              </a:solidFill>
            </p:grpSpPr>
            <p:sp>
              <p:nvSpPr>
                <p:cNvPr id="15" name="流程图: 延期 565">
                  <a:extLst>
                    <a:ext uri="{FF2B5EF4-FFF2-40B4-BE49-F238E27FC236}">
                      <a16:creationId xmlns:a16="http://schemas.microsoft.com/office/drawing/2014/main" id="{C4FEB5A7-E6F5-934C-DC3E-BB3E90C05C60}"/>
                    </a:ext>
                  </a:extLst>
                </p:cNvPr>
                <p:cNvSpPr/>
                <p:nvPr/>
              </p:nvSpPr>
              <p:spPr>
                <a:xfrm rot="16200000">
                  <a:off x="6198624" y="188804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流程图: 接点 566">
                  <a:extLst>
                    <a:ext uri="{FF2B5EF4-FFF2-40B4-BE49-F238E27FC236}">
                      <a16:creationId xmlns:a16="http://schemas.microsoft.com/office/drawing/2014/main" id="{787740FF-AAA7-C8E3-9EEE-7877C904CB0F}"/>
                    </a:ext>
                  </a:extLst>
                </p:cNvPr>
                <p:cNvSpPr/>
                <p:nvPr/>
              </p:nvSpPr>
              <p:spPr>
                <a:xfrm>
                  <a:off x="6503008" y="1981740"/>
                  <a:ext cx="1122471" cy="1059755"/>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a:extLst>
                  <a:ext uri="{FF2B5EF4-FFF2-40B4-BE49-F238E27FC236}">
                    <a16:creationId xmlns:a16="http://schemas.microsoft.com/office/drawing/2014/main" id="{BFC5A59B-018A-2B95-CB00-056B492F14B2}"/>
                  </a:ext>
                </a:extLst>
              </p:cNvPr>
              <p:cNvSpPr/>
              <p:nvPr/>
            </p:nvSpPr>
            <p:spPr>
              <a:xfrm>
                <a:off x="4923533" y="2516711"/>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6242" name="组合 6241">
            <a:extLst>
              <a:ext uri="{FF2B5EF4-FFF2-40B4-BE49-F238E27FC236}">
                <a16:creationId xmlns:a16="http://schemas.microsoft.com/office/drawing/2014/main" id="{BC2639A2-B3AD-6528-97F3-1D733B826447}"/>
              </a:ext>
            </a:extLst>
          </p:cNvPr>
          <p:cNvGrpSpPr/>
          <p:nvPr/>
        </p:nvGrpSpPr>
        <p:grpSpPr>
          <a:xfrm>
            <a:off x="565952" y="1864071"/>
            <a:ext cx="1973841" cy="3037860"/>
            <a:chOff x="7951877" y="1581280"/>
            <a:chExt cx="1973841" cy="3037860"/>
          </a:xfrm>
        </p:grpSpPr>
        <p:grpSp>
          <p:nvGrpSpPr>
            <p:cNvPr id="6243" name="组合 6242">
              <a:extLst>
                <a:ext uri="{FF2B5EF4-FFF2-40B4-BE49-F238E27FC236}">
                  <a16:creationId xmlns:a16="http://schemas.microsoft.com/office/drawing/2014/main" id="{C66DAE88-F8B7-C950-6959-1D67EB1990E3}"/>
                </a:ext>
              </a:extLst>
            </p:cNvPr>
            <p:cNvGrpSpPr/>
            <p:nvPr/>
          </p:nvGrpSpPr>
          <p:grpSpPr>
            <a:xfrm rot="5400000" flipV="1">
              <a:off x="9417892" y="3635405"/>
              <a:ext cx="304542" cy="232905"/>
              <a:chOff x="572796" y="3354769"/>
              <a:chExt cx="419388" cy="377309"/>
            </a:xfrm>
          </p:grpSpPr>
          <p:grpSp>
            <p:nvGrpSpPr>
              <p:cNvPr id="12079" name="组合 12078">
                <a:extLst>
                  <a:ext uri="{FF2B5EF4-FFF2-40B4-BE49-F238E27FC236}">
                    <a16:creationId xmlns:a16="http://schemas.microsoft.com/office/drawing/2014/main" id="{A25D35C9-452D-B5A4-54F6-E32437139AFF}"/>
                  </a:ext>
                </a:extLst>
              </p:cNvPr>
              <p:cNvGrpSpPr/>
              <p:nvPr/>
            </p:nvGrpSpPr>
            <p:grpSpPr>
              <a:xfrm>
                <a:off x="572796" y="3354769"/>
                <a:ext cx="419388" cy="377309"/>
                <a:chOff x="3493877" y="4543338"/>
                <a:chExt cx="619038" cy="543169"/>
              </a:xfrm>
            </p:grpSpPr>
            <p:sp>
              <p:nvSpPr>
                <p:cNvPr id="4352" name="流程图: 接点 571">
                  <a:extLst>
                    <a:ext uri="{FF2B5EF4-FFF2-40B4-BE49-F238E27FC236}">
                      <a16:creationId xmlns:a16="http://schemas.microsoft.com/office/drawing/2014/main" id="{22FE908A-0FEE-8DD9-26C0-C98319D5EA84}"/>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53" name="流程图: 接点 572">
                  <a:extLst>
                    <a:ext uri="{FF2B5EF4-FFF2-40B4-BE49-F238E27FC236}">
                      <a16:creationId xmlns:a16="http://schemas.microsoft.com/office/drawing/2014/main" id="{45DF27EF-B4E2-C34C-4A91-48A1B570519E}"/>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080" name="直线连接符 12079">
                <a:extLst>
                  <a:ext uri="{FF2B5EF4-FFF2-40B4-BE49-F238E27FC236}">
                    <a16:creationId xmlns:a16="http://schemas.microsoft.com/office/drawing/2014/main" id="{090C8AEC-0844-87EA-D36C-EA5D1B63F53C}"/>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1" name="直线连接符 12080">
                <a:extLst>
                  <a:ext uri="{FF2B5EF4-FFF2-40B4-BE49-F238E27FC236}">
                    <a16:creationId xmlns:a16="http://schemas.microsoft.com/office/drawing/2014/main" id="{D505A917-9263-0BC7-4AD6-F3EB9A0681DE}"/>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2" name="直线连接符 12081">
                <a:extLst>
                  <a:ext uri="{FF2B5EF4-FFF2-40B4-BE49-F238E27FC236}">
                    <a16:creationId xmlns:a16="http://schemas.microsoft.com/office/drawing/2014/main" id="{A62D4B76-BB20-9E94-4EED-31C19FD4761C}"/>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3" name="直线连接符 12082">
                <a:extLst>
                  <a:ext uri="{FF2B5EF4-FFF2-40B4-BE49-F238E27FC236}">
                    <a16:creationId xmlns:a16="http://schemas.microsoft.com/office/drawing/2014/main" id="{92815C10-6995-5441-E737-F06DA9F9CD99}"/>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4" name="直线连接符 12083">
                <a:extLst>
                  <a:ext uri="{FF2B5EF4-FFF2-40B4-BE49-F238E27FC236}">
                    <a16:creationId xmlns:a16="http://schemas.microsoft.com/office/drawing/2014/main" id="{7CEFA48B-6E05-DE25-74ED-A5E8F754A7FB}"/>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5" name="直线连接符 12084">
                <a:extLst>
                  <a:ext uri="{FF2B5EF4-FFF2-40B4-BE49-F238E27FC236}">
                    <a16:creationId xmlns:a16="http://schemas.microsoft.com/office/drawing/2014/main" id="{F681E524-92DD-708E-82D0-A3423809540A}"/>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6" name="直线连接符 12085">
                <a:extLst>
                  <a:ext uri="{FF2B5EF4-FFF2-40B4-BE49-F238E27FC236}">
                    <a16:creationId xmlns:a16="http://schemas.microsoft.com/office/drawing/2014/main" id="{9A871949-6F5A-7CC8-36C5-C578C7B1D3B8}"/>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7" name="直线连接符 12086">
                <a:extLst>
                  <a:ext uri="{FF2B5EF4-FFF2-40B4-BE49-F238E27FC236}">
                    <a16:creationId xmlns:a16="http://schemas.microsoft.com/office/drawing/2014/main" id="{F6347C45-CDDC-31E0-3282-5CDF3EE1FB31}"/>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8" name="直线连接符 12087">
                <a:extLst>
                  <a:ext uri="{FF2B5EF4-FFF2-40B4-BE49-F238E27FC236}">
                    <a16:creationId xmlns:a16="http://schemas.microsoft.com/office/drawing/2014/main" id="{1DA0CF71-7600-FF4C-EF11-8FED3859F041}"/>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89" name="直线连接符 12088">
                <a:extLst>
                  <a:ext uri="{FF2B5EF4-FFF2-40B4-BE49-F238E27FC236}">
                    <a16:creationId xmlns:a16="http://schemas.microsoft.com/office/drawing/2014/main" id="{9CEA96C4-0DA2-B061-3AE8-557690C2FBF1}"/>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0" name="直线连接符 12089">
                <a:extLst>
                  <a:ext uri="{FF2B5EF4-FFF2-40B4-BE49-F238E27FC236}">
                    <a16:creationId xmlns:a16="http://schemas.microsoft.com/office/drawing/2014/main" id="{AC59911B-B38A-BA20-6BA7-53DDB90C4131}"/>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1" name="直线连接符 12090">
                <a:extLst>
                  <a:ext uri="{FF2B5EF4-FFF2-40B4-BE49-F238E27FC236}">
                    <a16:creationId xmlns:a16="http://schemas.microsoft.com/office/drawing/2014/main" id="{C587BAAA-A8A8-D34D-F730-8B5FC4694620}"/>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2" name="直线连接符 12091">
                <a:extLst>
                  <a:ext uri="{FF2B5EF4-FFF2-40B4-BE49-F238E27FC236}">
                    <a16:creationId xmlns:a16="http://schemas.microsoft.com/office/drawing/2014/main" id="{876A16C5-BDC0-B6F9-0015-D43773E0A852}"/>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3" name="直线连接符 12092">
                <a:extLst>
                  <a:ext uri="{FF2B5EF4-FFF2-40B4-BE49-F238E27FC236}">
                    <a16:creationId xmlns:a16="http://schemas.microsoft.com/office/drawing/2014/main" id="{DB406D25-7248-FABC-E0FE-81ED291C0279}"/>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094" name="直线连接符 12093">
                <a:extLst>
                  <a:ext uri="{FF2B5EF4-FFF2-40B4-BE49-F238E27FC236}">
                    <a16:creationId xmlns:a16="http://schemas.microsoft.com/office/drawing/2014/main" id="{9819D1B3-BC33-F214-56AA-27CE14C59D0F}"/>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095" name="直线连接符 12094">
                <a:extLst>
                  <a:ext uri="{FF2B5EF4-FFF2-40B4-BE49-F238E27FC236}">
                    <a16:creationId xmlns:a16="http://schemas.microsoft.com/office/drawing/2014/main" id="{66F6A6B9-2421-00B2-F352-5BB172B23E25}"/>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6244" name="组合 6243">
              <a:extLst>
                <a:ext uri="{FF2B5EF4-FFF2-40B4-BE49-F238E27FC236}">
                  <a16:creationId xmlns:a16="http://schemas.microsoft.com/office/drawing/2014/main" id="{5E5B8229-1DB9-DB50-8C79-5F524DAF95AE}"/>
                </a:ext>
              </a:extLst>
            </p:cNvPr>
            <p:cNvGrpSpPr/>
            <p:nvPr/>
          </p:nvGrpSpPr>
          <p:grpSpPr>
            <a:xfrm>
              <a:off x="9109069" y="3070605"/>
              <a:ext cx="419388" cy="377446"/>
              <a:chOff x="572796" y="3376774"/>
              <a:chExt cx="419388" cy="377446"/>
            </a:xfrm>
          </p:grpSpPr>
          <p:grpSp>
            <p:nvGrpSpPr>
              <p:cNvPr id="6395" name="组合 6394">
                <a:extLst>
                  <a:ext uri="{FF2B5EF4-FFF2-40B4-BE49-F238E27FC236}">
                    <a16:creationId xmlns:a16="http://schemas.microsoft.com/office/drawing/2014/main" id="{1A6AB1E1-DF4A-5D4B-261E-ECC530475B45}"/>
                  </a:ext>
                </a:extLst>
              </p:cNvPr>
              <p:cNvGrpSpPr/>
              <p:nvPr/>
            </p:nvGrpSpPr>
            <p:grpSpPr>
              <a:xfrm>
                <a:off x="572796" y="3376774"/>
                <a:ext cx="419388" cy="377446"/>
                <a:chOff x="3493877" y="4575043"/>
                <a:chExt cx="619038" cy="543369"/>
              </a:xfrm>
            </p:grpSpPr>
            <p:sp>
              <p:nvSpPr>
                <p:cNvPr id="12077" name="流程图: 接点 571">
                  <a:extLst>
                    <a:ext uri="{FF2B5EF4-FFF2-40B4-BE49-F238E27FC236}">
                      <a16:creationId xmlns:a16="http://schemas.microsoft.com/office/drawing/2014/main" id="{41B8F596-124E-7A3D-07DE-344F12830BB2}"/>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78" name="流程图: 接点 572">
                  <a:extLst>
                    <a:ext uri="{FF2B5EF4-FFF2-40B4-BE49-F238E27FC236}">
                      <a16:creationId xmlns:a16="http://schemas.microsoft.com/office/drawing/2014/main" id="{90309E93-29BC-0748-319E-373E7363C876}"/>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396" name="直线连接符 6395">
                <a:extLst>
                  <a:ext uri="{FF2B5EF4-FFF2-40B4-BE49-F238E27FC236}">
                    <a16:creationId xmlns:a16="http://schemas.microsoft.com/office/drawing/2014/main" id="{5A9B554C-C2E1-F3CA-5BA0-3C33BBE72474}"/>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97" name="直线连接符 6396">
                <a:extLst>
                  <a:ext uri="{FF2B5EF4-FFF2-40B4-BE49-F238E27FC236}">
                    <a16:creationId xmlns:a16="http://schemas.microsoft.com/office/drawing/2014/main" id="{634E15A3-0B18-64BF-9B2D-CAAA45357CF9}"/>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98" name="直线连接符 6397">
                <a:extLst>
                  <a:ext uri="{FF2B5EF4-FFF2-40B4-BE49-F238E27FC236}">
                    <a16:creationId xmlns:a16="http://schemas.microsoft.com/office/drawing/2014/main" id="{9FD76342-7024-9C5E-143F-D88B9D963607}"/>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99" name="直线连接符 6398">
                <a:extLst>
                  <a:ext uri="{FF2B5EF4-FFF2-40B4-BE49-F238E27FC236}">
                    <a16:creationId xmlns:a16="http://schemas.microsoft.com/office/drawing/2014/main" id="{C0ACEE5F-E034-A5A4-D5BC-126AF7B13FBC}"/>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64" name="直线连接符 12063">
                <a:extLst>
                  <a:ext uri="{FF2B5EF4-FFF2-40B4-BE49-F238E27FC236}">
                    <a16:creationId xmlns:a16="http://schemas.microsoft.com/office/drawing/2014/main" id="{BF622137-E218-ABC0-B38A-F491361E0886}"/>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65" name="直线连接符 12064">
                <a:extLst>
                  <a:ext uri="{FF2B5EF4-FFF2-40B4-BE49-F238E27FC236}">
                    <a16:creationId xmlns:a16="http://schemas.microsoft.com/office/drawing/2014/main" id="{F80100AF-DF9A-0426-1E58-74D89C72B5E6}"/>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66" name="直线连接符 12065">
                <a:extLst>
                  <a:ext uri="{FF2B5EF4-FFF2-40B4-BE49-F238E27FC236}">
                    <a16:creationId xmlns:a16="http://schemas.microsoft.com/office/drawing/2014/main" id="{5550336C-AB69-F4A5-D7B1-9F1C49EB849C}"/>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67" name="直线连接符 12066">
                <a:extLst>
                  <a:ext uri="{FF2B5EF4-FFF2-40B4-BE49-F238E27FC236}">
                    <a16:creationId xmlns:a16="http://schemas.microsoft.com/office/drawing/2014/main" id="{F63A4EB0-333C-8F20-A3CC-6C5B08146F4F}"/>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68" name="直线连接符 12067">
                <a:extLst>
                  <a:ext uri="{FF2B5EF4-FFF2-40B4-BE49-F238E27FC236}">
                    <a16:creationId xmlns:a16="http://schemas.microsoft.com/office/drawing/2014/main" id="{F647F82D-8B4F-7182-0B83-ED741E125C74}"/>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69" name="直线连接符 12068">
                <a:extLst>
                  <a:ext uri="{FF2B5EF4-FFF2-40B4-BE49-F238E27FC236}">
                    <a16:creationId xmlns:a16="http://schemas.microsoft.com/office/drawing/2014/main" id="{ECE8D175-C2B0-5042-13A9-4C940C7D2F78}"/>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70" name="直线连接符 12069">
                <a:extLst>
                  <a:ext uri="{FF2B5EF4-FFF2-40B4-BE49-F238E27FC236}">
                    <a16:creationId xmlns:a16="http://schemas.microsoft.com/office/drawing/2014/main" id="{97BA7D8B-A7AE-84D5-CA9A-4A9C58EF08DC}"/>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71" name="直线连接符 12070">
                <a:extLst>
                  <a:ext uri="{FF2B5EF4-FFF2-40B4-BE49-F238E27FC236}">
                    <a16:creationId xmlns:a16="http://schemas.microsoft.com/office/drawing/2014/main" id="{1BA53710-450C-5A45-E7A8-E1036FC9D8C7}"/>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72" name="直线连接符 12071">
                <a:extLst>
                  <a:ext uri="{FF2B5EF4-FFF2-40B4-BE49-F238E27FC236}">
                    <a16:creationId xmlns:a16="http://schemas.microsoft.com/office/drawing/2014/main" id="{6C2093C0-624D-9EE7-1B61-5953A5401A64}"/>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73" name="直线连接符 12072">
                <a:extLst>
                  <a:ext uri="{FF2B5EF4-FFF2-40B4-BE49-F238E27FC236}">
                    <a16:creationId xmlns:a16="http://schemas.microsoft.com/office/drawing/2014/main" id="{A7C465AF-1264-426E-300F-BF51CD81A152}"/>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74" name="直线连接符 12073">
                <a:extLst>
                  <a:ext uri="{FF2B5EF4-FFF2-40B4-BE49-F238E27FC236}">
                    <a16:creationId xmlns:a16="http://schemas.microsoft.com/office/drawing/2014/main" id="{09AB7150-0E20-F874-03B2-C11082B005B5}"/>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075" name="直线连接符 12074">
                <a:extLst>
                  <a:ext uri="{FF2B5EF4-FFF2-40B4-BE49-F238E27FC236}">
                    <a16:creationId xmlns:a16="http://schemas.microsoft.com/office/drawing/2014/main" id="{3845ED4A-5E62-E00E-1635-69AF79B89A5B}"/>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076" name="直线连接符 12075">
                <a:extLst>
                  <a:ext uri="{FF2B5EF4-FFF2-40B4-BE49-F238E27FC236}">
                    <a16:creationId xmlns:a16="http://schemas.microsoft.com/office/drawing/2014/main" id="{0B6B2021-EC43-DDC8-6A8B-45D228AB9989}"/>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6245" name="流程图: 接点 554">
              <a:extLst>
                <a:ext uri="{FF2B5EF4-FFF2-40B4-BE49-F238E27FC236}">
                  <a16:creationId xmlns:a16="http://schemas.microsoft.com/office/drawing/2014/main" id="{4A945EB7-7969-F02D-E49F-4BCEB4D2D76A}"/>
                </a:ext>
              </a:extLst>
            </p:cNvPr>
            <p:cNvSpPr/>
            <p:nvPr/>
          </p:nvSpPr>
          <p:spPr>
            <a:xfrm>
              <a:off x="8487025" y="3743893"/>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46" name="椭圆 6245">
              <a:extLst>
                <a:ext uri="{FF2B5EF4-FFF2-40B4-BE49-F238E27FC236}">
                  <a16:creationId xmlns:a16="http://schemas.microsoft.com/office/drawing/2014/main" id="{8C31BA9E-0708-3AFA-A902-C5F809BF2BCB}"/>
                </a:ext>
              </a:extLst>
            </p:cNvPr>
            <p:cNvSpPr/>
            <p:nvPr/>
          </p:nvSpPr>
          <p:spPr>
            <a:xfrm>
              <a:off x="8315664" y="3297146"/>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47" name="流程图: 接点 556">
              <a:extLst>
                <a:ext uri="{FF2B5EF4-FFF2-40B4-BE49-F238E27FC236}">
                  <a16:creationId xmlns:a16="http://schemas.microsoft.com/office/drawing/2014/main" id="{1F071F57-4F67-C0DA-DEAB-3296B86AD549}"/>
                </a:ext>
              </a:extLst>
            </p:cNvPr>
            <p:cNvSpPr/>
            <p:nvPr/>
          </p:nvSpPr>
          <p:spPr>
            <a:xfrm>
              <a:off x="8440652" y="2918613"/>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48" name="组合 6247">
              <a:extLst>
                <a:ext uri="{FF2B5EF4-FFF2-40B4-BE49-F238E27FC236}">
                  <a16:creationId xmlns:a16="http://schemas.microsoft.com/office/drawing/2014/main" id="{2A90CFA4-D52A-F421-0B71-42617CD057FF}"/>
                </a:ext>
              </a:extLst>
            </p:cNvPr>
            <p:cNvGrpSpPr/>
            <p:nvPr/>
          </p:nvGrpSpPr>
          <p:grpSpPr>
            <a:xfrm>
              <a:off x="8287877" y="3225505"/>
              <a:ext cx="419388" cy="487204"/>
              <a:chOff x="5768619" y="3058692"/>
              <a:chExt cx="419388" cy="487204"/>
            </a:xfrm>
          </p:grpSpPr>
          <p:sp>
            <p:nvSpPr>
              <p:cNvPr id="6376" name="流程图: 接点 571">
                <a:extLst>
                  <a:ext uri="{FF2B5EF4-FFF2-40B4-BE49-F238E27FC236}">
                    <a16:creationId xmlns:a16="http://schemas.microsoft.com/office/drawing/2014/main" id="{FADB585B-AF06-411A-295B-89244B6C1CCC}"/>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77" name="流程图: 接点 572">
                <a:extLst>
                  <a:ext uri="{FF2B5EF4-FFF2-40B4-BE49-F238E27FC236}">
                    <a16:creationId xmlns:a16="http://schemas.microsoft.com/office/drawing/2014/main" id="{930630F9-BE0C-6E5E-CF09-B800313130CE}"/>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78" name="直线连接符 6377">
                <a:extLst>
                  <a:ext uri="{FF2B5EF4-FFF2-40B4-BE49-F238E27FC236}">
                    <a16:creationId xmlns:a16="http://schemas.microsoft.com/office/drawing/2014/main" id="{F93AB6F8-5099-0399-BE5B-989D72CCEE9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9" name="直线连接符 6378">
                <a:extLst>
                  <a:ext uri="{FF2B5EF4-FFF2-40B4-BE49-F238E27FC236}">
                    <a16:creationId xmlns:a16="http://schemas.microsoft.com/office/drawing/2014/main" id="{33195CEE-EBCC-26D8-EAA2-647F886E17A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0" name="直线连接符 6379">
                <a:extLst>
                  <a:ext uri="{FF2B5EF4-FFF2-40B4-BE49-F238E27FC236}">
                    <a16:creationId xmlns:a16="http://schemas.microsoft.com/office/drawing/2014/main" id="{BFF82C31-2A65-0ACE-3BDE-8344A10D568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1" name="直线连接符 6380">
                <a:extLst>
                  <a:ext uri="{FF2B5EF4-FFF2-40B4-BE49-F238E27FC236}">
                    <a16:creationId xmlns:a16="http://schemas.microsoft.com/office/drawing/2014/main" id="{BEA99144-EEA7-B6D7-DD03-12E3274D066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2" name="直线连接符 6381">
                <a:extLst>
                  <a:ext uri="{FF2B5EF4-FFF2-40B4-BE49-F238E27FC236}">
                    <a16:creationId xmlns:a16="http://schemas.microsoft.com/office/drawing/2014/main" id="{64216F19-368F-52A5-AED6-24CA3DDEEDB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3" name="直线连接符 6382">
                <a:extLst>
                  <a:ext uri="{FF2B5EF4-FFF2-40B4-BE49-F238E27FC236}">
                    <a16:creationId xmlns:a16="http://schemas.microsoft.com/office/drawing/2014/main" id="{3C4145D4-D8B1-8787-2052-4A394BFFC1A2}"/>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4" name="直线连接符 6383">
                <a:extLst>
                  <a:ext uri="{FF2B5EF4-FFF2-40B4-BE49-F238E27FC236}">
                    <a16:creationId xmlns:a16="http://schemas.microsoft.com/office/drawing/2014/main" id="{68A7F291-61D5-EA2B-C862-15444506B5D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5" name="直线连接符 6384">
                <a:extLst>
                  <a:ext uri="{FF2B5EF4-FFF2-40B4-BE49-F238E27FC236}">
                    <a16:creationId xmlns:a16="http://schemas.microsoft.com/office/drawing/2014/main" id="{DE11F47B-20F1-4D7B-B9C0-6CEA75EBF44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6" name="直线连接符 6385">
                <a:extLst>
                  <a:ext uri="{FF2B5EF4-FFF2-40B4-BE49-F238E27FC236}">
                    <a16:creationId xmlns:a16="http://schemas.microsoft.com/office/drawing/2014/main" id="{96170FC7-9405-EEE7-35B8-F041FE7C048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7" name="直线连接符 6386">
                <a:extLst>
                  <a:ext uri="{FF2B5EF4-FFF2-40B4-BE49-F238E27FC236}">
                    <a16:creationId xmlns:a16="http://schemas.microsoft.com/office/drawing/2014/main" id="{E1BE3D5D-FCA3-D56B-0C55-9DE38A0998F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8" name="直线连接符 6387">
                <a:extLst>
                  <a:ext uri="{FF2B5EF4-FFF2-40B4-BE49-F238E27FC236}">
                    <a16:creationId xmlns:a16="http://schemas.microsoft.com/office/drawing/2014/main" id="{317D1F0F-6212-3EE8-8F97-AB3771F68BF9}"/>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89" name="直线连接符 6388">
                <a:extLst>
                  <a:ext uri="{FF2B5EF4-FFF2-40B4-BE49-F238E27FC236}">
                    <a16:creationId xmlns:a16="http://schemas.microsoft.com/office/drawing/2014/main" id="{BC00E527-927C-1216-DE46-15C9DAB6337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90" name="直线连接符 6389">
                <a:extLst>
                  <a:ext uri="{FF2B5EF4-FFF2-40B4-BE49-F238E27FC236}">
                    <a16:creationId xmlns:a16="http://schemas.microsoft.com/office/drawing/2014/main" id="{9C3B6D2D-146E-D887-37ED-7D353D60DD90}"/>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91" name="直线连接符 6390">
                <a:extLst>
                  <a:ext uri="{FF2B5EF4-FFF2-40B4-BE49-F238E27FC236}">
                    <a16:creationId xmlns:a16="http://schemas.microsoft.com/office/drawing/2014/main" id="{F7F0ACDF-4E56-36BE-0342-689559106DF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92" name="直线连接符 6391">
                <a:extLst>
                  <a:ext uri="{FF2B5EF4-FFF2-40B4-BE49-F238E27FC236}">
                    <a16:creationId xmlns:a16="http://schemas.microsoft.com/office/drawing/2014/main" id="{DC268F03-7493-7859-A643-C50E28CDB0DF}"/>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393" name="直线连接符 6392">
                <a:extLst>
                  <a:ext uri="{FF2B5EF4-FFF2-40B4-BE49-F238E27FC236}">
                    <a16:creationId xmlns:a16="http://schemas.microsoft.com/office/drawing/2014/main" id="{21A40569-B602-B55B-370E-9458DC1AF91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394" name="直线连接符 6393">
                <a:extLst>
                  <a:ext uri="{FF2B5EF4-FFF2-40B4-BE49-F238E27FC236}">
                    <a16:creationId xmlns:a16="http://schemas.microsoft.com/office/drawing/2014/main" id="{D94EF78C-3FAD-EB69-C836-FA7B30392CD7}"/>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6249" name="组合 6248">
              <a:extLst>
                <a:ext uri="{FF2B5EF4-FFF2-40B4-BE49-F238E27FC236}">
                  <a16:creationId xmlns:a16="http://schemas.microsoft.com/office/drawing/2014/main" id="{705A5B42-5BD5-23D2-E446-E109079ACCDE}"/>
                </a:ext>
              </a:extLst>
            </p:cNvPr>
            <p:cNvGrpSpPr/>
            <p:nvPr/>
          </p:nvGrpSpPr>
          <p:grpSpPr>
            <a:xfrm>
              <a:off x="9271296" y="3225505"/>
              <a:ext cx="419388" cy="487204"/>
              <a:chOff x="5768619" y="3058692"/>
              <a:chExt cx="419388" cy="487204"/>
            </a:xfrm>
          </p:grpSpPr>
          <p:sp>
            <p:nvSpPr>
              <p:cNvPr id="6260" name="流程图: 接点 571">
                <a:extLst>
                  <a:ext uri="{FF2B5EF4-FFF2-40B4-BE49-F238E27FC236}">
                    <a16:creationId xmlns:a16="http://schemas.microsoft.com/office/drawing/2014/main" id="{5D2E429B-0151-2474-7486-0568A56763B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61" name="流程图: 接点 572">
                <a:extLst>
                  <a:ext uri="{FF2B5EF4-FFF2-40B4-BE49-F238E27FC236}">
                    <a16:creationId xmlns:a16="http://schemas.microsoft.com/office/drawing/2014/main" id="{4297B67F-3E2A-E95D-A26C-C124FEE8E29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59" name="直线连接符 6358">
                <a:extLst>
                  <a:ext uri="{FF2B5EF4-FFF2-40B4-BE49-F238E27FC236}">
                    <a16:creationId xmlns:a16="http://schemas.microsoft.com/office/drawing/2014/main" id="{58CAEB13-81FE-0955-F7E9-A9DF7626745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0" name="直线连接符 6359">
                <a:extLst>
                  <a:ext uri="{FF2B5EF4-FFF2-40B4-BE49-F238E27FC236}">
                    <a16:creationId xmlns:a16="http://schemas.microsoft.com/office/drawing/2014/main" id="{7D0CEAA6-515D-D419-996C-381D60CA2BB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1" name="直线连接符 6360">
                <a:extLst>
                  <a:ext uri="{FF2B5EF4-FFF2-40B4-BE49-F238E27FC236}">
                    <a16:creationId xmlns:a16="http://schemas.microsoft.com/office/drawing/2014/main" id="{AA352D9A-7535-49D5-9CD3-8427253D6A01}"/>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2" name="直线连接符 6361">
                <a:extLst>
                  <a:ext uri="{FF2B5EF4-FFF2-40B4-BE49-F238E27FC236}">
                    <a16:creationId xmlns:a16="http://schemas.microsoft.com/office/drawing/2014/main" id="{FE6914CE-90E7-679E-515D-91BD71FB9CE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3" name="直线连接符 6362">
                <a:extLst>
                  <a:ext uri="{FF2B5EF4-FFF2-40B4-BE49-F238E27FC236}">
                    <a16:creationId xmlns:a16="http://schemas.microsoft.com/office/drawing/2014/main" id="{BC8FC7B6-ECA0-DE11-EB00-DBA175FBAC71}"/>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4" name="直线连接符 6363">
                <a:extLst>
                  <a:ext uri="{FF2B5EF4-FFF2-40B4-BE49-F238E27FC236}">
                    <a16:creationId xmlns:a16="http://schemas.microsoft.com/office/drawing/2014/main" id="{99988B59-38AD-42C9-AF1D-DF7529EAA77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5" name="直线连接符 6364">
                <a:extLst>
                  <a:ext uri="{FF2B5EF4-FFF2-40B4-BE49-F238E27FC236}">
                    <a16:creationId xmlns:a16="http://schemas.microsoft.com/office/drawing/2014/main" id="{59B00AFC-8299-67F9-0828-D43EEE91CC61}"/>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6" name="直线连接符 6365">
                <a:extLst>
                  <a:ext uri="{FF2B5EF4-FFF2-40B4-BE49-F238E27FC236}">
                    <a16:creationId xmlns:a16="http://schemas.microsoft.com/office/drawing/2014/main" id="{8F12A991-9438-3206-3D62-75A3025D282F}"/>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7" name="直线连接符 6366">
                <a:extLst>
                  <a:ext uri="{FF2B5EF4-FFF2-40B4-BE49-F238E27FC236}">
                    <a16:creationId xmlns:a16="http://schemas.microsoft.com/office/drawing/2014/main" id="{8E91DE28-ABE8-5C03-59AE-0A8E8A81F7C9}"/>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8" name="直线连接符 6367">
                <a:extLst>
                  <a:ext uri="{FF2B5EF4-FFF2-40B4-BE49-F238E27FC236}">
                    <a16:creationId xmlns:a16="http://schemas.microsoft.com/office/drawing/2014/main" id="{37008169-E2BC-9459-424E-A7E0C8EC5D0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69" name="直线连接符 6368">
                <a:extLst>
                  <a:ext uri="{FF2B5EF4-FFF2-40B4-BE49-F238E27FC236}">
                    <a16:creationId xmlns:a16="http://schemas.microsoft.com/office/drawing/2014/main" id="{612E5180-3198-38EE-A3E0-2EA94FEA6CA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0" name="直线连接符 6369">
                <a:extLst>
                  <a:ext uri="{FF2B5EF4-FFF2-40B4-BE49-F238E27FC236}">
                    <a16:creationId xmlns:a16="http://schemas.microsoft.com/office/drawing/2014/main" id="{47767A06-0B6B-4395-F2F6-54BE77B8D4B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1" name="直线连接符 6370">
                <a:extLst>
                  <a:ext uri="{FF2B5EF4-FFF2-40B4-BE49-F238E27FC236}">
                    <a16:creationId xmlns:a16="http://schemas.microsoft.com/office/drawing/2014/main" id="{EBAD7AED-1D42-CDCE-F0AD-21CA3AB85CC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2" name="直线连接符 6371">
                <a:extLst>
                  <a:ext uri="{FF2B5EF4-FFF2-40B4-BE49-F238E27FC236}">
                    <a16:creationId xmlns:a16="http://schemas.microsoft.com/office/drawing/2014/main" id="{5672866C-5CEA-559F-61F4-9D4EC3DD295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73" name="直线连接符 6372">
                <a:extLst>
                  <a:ext uri="{FF2B5EF4-FFF2-40B4-BE49-F238E27FC236}">
                    <a16:creationId xmlns:a16="http://schemas.microsoft.com/office/drawing/2014/main" id="{0EB4DD82-CA19-228D-978F-A87144D03B6F}"/>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374" name="直线连接符 6373">
                <a:extLst>
                  <a:ext uri="{FF2B5EF4-FFF2-40B4-BE49-F238E27FC236}">
                    <a16:creationId xmlns:a16="http://schemas.microsoft.com/office/drawing/2014/main" id="{0F9CBEDA-AB58-D06A-E339-CED682E6B7A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375" name="直线连接符 6374">
                <a:extLst>
                  <a:ext uri="{FF2B5EF4-FFF2-40B4-BE49-F238E27FC236}">
                    <a16:creationId xmlns:a16="http://schemas.microsoft.com/office/drawing/2014/main" id="{59C2CC6A-02DF-30C0-EEFB-563292ED6EC0}"/>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6250" name="组合 6249">
              <a:extLst>
                <a:ext uri="{FF2B5EF4-FFF2-40B4-BE49-F238E27FC236}">
                  <a16:creationId xmlns:a16="http://schemas.microsoft.com/office/drawing/2014/main" id="{BD6F4EF1-7920-D1EA-CAB9-77E850DAF51D}"/>
                </a:ext>
              </a:extLst>
            </p:cNvPr>
            <p:cNvGrpSpPr/>
            <p:nvPr/>
          </p:nvGrpSpPr>
          <p:grpSpPr>
            <a:xfrm>
              <a:off x="7951877" y="2082290"/>
              <a:ext cx="1973841" cy="1732229"/>
              <a:chOff x="7707547" y="3116283"/>
              <a:chExt cx="2913493" cy="2493706"/>
            </a:xfrm>
          </p:grpSpPr>
          <p:sp>
            <p:nvSpPr>
              <p:cNvPr id="6256" name="流程图: 接点 567">
                <a:extLst>
                  <a:ext uri="{FF2B5EF4-FFF2-40B4-BE49-F238E27FC236}">
                    <a16:creationId xmlns:a16="http://schemas.microsoft.com/office/drawing/2014/main" id="{8812D68C-6BFB-BB9C-0382-F7D3AA15EEBC}"/>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57" name="流程图: 接点 568">
                <a:extLst>
                  <a:ext uri="{FF2B5EF4-FFF2-40B4-BE49-F238E27FC236}">
                    <a16:creationId xmlns:a16="http://schemas.microsoft.com/office/drawing/2014/main" id="{C9359D05-8A6C-367D-49A0-878CF2B5289B}"/>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1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58" name="椭圆 6257">
                <a:extLst>
                  <a:ext uri="{FF2B5EF4-FFF2-40B4-BE49-F238E27FC236}">
                    <a16:creationId xmlns:a16="http://schemas.microsoft.com/office/drawing/2014/main" id="{1FE1A52E-9094-2EC4-EA9B-4D9AF67F2B59}"/>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59" name="椭圆 6258">
                <a:extLst>
                  <a:ext uri="{FF2B5EF4-FFF2-40B4-BE49-F238E27FC236}">
                    <a16:creationId xmlns:a16="http://schemas.microsoft.com/office/drawing/2014/main" id="{2AED8817-F9BE-54E6-D800-41D0C8E1B18E}"/>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251" name="组合 6250">
              <a:extLst>
                <a:ext uri="{FF2B5EF4-FFF2-40B4-BE49-F238E27FC236}">
                  <a16:creationId xmlns:a16="http://schemas.microsoft.com/office/drawing/2014/main" id="{D71F48D7-F32D-44DF-CFF9-D3DD519F74AF}"/>
                </a:ext>
              </a:extLst>
            </p:cNvPr>
            <p:cNvGrpSpPr/>
            <p:nvPr/>
          </p:nvGrpSpPr>
          <p:grpSpPr>
            <a:xfrm>
              <a:off x="8454596" y="1581280"/>
              <a:ext cx="1057501" cy="1052171"/>
              <a:chOff x="4841673" y="1802500"/>
              <a:chExt cx="875801" cy="967646"/>
            </a:xfrm>
            <a:scene3d>
              <a:camera prst="orthographicFront">
                <a:rot lat="600000" lon="15750000" rev="180000"/>
              </a:camera>
              <a:lightRig rig="threePt" dir="t"/>
            </a:scene3d>
          </p:grpSpPr>
          <p:grpSp>
            <p:nvGrpSpPr>
              <p:cNvPr id="6252" name="组合 6251">
                <a:extLst>
                  <a:ext uri="{FF2B5EF4-FFF2-40B4-BE49-F238E27FC236}">
                    <a16:creationId xmlns:a16="http://schemas.microsoft.com/office/drawing/2014/main" id="{F8964B45-E2C6-8B9A-59D1-21231F88B254}"/>
                  </a:ext>
                </a:extLst>
              </p:cNvPr>
              <p:cNvGrpSpPr/>
              <p:nvPr/>
            </p:nvGrpSpPr>
            <p:grpSpPr>
              <a:xfrm>
                <a:off x="4841674" y="1802500"/>
                <a:ext cx="875800" cy="951265"/>
                <a:chOff x="6157861" y="1771473"/>
                <a:chExt cx="1527262" cy="1731253"/>
              </a:xfrm>
              <a:solidFill>
                <a:schemeClr val="tx1">
                  <a:lumMod val="65000"/>
                  <a:lumOff val="35000"/>
                </a:schemeClr>
              </a:solidFill>
            </p:grpSpPr>
            <p:sp>
              <p:nvSpPr>
                <p:cNvPr id="6254" name="流程图: 延期 565">
                  <a:extLst>
                    <a:ext uri="{FF2B5EF4-FFF2-40B4-BE49-F238E27FC236}">
                      <a16:creationId xmlns:a16="http://schemas.microsoft.com/office/drawing/2014/main" id="{681B6911-3451-AE87-4128-B10312FDC7F4}"/>
                    </a:ext>
                  </a:extLst>
                </p:cNvPr>
                <p:cNvSpPr/>
                <p:nvPr/>
              </p:nvSpPr>
              <p:spPr>
                <a:xfrm rot="16200000">
                  <a:off x="6055865" y="187346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55" name="流程图: 接点 566">
                  <a:extLst>
                    <a:ext uri="{FF2B5EF4-FFF2-40B4-BE49-F238E27FC236}">
                      <a16:creationId xmlns:a16="http://schemas.microsoft.com/office/drawing/2014/main" id="{C203AEF4-B102-92C5-8376-B908C7BA07BF}"/>
                    </a:ext>
                  </a:extLst>
                </p:cNvPr>
                <p:cNvSpPr/>
                <p:nvPr/>
              </p:nvSpPr>
              <p:spPr>
                <a:xfrm>
                  <a:off x="6360255" y="1967154"/>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53" name="矩形 6252">
                <a:extLst>
                  <a:ext uri="{FF2B5EF4-FFF2-40B4-BE49-F238E27FC236}">
                    <a16:creationId xmlns:a16="http://schemas.microsoft.com/office/drawing/2014/main" id="{07ABED34-3F4B-A5F0-DFB7-54ADC3C386E2}"/>
                  </a:ext>
                </a:extLst>
              </p:cNvPr>
              <p:cNvSpPr/>
              <p:nvPr/>
            </p:nvSpPr>
            <p:spPr>
              <a:xfrm>
                <a:off x="4841673" y="250870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354" name="组合 4353">
            <a:extLst>
              <a:ext uri="{FF2B5EF4-FFF2-40B4-BE49-F238E27FC236}">
                <a16:creationId xmlns:a16="http://schemas.microsoft.com/office/drawing/2014/main" id="{7B29C8ED-07BD-786D-3579-8D8E13FCAA13}"/>
              </a:ext>
            </a:extLst>
          </p:cNvPr>
          <p:cNvGrpSpPr/>
          <p:nvPr/>
        </p:nvGrpSpPr>
        <p:grpSpPr>
          <a:xfrm>
            <a:off x="565952" y="1863951"/>
            <a:ext cx="1973841" cy="3023766"/>
            <a:chOff x="10591783" y="1574671"/>
            <a:chExt cx="1973841" cy="3023766"/>
          </a:xfrm>
        </p:grpSpPr>
        <p:grpSp>
          <p:nvGrpSpPr>
            <p:cNvPr id="4355" name="组合 4354">
              <a:extLst>
                <a:ext uri="{FF2B5EF4-FFF2-40B4-BE49-F238E27FC236}">
                  <a16:creationId xmlns:a16="http://schemas.microsoft.com/office/drawing/2014/main" id="{032BF281-8BBD-14E1-80ED-ABF5C1F8A8B2}"/>
                </a:ext>
              </a:extLst>
            </p:cNvPr>
            <p:cNvGrpSpPr/>
            <p:nvPr/>
          </p:nvGrpSpPr>
          <p:grpSpPr>
            <a:xfrm rot="5400000" flipV="1">
              <a:off x="12009177" y="3644208"/>
              <a:ext cx="304542" cy="232905"/>
              <a:chOff x="572796" y="3354769"/>
              <a:chExt cx="419388" cy="377309"/>
            </a:xfrm>
          </p:grpSpPr>
          <p:grpSp>
            <p:nvGrpSpPr>
              <p:cNvPr id="10127" name="组合 10126">
                <a:extLst>
                  <a:ext uri="{FF2B5EF4-FFF2-40B4-BE49-F238E27FC236}">
                    <a16:creationId xmlns:a16="http://schemas.microsoft.com/office/drawing/2014/main" id="{017DE0B8-12A8-CE25-0719-8D3BEEC0843F}"/>
                  </a:ext>
                </a:extLst>
              </p:cNvPr>
              <p:cNvGrpSpPr/>
              <p:nvPr/>
            </p:nvGrpSpPr>
            <p:grpSpPr>
              <a:xfrm>
                <a:off x="572796" y="3354769"/>
                <a:ext cx="419388" cy="377309"/>
                <a:chOff x="3493877" y="4543338"/>
                <a:chExt cx="619038" cy="543169"/>
              </a:xfrm>
            </p:grpSpPr>
            <p:sp>
              <p:nvSpPr>
                <p:cNvPr id="2122" name="流程图: 接点 571">
                  <a:extLst>
                    <a:ext uri="{FF2B5EF4-FFF2-40B4-BE49-F238E27FC236}">
                      <a16:creationId xmlns:a16="http://schemas.microsoft.com/office/drawing/2014/main" id="{FA5CCCE8-3698-F2E8-7599-3C970296677A}"/>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23" name="流程图: 接点 572">
                  <a:extLst>
                    <a:ext uri="{FF2B5EF4-FFF2-40B4-BE49-F238E27FC236}">
                      <a16:creationId xmlns:a16="http://schemas.microsoft.com/office/drawing/2014/main" id="{ECCDFF16-3E2E-CAE7-3A6F-5ECBE4E19AB2}"/>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128" name="直线连接符 10127">
                <a:extLst>
                  <a:ext uri="{FF2B5EF4-FFF2-40B4-BE49-F238E27FC236}">
                    <a16:creationId xmlns:a16="http://schemas.microsoft.com/office/drawing/2014/main" id="{77CF350A-3F37-CCAC-B579-190EF9BA7C75}"/>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29" name="直线连接符 10128">
                <a:extLst>
                  <a:ext uri="{FF2B5EF4-FFF2-40B4-BE49-F238E27FC236}">
                    <a16:creationId xmlns:a16="http://schemas.microsoft.com/office/drawing/2014/main" id="{60C8F438-E392-E940-B1C5-7C4863ACE6D5}"/>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30" name="直线连接符 10129">
                <a:extLst>
                  <a:ext uri="{FF2B5EF4-FFF2-40B4-BE49-F238E27FC236}">
                    <a16:creationId xmlns:a16="http://schemas.microsoft.com/office/drawing/2014/main" id="{E679F993-D4AD-F8EF-14BC-16264D7BA8FC}"/>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31" name="直线连接符 10130">
                <a:extLst>
                  <a:ext uri="{FF2B5EF4-FFF2-40B4-BE49-F238E27FC236}">
                    <a16:creationId xmlns:a16="http://schemas.microsoft.com/office/drawing/2014/main" id="{5F05253F-00A7-24C0-747F-7E8F5EA2FE38}"/>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32" name="直线连接符 10131">
                <a:extLst>
                  <a:ext uri="{FF2B5EF4-FFF2-40B4-BE49-F238E27FC236}">
                    <a16:creationId xmlns:a16="http://schemas.microsoft.com/office/drawing/2014/main" id="{6114F311-C9FE-63CD-9EEA-0322497AD66B}"/>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33" name="直线连接符 10132">
                <a:extLst>
                  <a:ext uri="{FF2B5EF4-FFF2-40B4-BE49-F238E27FC236}">
                    <a16:creationId xmlns:a16="http://schemas.microsoft.com/office/drawing/2014/main" id="{1BEFB103-29C7-FC91-7E25-2AFCA481C27F}"/>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2" name="直线连接符 2111">
                <a:extLst>
                  <a:ext uri="{FF2B5EF4-FFF2-40B4-BE49-F238E27FC236}">
                    <a16:creationId xmlns:a16="http://schemas.microsoft.com/office/drawing/2014/main" id="{5B9202B9-034D-55F2-EB7D-4CC8075AF38C}"/>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3" name="直线连接符 2112">
                <a:extLst>
                  <a:ext uri="{FF2B5EF4-FFF2-40B4-BE49-F238E27FC236}">
                    <a16:creationId xmlns:a16="http://schemas.microsoft.com/office/drawing/2014/main" id="{C392601D-4BEA-CA97-93A0-6D374A02158E}"/>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4" name="直线连接符 2113">
                <a:extLst>
                  <a:ext uri="{FF2B5EF4-FFF2-40B4-BE49-F238E27FC236}">
                    <a16:creationId xmlns:a16="http://schemas.microsoft.com/office/drawing/2014/main" id="{7C71B9B0-4576-28A7-5BD4-5538C80FE140}"/>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5" name="直线连接符 2114">
                <a:extLst>
                  <a:ext uri="{FF2B5EF4-FFF2-40B4-BE49-F238E27FC236}">
                    <a16:creationId xmlns:a16="http://schemas.microsoft.com/office/drawing/2014/main" id="{4A37BB3B-331D-9BD9-E4CB-1CA4889C8B9D}"/>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6" name="直线连接符 2115">
                <a:extLst>
                  <a:ext uri="{FF2B5EF4-FFF2-40B4-BE49-F238E27FC236}">
                    <a16:creationId xmlns:a16="http://schemas.microsoft.com/office/drawing/2014/main" id="{9D06EC6F-8EBE-CD0F-390A-02E915FCF470}"/>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7" name="直线连接符 2116">
                <a:extLst>
                  <a:ext uri="{FF2B5EF4-FFF2-40B4-BE49-F238E27FC236}">
                    <a16:creationId xmlns:a16="http://schemas.microsoft.com/office/drawing/2014/main" id="{B2C5ED67-7140-0581-6FE7-63A4F437C5D5}"/>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8" name="直线连接符 2117">
                <a:extLst>
                  <a:ext uri="{FF2B5EF4-FFF2-40B4-BE49-F238E27FC236}">
                    <a16:creationId xmlns:a16="http://schemas.microsoft.com/office/drawing/2014/main" id="{402F871F-B572-7E1D-521D-7B3C9DFEE2A5}"/>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9" name="直线连接符 2118">
                <a:extLst>
                  <a:ext uri="{FF2B5EF4-FFF2-40B4-BE49-F238E27FC236}">
                    <a16:creationId xmlns:a16="http://schemas.microsoft.com/office/drawing/2014/main" id="{01C737E1-1FE2-C368-9662-08878562B607}"/>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120" name="直线连接符 2119">
                <a:extLst>
                  <a:ext uri="{FF2B5EF4-FFF2-40B4-BE49-F238E27FC236}">
                    <a16:creationId xmlns:a16="http://schemas.microsoft.com/office/drawing/2014/main" id="{A212FB7D-DFF0-4C6C-07E9-9C9FD0D71A50}"/>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21" name="直线连接符 2120">
                <a:extLst>
                  <a:ext uri="{FF2B5EF4-FFF2-40B4-BE49-F238E27FC236}">
                    <a16:creationId xmlns:a16="http://schemas.microsoft.com/office/drawing/2014/main" id="{774C5F66-FA28-4B69-FDEF-CE244FBDCD47}"/>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4356" name="组合 4355">
              <a:extLst>
                <a:ext uri="{FF2B5EF4-FFF2-40B4-BE49-F238E27FC236}">
                  <a16:creationId xmlns:a16="http://schemas.microsoft.com/office/drawing/2014/main" id="{AD2D4CAC-18DB-C054-BE31-CF35E374F476}"/>
                </a:ext>
              </a:extLst>
            </p:cNvPr>
            <p:cNvGrpSpPr/>
            <p:nvPr/>
          </p:nvGrpSpPr>
          <p:grpSpPr>
            <a:xfrm>
              <a:off x="11129316" y="3011774"/>
              <a:ext cx="419388" cy="377446"/>
              <a:chOff x="572796" y="3376774"/>
              <a:chExt cx="419388" cy="377446"/>
            </a:xfrm>
          </p:grpSpPr>
          <p:grpSp>
            <p:nvGrpSpPr>
              <p:cNvPr id="4411" name="组合 4410">
                <a:extLst>
                  <a:ext uri="{FF2B5EF4-FFF2-40B4-BE49-F238E27FC236}">
                    <a16:creationId xmlns:a16="http://schemas.microsoft.com/office/drawing/2014/main" id="{DE382BE7-8D24-5743-9FBC-AE6EA742FF42}"/>
                  </a:ext>
                </a:extLst>
              </p:cNvPr>
              <p:cNvGrpSpPr/>
              <p:nvPr/>
            </p:nvGrpSpPr>
            <p:grpSpPr>
              <a:xfrm>
                <a:off x="572796" y="3376774"/>
                <a:ext cx="419388" cy="377446"/>
                <a:chOff x="3493877" y="4575043"/>
                <a:chExt cx="619038" cy="543369"/>
              </a:xfrm>
            </p:grpSpPr>
            <p:sp>
              <p:nvSpPr>
                <p:cNvPr id="10125" name="流程图: 接点 571">
                  <a:extLst>
                    <a:ext uri="{FF2B5EF4-FFF2-40B4-BE49-F238E27FC236}">
                      <a16:creationId xmlns:a16="http://schemas.microsoft.com/office/drawing/2014/main" id="{6BA5B46C-1307-ED7D-F0C6-057BAF06D7E8}"/>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26" name="流程图: 接点 572">
                  <a:extLst>
                    <a:ext uri="{FF2B5EF4-FFF2-40B4-BE49-F238E27FC236}">
                      <a16:creationId xmlns:a16="http://schemas.microsoft.com/office/drawing/2014/main" id="{7898A8AA-8C9A-F2FD-FBAB-B739614A7005}"/>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412" name="直线连接符 4411">
                <a:extLst>
                  <a:ext uri="{FF2B5EF4-FFF2-40B4-BE49-F238E27FC236}">
                    <a16:creationId xmlns:a16="http://schemas.microsoft.com/office/drawing/2014/main" id="{3792A942-976B-27BB-B66E-6B888DD4EB30}"/>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13" name="直线连接符 4412">
                <a:extLst>
                  <a:ext uri="{FF2B5EF4-FFF2-40B4-BE49-F238E27FC236}">
                    <a16:creationId xmlns:a16="http://schemas.microsoft.com/office/drawing/2014/main" id="{EAA20FFA-6D29-3BC0-BD15-F7BEB8611ABD}"/>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14" name="直线连接符 4413">
                <a:extLst>
                  <a:ext uri="{FF2B5EF4-FFF2-40B4-BE49-F238E27FC236}">
                    <a16:creationId xmlns:a16="http://schemas.microsoft.com/office/drawing/2014/main" id="{BE8CF626-58C9-E95F-19F3-3E4A61D7368E}"/>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15" name="直线连接符 4414">
                <a:extLst>
                  <a:ext uri="{FF2B5EF4-FFF2-40B4-BE49-F238E27FC236}">
                    <a16:creationId xmlns:a16="http://schemas.microsoft.com/office/drawing/2014/main" id="{AF24E6BA-9FF1-D5BC-9BBD-6D8EFD14FF95}"/>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2" name="直线连接符 10111">
                <a:extLst>
                  <a:ext uri="{FF2B5EF4-FFF2-40B4-BE49-F238E27FC236}">
                    <a16:creationId xmlns:a16="http://schemas.microsoft.com/office/drawing/2014/main" id="{98418398-5907-0F06-9C9A-6EB86F706330}"/>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3" name="直线连接符 10112">
                <a:extLst>
                  <a:ext uri="{FF2B5EF4-FFF2-40B4-BE49-F238E27FC236}">
                    <a16:creationId xmlns:a16="http://schemas.microsoft.com/office/drawing/2014/main" id="{5077409E-C72E-5FB6-CF42-71AC5E14E658}"/>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4" name="直线连接符 10113">
                <a:extLst>
                  <a:ext uri="{FF2B5EF4-FFF2-40B4-BE49-F238E27FC236}">
                    <a16:creationId xmlns:a16="http://schemas.microsoft.com/office/drawing/2014/main" id="{59718AC4-851F-D184-DE7D-BE6655179F00}"/>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5" name="直线连接符 10114">
                <a:extLst>
                  <a:ext uri="{FF2B5EF4-FFF2-40B4-BE49-F238E27FC236}">
                    <a16:creationId xmlns:a16="http://schemas.microsoft.com/office/drawing/2014/main" id="{9F3C8A00-276B-799A-6846-974F077D260F}"/>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6" name="直线连接符 10115">
                <a:extLst>
                  <a:ext uri="{FF2B5EF4-FFF2-40B4-BE49-F238E27FC236}">
                    <a16:creationId xmlns:a16="http://schemas.microsoft.com/office/drawing/2014/main" id="{C446B75A-78DF-3B8B-F650-D83043F587D8}"/>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7" name="直线连接符 10116">
                <a:extLst>
                  <a:ext uri="{FF2B5EF4-FFF2-40B4-BE49-F238E27FC236}">
                    <a16:creationId xmlns:a16="http://schemas.microsoft.com/office/drawing/2014/main" id="{1EDA3AF0-2B25-DF41-9356-35F5A08874E6}"/>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8" name="直线连接符 10117">
                <a:extLst>
                  <a:ext uri="{FF2B5EF4-FFF2-40B4-BE49-F238E27FC236}">
                    <a16:creationId xmlns:a16="http://schemas.microsoft.com/office/drawing/2014/main" id="{11E02DEB-7645-05C6-7B1A-40CB6BD3B801}"/>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19" name="直线连接符 10118">
                <a:extLst>
                  <a:ext uri="{FF2B5EF4-FFF2-40B4-BE49-F238E27FC236}">
                    <a16:creationId xmlns:a16="http://schemas.microsoft.com/office/drawing/2014/main" id="{9BE812B4-F09A-0B9A-D282-36A4832D4385}"/>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20" name="直线连接符 10119">
                <a:extLst>
                  <a:ext uri="{FF2B5EF4-FFF2-40B4-BE49-F238E27FC236}">
                    <a16:creationId xmlns:a16="http://schemas.microsoft.com/office/drawing/2014/main" id="{8B8055D3-AED7-24E6-723D-82A6E331C69B}"/>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21" name="直线连接符 10120">
                <a:extLst>
                  <a:ext uri="{FF2B5EF4-FFF2-40B4-BE49-F238E27FC236}">
                    <a16:creationId xmlns:a16="http://schemas.microsoft.com/office/drawing/2014/main" id="{384F8B23-B780-DC31-F1FC-4C15405B1E2F}"/>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22" name="直线连接符 10121">
                <a:extLst>
                  <a:ext uri="{FF2B5EF4-FFF2-40B4-BE49-F238E27FC236}">
                    <a16:creationId xmlns:a16="http://schemas.microsoft.com/office/drawing/2014/main" id="{F6EC4905-5FC9-9DA8-C68C-6031D13916C4}"/>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123" name="直线连接符 10122">
                <a:extLst>
                  <a:ext uri="{FF2B5EF4-FFF2-40B4-BE49-F238E27FC236}">
                    <a16:creationId xmlns:a16="http://schemas.microsoft.com/office/drawing/2014/main" id="{91786BFB-BD32-6055-05AA-758C22D948F4}"/>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124" name="直线连接符 10123">
                <a:extLst>
                  <a:ext uri="{FF2B5EF4-FFF2-40B4-BE49-F238E27FC236}">
                    <a16:creationId xmlns:a16="http://schemas.microsoft.com/office/drawing/2014/main" id="{7C0753A8-54DE-05B9-869D-9FBAE2592183}"/>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4357" name="流程图: 接点 554">
              <a:extLst>
                <a:ext uri="{FF2B5EF4-FFF2-40B4-BE49-F238E27FC236}">
                  <a16:creationId xmlns:a16="http://schemas.microsoft.com/office/drawing/2014/main" id="{84181F71-12C4-FB53-8C35-456298C2D18E}"/>
                </a:ext>
              </a:extLst>
            </p:cNvPr>
            <p:cNvSpPr/>
            <p:nvPr/>
          </p:nvSpPr>
          <p:spPr>
            <a:xfrm>
              <a:off x="11126931" y="3723190"/>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58" name="椭圆 4357">
              <a:extLst>
                <a:ext uri="{FF2B5EF4-FFF2-40B4-BE49-F238E27FC236}">
                  <a16:creationId xmlns:a16="http://schemas.microsoft.com/office/drawing/2014/main" id="{3AD08EEA-7820-1C28-A646-F011C0DEB23F}"/>
                </a:ext>
              </a:extLst>
            </p:cNvPr>
            <p:cNvSpPr/>
            <p:nvPr/>
          </p:nvSpPr>
          <p:spPr>
            <a:xfrm>
              <a:off x="10955570" y="3301428"/>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59" name="流程图: 接点 556">
              <a:extLst>
                <a:ext uri="{FF2B5EF4-FFF2-40B4-BE49-F238E27FC236}">
                  <a16:creationId xmlns:a16="http://schemas.microsoft.com/office/drawing/2014/main" id="{834E640D-60A1-5CA8-20EF-DBA6772CF73A}"/>
                </a:ext>
              </a:extLst>
            </p:cNvPr>
            <p:cNvSpPr/>
            <p:nvPr/>
          </p:nvSpPr>
          <p:spPr>
            <a:xfrm>
              <a:off x="11080558" y="2922895"/>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360" name="组合 4359">
              <a:extLst>
                <a:ext uri="{FF2B5EF4-FFF2-40B4-BE49-F238E27FC236}">
                  <a16:creationId xmlns:a16="http://schemas.microsoft.com/office/drawing/2014/main" id="{83CA7565-AD54-2558-B886-EDF8780D5EC9}"/>
                </a:ext>
              </a:extLst>
            </p:cNvPr>
            <p:cNvGrpSpPr/>
            <p:nvPr/>
          </p:nvGrpSpPr>
          <p:grpSpPr>
            <a:xfrm>
              <a:off x="11003703" y="3241393"/>
              <a:ext cx="419388" cy="487204"/>
              <a:chOff x="5768619" y="3058692"/>
              <a:chExt cx="419388" cy="487204"/>
            </a:xfrm>
          </p:grpSpPr>
          <p:sp>
            <p:nvSpPr>
              <p:cNvPr id="4391" name="流程图: 接点 571">
                <a:extLst>
                  <a:ext uri="{FF2B5EF4-FFF2-40B4-BE49-F238E27FC236}">
                    <a16:creationId xmlns:a16="http://schemas.microsoft.com/office/drawing/2014/main" id="{4103E399-ED78-4968-AFAC-45EE418988C0}"/>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92" name="流程图: 接点 572">
                <a:extLst>
                  <a:ext uri="{FF2B5EF4-FFF2-40B4-BE49-F238E27FC236}">
                    <a16:creationId xmlns:a16="http://schemas.microsoft.com/office/drawing/2014/main" id="{C99C8F35-1A63-9A23-6FCD-5D012EE6A7D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93" name="直线连接符 4392">
                <a:extLst>
                  <a:ext uri="{FF2B5EF4-FFF2-40B4-BE49-F238E27FC236}">
                    <a16:creationId xmlns:a16="http://schemas.microsoft.com/office/drawing/2014/main" id="{12095B3E-40B7-13A2-EB64-664578B31C7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94" name="直线连接符 4393">
                <a:extLst>
                  <a:ext uri="{FF2B5EF4-FFF2-40B4-BE49-F238E27FC236}">
                    <a16:creationId xmlns:a16="http://schemas.microsoft.com/office/drawing/2014/main" id="{C4E8C291-BCD1-2F50-255B-7B067F3044A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95" name="直线连接符 4394">
                <a:extLst>
                  <a:ext uri="{FF2B5EF4-FFF2-40B4-BE49-F238E27FC236}">
                    <a16:creationId xmlns:a16="http://schemas.microsoft.com/office/drawing/2014/main" id="{732A2E18-DB9D-E621-A32B-417BD3CBA70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96" name="直线连接符 4395">
                <a:extLst>
                  <a:ext uri="{FF2B5EF4-FFF2-40B4-BE49-F238E27FC236}">
                    <a16:creationId xmlns:a16="http://schemas.microsoft.com/office/drawing/2014/main" id="{211799BF-C57D-C838-CE2C-3385A3C486B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97" name="直线连接符 4396">
                <a:extLst>
                  <a:ext uri="{FF2B5EF4-FFF2-40B4-BE49-F238E27FC236}">
                    <a16:creationId xmlns:a16="http://schemas.microsoft.com/office/drawing/2014/main" id="{4B9E05FC-8489-659B-2823-79FA69590FF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98" name="直线连接符 4397">
                <a:extLst>
                  <a:ext uri="{FF2B5EF4-FFF2-40B4-BE49-F238E27FC236}">
                    <a16:creationId xmlns:a16="http://schemas.microsoft.com/office/drawing/2014/main" id="{528388AC-E9C0-5304-6ACE-3FF57C1063B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99" name="直线连接符 4398">
                <a:extLst>
                  <a:ext uri="{FF2B5EF4-FFF2-40B4-BE49-F238E27FC236}">
                    <a16:creationId xmlns:a16="http://schemas.microsoft.com/office/drawing/2014/main" id="{305454ED-580E-FD5B-B856-FD04FF260BA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0" name="直线连接符 4399">
                <a:extLst>
                  <a:ext uri="{FF2B5EF4-FFF2-40B4-BE49-F238E27FC236}">
                    <a16:creationId xmlns:a16="http://schemas.microsoft.com/office/drawing/2014/main" id="{70E039AD-38E6-A0CF-8513-B2FE7F3129B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1" name="直线连接符 4400">
                <a:extLst>
                  <a:ext uri="{FF2B5EF4-FFF2-40B4-BE49-F238E27FC236}">
                    <a16:creationId xmlns:a16="http://schemas.microsoft.com/office/drawing/2014/main" id="{56A82B1B-D768-B0C3-2EF4-FD06838AF85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2" name="直线连接符 4401">
                <a:extLst>
                  <a:ext uri="{FF2B5EF4-FFF2-40B4-BE49-F238E27FC236}">
                    <a16:creationId xmlns:a16="http://schemas.microsoft.com/office/drawing/2014/main" id="{8FD705AD-A1F1-5E5F-2EDE-09869BCA063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3" name="直线连接符 4402">
                <a:extLst>
                  <a:ext uri="{FF2B5EF4-FFF2-40B4-BE49-F238E27FC236}">
                    <a16:creationId xmlns:a16="http://schemas.microsoft.com/office/drawing/2014/main" id="{627DE3CF-FADD-5D22-4A62-503374E965B4}"/>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4" name="直线连接符 4403">
                <a:extLst>
                  <a:ext uri="{FF2B5EF4-FFF2-40B4-BE49-F238E27FC236}">
                    <a16:creationId xmlns:a16="http://schemas.microsoft.com/office/drawing/2014/main" id="{8A256A00-8435-10BF-92A9-A2A56386136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6" name="直线连接符 4405">
                <a:extLst>
                  <a:ext uri="{FF2B5EF4-FFF2-40B4-BE49-F238E27FC236}">
                    <a16:creationId xmlns:a16="http://schemas.microsoft.com/office/drawing/2014/main" id="{0ACB6F8F-0BEA-15B4-F887-0B3CEF94CD5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7" name="直线连接符 4406">
                <a:extLst>
                  <a:ext uri="{FF2B5EF4-FFF2-40B4-BE49-F238E27FC236}">
                    <a16:creationId xmlns:a16="http://schemas.microsoft.com/office/drawing/2014/main" id="{DDF8CBFC-FD28-9158-325B-07D704B2957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08" name="直线连接符 4407">
                <a:extLst>
                  <a:ext uri="{FF2B5EF4-FFF2-40B4-BE49-F238E27FC236}">
                    <a16:creationId xmlns:a16="http://schemas.microsoft.com/office/drawing/2014/main" id="{EE00B1A1-E636-6CC7-F354-91618546196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409" name="直线连接符 4408">
                <a:extLst>
                  <a:ext uri="{FF2B5EF4-FFF2-40B4-BE49-F238E27FC236}">
                    <a16:creationId xmlns:a16="http://schemas.microsoft.com/office/drawing/2014/main" id="{B85DFDAE-3C80-3915-69F5-E878AE27A5A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410" name="直线连接符 4409">
                <a:extLst>
                  <a:ext uri="{FF2B5EF4-FFF2-40B4-BE49-F238E27FC236}">
                    <a16:creationId xmlns:a16="http://schemas.microsoft.com/office/drawing/2014/main" id="{F26B2512-41F8-6684-F63B-AE988FE7E21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4361" name="组合 4360">
              <a:extLst>
                <a:ext uri="{FF2B5EF4-FFF2-40B4-BE49-F238E27FC236}">
                  <a16:creationId xmlns:a16="http://schemas.microsoft.com/office/drawing/2014/main" id="{5C875AE3-488B-635B-2E6D-5014F0D40CD1}"/>
                </a:ext>
              </a:extLst>
            </p:cNvPr>
            <p:cNvGrpSpPr/>
            <p:nvPr/>
          </p:nvGrpSpPr>
          <p:grpSpPr>
            <a:xfrm>
              <a:off x="11982306" y="3201917"/>
              <a:ext cx="419388" cy="487204"/>
              <a:chOff x="5768619" y="3058692"/>
              <a:chExt cx="419388" cy="487204"/>
            </a:xfrm>
          </p:grpSpPr>
          <p:sp>
            <p:nvSpPr>
              <p:cNvPr id="4372" name="流程图: 接点 571">
                <a:extLst>
                  <a:ext uri="{FF2B5EF4-FFF2-40B4-BE49-F238E27FC236}">
                    <a16:creationId xmlns:a16="http://schemas.microsoft.com/office/drawing/2014/main" id="{5395D0D7-D8D7-9FC9-8224-74C2E2F912A8}"/>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73" name="流程图: 接点 572">
                <a:extLst>
                  <a:ext uri="{FF2B5EF4-FFF2-40B4-BE49-F238E27FC236}">
                    <a16:creationId xmlns:a16="http://schemas.microsoft.com/office/drawing/2014/main" id="{D78239B1-7CB1-BE14-099B-2E2B250AF13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74" name="直线连接符 4373">
                <a:extLst>
                  <a:ext uri="{FF2B5EF4-FFF2-40B4-BE49-F238E27FC236}">
                    <a16:creationId xmlns:a16="http://schemas.microsoft.com/office/drawing/2014/main" id="{345325D1-2CE3-7D7D-9FDF-EC9C977F5A86}"/>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75" name="直线连接符 4374">
                <a:extLst>
                  <a:ext uri="{FF2B5EF4-FFF2-40B4-BE49-F238E27FC236}">
                    <a16:creationId xmlns:a16="http://schemas.microsoft.com/office/drawing/2014/main" id="{61F7930C-F736-AD65-A025-45121A828CBE}"/>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76" name="直线连接符 4375">
                <a:extLst>
                  <a:ext uri="{FF2B5EF4-FFF2-40B4-BE49-F238E27FC236}">
                    <a16:creationId xmlns:a16="http://schemas.microsoft.com/office/drawing/2014/main" id="{FCFAEC9B-A3D2-60C8-D6D8-0017D385FD4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77" name="直线连接符 4376">
                <a:extLst>
                  <a:ext uri="{FF2B5EF4-FFF2-40B4-BE49-F238E27FC236}">
                    <a16:creationId xmlns:a16="http://schemas.microsoft.com/office/drawing/2014/main" id="{E09A9C22-07CF-189E-52ED-10FF890F455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78" name="直线连接符 4377">
                <a:extLst>
                  <a:ext uri="{FF2B5EF4-FFF2-40B4-BE49-F238E27FC236}">
                    <a16:creationId xmlns:a16="http://schemas.microsoft.com/office/drawing/2014/main" id="{525AA1C4-FBD3-005B-472C-0C592479FFE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79" name="直线连接符 4378">
                <a:extLst>
                  <a:ext uri="{FF2B5EF4-FFF2-40B4-BE49-F238E27FC236}">
                    <a16:creationId xmlns:a16="http://schemas.microsoft.com/office/drawing/2014/main" id="{BFEE7F8D-AF3B-EFF2-7006-EB50DD789557}"/>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0" name="直线连接符 4379">
                <a:extLst>
                  <a:ext uri="{FF2B5EF4-FFF2-40B4-BE49-F238E27FC236}">
                    <a16:creationId xmlns:a16="http://schemas.microsoft.com/office/drawing/2014/main" id="{DC035B4F-6AFE-403D-3E0F-231DEDA7D6E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1" name="直线连接符 4380">
                <a:extLst>
                  <a:ext uri="{FF2B5EF4-FFF2-40B4-BE49-F238E27FC236}">
                    <a16:creationId xmlns:a16="http://schemas.microsoft.com/office/drawing/2014/main" id="{31940283-91DE-17A3-F3E2-9C36B71B4BA2}"/>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2" name="直线连接符 4381">
                <a:extLst>
                  <a:ext uri="{FF2B5EF4-FFF2-40B4-BE49-F238E27FC236}">
                    <a16:creationId xmlns:a16="http://schemas.microsoft.com/office/drawing/2014/main" id="{0F367F7A-4527-F85E-2FFE-4B435206C126}"/>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3" name="直线连接符 4382">
                <a:extLst>
                  <a:ext uri="{FF2B5EF4-FFF2-40B4-BE49-F238E27FC236}">
                    <a16:creationId xmlns:a16="http://schemas.microsoft.com/office/drawing/2014/main" id="{CF565794-7445-31D4-9080-337E96A58475}"/>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4" name="直线连接符 4383">
                <a:extLst>
                  <a:ext uri="{FF2B5EF4-FFF2-40B4-BE49-F238E27FC236}">
                    <a16:creationId xmlns:a16="http://schemas.microsoft.com/office/drawing/2014/main" id="{67D859D1-7E96-B334-43DC-71198031240B}"/>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5" name="直线连接符 4384">
                <a:extLst>
                  <a:ext uri="{FF2B5EF4-FFF2-40B4-BE49-F238E27FC236}">
                    <a16:creationId xmlns:a16="http://schemas.microsoft.com/office/drawing/2014/main" id="{A00174B5-E74B-0E28-1F2B-A2B02D0842D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6" name="直线连接符 4385">
                <a:extLst>
                  <a:ext uri="{FF2B5EF4-FFF2-40B4-BE49-F238E27FC236}">
                    <a16:creationId xmlns:a16="http://schemas.microsoft.com/office/drawing/2014/main" id="{BB081766-5C2E-E863-9397-4DBBA3BBCFA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7" name="直线连接符 4386">
                <a:extLst>
                  <a:ext uri="{FF2B5EF4-FFF2-40B4-BE49-F238E27FC236}">
                    <a16:creationId xmlns:a16="http://schemas.microsoft.com/office/drawing/2014/main" id="{DBA2B737-A82C-4FEA-3496-E57C6F3E436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88" name="直线连接符 4387">
                <a:extLst>
                  <a:ext uri="{FF2B5EF4-FFF2-40B4-BE49-F238E27FC236}">
                    <a16:creationId xmlns:a16="http://schemas.microsoft.com/office/drawing/2014/main" id="{1F942BC1-6607-0B5E-F399-089E6B7AD63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389" name="直线连接符 4388">
                <a:extLst>
                  <a:ext uri="{FF2B5EF4-FFF2-40B4-BE49-F238E27FC236}">
                    <a16:creationId xmlns:a16="http://schemas.microsoft.com/office/drawing/2014/main" id="{71CC81CB-7DE5-E638-F1C4-0271DE1C831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90" name="直线连接符 4389">
                <a:extLst>
                  <a:ext uri="{FF2B5EF4-FFF2-40B4-BE49-F238E27FC236}">
                    <a16:creationId xmlns:a16="http://schemas.microsoft.com/office/drawing/2014/main" id="{A89F376B-7B5D-9CF2-EBB7-AC32A24DB68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4362" name="组合 4361">
              <a:extLst>
                <a:ext uri="{FF2B5EF4-FFF2-40B4-BE49-F238E27FC236}">
                  <a16:creationId xmlns:a16="http://schemas.microsoft.com/office/drawing/2014/main" id="{97F7B905-86E0-A625-B0BA-5F4CEE71A42F}"/>
                </a:ext>
              </a:extLst>
            </p:cNvPr>
            <p:cNvGrpSpPr/>
            <p:nvPr/>
          </p:nvGrpSpPr>
          <p:grpSpPr>
            <a:xfrm>
              <a:off x="10591783" y="2086572"/>
              <a:ext cx="1973841" cy="1732229"/>
              <a:chOff x="7707547" y="3116283"/>
              <a:chExt cx="2913493" cy="2493706"/>
            </a:xfrm>
          </p:grpSpPr>
          <p:sp>
            <p:nvSpPr>
              <p:cNvPr id="4368" name="流程图: 接点 567">
                <a:extLst>
                  <a:ext uri="{FF2B5EF4-FFF2-40B4-BE49-F238E27FC236}">
                    <a16:creationId xmlns:a16="http://schemas.microsoft.com/office/drawing/2014/main" id="{BF37B11E-94E9-4C35-B557-B25F8116B6BB}"/>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69" name="流程图: 接点 568">
                <a:extLst>
                  <a:ext uri="{FF2B5EF4-FFF2-40B4-BE49-F238E27FC236}">
                    <a16:creationId xmlns:a16="http://schemas.microsoft.com/office/drawing/2014/main" id="{5A5CEE34-FB25-01DC-0FA4-D00F8205267F}"/>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1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70" name="椭圆 4369">
                <a:extLst>
                  <a:ext uri="{FF2B5EF4-FFF2-40B4-BE49-F238E27FC236}">
                    <a16:creationId xmlns:a16="http://schemas.microsoft.com/office/drawing/2014/main" id="{128D8D97-1E3E-6E11-0BFB-C7340E551B65}"/>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71" name="椭圆 4370">
                <a:extLst>
                  <a:ext uri="{FF2B5EF4-FFF2-40B4-BE49-F238E27FC236}">
                    <a16:creationId xmlns:a16="http://schemas.microsoft.com/office/drawing/2014/main" id="{73874E10-5040-213E-71E8-805AB6EE8E82}"/>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363" name="组合 4362">
              <a:extLst>
                <a:ext uri="{FF2B5EF4-FFF2-40B4-BE49-F238E27FC236}">
                  <a16:creationId xmlns:a16="http://schemas.microsoft.com/office/drawing/2014/main" id="{98BD0A9E-1435-1A8C-B86C-075287905985}"/>
                </a:ext>
              </a:extLst>
            </p:cNvPr>
            <p:cNvGrpSpPr/>
            <p:nvPr/>
          </p:nvGrpSpPr>
          <p:grpSpPr>
            <a:xfrm>
              <a:off x="11159394" y="1574671"/>
              <a:ext cx="1057506" cy="1052178"/>
              <a:chOff x="4841670" y="1792482"/>
              <a:chExt cx="875805" cy="967650"/>
            </a:xfrm>
            <a:scene3d>
              <a:camera prst="orthographicFront">
                <a:rot lat="600000" lon="15300000" rev="180000"/>
              </a:camera>
              <a:lightRig rig="threePt" dir="t"/>
            </a:scene3d>
          </p:grpSpPr>
          <p:grpSp>
            <p:nvGrpSpPr>
              <p:cNvPr id="4364" name="组合 4363">
                <a:extLst>
                  <a:ext uri="{FF2B5EF4-FFF2-40B4-BE49-F238E27FC236}">
                    <a16:creationId xmlns:a16="http://schemas.microsoft.com/office/drawing/2014/main" id="{C0ED0B71-E2E7-ED89-96BE-9EA78225E57A}"/>
                  </a:ext>
                </a:extLst>
              </p:cNvPr>
              <p:cNvGrpSpPr/>
              <p:nvPr/>
            </p:nvGrpSpPr>
            <p:grpSpPr>
              <a:xfrm>
                <a:off x="4841675" y="1792482"/>
                <a:ext cx="875800" cy="951265"/>
                <a:chOff x="6157862" y="1753243"/>
                <a:chExt cx="1527262" cy="1731253"/>
              </a:xfrm>
              <a:solidFill>
                <a:schemeClr val="tx1">
                  <a:lumMod val="65000"/>
                  <a:lumOff val="35000"/>
                </a:schemeClr>
              </a:solidFill>
            </p:grpSpPr>
            <p:sp>
              <p:nvSpPr>
                <p:cNvPr id="4366" name="流程图: 延期 565">
                  <a:extLst>
                    <a:ext uri="{FF2B5EF4-FFF2-40B4-BE49-F238E27FC236}">
                      <a16:creationId xmlns:a16="http://schemas.microsoft.com/office/drawing/2014/main" id="{8825DC70-1409-5F53-ADED-B882BD152F2E}"/>
                    </a:ext>
                  </a:extLst>
                </p:cNvPr>
                <p:cNvSpPr/>
                <p:nvPr/>
              </p:nvSpPr>
              <p:spPr>
                <a:xfrm rot="16200000">
                  <a:off x="6055866" y="185523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67" name="流程图: 接点 566">
                  <a:extLst>
                    <a:ext uri="{FF2B5EF4-FFF2-40B4-BE49-F238E27FC236}">
                      <a16:creationId xmlns:a16="http://schemas.microsoft.com/office/drawing/2014/main" id="{531813BA-2FAE-9745-D97F-733E3A194CAB}"/>
                    </a:ext>
                  </a:extLst>
                </p:cNvPr>
                <p:cNvSpPr/>
                <p:nvPr/>
              </p:nvSpPr>
              <p:spPr>
                <a:xfrm>
                  <a:off x="6360255" y="1948932"/>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65" name="矩形 4364">
                <a:extLst>
                  <a:ext uri="{FF2B5EF4-FFF2-40B4-BE49-F238E27FC236}">
                    <a16:creationId xmlns:a16="http://schemas.microsoft.com/office/drawing/2014/main" id="{C9DA8E9E-0A59-F052-E4A4-61EC63B4D2C1}"/>
                  </a:ext>
                </a:extLst>
              </p:cNvPr>
              <p:cNvSpPr/>
              <p:nvPr/>
            </p:nvSpPr>
            <p:spPr>
              <a:xfrm>
                <a:off x="4841670" y="2498690"/>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124" name="组合 2123">
            <a:extLst>
              <a:ext uri="{FF2B5EF4-FFF2-40B4-BE49-F238E27FC236}">
                <a16:creationId xmlns:a16="http://schemas.microsoft.com/office/drawing/2014/main" id="{FFF4A26F-0131-04FE-A848-82D27E71FC1E}"/>
              </a:ext>
            </a:extLst>
          </p:cNvPr>
          <p:cNvGrpSpPr/>
          <p:nvPr/>
        </p:nvGrpSpPr>
        <p:grpSpPr>
          <a:xfrm>
            <a:off x="438039" y="1865993"/>
            <a:ext cx="2112108" cy="3035938"/>
            <a:chOff x="13073677" y="1583707"/>
            <a:chExt cx="2112108" cy="3035938"/>
          </a:xfrm>
        </p:grpSpPr>
        <p:grpSp>
          <p:nvGrpSpPr>
            <p:cNvPr id="2125" name="组合 2124">
              <a:extLst>
                <a:ext uri="{FF2B5EF4-FFF2-40B4-BE49-F238E27FC236}">
                  <a16:creationId xmlns:a16="http://schemas.microsoft.com/office/drawing/2014/main" id="{551AD750-95A1-DDC7-9E02-11481570BA7A}"/>
                </a:ext>
              </a:extLst>
            </p:cNvPr>
            <p:cNvGrpSpPr/>
            <p:nvPr/>
          </p:nvGrpSpPr>
          <p:grpSpPr>
            <a:xfrm>
              <a:off x="13073677" y="2639070"/>
              <a:ext cx="238182" cy="238003"/>
              <a:chOff x="5145960" y="4201202"/>
              <a:chExt cx="150892" cy="141375"/>
            </a:xfrm>
            <a:scene3d>
              <a:camera prst="orthographicFront">
                <a:rot lat="0" lon="5850000" rev="0"/>
              </a:camera>
              <a:lightRig rig="threePt" dir="t">
                <a:rot lat="0" lon="0" rev="0"/>
              </a:lightRig>
            </a:scene3d>
          </p:grpSpPr>
          <p:sp>
            <p:nvSpPr>
              <p:cNvPr id="2409" name="Oval 15540">
                <a:extLst>
                  <a:ext uri="{FF2B5EF4-FFF2-40B4-BE49-F238E27FC236}">
                    <a16:creationId xmlns:a16="http://schemas.microsoft.com/office/drawing/2014/main" id="{72DFD230-F569-A7E3-E483-11EC3C49EDB5}"/>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2410" name="Line 15541">
                <a:extLst>
                  <a:ext uri="{FF2B5EF4-FFF2-40B4-BE49-F238E27FC236}">
                    <a16:creationId xmlns:a16="http://schemas.microsoft.com/office/drawing/2014/main" id="{A10BE69E-C6A2-27BC-BE48-286A2971A82F}"/>
                  </a:ext>
                </a:extLst>
              </p:cNvPr>
              <p:cNvCxnSpPr>
                <a:cxnSpLocks/>
                <a:stCxn id="2409" idx="1"/>
                <a:endCxn id="2409"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2126" name="组合 2125">
              <a:extLst>
                <a:ext uri="{FF2B5EF4-FFF2-40B4-BE49-F238E27FC236}">
                  <a16:creationId xmlns:a16="http://schemas.microsoft.com/office/drawing/2014/main" id="{3D82B376-C5BA-F617-1FD9-C5F682EB5669}"/>
                </a:ext>
              </a:extLst>
            </p:cNvPr>
            <p:cNvGrpSpPr/>
            <p:nvPr/>
          </p:nvGrpSpPr>
          <p:grpSpPr>
            <a:xfrm rot="5400000" flipV="1">
              <a:off x="14593914" y="3636244"/>
              <a:ext cx="304542" cy="232905"/>
              <a:chOff x="572796" y="3354769"/>
              <a:chExt cx="419388" cy="377309"/>
            </a:xfrm>
          </p:grpSpPr>
          <p:grpSp>
            <p:nvGrpSpPr>
              <p:cNvPr id="2233" name="组合 2232">
                <a:extLst>
                  <a:ext uri="{FF2B5EF4-FFF2-40B4-BE49-F238E27FC236}">
                    <a16:creationId xmlns:a16="http://schemas.microsoft.com/office/drawing/2014/main" id="{E435DF10-38B3-B6D5-5FFD-FE869939022F}"/>
                  </a:ext>
                </a:extLst>
              </p:cNvPr>
              <p:cNvGrpSpPr/>
              <p:nvPr/>
            </p:nvGrpSpPr>
            <p:grpSpPr>
              <a:xfrm>
                <a:off x="572796" y="3354769"/>
                <a:ext cx="419388" cy="377309"/>
                <a:chOff x="3493877" y="4543338"/>
                <a:chExt cx="619038" cy="543169"/>
              </a:xfrm>
            </p:grpSpPr>
            <p:sp>
              <p:nvSpPr>
                <p:cNvPr id="2407" name="流程图: 接点 571">
                  <a:extLst>
                    <a:ext uri="{FF2B5EF4-FFF2-40B4-BE49-F238E27FC236}">
                      <a16:creationId xmlns:a16="http://schemas.microsoft.com/office/drawing/2014/main" id="{F705796E-9281-B770-7A9C-6442195A510E}"/>
                    </a:ext>
                  </a:extLst>
                </p:cNvPr>
                <p:cNvSpPr/>
                <p:nvPr/>
              </p:nvSpPr>
              <p:spPr>
                <a:xfrm>
                  <a:off x="3493877" y="4595137"/>
                  <a:ext cx="619038" cy="49137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72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08" name="流程图: 接点 572">
                  <a:extLst>
                    <a:ext uri="{FF2B5EF4-FFF2-40B4-BE49-F238E27FC236}">
                      <a16:creationId xmlns:a16="http://schemas.microsoft.com/office/drawing/2014/main" id="{AA3BFCBD-069B-22E0-3BA8-01D7A55DB616}"/>
                    </a:ext>
                  </a:extLst>
                </p:cNvPr>
                <p:cNvSpPr/>
                <p:nvPr/>
              </p:nvSpPr>
              <p:spPr>
                <a:xfrm>
                  <a:off x="3677258" y="4543338"/>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72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234" name="直线连接符 2233">
                <a:extLst>
                  <a:ext uri="{FF2B5EF4-FFF2-40B4-BE49-F238E27FC236}">
                    <a16:creationId xmlns:a16="http://schemas.microsoft.com/office/drawing/2014/main" id="{C4C1887F-5CEA-1D64-4F7E-D3171F16BB12}"/>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5" name="直线连接符 2234">
                <a:extLst>
                  <a:ext uri="{FF2B5EF4-FFF2-40B4-BE49-F238E27FC236}">
                    <a16:creationId xmlns:a16="http://schemas.microsoft.com/office/drawing/2014/main" id="{4EB4B73A-C0DF-7281-FDD3-943C9AF5CC41}"/>
                  </a:ext>
                </a:extLst>
              </p:cNvPr>
              <p:cNvCxnSpPr>
                <a:cxnSpLocks/>
              </p:cNvCxnSpPr>
              <p:nvPr/>
            </p:nvCxnSpPr>
            <p:spPr>
              <a:xfrm>
                <a:off x="957395" y="3498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6" name="直线连接符 2235">
                <a:extLst>
                  <a:ext uri="{FF2B5EF4-FFF2-40B4-BE49-F238E27FC236}">
                    <a16:creationId xmlns:a16="http://schemas.microsoft.com/office/drawing/2014/main" id="{F4F4AD8E-FE7D-80F7-4470-F829FCB64219}"/>
                  </a:ext>
                </a:extLst>
              </p:cNvPr>
              <p:cNvCxnSpPr>
                <a:cxnSpLocks/>
              </p:cNvCxnSpPr>
              <p:nvPr/>
            </p:nvCxnSpPr>
            <p:spPr>
              <a:xfrm>
                <a:off x="929910" y="35073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7" name="直线连接符 2236">
                <a:extLst>
                  <a:ext uri="{FF2B5EF4-FFF2-40B4-BE49-F238E27FC236}">
                    <a16:creationId xmlns:a16="http://schemas.microsoft.com/office/drawing/2014/main" id="{983C39DB-D606-F7B9-DA95-EC4A0B492AFC}"/>
                  </a:ext>
                </a:extLst>
              </p:cNvPr>
              <p:cNvCxnSpPr>
                <a:cxnSpLocks/>
              </p:cNvCxnSpPr>
              <p:nvPr/>
            </p:nvCxnSpPr>
            <p:spPr>
              <a:xfrm>
                <a:off x="904054" y="35159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8" name="直线连接符 2237">
                <a:extLst>
                  <a:ext uri="{FF2B5EF4-FFF2-40B4-BE49-F238E27FC236}">
                    <a16:creationId xmlns:a16="http://schemas.microsoft.com/office/drawing/2014/main" id="{11DB9A4B-1BB1-085E-2D4F-629B9C8F589A}"/>
                  </a:ext>
                </a:extLst>
              </p:cNvPr>
              <p:cNvCxnSpPr>
                <a:cxnSpLocks/>
              </p:cNvCxnSpPr>
              <p:nvPr/>
            </p:nvCxnSpPr>
            <p:spPr>
              <a:xfrm>
                <a:off x="876845" y="35269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9" name="直线连接符 2238">
                <a:extLst>
                  <a:ext uri="{FF2B5EF4-FFF2-40B4-BE49-F238E27FC236}">
                    <a16:creationId xmlns:a16="http://schemas.microsoft.com/office/drawing/2014/main" id="{FFC1A885-CDB1-7EF2-C353-C05AFC0A2AC5}"/>
                  </a:ext>
                </a:extLst>
              </p:cNvPr>
              <p:cNvCxnSpPr>
                <a:cxnSpLocks/>
              </p:cNvCxnSpPr>
              <p:nvPr/>
            </p:nvCxnSpPr>
            <p:spPr>
              <a:xfrm>
                <a:off x="847576" y="353014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68" name="直线连接符 2367">
                <a:extLst>
                  <a:ext uri="{FF2B5EF4-FFF2-40B4-BE49-F238E27FC236}">
                    <a16:creationId xmlns:a16="http://schemas.microsoft.com/office/drawing/2014/main" id="{382C5EBF-5025-7A11-9D3E-202CE45D1FD9}"/>
                  </a:ext>
                </a:extLst>
              </p:cNvPr>
              <p:cNvCxnSpPr>
                <a:cxnSpLocks/>
              </p:cNvCxnSpPr>
              <p:nvPr/>
            </p:nvCxnSpPr>
            <p:spPr>
              <a:xfrm>
                <a:off x="821015" y="353528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69" name="直线连接符 2368">
                <a:extLst>
                  <a:ext uri="{FF2B5EF4-FFF2-40B4-BE49-F238E27FC236}">
                    <a16:creationId xmlns:a16="http://schemas.microsoft.com/office/drawing/2014/main" id="{9E56B0A0-526E-871A-C9CE-19503156B294}"/>
                  </a:ext>
                </a:extLst>
              </p:cNvPr>
              <p:cNvCxnSpPr>
                <a:cxnSpLocks/>
              </p:cNvCxnSpPr>
              <p:nvPr/>
            </p:nvCxnSpPr>
            <p:spPr>
              <a:xfrm>
                <a:off x="756664" y="353446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99" name="直线连接符 2398">
                <a:extLst>
                  <a:ext uri="{FF2B5EF4-FFF2-40B4-BE49-F238E27FC236}">
                    <a16:creationId xmlns:a16="http://schemas.microsoft.com/office/drawing/2014/main" id="{DFB95293-6808-ADD2-3FEB-1D0924BE0350}"/>
                  </a:ext>
                </a:extLst>
              </p:cNvPr>
              <p:cNvCxnSpPr>
                <a:cxnSpLocks/>
              </p:cNvCxnSpPr>
              <p:nvPr/>
            </p:nvCxnSpPr>
            <p:spPr>
              <a:xfrm>
                <a:off x="791449" y="35361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00" name="直线连接符 2399">
                <a:extLst>
                  <a:ext uri="{FF2B5EF4-FFF2-40B4-BE49-F238E27FC236}">
                    <a16:creationId xmlns:a16="http://schemas.microsoft.com/office/drawing/2014/main" id="{5C00E632-CF04-F356-FB3B-DF676D242B34}"/>
                  </a:ext>
                </a:extLst>
              </p:cNvPr>
              <p:cNvCxnSpPr>
                <a:cxnSpLocks/>
              </p:cNvCxnSpPr>
              <p:nvPr/>
            </p:nvCxnSpPr>
            <p:spPr>
              <a:xfrm>
                <a:off x="727879" y="353101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01" name="直线连接符 2400">
                <a:extLst>
                  <a:ext uri="{FF2B5EF4-FFF2-40B4-BE49-F238E27FC236}">
                    <a16:creationId xmlns:a16="http://schemas.microsoft.com/office/drawing/2014/main" id="{F9CABA07-2D8C-B156-955A-D06A0DE89363}"/>
                  </a:ext>
                </a:extLst>
              </p:cNvPr>
              <p:cNvCxnSpPr>
                <a:cxnSpLocks/>
              </p:cNvCxnSpPr>
              <p:nvPr/>
            </p:nvCxnSpPr>
            <p:spPr>
              <a:xfrm>
                <a:off x="702589" y="35258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02" name="直线连接符 2401">
                <a:extLst>
                  <a:ext uri="{FF2B5EF4-FFF2-40B4-BE49-F238E27FC236}">
                    <a16:creationId xmlns:a16="http://schemas.microsoft.com/office/drawing/2014/main" id="{C83C8EC4-BE62-6894-53DA-0F4486C40358}"/>
                  </a:ext>
                </a:extLst>
              </p:cNvPr>
              <p:cNvCxnSpPr>
                <a:cxnSpLocks/>
              </p:cNvCxnSpPr>
              <p:nvPr/>
            </p:nvCxnSpPr>
            <p:spPr>
              <a:xfrm>
                <a:off x="669942" y="352456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03" name="直线连接符 2402">
                <a:extLst>
                  <a:ext uri="{FF2B5EF4-FFF2-40B4-BE49-F238E27FC236}">
                    <a16:creationId xmlns:a16="http://schemas.microsoft.com/office/drawing/2014/main" id="{DE5604A7-BE28-17D2-B2B0-E15FC82ED05A}"/>
                  </a:ext>
                </a:extLst>
              </p:cNvPr>
              <p:cNvCxnSpPr>
                <a:cxnSpLocks/>
              </p:cNvCxnSpPr>
              <p:nvPr/>
            </p:nvCxnSpPr>
            <p:spPr>
              <a:xfrm>
                <a:off x="648401" y="3515649"/>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04" name="直线连接符 2403">
                <a:extLst>
                  <a:ext uri="{FF2B5EF4-FFF2-40B4-BE49-F238E27FC236}">
                    <a16:creationId xmlns:a16="http://schemas.microsoft.com/office/drawing/2014/main" id="{21A852AE-F5C4-D00F-43B2-B2963662E004}"/>
                  </a:ext>
                </a:extLst>
              </p:cNvPr>
              <p:cNvCxnSpPr>
                <a:cxnSpLocks/>
              </p:cNvCxnSpPr>
              <p:nvPr/>
            </p:nvCxnSpPr>
            <p:spPr>
              <a:xfrm>
                <a:off x="621540" y="3508987"/>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05" name="直线连接符 2404">
                <a:extLst>
                  <a:ext uri="{FF2B5EF4-FFF2-40B4-BE49-F238E27FC236}">
                    <a16:creationId xmlns:a16="http://schemas.microsoft.com/office/drawing/2014/main" id="{FFF25F88-498F-178B-3255-BD7D2C240D77}"/>
                  </a:ext>
                </a:extLst>
              </p:cNvPr>
              <p:cNvCxnSpPr>
                <a:cxnSpLocks/>
              </p:cNvCxnSpPr>
              <p:nvPr/>
            </p:nvCxnSpPr>
            <p:spPr>
              <a:xfrm>
                <a:off x="598299" y="349253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06" name="直线连接符 2405">
                <a:extLst>
                  <a:ext uri="{FF2B5EF4-FFF2-40B4-BE49-F238E27FC236}">
                    <a16:creationId xmlns:a16="http://schemas.microsoft.com/office/drawing/2014/main" id="{76F8D356-A7EF-2CBA-930A-673F7D849F9C}"/>
                  </a:ext>
                </a:extLst>
              </p:cNvPr>
              <p:cNvCxnSpPr>
                <a:cxnSpLocks/>
              </p:cNvCxnSpPr>
              <p:nvPr/>
            </p:nvCxnSpPr>
            <p:spPr>
              <a:xfrm>
                <a:off x="578116" y="3477429"/>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127" name="组合 2126">
              <a:extLst>
                <a:ext uri="{FF2B5EF4-FFF2-40B4-BE49-F238E27FC236}">
                  <a16:creationId xmlns:a16="http://schemas.microsoft.com/office/drawing/2014/main" id="{F055BD19-AC07-A9F3-3063-2D82882532B2}"/>
                </a:ext>
              </a:extLst>
            </p:cNvPr>
            <p:cNvGrpSpPr/>
            <p:nvPr/>
          </p:nvGrpSpPr>
          <p:grpSpPr>
            <a:xfrm>
              <a:off x="13669695" y="3010961"/>
              <a:ext cx="419388" cy="487204"/>
              <a:chOff x="5768619" y="3058692"/>
              <a:chExt cx="419388" cy="487204"/>
            </a:xfrm>
          </p:grpSpPr>
          <p:sp>
            <p:nvSpPr>
              <p:cNvPr id="2214" name="流程图: 接点 571">
                <a:extLst>
                  <a:ext uri="{FF2B5EF4-FFF2-40B4-BE49-F238E27FC236}">
                    <a16:creationId xmlns:a16="http://schemas.microsoft.com/office/drawing/2014/main" id="{0CA57B7D-8A8A-5D5C-30C8-ED269EB2940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5" name="流程图: 接点 572">
                <a:extLst>
                  <a:ext uri="{FF2B5EF4-FFF2-40B4-BE49-F238E27FC236}">
                    <a16:creationId xmlns:a16="http://schemas.microsoft.com/office/drawing/2014/main" id="{E1A7E934-B38B-C4FF-C68E-7369839C828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16" name="直线连接符 2215">
                <a:extLst>
                  <a:ext uri="{FF2B5EF4-FFF2-40B4-BE49-F238E27FC236}">
                    <a16:creationId xmlns:a16="http://schemas.microsoft.com/office/drawing/2014/main" id="{FF5424EB-672F-A8CF-C958-858E8E48077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17" name="直线连接符 2216">
                <a:extLst>
                  <a:ext uri="{FF2B5EF4-FFF2-40B4-BE49-F238E27FC236}">
                    <a16:creationId xmlns:a16="http://schemas.microsoft.com/office/drawing/2014/main" id="{5CD22FF3-F1FD-688E-C29E-94ED075B1C5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18" name="直线连接符 2217">
                <a:extLst>
                  <a:ext uri="{FF2B5EF4-FFF2-40B4-BE49-F238E27FC236}">
                    <a16:creationId xmlns:a16="http://schemas.microsoft.com/office/drawing/2014/main" id="{6A6E6665-3E52-5AFE-78A4-F26F3E18042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19" name="直线连接符 2218">
                <a:extLst>
                  <a:ext uri="{FF2B5EF4-FFF2-40B4-BE49-F238E27FC236}">
                    <a16:creationId xmlns:a16="http://schemas.microsoft.com/office/drawing/2014/main" id="{E92ACAC0-F561-8C0F-B687-E70046F8B6B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0" name="直线连接符 2219">
                <a:extLst>
                  <a:ext uri="{FF2B5EF4-FFF2-40B4-BE49-F238E27FC236}">
                    <a16:creationId xmlns:a16="http://schemas.microsoft.com/office/drawing/2014/main" id="{4C16928C-17DD-F460-B31A-57170336E376}"/>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1" name="直线连接符 2220">
                <a:extLst>
                  <a:ext uri="{FF2B5EF4-FFF2-40B4-BE49-F238E27FC236}">
                    <a16:creationId xmlns:a16="http://schemas.microsoft.com/office/drawing/2014/main" id="{C73679F3-04C8-D25F-4978-145A7E685EB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2" name="直线连接符 2221">
                <a:extLst>
                  <a:ext uri="{FF2B5EF4-FFF2-40B4-BE49-F238E27FC236}">
                    <a16:creationId xmlns:a16="http://schemas.microsoft.com/office/drawing/2014/main" id="{10D7BA9C-D937-2D15-FB4D-5872553D4C0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3" name="直线连接符 2222">
                <a:extLst>
                  <a:ext uri="{FF2B5EF4-FFF2-40B4-BE49-F238E27FC236}">
                    <a16:creationId xmlns:a16="http://schemas.microsoft.com/office/drawing/2014/main" id="{6CE00D3B-69D0-3CEA-6C61-C57A4CBE987A}"/>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4" name="直线连接符 2223">
                <a:extLst>
                  <a:ext uri="{FF2B5EF4-FFF2-40B4-BE49-F238E27FC236}">
                    <a16:creationId xmlns:a16="http://schemas.microsoft.com/office/drawing/2014/main" id="{4C24BC61-4B48-B079-4473-17246EAA81D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5" name="直线连接符 2224">
                <a:extLst>
                  <a:ext uri="{FF2B5EF4-FFF2-40B4-BE49-F238E27FC236}">
                    <a16:creationId xmlns:a16="http://schemas.microsoft.com/office/drawing/2014/main" id="{1E1241B0-5F64-6621-B710-C866DD36638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6" name="直线连接符 2225">
                <a:extLst>
                  <a:ext uri="{FF2B5EF4-FFF2-40B4-BE49-F238E27FC236}">
                    <a16:creationId xmlns:a16="http://schemas.microsoft.com/office/drawing/2014/main" id="{68182E12-3786-22F0-ECE0-32326BDDB437}"/>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7" name="直线连接符 2226">
                <a:extLst>
                  <a:ext uri="{FF2B5EF4-FFF2-40B4-BE49-F238E27FC236}">
                    <a16:creationId xmlns:a16="http://schemas.microsoft.com/office/drawing/2014/main" id="{880D19B2-AD3C-5517-DB05-4294742C40F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8" name="直线连接符 2227">
                <a:extLst>
                  <a:ext uri="{FF2B5EF4-FFF2-40B4-BE49-F238E27FC236}">
                    <a16:creationId xmlns:a16="http://schemas.microsoft.com/office/drawing/2014/main" id="{61666A55-848A-222B-14F6-82C6C343EC4B}"/>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9" name="直线连接符 2228">
                <a:extLst>
                  <a:ext uri="{FF2B5EF4-FFF2-40B4-BE49-F238E27FC236}">
                    <a16:creationId xmlns:a16="http://schemas.microsoft.com/office/drawing/2014/main" id="{1BB7A392-6285-A739-15B6-61D8EA7400A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30" name="直线连接符 2229">
                <a:extLst>
                  <a:ext uri="{FF2B5EF4-FFF2-40B4-BE49-F238E27FC236}">
                    <a16:creationId xmlns:a16="http://schemas.microsoft.com/office/drawing/2014/main" id="{4D44A111-9F67-FF4B-308B-BE4D5E5A8E3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231" name="直线连接符 2230">
                <a:extLst>
                  <a:ext uri="{FF2B5EF4-FFF2-40B4-BE49-F238E27FC236}">
                    <a16:creationId xmlns:a16="http://schemas.microsoft.com/office/drawing/2014/main" id="{7A9CDCD5-B82C-7175-F6F1-ECC6FEAB8BB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32" name="直线连接符 2231">
                <a:extLst>
                  <a:ext uri="{FF2B5EF4-FFF2-40B4-BE49-F238E27FC236}">
                    <a16:creationId xmlns:a16="http://schemas.microsoft.com/office/drawing/2014/main" id="{7415D5B7-0F35-DC48-A5D7-42CDEE363A3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2128" name="流程图: 接点 554">
              <a:extLst>
                <a:ext uri="{FF2B5EF4-FFF2-40B4-BE49-F238E27FC236}">
                  <a16:creationId xmlns:a16="http://schemas.microsoft.com/office/drawing/2014/main" id="{4ED9B105-B69F-DDFB-A8CA-BE5599E6C00F}"/>
                </a:ext>
              </a:extLst>
            </p:cNvPr>
            <p:cNvSpPr/>
            <p:nvPr/>
          </p:nvSpPr>
          <p:spPr>
            <a:xfrm>
              <a:off x="13747092" y="3744398"/>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29" name="椭圆 2128">
              <a:extLst>
                <a:ext uri="{FF2B5EF4-FFF2-40B4-BE49-F238E27FC236}">
                  <a16:creationId xmlns:a16="http://schemas.microsoft.com/office/drawing/2014/main" id="{2231631E-EC2A-4626-F569-A37CDBD3ACB0}"/>
                </a:ext>
              </a:extLst>
            </p:cNvPr>
            <p:cNvSpPr/>
            <p:nvPr/>
          </p:nvSpPr>
          <p:spPr>
            <a:xfrm>
              <a:off x="13575731" y="3297651"/>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0" name="流程图: 接点 556">
              <a:extLst>
                <a:ext uri="{FF2B5EF4-FFF2-40B4-BE49-F238E27FC236}">
                  <a16:creationId xmlns:a16="http://schemas.microsoft.com/office/drawing/2014/main" id="{8FF84468-73B1-4217-5ECE-4524F583FD85}"/>
                </a:ext>
              </a:extLst>
            </p:cNvPr>
            <p:cNvSpPr/>
            <p:nvPr/>
          </p:nvSpPr>
          <p:spPr>
            <a:xfrm>
              <a:off x="13700719" y="2919118"/>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31" name="组合 2130">
              <a:extLst>
                <a:ext uri="{FF2B5EF4-FFF2-40B4-BE49-F238E27FC236}">
                  <a16:creationId xmlns:a16="http://schemas.microsoft.com/office/drawing/2014/main" id="{2BE6AD45-1FA7-A4CB-D8AD-FEE48A92953A}"/>
                </a:ext>
              </a:extLst>
            </p:cNvPr>
            <p:cNvGrpSpPr/>
            <p:nvPr/>
          </p:nvGrpSpPr>
          <p:grpSpPr>
            <a:xfrm>
              <a:off x="13696147" y="3236736"/>
              <a:ext cx="419388" cy="487204"/>
              <a:chOff x="5768619" y="3058692"/>
              <a:chExt cx="419388" cy="487204"/>
            </a:xfrm>
          </p:grpSpPr>
          <p:sp>
            <p:nvSpPr>
              <p:cNvPr id="2162" name="流程图: 接点 571">
                <a:extLst>
                  <a:ext uri="{FF2B5EF4-FFF2-40B4-BE49-F238E27FC236}">
                    <a16:creationId xmlns:a16="http://schemas.microsoft.com/office/drawing/2014/main" id="{11D5BDE5-45DF-D2EA-7DB3-2E591882FEEC}"/>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63" name="流程图: 接点 572">
                <a:extLst>
                  <a:ext uri="{FF2B5EF4-FFF2-40B4-BE49-F238E27FC236}">
                    <a16:creationId xmlns:a16="http://schemas.microsoft.com/office/drawing/2014/main" id="{E14980E0-0986-5B33-DC24-883D67A8DED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64" name="直线连接符 2163">
                <a:extLst>
                  <a:ext uri="{FF2B5EF4-FFF2-40B4-BE49-F238E27FC236}">
                    <a16:creationId xmlns:a16="http://schemas.microsoft.com/office/drawing/2014/main" id="{CCD63349-BF2E-63FA-DBFD-09302160319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5" name="直线连接符 2164">
                <a:extLst>
                  <a:ext uri="{FF2B5EF4-FFF2-40B4-BE49-F238E27FC236}">
                    <a16:creationId xmlns:a16="http://schemas.microsoft.com/office/drawing/2014/main" id="{E8646239-397D-BC9F-0120-45B8CBDA609F}"/>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6" name="直线连接符 2165">
                <a:extLst>
                  <a:ext uri="{FF2B5EF4-FFF2-40B4-BE49-F238E27FC236}">
                    <a16:creationId xmlns:a16="http://schemas.microsoft.com/office/drawing/2014/main" id="{72A527A2-C083-C699-23A5-B3F2118319B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7" name="直线连接符 2166">
                <a:extLst>
                  <a:ext uri="{FF2B5EF4-FFF2-40B4-BE49-F238E27FC236}">
                    <a16:creationId xmlns:a16="http://schemas.microsoft.com/office/drawing/2014/main" id="{B6AE2AB9-2C08-C9B5-C7F7-D220EAD8F29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8" name="直线连接符 2167">
                <a:extLst>
                  <a:ext uri="{FF2B5EF4-FFF2-40B4-BE49-F238E27FC236}">
                    <a16:creationId xmlns:a16="http://schemas.microsoft.com/office/drawing/2014/main" id="{65CB2D83-2289-C60D-E781-44DE4573A86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9" name="直线连接符 2168">
                <a:extLst>
                  <a:ext uri="{FF2B5EF4-FFF2-40B4-BE49-F238E27FC236}">
                    <a16:creationId xmlns:a16="http://schemas.microsoft.com/office/drawing/2014/main" id="{2BF9D676-6DE9-0A16-E80B-B83B1BF81DA9}"/>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70" name="直线连接符 2169">
                <a:extLst>
                  <a:ext uri="{FF2B5EF4-FFF2-40B4-BE49-F238E27FC236}">
                    <a16:creationId xmlns:a16="http://schemas.microsoft.com/office/drawing/2014/main" id="{5AFF4F8E-B11E-97AD-8217-8E7585C36C7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71" name="直线连接符 2170">
                <a:extLst>
                  <a:ext uri="{FF2B5EF4-FFF2-40B4-BE49-F238E27FC236}">
                    <a16:creationId xmlns:a16="http://schemas.microsoft.com/office/drawing/2014/main" id="{D1CB83B6-FA14-90EC-C704-E6A98EBEA44A}"/>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72" name="直线连接符 2171">
                <a:extLst>
                  <a:ext uri="{FF2B5EF4-FFF2-40B4-BE49-F238E27FC236}">
                    <a16:creationId xmlns:a16="http://schemas.microsoft.com/office/drawing/2014/main" id="{0BC1A101-C86C-B318-985A-7E6DA9C5A8F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87" name="直线连接符 2186">
                <a:extLst>
                  <a:ext uri="{FF2B5EF4-FFF2-40B4-BE49-F238E27FC236}">
                    <a16:creationId xmlns:a16="http://schemas.microsoft.com/office/drawing/2014/main" id="{FF41C102-4875-02F2-68F4-07396EC2B9E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89" name="直线连接符 2188">
                <a:extLst>
                  <a:ext uri="{FF2B5EF4-FFF2-40B4-BE49-F238E27FC236}">
                    <a16:creationId xmlns:a16="http://schemas.microsoft.com/office/drawing/2014/main" id="{D2CA059B-A795-DACC-A477-0A5D5CB1C97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90" name="直线连接符 2189">
                <a:extLst>
                  <a:ext uri="{FF2B5EF4-FFF2-40B4-BE49-F238E27FC236}">
                    <a16:creationId xmlns:a16="http://schemas.microsoft.com/office/drawing/2014/main" id="{448A95C6-251C-CDDE-3783-5568D61D87C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91" name="直线连接符 2190">
                <a:extLst>
                  <a:ext uri="{FF2B5EF4-FFF2-40B4-BE49-F238E27FC236}">
                    <a16:creationId xmlns:a16="http://schemas.microsoft.com/office/drawing/2014/main" id="{8153FE8B-B2E2-1A74-D432-71BCB794DA56}"/>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93" name="直线连接符 2192">
                <a:extLst>
                  <a:ext uri="{FF2B5EF4-FFF2-40B4-BE49-F238E27FC236}">
                    <a16:creationId xmlns:a16="http://schemas.microsoft.com/office/drawing/2014/main" id="{E3746AEA-FCC6-6D4B-07A3-C2B225A6970D}"/>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94" name="直线连接符 2193">
                <a:extLst>
                  <a:ext uri="{FF2B5EF4-FFF2-40B4-BE49-F238E27FC236}">
                    <a16:creationId xmlns:a16="http://schemas.microsoft.com/office/drawing/2014/main" id="{2DE25106-1FCF-B28C-591F-44A673ABC3A6}"/>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195" name="直线连接符 2194">
                <a:extLst>
                  <a:ext uri="{FF2B5EF4-FFF2-40B4-BE49-F238E27FC236}">
                    <a16:creationId xmlns:a16="http://schemas.microsoft.com/office/drawing/2014/main" id="{6E642989-F19D-A22E-20C6-555FE7D1C6F6}"/>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96" name="直线连接符 2195">
                <a:extLst>
                  <a:ext uri="{FF2B5EF4-FFF2-40B4-BE49-F238E27FC236}">
                    <a16:creationId xmlns:a16="http://schemas.microsoft.com/office/drawing/2014/main" id="{669CC3ED-E3F6-0820-6C1A-91114B6A199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132" name="组合 2131">
              <a:extLst>
                <a:ext uri="{FF2B5EF4-FFF2-40B4-BE49-F238E27FC236}">
                  <a16:creationId xmlns:a16="http://schemas.microsoft.com/office/drawing/2014/main" id="{098FC02C-2991-70A2-EA4E-4F108E0C92A7}"/>
                </a:ext>
              </a:extLst>
            </p:cNvPr>
            <p:cNvGrpSpPr/>
            <p:nvPr/>
          </p:nvGrpSpPr>
          <p:grpSpPr>
            <a:xfrm>
              <a:off x="14694684" y="3163655"/>
              <a:ext cx="419388" cy="487204"/>
              <a:chOff x="5768619" y="3058692"/>
              <a:chExt cx="419388" cy="487204"/>
            </a:xfrm>
          </p:grpSpPr>
          <p:sp>
            <p:nvSpPr>
              <p:cNvPr id="2143" name="流程图: 接点 571">
                <a:extLst>
                  <a:ext uri="{FF2B5EF4-FFF2-40B4-BE49-F238E27FC236}">
                    <a16:creationId xmlns:a16="http://schemas.microsoft.com/office/drawing/2014/main" id="{956F7EBB-A52F-CD2A-2C3F-3DD89273CE69}"/>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44" name="流程图: 接点 572">
                <a:extLst>
                  <a:ext uri="{FF2B5EF4-FFF2-40B4-BE49-F238E27FC236}">
                    <a16:creationId xmlns:a16="http://schemas.microsoft.com/office/drawing/2014/main" id="{7223D6CF-E130-FBEC-EB98-638C1C83BF8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45" name="直线连接符 2144">
                <a:extLst>
                  <a:ext uri="{FF2B5EF4-FFF2-40B4-BE49-F238E27FC236}">
                    <a16:creationId xmlns:a16="http://schemas.microsoft.com/office/drawing/2014/main" id="{643D9224-E4FB-8251-450B-8E17BF3EBB1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46" name="直线连接符 2145">
                <a:extLst>
                  <a:ext uri="{FF2B5EF4-FFF2-40B4-BE49-F238E27FC236}">
                    <a16:creationId xmlns:a16="http://schemas.microsoft.com/office/drawing/2014/main" id="{BF17C2B5-2ACE-1084-2B93-D3373D578F5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47" name="直线连接符 2146">
                <a:extLst>
                  <a:ext uri="{FF2B5EF4-FFF2-40B4-BE49-F238E27FC236}">
                    <a16:creationId xmlns:a16="http://schemas.microsoft.com/office/drawing/2014/main" id="{981435BF-5C39-453A-B04D-CB9C5354E9C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48" name="直线连接符 2147">
                <a:extLst>
                  <a:ext uri="{FF2B5EF4-FFF2-40B4-BE49-F238E27FC236}">
                    <a16:creationId xmlns:a16="http://schemas.microsoft.com/office/drawing/2014/main" id="{305F8CDB-4CE2-211D-BF4D-A1C403407CAE}"/>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49" name="直线连接符 2148">
                <a:extLst>
                  <a:ext uri="{FF2B5EF4-FFF2-40B4-BE49-F238E27FC236}">
                    <a16:creationId xmlns:a16="http://schemas.microsoft.com/office/drawing/2014/main" id="{E50FCA15-9C9D-1165-39F6-217ECB86FD2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0" name="直线连接符 2149">
                <a:extLst>
                  <a:ext uri="{FF2B5EF4-FFF2-40B4-BE49-F238E27FC236}">
                    <a16:creationId xmlns:a16="http://schemas.microsoft.com/office/drawing/2014/main" id="{C169729B-471C-3E85-7CFB-1AE4833E385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1" name="直线连接符 2150">
                <a:extLst>
                  <a:ext uri="{FF2B5EF4-FFF2-40B4-BE49-F238E27FC236}">
                    <a16:creationId xmlns:a16="http://schemas.microsoft.com/office/drawing/2014/main" id="{A1AA3A5C-6341-69C6-AF85-D5F44C92681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2" name="直线连接符 2151">
                <a:extLst>
                  <a:ext uri="{FF2B5EF4-FFF2-40B4-BE49-F238E27FC236}">
                    <a16:creationId xmlns:a16="http://schemas.microsoft.com/office/drawing/2014/main" id="{671AA168-EC72-B6EA-F4CE-AF466BD57FB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3" name="直线连接符 2152">
                <a:extLst>
                  <a:ext uri="{FF2B5EF4-FFF2-40B4-BE49-F238E27FC236}">
                    <a16:creationId xmlns:a16="http://schemas.microsoft.com/office/drawing/2014/main" id="{9C06CB52-E487-8184-6FBA-16B842DE9FBC}"/>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4" name="直线连接符 2153">
                <a:extLst>
                  <a:ext uri="{FF2B5EF4-FFF2-40B4-BE49-F238E27FC236}">
                    <a16:creationId xmlns:a16="http://schemas.microsoft.com/office/drawing/2014/main" id="{8EFBB24B-9099-BC61-D6A2-8AA436BB8F9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5" name="直线连接符 2154">
                <a:extLst>
                  <a:ext uri="{FF2B5EF4-FFF2-40B4-BE49-F238E27FC236}">
                    <a16:creationId xmlns:a16="http://schemas.microsoft.com/office/drawing/2014/main" id="{E1D252F9-F91D-B117-5ED3-65D56935E41D}"/>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6" name="直线连接符 2155">
                <a:extLst>
                  <a:ext uri="{FF2B5EF4-FFF2-40B4-BE49-F238E27FC236}">
                    <a16:creationId xmlns:a16="http://schemas.microsoft.com/office/drawing/2014/main" id="{6ECD20A5-E59E-15D5-4602-64CBE3F8132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7" name="直线连接符 2156">
                <a:extLst>
                  <a:ext uri="{FF2B5EF4-FFF2-40B4-BE49-F238E27FC236}">
                    <a16:creationId xmlns:a16="http://schemas.microsoft.com/office/drawing/2014/main" id="{4A72E39B-6209-5869-6F0E-281D7C0D4ED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8" name="直线连接符 2157">
                <a:extLst>
                  <a:ext uri="{FF2B5EF4-FFF2-40B4-BE49-F238E27FC236}">
                    <a16:creationId xmlns:a16="http://schemas.microsoft.com/office/drawing/2014/main" id="{ACAB74AF-2368-CA9A-DEF2-210FD0A3EF4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9" name="直线连接符 2158">
                <a:extLst>
                  <a:ext uri="{FF2B5EF4-FFF2-40B4-BE49-F238E27FC236}">
                    <a16:creationId xmlns:a16="http://schemas.microsoft.com/office/drawing/2014/main" id="{63D6FF78-C332-C804-349C-3C0EC408A38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160" name="直线连接符 2159">
                <a:extLst>
                  <a:ext uri="{FF2B5EF4-FFF2-40B4-BE49-F238E27FC236}">
                    <a16:creationId xmlns:a16="http://schemas.microsoft.com/office/drawing/2014/main" id="{F0BAB3B9-2684-392C-3D7B-F87584C4313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61" name="直线连接符 2160">
                <a:extLst>
                  <a:ext uri="{FF2B5EF4-FFF2-40B4-BE49-F238E27FC236}">
                    <a16:creationId xmlns:a16="http://schemas.microsoft.com/office/drawing/2014/main" id="{44B34D0D-81B8-60F3-AF18-5970FA7780F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133" name="组合 2132">
              <a:extLst>
                <a:ext uri="{FF2B5EF4-FFF2-40B4-BE49-F238E27FC236}">
                  <a16:creationId xmlns:a16="http://schemas.microsoft.com/office/drawing/2014/main" id="{36E3E32D-4B45-915D-45B1-6FC9879EC52E}"/>
                </a:ext>
              </a:extLst>
            </p:cNvPr>
            <p:cNvGrpSpPr/>
            <p:nvPr/>
          </p:nvGrpSpPr>
          <p:grpSpPr>
            <a:xfrm>
              <a:off x="13211944" y="2082795"/>
              <a:ext cx="1973841" cy="1732229"/>
              <a:chOff x="7707547" y="3116283"/>
              <a:chExt cx="2913493" cy="2493706"/>
            </a:xfrm>
          </p:grpSpPr>
          <p:sp>
            <p:nvSpPr>
              <p:cNvPr id="2139" name="流程图: 接点 567">
                <a:extLst>
                  <a:ext uri="{FF2B5EF4-FFF2-40B4-BE49-F238E27FC236}">
                    <a16:creationId xmlns:a16="http://schemas.microsoft.com/office/drawing/2014/main" id="{48C69B7E-9BB3-B7CB-E01A-ECB84DC13E6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40" name="流程图: 接点 568">
                <a:extLst>
                  <a:ext uri="{FF2B5EF4-FFF2-40B4-BE49-F238E27FC236}">
                    <a16:creationId xmlns:a16="http://schemas.microsoft.com/office/drawing/2014/main" id="{BA598531-7783-86E3-C49D-9CCB57223602}"/>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1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41" name="椭圆 2140">
                <a:extLst>
                  <a:ext uri="{FF2B5EF4-FFF2-40B4-BE49-F238E27FC236}">
                    <a16:creationId xmlns:a16="http://schemas.microsoft.com/office/drawing/2014/main" id="{51D87268-0FEE-BBF4-EBB9-B432E29582BE}"/>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42" name="椭圆 2141">
                <a:extLst>
                  <a:ext uri="{FF2B5EF4-FFF2-40B4-BE49-F238E27FC236}">
                    <a16:creationId xmlns:a16="http://schemas.microsoft.com/office/drawing/2014/main" id="{76B53495-0504-D03D-4665-EB002D5D4ACE}"/>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34" name="组合 2133">
              <a:extLst>
                <a:ext uri="{FF2B5EF4-FFF2-40B4-BE49-F238E27FC236}">
                  <a16:creationId xmlns:a16="http://schemas.microsoft.com/office/drawing/2014/main" id="{0D28C8C1-F2A0-BC24-A6F4-FBBC62628460}"/>
                </a:ext>
              </a:extLst>
            </p:cNvPr>
            <p:cNvGrpSpPr/>
            <p:nvPr/>
          </p:nvGrpSpPr>
          <p:grpSpPr>
            <a:xfrm>
              <a:off x="13777634" y="1583707"/>
              <a:ext cx="1057503" cy="1052174"/>
              <a:chOff x="4832657" y="1812510"/>
              <a:chExt cx="875803" cy="967646"/>
            </a:xfrm>
            <a:scene3d>
              <a:camera prst="orthographicFront">
                <a:rot lat="600000" lon="14850000" rev="180000"/>
              </a:camera>
              <a:lightRig rig="threePt" dir="t"/>
            </a:scene3d>
          </p:grpSpPr>
          <p:grpSp>
            <p:nvGrpSpPr>
              <p:cNvPr id="2135" name="组合 2134">
                <a:extLst>
                  <a:ext uri="{FF2B5EF4-FFF2-40B4-BE49-F238E27FC236}">
                    <a16:creationId xmlns:a16="http://schemas.microsoft.com/office/drawing/2014/main" id="{6B065B12-C3C4-3B86-1870-E80C8E63411C}"/>
                  </a:ext>
                </a:extLst>
              </p:cNvPr>
              <p:cNvGrpSpPr/>
              <p:nvPr/>
            </p:nvGrpSpPr>
            <p:grpSpPr>
              <a:xfrm>
                <a:off x="4832660" y="1812510"/>
                <a:ext cx="875800" cy="951265"/>
                <a:chOff x="6142141" y="1789689"/>
                <a:chExt cx="1527262" cy="1731253"/>
              </a:xfrm>
              <a:solidFill>
                <a:schemeClr val="tx1">
                  <a:lumMod val="65000"/>
                  <a:lumOff val="35000"/>
                </a:schemeClr>
              </a:solidFill>
            </p:grpSpPr>
            <p:sp>
              <p:nvSpPr>
                <p:cNvPr id="2137" name="流程图: 延期 565">
                  <a:extLst>
                    <a:ext uri="{FF2B5EF4-FFF2-40B4-BE49-F238E27FC236}">
                      <a16:creationId xmlns:a16="http://schemas.microsoft.com/office/drawing/2014/main" id="{50145E5C-2673-889C-E016-1F392E091C3E}"/>
                    </a:ext>
                  </a:extLst>
                </p:cNvPr>
                <p:cNvSpPr/>
                <p:nvPr/>
              </p:nvSpPr>
              <p:spPr>
                <a:xfrm rot="16200000">
                  <a:off x="6040145" y="189168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8" name="流程图: 接点 566">
                  <a:extLst>
                    <a:ext uri="{FF2B5EF4-FFF2-40B4-BE49-F238E27FC236}">
                      <a16:creationId xmlns:a16="http://schemas.microsoft.com/office/drawing/2014/main" id="{2392E7E8-006F-B471-775A-C080E643FE09}"/>
                    </a:ext>
                  </a:extLst>
                </p:cNvPr>
                <p:cNvSpPr/>
                <p:nvPr/>
              </p:nvSpPr>
              <p:spPr>
                <a:xfrm>
                  <a:off x="6344533" y="198537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36" name="矩形 2135">
                <a:extLst>
                  <a:ext uri="{FF2B5EF4-FFF2-40B4-BE49-F238E27FC236}">
                    <a16:creationId xmlns:a16="http://schemas.microsoft.com/office/drawing/2014/main" id="{09D5A44F-FD66-9AFD-0910-C8D7D3D839B1}"/>
                  </a:ext>
                </a:extLst>
              </p:cNvPr>
              <p:cNvSpPr/>
              <p:nvPr/>
            </p:nvSpPr>
            <p:spPr>
              <a:xfrm>
                <a:off x="4832657" y="251871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411" name="组合 2410">
            <a:extLst>
              <a:ext uri="{FF2B5EF4-FFF2-40B4-BE49-F238E27FC236}">
                <a16:creationId xmlns:a16="http://schemas.microsoft.com/office/drawing/2014/main" id="{C06B9ABE-12FD-B28F-2DFE-E20201EA5FBB}"/>
              </a:ext>
            </a:extLst>
          </p:cNvPr>
          <p:cNvGrpSpPr/>
          <p:nvPr/>
        </p:nvGrpSpPr>
        <p:grpSpPr>
          <a:xfrm>
            <a:off x="399928" y="1854673"/>
            <a:ext cx="2149144" cy="3047258"/>
            <a:chOff x="15586833" y="1585208"/>
            <a:chExt cx="2149144" cy="3047258"/>
          </a:xfrm>
        </p:grpSpPr>
        <p:grpSp>
          <p:nvGrpSpPr>
            <p:cNvPr id="2412" name="组合 2411">
              <a:extLst>
                <a:ext uri="{FF2B5EF4-FFF2-40B4-BE49-F238E27FC236}">
                  <a16:creationId xmlns:a16="http://schemas.microsoft.com/office/drawing/2014/main" id="{811D08E4-8C77-CB2F-A563-F95B9CB8C264}"/>
                </a:ext>
              </a:extLst>
            </p:cNvPr>
            <p:cNvGrpSpPr/>
            <p:nvPr/>
          </p:nvGrpSpPr>
          <p:grpSpPr>
            <a:xfrm>
              <a:off x="16172023" y="3040855"/>
              <a:ext cx="419388" cy="487204"/>
              <a:chOff x="5768619" y="3058692"/>
              <a:chExt cx="419388" cy="487204"/>
            </a:xfrm>
          </p:grpSpPr>
          <p:sp>
            <p:nvSpPr>
              <p:cNvPr id="2469" name="流程图: 接点 571">
                <a:extLst>
                  <a:ext uri="{FF2B5EF4-FFF2-40B4-BE49-F238E27FC236}">
                    <a16:creationId xmlns:a16="http://schemas.microsoft.com/office/drawing/2014/main" id="{1C3A5A18-C807-80AB-86B1-873F973D62B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470" name="流程图: 接点 572">
                <a:extLst>
                  <a:ext uri="{FF2B5EF4-FFF2-40B4-BE49-F238E27FC236}">
                    <a16:creationId xmlns:a16="http://schemas.microsoft.com/office/drawing/2014/main" id="{09ADA506-A82D-39BE-91EE-2254A9AB524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2471" name="直线连接符 2470">
                <a:extLst>
                  <a:ext uri="{FF2B5EF4-FFF2-40B4-BE49-F238E27FC236}">
                    <a16:creationId xmlns:a16="http://schemas.microsoft.com/office/drawing/2014/main" id="{8A3FFC72-9911-3423-9374-A551B306670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72" name="直线连接符 2471">
                <a:extLst>
                  <a:ext uri="{FF2B5EF4-FFF2-40B4-BE49-F238E27FC236}">
                    <a16:creationId xmlns:a16="http://schemas.microsoft.com/office/drawing/2014/main" id="{19009BC7-2AD7-7C19-537B-D699857CDCB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73" name="直线连接符 2472">
                <a:extLst>
                  <a:ext uri="{FF2B5EF4-FFF2-40B4-BE49-F238E27FC236}">
                    <a16:creationId xmlns:a16="http://schemas.microsoft.com/office/drawing/2014/main" id="{B26C6531-B464-CF3F-04F9-EA50AB6AFAD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74" name="直线连接符 2473">
                <a:extLst>
                  <a:ext uri="{FF2B5EF4-FFF2-40B4-BE49-F238E27FC236}">
                    <a16:creationId xmlns:a16="http://schemas.microsoft.com/office/drawing/2014/main" id="{860B9399-B3A9-AD8F-B010-0D2F7E94C8B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75" name="直线连接符 2474">
                <a:extLst>
                  <a:ext uri="{FF2B5EF4-FFF2-40B4-BE49-F238E27FC236}">
                    <a16:creationId xmlns:a16="http://schemas.microsoft.com/office/drawing/2014/main" id="{B2FC97A6-6D4F-AE6F-E9AF-5FCF64F987E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77" name="直线连接符 2476">
                <a:extLst>
                  <a:ext uri="{FF2B5EF4-FFF2-40B4-BE49-F238E27FC236}">
                    <a16:creationId xmlns:a16="http://schemas.microsoft.com/office/drawing/2014/main" id="{710C48AF-04F2-08DC-0C1A-A4EB9E3BEF34}"/>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78" name="直线连接符 2477">
                <a:extLst>
                  <a:ext uri="{FF2B5EF4-FFF2-40B4-BE49-F238E27FC236}">
                    <a16:creationId xmlns:a16="http://schemas.microsoft.com/office/drawing/2014/main" id="{E806EB6C-DFB0-40DC-29AE-3D829F814FF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79" name="直线连接符 2478">
                <a:extLst>
                  <a:ext uri="{FF2B5EF4-FFF2-40B4-BE49-F238E27FC236}">
                    <a16:creationId xmlns:a16="http://schemas.microsoft.com/office/drawing/2014/main" id="{66D9D06B-C706-9F5E-CDC9-AFA541D6697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0" name="直线连接符 2479">
                <a:extLst>
                  <a:ext uri="{FF2B5EF4-FFF2-40B4-BE49-F238E27FC236}">
                    <a16:creationId xmlns:a16="http://schemas.microsoft.com/office/drawing/2014/main" id="{DF21E84D-5FD8-D483-10AC-457CC7D7EE3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1" name="直线连接符 2480">
                <a:extLst>
                  <a:ext uri="{FF2B5EF4-FFF2-40B4-BE49-F238E27FC236}">
                    <a16:creationId xmlns:a16="http://schemas.microsoft.com/office/drawing/2014/main" id="{5C048A55-F033-AB79-0B5F-DBD6CB0BBA2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2" name="直线连接符 2481">
                <a:extLst>
                  <a:ext uri="{FF2B5EF4-FFF2-40B4-BE49-F238E27FC236}">
                    <a16:creationId xmlns:a16="http://schemas.microsoft.com/office/drawing/2014/main" id="{F769A650-2632-ED7C-C813-774C91C818F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3" name="直线连接符 2482">
                <a:extLst>
                  <a:ext uri="{FF2B5EF4-FFF2-40B4-BE49-F238E27FC236}">
                    <a16:creationId xmlns:a16="http://schemas.microsoft.com/office/drawing/2014/main" id="{27CF2CA3-A05B-99E8-706B-1086FFB19C5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4" name="直线连接符 2483">
                <a:extLst>
                  <a:ext uri="{FF2B5EF4-FFF2-40B4-BE49-F238E27FC236}">
                    <a16:creationId xmlns:a16="http://schemas.microsoft.com/office/drawing/2014/main" id="{75D5B4FB-EB09-00D5-3016-964E9951803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5" name="直线连接符 2484">
                <a:extLst>
                  <a:ext uri="{FF2B5EF4-FFF2-40B4-BE49-F238E27FC236}">
                    <a16:creationId xmlns:a16="http://schemas.microsoft.com/office/drawing/2014/main" id="{FEFBA03C-9712-EC63-30E9-95D87AD921A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6" name="直线连接符 2485">
                <a:extLst>
                  <a:ext uri="{FF2B5EF4-FFF2-40B4-BE49-F238E27FC236}">
                    <a16:creationId xmlns:a16="http://schemas.microsoft.com/office/drawing/2014/main" id="{80CA0450-EF2A-B297-6595-B5608C43F6A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87" name="直线连接符 2486">
                <a:extLst>
                  <a:ext uri="{FF2B5EF4-FFF2-40B4-BE49-F238E27FC236}">
                    <a16:creationId xmlns:a16="http://schemas.microsoft.com/office/drawing/2014/main" id="{E8039A6A-85C9-83E6-C3F5-A11BC269C78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88" name="直线连接符 2487">
                <a:extLst>
                  <a:ext uri="{FF2B5EF4-FFF2-40B4-BE49-F238E27FC236}">
                    <a16:creationId xmlns:a16="http://schemas.microsoft.com/office/drawing/2014/main" id="{437E33F8-D8FB-2B4A-945D-BAADF1C5E85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2413" name="流程图: 接点 554">
              <a:extLst>
                <a:ext uri="{FF2B5EF4-FFF2-40B4-BE49-F238E27FC236}">
                  <a16:creationId xmlns:a16="http://schemas.microsoft.com/office/drawing/2014/main" id="{DDAE2260-E970-31B0-0C0D-357B501CABF7}"/>
                </a:ext>
              </a:extLst>
            </p:cNvPr>
            <p:cNvSpPr/>
            <p:nvPr/>
          </p:nvSpPr>
          <p:spPr>
            <a:xfrm>
              <a:off x="16297284" y="3757219"/>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14" name="椭圆 2413">
              <a:extLst>
                <a:ext uri="{FF2B5EF4-FFF2-40B4-BE49-F238E27FC236}">
                  <a16:creationId xmlns:a16="http://schemas.microsoft.com/office/drawing/2014/main" id="{E36D4D6C-79BD-770B-2DD3-E835705A9EA0}"/>
                </a:ext>
              </a:extLst>
            </p:cNvPr>
            <p:cNvSpPr/>
            <p:nvPr/>
          </p:nvSpPr>
          <p:spPr>
            <a:xfrm>
              <a:off x="16125923" y="3310472"/>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15" name="流程图: 接点 556">
              <a:extLst>
                <a:ext uri="{FF2B5EF4-FFF2-40B4-BE49-F238E27FC236}">
                  <a16:creationId xmlns:a16="http://schemas.microsoft.com/office/drawing/2014/main" id="{D3A3386B-B9CB-C4E0-66BC-67A7FCAD495F}"/>
                </a:ext>
              </a:extLst>
            </p:cNvPr>
            <p:cNvSpPr/>
            <p:nvPr/>
          </p:nvSpPr>
          <p:spPr>
            <a:xfrm>
              <a:off x="16250911" y="2931939"/>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416" name="组合 2415">
              <a:extLst>
                <a:ext uri="{FF2B5EF4-FFF2-40B4-BE49-F238E27FC236}">
                  <a16:creationId xmlns:a16="http://schemas.microsoft.com/office/drawing/2014/main" id="{83F2E16D-BA43-AB7B-DFEA-D64A614D6EBB}"/>
                </a:ext>
              </a:extLst>
            </p:cNvPr>
            <p:cNvGrpSpPr/>
            <p:nvPr/>
          </p:nvGrpSpPr>
          <p:grpSpPr>
            <a:xfrm>
              <a:off x="17278954" y="3145721"/>
              <a:ext cx="419388" cy="487204"/>
              <a:chOff x="5768619" y="3058692"/>
              <a:chExt cx="419388" cy="487204"/>
            </a:xfrm>
          </p:grpSpPr>
          <p:sp>
            <p:nvSpPr>
              <p:cNvPr id="2450" name="流程图: 接点 571">
                <a:extLst>
                  <a:ext uri="{FF2B5EF4-FFF2-40B4-BE49-F238E27FC236}">
                    <a16:creationId xmlns:a16="http://schemas.microsoft.com/office/drawing/2014/main" id="{124FDB54-5D90-553E-C4AB-79AEF871573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51" name="流程图: 接点 572">
                <a:extLst>
                  <a:ext uri="{FF2B5EF4-FFF2-40B4-BE49-F238E27FC236}">
                    <a16:creationId xmlns:a16="http://schemas.microsoft.com/office/drawing/2014/main" id="{2AD4C3D2-B6AC-E2A4-99F3-C1D7F55A98B5}"/>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52" name="直线连接符 2451">
                <a:extLst>
                  <a:ext uri="{FF2B5EF4-FFF2-40B4-BE49-F238E27FC236}">
                    <a16:creationId xmlns:a16="http://schemas.microsoft.com/office/drawing/2014/main" id="{70DF042D-7E23-3380-AD81-24E7ADEB422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3" name="直线连接符 2452">
                <a:extLst>
                  <a:ext uri="{FF2B5EF4-FFF2-40B4-BE49-F238E27FC236}">
                    <a16:creationId xmlns:a16="http://schemas.microsoft.com/office/drawing/2014/main" id="{859DEF60-25CA-E3B6-175E-2929F208FCC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4" name="直线连接符 2453">
                <a:extLst>
                  <a:ext uri="{FF2B5EF4-FFF2-40B4-BE49-F238E27FC236}">
                    <a16:creationId xmlns:a16="http://schemas.microsoft.com/office/drawing/2014/main" id="{B3669573-3E63-E929-0D57-A4E58799D58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5" name="直线连接符 2454">
                <a:extLst>
                  <a:ext uri="{FF2B5EF4-FFF2-40B4-BE49-F238E27FC236}">
                    <a16:creationId xmlns:a16="http://schemas.microsoft.com/office/drawing/2014/main" id="{E51FEABD-5361-0C23-69A2-288C7FC9DFA3}"/>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6" name="直线连接符 2455">
                <a:extLst>
                  <a:ext uri="{FF2B5EF4-FFF2-40B4-BE49-F238E27FC236}">
                    <a16:creationId xmlns:a16="http://schemas.microsoft.com/office/drawing/2014/main" id="{886EA01A-0E7E-ECD7-38E8-D184A747C4C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7" name="直线连接符 2456">
                <a:extLst>
                  <a:ext uri="{FF2B5EF4-FFF2-40B4-BE49-F238E27FC236}">
                    <a16:creationId xmlns:a16="http://schemas.microsoft.com/office/drawing/2014/main" id="{32EA079F-F236-6F27-8E77-D96F2CE919FD}"/>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8" name="直线连接符 2457">
                <a:extLst>
                  <a:ext uri="{FF2B5EF4-FFF2-40B4-BE49-F238E27FC236}">
                    <a16:creationId xmlns:a16="http://schemas.microsoft.com/office/drawing/2014/main" id="{0DEA421B-DA6C-970A-208C-B8D422FC50C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59" name="直线连接符 2458">
                <a:extLst>
                  <a:ext uri="{FF2B5EF4-FFF2-40B4-BE49-F238E27FC236}">
                    <a16:creationId xmlns:a16="http://schemas.microsoft.com/office/drawing/2014/main" id="{12B0BDCB-CE44-8D68-090D-6E4AFC8EB4D1}"/>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60" name="直线连接符 2459">
                <a:extLst>
                  <a:ext uri="{FF2B5EF4-FFF2-40B4-BE49-F238E27FC236}">
                    <a16:creationId xmlns:a16="http://schemas.microsoft.com/office/drawing/2014/main" id="{EEBDE82C-BB0D-349E-EB41-C9321FBDC68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61" name="直线连接符 2460">
                <a:extLst>
                  <a:ext uri="{FF2B5EF4-FFF2-40B4-BE49-F238E27FC236}">
                    <a16:creationId xmlns:a16="http://schemas.microsoft.com/office/drawing/2014/main" id="{0CBCFEAF-89D7-51E8-C842-97C01C307EA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62" name="直线连接符 2461">
                <a:extLst>
                  <a:ext uri="{FF2B5EF4-FFF2-40B4-BE49-F238E27FC236}">
                    <a16:creationId xmlns:a16="http://schemas.microsoft.com/office/drawing/2014/main" id="{DD8CF2D0-A911-0689-4CED-3966EDFE0AA7}"/>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63" name="直线连接符 2462">
                <a:extLst>
                  <a:ext uri="{FF2B5EF4-FFF2-40B4-BE49-F238E27FC236}">
                    <a16:creationId xmlns:a16="http://schemas.microsoft.com/office/drawing/2014/main" id="{DDF35E00-1D72-C237-FF5D-611756502EC5}"/>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64" name="直线连接符 2463">
                <a:extLst>
                  <a:ext uri="{FF2B5EF4-FFF2-40B4-BE49-F238E27FC236}">
                    <a16:creationId xmlns:a16="http://schemas.microsoft.com/office/drawing/2014/main" id="{FB09BA4D-20AA-F4EA-C171-DA8EC5058A5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65" name="直线连接符 2464">
                <a:extLst>
                  <a:ext uri="{FF2B5EF4-FFF2-40B4-BE49-F238E27FC236}">
                    <a16:creationId xmlns:a16="http://schemas.microsoft.com/office/drawing/2014/main" id="{DA9BDFE6-2783-23CB-C7F5-2DC4EA0D739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66" name="直线连接符 2465">
                <a:extLst>
                  <a:ext uri="{FF2B5EF4-FFF2-40B4-BE49-F238E27FC236}">
                    <a16:creationId xmlns:a16="http://schemas.microsoft.com/office/drawing/2014/main" id="{B1AE2B36-2B39-9473-3075-B8C5BF5E370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67" name="直线连接符 2466">
                <a:extLst>
                  <a:ext uri="{FF2B5EF4-FFF2-40B4-BE49-F238E27FC236}">
                    <a16:creationId xmlns:a16="http://schemas.microsoft.com/office/drawing/2014/main" id="{9C1793DE-E4B3-CD00-76BF-12E1A89D62D3}"/>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68" name="直线连接符 2467">
                <a:extLst>
                  <a:ext uri="{FF2B5EF4-FFF2-40B4-BE49-F238E27FC236}">
                    <a16:creationId xmlns:a16="http://schemas.microsoft.com/office/drawing/2014/main" id="{7C77AB36-6023-3432-7FB7-ACCE34AABD4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417" name="组合 2416">
              <a:extLst>
                <a:ext uri="{FF2B5EF4-FFF2-40B4-BE49-F238E27FC236}">
                  <a16:creationId xmlns:a16="http://schemas.microsoft.com/office/drawing/2014/main" id="{7CD97590-E135-2422-2C8A-CC87F730D6AE}"/>
                </a:ext>
              </a:extLst>
            </p:cNvPr>
            <p:cNvGrpSpPr/>
            <p:nvPr/>
          </p:nvGrpSpPr>
          <p:grpSpPr>
            <a:xfrm>
              <a:off x="15586833" y="2652635"/>
              <a:ext cx="238182" cy="238003"/>
              <a:chOff x="5145960" y="4201202"/>
              <a:chExt cx="150892" cy="141375"/>
            </a:xfrm>
            <a:scene3d>
              <a:camera prst="orthographicFront">
                <a:rot lat="0" lon="5400000" rev="0"/>
              </a:camera>
              <a:lightRig rig="threePt" dir="t">
                <a:rot lat="0" lon="0" rev="0"/>
              </a:lightRig>
            </a:scene3d>
          </p:grpSpPr>
          <p:sp>
            <p:nvSpPr>
              <p:cNvPr id="2448" name="Oval 15540">
                <a:extLst>
                  <a:ext uri="{FF2B5EF4-FFF2-40B4-BE49-F238E27FC236}">
                    <a16:creationId xmlns:a16="http://schemas.microsoft.com/office/drawing/2014/main" id="{7CB1218E-0994-A9E3-A706-36579AA63A1A}"/>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2449" name="Line 15541">
                <a:extLst>
                  <a:ext uri="{FF2B5EF4-FFF2-40B4-BE49-F238E27FC236}">
                    <a16:creationId xmlns:a16="http://schemas.microsoft.com/office/drawing/2014/main" id="{CC58EE8D-6AD2-DA58-EE0F-05E85D29A605}"/>
                  </a:ext>
                </a:extLst>
              </p:cNvPr>
              <p:cNvCxnSpPr>
                <a:cxnSpLocks/>
                <a:stCxn id="2448" idx="1"/>
                <a:endCxn id="2448"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2418" name="组合 2417">
              <a:extLst>
                <a:ext uri="{FF2B5EF4-FFF2-40B4-BE49-F238E27FC236}">
                  <a16:creationId xmlns:a16="http://schemas.microsoft.com/office/drawing/2014/main" id="{860F665A-714F-1399-8EE1-313B8E09079F}"/>
                </a:ext>
              </a:extLst>
            </p:cNvPr>
            <p:cNvGrpSpPr/>
            <p:nvPr/>
          </p:nvGrpSpPr>
          <p:grpSpPr>
            <a:xfrm>
              <a:off x="16333150" y="3251556"/>
              <a:ext cx="419388" cy="487204"/>
              <a:chOff x="5768619" y="3058692"/>
              <a:chExt cx="419388" cy="487204"/>
            </a:xfrm>
          </p:grpSpPr>
          <p:sp>
            <p:nvSpPr>
              <p:cNvPr id="2429" name="流程图: 接点 571">
                <a:extLst>
                  <a:ext uri="{FF2B5EF4-FFF2-40B4-BE49-F238E27FC236}">
                    <a16:creationId xmlns:a16="http://schemas.microsoft.com/office/drawing/2014/main" id="{449E1CED-4A0C-A060-AC32-0C9D52C5391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430" name="流程图: 接点 572">
                <a:extLst>
                  <a:ext uri="{FF2B5EF4-FFF2-40B4-BE49-F238E27FC236}">
                    <a16:creationId xmlns:a16="http://schemas.microsoft.com/office/drawing/2014/main" id="{022CFFB0-3E9A-0794-2EC1-D4F12EE4A07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2431" name="直线连接符 2430">
                <a:extLst>
                  <a:ext uri="{FF2B5EF4-FFF2-40B4-BE49-F238E27FC236}">
                    <a16:creationId xmlns:a16="http://schemas.microsoft.com/office/drawing/2014/main" id="{4D1AD8D9-A046-36E2-D840-28DC93CB265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2" name="直线连接符 2431">
                <a:extLst>
                  <a:ext uri="{FF2B5EF4-FFF2-40B4-BE49-F238E27FC236}">
                    <a16:creationId xmlns:a16="http://schemas.microsoft.com/office/drawing/2014/main" id="{3020352C-8D27-4C0D-029F-1729902539B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3" name="直线连接符 2432">
                <a:extLst>
                  <a:ext uri="{FF2B5EF4-FFF2-40B4-BE49-F238E27FC236}">
                    <a16:creationId xmlns:a16="http://schemas.microsoft.com/office/drawing/2014/main" id="{F8892229-CE91-5575-FBCD-522035E441F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4" name="直线连接符 2433">
                <a:extLst>
                  <a:ext uri="{FF2B5EF4-FFF2-40B4-BE49-F238E27FC236}">
                    <a16:creationId xmlns:a16="http://schemas.microsoft.com/office/drawing/2014/main" id="{D7B81269-68B8-CBFA-9A94-D4EB69CA8CB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5" name="直线连接符 2434">
                <a:extLst>
                  <a:ext uri="{FF2B5EF4-FFF2-40B4-BE49-F238E27FC236}">
                    <a16:creationId xmlns:a16="http://schemas.microsoft.com/office/drawing/2014/main" id="{51C2ABCF-C1E1-009B-9514-854BFDD0039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6" name="直线连接符 2435">
                <a:extLst>
                  <a:ext uri="{FF2B5EF4-FFF2-40B4-BE49-F238E27FC236}">
                    <a16:creationId xmlns:a16="http://schemas.microsoft.com/office/drawing/2014/main" id="{EF23387D-39C5-6F8E-987C-466C85A793F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7" name="直线连接符 2436">
                <a:extLst>
                  <a:ext uri="{FF2B5EF4-FFF2-40B4-BE49-F238E27FC236}">
                    <a16:creationId xmlns:a16="http://schemas.microsoft.com/office/drawing/2014/main" id="{7960F759-011F-ECAA-4E5E-CCD96A78C97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8" name="直线连接符 2437">
                <a:extLst>
                  <a:ext uri="{FF2B5EF4-FFF2-40B4-BE49-F238E27FC236}">
                    <a16:creationId xmlns:a16="http://schemas.microsoft.com/office/drawing/2014/main" id="{4118A7E7-84E7-66C2-6828-2508C0327B6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39" name="直线连接符 2438">
                <a:extLst>
                  <a:ext uri="{FF2B5EF4-FFF2-40B4-BE49-F238E27FC236}">
                    <a16:creationId xmlns:a16="http://schemas.microsoft.com/office/drawing/2014/main" id="{E64A2865-D21F-07BA-AC0F-0FC66435FA2D}"/>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40" name="直线连接符 2439">
                <a:extLst>
                  <a:ext uri="{FF2B5EF4-FFF2-40B4-BE49-F238E27FC236}">
                    <a16:creationId xmlns:a16="http://schemas.microsoft.com/office/drawing/2014/main" id="{7B0FDB15-D4E6-D7D7-2534-25DD2430F00D}"/>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41" name="直线连接符 2440">
                <a:extLst>
                  <a:ext uri="{FF2B5EF4-FFF2-40B4-BE49-F238E27FC236}">
                    <a16:creationId xmlns:a16="http://schemas.microsoft.com/office/drawing/2014/main" id="{A5EBF545-4F3F-6013-3E68-86B43F814A44}"/>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42" name="直线连接符 2441">
                <a:extLst>
                  <a:ext uri="{FF2B5EF4-FFF2-40B4-BE49-F238E27FC236}">
                    <a16:creationId xmlns:a16="http://schemas.microsoft.com/office/drawing/2014/main" id="{94CEECA5-8DCB-6265-D9AC-C26AE1BE66D5}"/>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43" name="直线连接符 2442">
                <a:extLst>
                  <a:ext uri="{FF2B5EF4-FFF2-40B4-BE49-F238E27FC236}">
                    <a16:creationId xmlns:a16="http://schemas.microsoft.com/office/drawing/2014/main" id="{20BE4669-804B-1D99-77F6-CDACBB3DCA00}"/>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44" name="直线连接符 2443">
                <a:extLst>
                  <a:ext uri="{FF2B5EF4-FFF2-40B4-BE49-F238E27FC236}">
                    <a16:creationId xmlns:a16="http://schemas.microsoft.com/office/drawing/2014/main" id="{54B510FE-75A7-A4F0-A48F-91B9122E20B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45" name="直线连接符 2444">
                <a:extLst>
                  <a:ext uri="{FF2B5EF4-FFF2-40B4-BE49-F238E27FC236}">
                    <a16:creationId xmlns:a16="http://schemas.microsoft.com/office/drawing/2014/main" id="{9166B240-B483-7652-3A8F-73678D032B5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46" name="直线连接符 2445">
                <a:extLst>
                  <a:ext uri="{FF2B5EF4-FFF2-40B4-BE49-F238E27FC236}">
                    <a16:creationId xmlns:a16="http://schemas.microsoft.com/office/drawing/2014/main" id="{9DDB5B83-2759-C9E1-4A09-8388C2D8854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47" name="直线连接符 2446">
                <a:extLst>
                  <a:ext uri="{FF2B5EF4-FFF2-40B4-BE49-F238E27FC236}">
                    <a16:creationId xmlns:a16="http://schemas.microsoft.com/office/drawing/2014/main" id="{AAF7430B-43FF-C574-E25A-316BEB59605F}"/>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419" name="组合 2418">
              <a:extLst>
                <a:ext uri="{FF2B5EF4-FFF2-40B4-BE49-F238E27FC236}">
                  <a16:creationId xmlns:a16="http://schemas.microsoft.com/office/drawing/2014/main" id="{35629151-F0F1-04F2-7950-160CDC022C03}"/>
                </a:ext>
              </a:extLst>
            </p:cNvPr>
            <p:cNvGrpSpPr/>
            <p:nvPr/>
          </p:nvGrpSpPr>
          <p:grpSpPr>
            <a:xfrm>
              <a:off x="15762136" y="2095616"/>
              <a:ext cx="1973841" cy="1732229"/>
              <a:chOff x="7707547" y="3116283"/>
              <a:chExt cx="2913493" cy="2493706"/>
            </a:xfrm>
          </p:grpSpPr>
          <p:sp>
            <p:nvSpPr>
              <p:cNvPr id="2425" name="流程图: 接点 567">
                <a:extLst>
                  <a:ext uri="{FF2B5EF4-FFF2-40B4-BE49-F238E27FC236}">
                    <a16:creationId xmlns:a16="http://schemas.microsoft.com/office/drawing/2014/main" id="{1D2201DA-16C3-44DB-867B-8D70F3F54CBA}"/>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26" name="流程图: 接点 568">
                <a:extLst>
                  <a:ext uri="{FF2B5EF4-FFF2-40B4-BE49-F238E27FC236}">
                    <a16:creationId xmlns:a16="http://schemas.microsoft.com/office/drawing/2014/main" id="{704CCDF2-9885-50B8-AF2B-4974D0D5A025}"/>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12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27" name="椭圆 2426">
                <a:extLst>
                  <a:ext uri="{FF2B5EF4-FFF2-40B4-BE49-F238E27FC236}">
                    <a16:creationId xmlns:a16="http://schemas.microsoft.com/office/drawing/2014/main" id="{F40BABEB-153E-44C2-B6A7-8FB15616486A}"/>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28" name="椭圆 2427">
                <a:extLst>
                  <a:ext uri="{FF2B5EF4-FFF2-40B4-BE49-F238E27FC236}">
                    <a16:creationId xmlns:a16="http://schemas.microsoft.com/office/drawing/2014/main" id="{588D2293-E46B-B6DD-A948-5954656AC824}"/>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420" name="组合 2419">
              <a:extLst>
                <a:ext uri="{FF2B5EF4-FFF2-40B4-BE49-F238E27FC236}">
                  <a16:creationId xmlns:a16="http://schemas.microsoft.com/office/drawing/2014/main" id="{6CE01D5E-ACBC-B25C-E6DF-3C2E7B8E6B42}"/>
                </a:ext>
              </a:extLst>
            </p:cNvPr>
            <p:cNvGrpSpPr/>
            <p:nvPr/>
          </p:nvGrpSpPr>
          <p:grpSpPr>
            <a:xfrm>
              <a:off x="16327826" y="1585208"/>
              <a:ext cx="1057503" cy="1052172"/>
              <a:chOff x="4832657" y="1802100"/>
              <a:chExt cx="875803" cy="967644"/>
            </a:xfrm>
            <a:scene3d>
              <a:camera prst="orthographicFront">
                <a:rot lat="600000" lon="14400000" rev="120000"/>
              </a:camera>
              <a:lightRig rig="threePt" dir="t"/>
            </a:scene3d>
          </p:grpSpPr>
          <p:grpSp>
            <p:nvGrpSpPr>
              <p:cNvPr id="2421" name="组合 2420">
                <a:extLst>
                  <a:ext uri="{FF2B5EF4-FFF2-40B4-BE49-F238E27FC236}">
                    <a16:creationId xmlns:a16="http://schemas.microsoft.com/office/drawing/2014/main" id="{13BF2E4D-C979-746A-EF33-E083DC4B630E}"/>
                  </a:ext>
                </a:extLst>
              </p:cNvPr>
              <p:cNvGrpSpPr/>
              <p:nvPr/>
            </p:nvGrpSpPr>
            <p:grpSpPr>
              <a:xfrm>
                <a:off x="4832660" y="1802100"/>
                <a:ext cx="875800" cy="951265"/>
                <a:chOff x="6142141" y="1770745"/>
                <a:chExt cx="1527262" cy="1731253"/>
              </a:xfrm>
              <a:solidFill>
                <a:schemeClr val="tx1">
                  <a:lumMod val="65000"/>
                  <a:lumOff val="35000"/>
                </a:schemeClr>
              </a:solidFill>
            </p:grpSpPr>
            <p:sp>
              <p:nvSpPr>
                <p:cNvPr id="2423" name="流程图: 延期 565">
                  <a:extLst>
                    <a:ext uri="{FF2B5EF4-FFF2-40B4-BE49-F238E27FC236}">
                      <a16:creationId xmlns:a16="http://schemas.microsoft.com/office/drawing/2014/main" id="{EBE561D1-7459-2EEE-CA89-85F0DC46F2B6}"/>
                    </a:ext>
                  </a:extLst>
                </p:cNvPr>
                <p:cNvSpPr/>
                <p:nvPr/>
              </p:nvSpPr>
              <p:spPr>
                <a:xfrm rot="16200000">
                  <a:off x="6040145" y="1872741"/>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24" name="流程图: 接点 566">
                  <a:extLst>
                    <a:ext uri="{FF2B5EF4-FFF2-40B4-BE49-F238E27FC236}">
                      <a16:creationId xmlns:a16="http://schemas.microsoft.com/office/drawing/2014/main" id="{8335B4EF-2459-115E-7B80-1AF9ED5C7524}"/>
                    </a:ext>
                  </a:extLst>
                </p:cNvPr>
                <p:cNvSpPr/>
                <p:nvPr/>
              </p:nvSpPr>
              <p:spPr>
                <a:xfrm>
                  <a:off x="6344533" y="1966433"/>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22" name="矩形 2421">
                <a:extLst>
                  <a:ext uri="{FF2B5EF4-FFF2-40B4-BE49-F238E27FC236}">
                    <a16:creationId xmlns:a16="http://schemas.microsoft.com/office/drawing/2014/main" id="{49D401FE-78C6-9759-90FA-0D46F9B7DA3A}"/>
                  </a:ext>
                </a:extLst>
              </p:cNvPr>
              <p:cNvSpPr/>
              <p:nvPr/>
            </p:nvSpPr>
            <p:spPr>
              <a:xfrm>
                <a:off x="4832657" y="250830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489" name="组合 2488">
            <a:extLst>
              <a:ext uri="{FF2B5EF4-FFF2-40B4-BE49-F238E27FC236}">
                <a16:creationId xmlns:a16="http://schemas.microsoft.com/office/drawing/2014/main" id="{6E39113C-56C7-AAF3-017A-BB5E5D3412A9}"/>
              </a:ext>
            </a:extLst>
          </p:cNvPr>
          <p:cNvGrpSpPr/>
          <p:nvPr/>
        </p:nvGrpSpPr>
        <p:grpSpPr>
          <a:xfrm>
            <a:off x="472931" y="1863817"/>
            <a:ext cx="2081510" cy="3038114"/>
            <a:chOff x="-3444429" y="4628304"/>
            <a:chExt cx="2081510" cy="3038114"/>
          </a:xfrm>
        </p:grpSpPr>
        <p:sp>
          <p:nvSpPr>
            <p:cNvPr id="2490" name="流程图: 接点 554">
              <a:extLst>
                <a:ext uri="{FF2B5EF4-FFF2-40B4-BE49-F238E27FC236}">
                  <a16:creationId xmlns:a16="http://schemas.microsoft.com/office/drawing/2014/main" id="{2E462FBC-AAFA-B123-6C28-6CC70AE55043}"/>
                </a:ext>
              </a:extLst>
            </p:cNvPr>
            <p:cNvSpPr/>
            <p:nvPr/>
          </p:nvSpPr>
          <p:spPr>
            <a:xfrm>
              <a:off x="-2801612" y="6791171"/>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91" name="椭圆 2490">
              <a:extLst>
                <a:ext uri="{FF2B5EF4-FFF2-40B4-BE49-F238E27FC236}">
                  <a16:creationId xmlns:a16="http://schemas.microsoft.com/office/drawing/2014/main" id="{FD36DD2C-6563-DD1F-A98F-13B915BF6B15}"/>
                </a:ext>
              </a:extLst>
            </p:cNvPr>
            <p:cNvSpPr/>
            <p:nvPr/>
          </p:nvSpPr>
          <p:spPr>
            <a:xfrm>
              <a:off x="-2972973" y="6344424"/>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492" name="组合 2491">
              <a:extLst>
                <a:ext uri="{FF2B5EF4-FFF2-40B4-BE49-F238E27FC236}">
                  <a16:creationId xmlns:a16="http://schemas.microsoft.com/office/drawing/2014/main" id="{6990F02D-F78D-374A-B156-CAA11ACF4EDD}"/>
                </a:ext>
              </a:extLst>
            </p:cNvPr>
            <p:cNvGrpSpPr/>
            <p:nvPr/>
          </p:nvGrpSpPr>
          <p:grpSpPr>
            <a:xfrm>
              <a:off x="-1905960" y="6148059"/>
              <a:ext cx="419388" cy="487204"/>
              <a:chOff x="5768619" y="3058692"/>
              <a:chExt cx="419388" cy="487204"/>
            </a:xfrm>
          </p:grpSpPr>
          <p:sp>
            <p:nvSpPr>
              <p:cNvPr id="12096" name="流程图: 接点 571">
                <a:extLst>
                  <a:ext uri="{FF2B5EF4-FFF2-40B4-BE49-F238E27FC236}">
                    <a16:creationId xmlns:a16="http://schemas.microsoft.com/office/drawing/2014/main" id="{2EFF475E-A9F0-DF89-064A-46779E8BA03E}"/>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97" name="流程图: 接点 572">
                <a:extLst>
                  <a:ext uri="{FF2B5EF4-FFF2-40B4-BE49-F238E27FC236}">
                    <a16:creationId xmlns:a16="http://schemas.microsoft.com/office/drawing/2014/main" id="{0B3EFE27-4D9B-007E-BBBE-AADB39F7E96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098" name="直线连接符 12097">
                <a:extLst>
                  <a:ext uri="{FF2B5EF4-FFF2-40B4-BE49-F238E27FC236}">
                    <a16:creationId xmlns:a16="http://schemas.microsoft.com/office/drawing/2014/main" id="{881F8D72-92F0-64EB-8085-FEEE4FA4C81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99" name="直线连接符 12098">
                <a:extLst>
                  <a:ext uri="{FF2B5EF4-FFF2-40B4-BE49-F238E27FC236}">
                    <a16:creationId xmlns:a16="http://schemas.microsoft.com/office/drawing/2014/main" id="{9580E3AE-AFA6-F8A7-7BCB-06042916FC0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0" name="直线连接符 12099">
                <a:extLst>
                  <a:ext uri="{FF2B5EF4-FFF2-40B4-BE49-F238E27FC236}">
                    <a16:creationId xmlns:a16="http://schemas.microsoft.com/office/drawing/2014/main" id="{7FF8BB27-8FD5-8F1B-72F2-C12927837DC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1" name="直线连接符 12100">
                <a:extLst>
                  <a:ext uri="{FF2B5EF4-FFF2-40B4-BE49-F238E27FC236}">
                    <a16:creationId xmlns:a16="http://schemas.microsoft.com/office/drawing/2014/main" id="{9018B532-C425-FB4A-56C4-5A29689895DF}"/>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2" name="直线连接符 12101">
                <a:extLst>
                  <a:ext uri="{FF2B5EF4-FFF2-40B4-BE49-F238E27FC236}">
                    <a16:creationId xmlns:a16="http://schemas.microsoft.com/office/drawing/2014/main" id="{EAA3A844-2078-9B19-2C42-F6AB3F2FD2B0}"/>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3" name="直线连接符 12102">
                <a:extLst>
                  <a:ext uri="{FF2B5EF4-FFF2-40B4-BE49-F238E27FC236}">
                    <a16:creationId xmlns:a16="http://schemas.microsoft.com/office/drawing/2014/main" id="{A2622285-B657-B2D5-15FF-C385A1EA70A7}"/>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4" name="直线连接符 12103">
                <a:extLst>
                  <a:ext uri="{FF2B5EF4-FFF2-40B4-BE49-F238E27FC236}">
                    <a16:creationId xmlns:a16="http://schemas.microsoft.com/office/drawing/2014/main" id="{E361861D-6FE2-7474-237C-028A7E1D001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5" name="直线连接符 12104">
                <a:extLst>
                  <a:ext uri="{FF2B5EF4-FFF2-40B4-BE49-F238E27FC236}">
                    <a16:creationId xmlns:a16="http://schemas.microsoft.com/office/drawing/2014/main" id="{942C67B6-42BF-8880-17B7-1C8F4A85CB3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6" name="直线连接符 12105">
                <a:extLst>
                  <a:ext uri="{FF2B5EF4-FFF2-40B4-BE49-F238E27FC236}">
                    <a16:creationId xmlns:a16="http://schemas.microsoft.com/office/drawing/2014/main" id="{12AAC3DE-C3AE-6C00-BA72-4CDAA0E9740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7" name="直线连接符 12106">
                <a:extLst>
                  <a:ext uri="{FF2B5EF4-FFF2-40B4-BE49-F238E27FC236}">
                    <a16:creationId xmlns:a16="http://schemas.microsoft.com/office/drawing/2014/main" id="{F18AF41F-DBD3-3B85-94DE-E673809A9024}"/>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8" name="直线连接符 12107">
                <a:extLst>
                  <a:ext uri="{FF2B5EF4-FFF2-40B4-BE49-F238E27FC236}">
                    <a16:creationId xmlns:a16="http://schemas.microsoft.com/office/drawing/2014/main" id="{669DD082-B8C8-3A34-BB2F-E6823D1592B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09" name="直线连接符 12108">
                <a:extLst>
                  <a:ext uri="{FF2B5EF4-FFF2-40B4-BE49-F238E27FC236}">
                    <a16:creationId xmlns:a16="http://schemas.microsoft.com/office/drawing/2014/main" id="{66AF46F1-499F-8C75-3F13-F570DB88DF69}"/>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0" name="直线连接符 12109">
                <a:extLst>
                  <a:ext uri="{FF2B5EF4-FFF2-40B4-BE49-F238E27FC236}">
                    <a16:creationId xmlns:a16="http://schemas.microsoft.com/office/drawing/2014/main" id="{FE55BFE3-1AB7-F5EB-39BB-F9527566EB04}"/>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1" name="直线连接符 12110">
                <a:extLst>
                  <a:ext uri="{FF2B5EF4-FFF2-40B4-BE49-F238E27FC236}">
                    <a16:creationId xmlns:a16="http://schemas.microsoft.com/office/drawing/2014/main" id="{19F3FCAA-160F-95ED-7374-34A0816E4CD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12" name="直线连接符 12111">
                <a:extLst>
                  <a:ext uri="{FF2B5EF4-FFF2-40B4-BE49-F238E27FC236}">
                    <a16:creationId xmlns:a16="http://schemas.microsoft.com/office/drawing/2014/main" id="{D0D108ED-B33F-2D09-4328-71CF8C0AFF45}"/>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13" name="直线连接符 12112">
                <a:extLst>
                  <a:ext uri="{FF2B5EF4-FFF2-40B4-BE49-F238E27FC236}">
                    <a16:creationId xmlns:a16="http://schemas.microsoft.com/office/drawing/2014/main" id="{6FD6A295-A5F9-3696-A490-D0B2F74D463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14" name="直线连接符 12113">
                <a:extLst>
                  <a:ext uri="{FF2B5EF4-FFF2-40B4-BE49-F238E27FC236}">
                    <a16:creationId xmlns:a16="http://schemas.microsoft.com/office/drawing/2014/main" id="{A4896F4F-5390-A280-39CC-6AEB8D1069E2}"/>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2493" name="组合 2492">
              <a:extLst>
                <a:ext uri="{FF2B5EF4-FFF2-40B4-BE49-F238E27FC236}">
                  <a16:creationId xmlns:a16="http://schemas.microsoft.com/office/drawing/2014/main" id="{67721BC2-8B21-0434-FD48-7E3BD1C932A8}"/>
                </a:ext>
              </a:extLst>
            </p:cNvPr>
            <p:cNvGrpSpPr/>
            <p:nvPr/>
          </p:nvGrpSpPr>
          <p:grpSpPr>
            <a:xfrm>
              <a:off x="-3036739" y="6079801"/>
              <a:ext cx="419388" cy="487204"/>
              <a:chOff x="5768619" y="3058692"/>
              <a:chExt cx="419388" cy="487204"/>
            </a:xfrm>
          </p:grpSpPr>
          <p:sp>
            <p:nvSpPr>
              <p:cNvPr id="8237" name="流程图: 接点 571">
                <a:extLst>
                  <a:ext uri="{FF2B5EF4-FFF2-40B4-BE49-F238E27FC236}">
                    <a16:creationId xmlns:a16="http://schemas.microsoft.com/office/drawing/2014/main" id="{D366C87D-549A-370C-1780-71CFA9B1D73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38" name="流程图: 接点 572">
                <a:extLst>
                  <a:ext uri="{FF2B5EF4-FFF2-40B4-BE49-F238E27FC236}">
                    <a16:creationId xmlns:a16="http://schemas.microsoft.com/office/drawing/2014/main" id="{C5299D02-AEA1-58B9-B4BD-C4366AD10667}"/>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239" name="直线连接符 8238">
                <a:extLst>
                  <a:ext uri="{FF2B5EF4-FFF2-40B4-BE49-F238E27FC236}">
                    <a16:creationId xmlns:a16="http://schemas.microsoft.com/office/drawing/2014/main" id="{1A27DCA8-6B60-EEB7-4897-2196B84FCCF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0" name="直线连接符 8239">
                <a:extLst>
                  <a:ext uri="{FF2B5EF4-FFF2-40B4-BE49-F238E27FC236}">
                    <a16:creationId xmlns:a16="http://schemas.microsoft.com/office/drawing/2014/main" id="{8A5020A1-7468-7AA6-38C2-4DBCB62F3F6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1" name="直线连接符 8240">
                <a:extLst>
                  <a:ext uri="{FF2B5EF4-FFF2-40B4-BE49-F238E27FC236}">
                    <a16:creationId xmlns:a16="http://schemas.microsoft.com/office/drawing/2014/main" id="{07F27097-EF2B-045D-979C-21C343D62B90}"/>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2" name="直线连接符 8241">
                <a:extLst>
                  <a:ext uri="{FF2B5EF4-FFF2-40B4-BE49-F238E27FC236}">
                    <a16:creationId xmlns:a16="http://schemas.microsoft.com/office/drawing/2014/main" id="{3FB05C21-7582-5018-12F2-365BE96C0D9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3" name="直线连接符 8242">
                <a:extLst>
                  <a:ext uri="{FF2B5EF4-FFF2-40B4-BE49-F238E27FC236}">
                    <a16:creationId xmlns:a16="http://schemas.microsoft.com/office/drawing/2014/main" id="{C681F57E-720C-855B-4E8F-72E89D6EB2F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4" name="直线连接符 8243">
                <a:extLst>
                  <a:ext uri="{FF2B5EF4-FFF2-40B4-BE49-F238E27FC236}">
                    <a16:creationId xmlns:a16="http://schemas.microsoft.com/office/drawing/2014/main" id="{054A5D05-C859-83CC-3D39-688CE5C9087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5" name="直线连接符 8244">
                <a:extLst>
                  <a:ext uri="{FF2B5EF4-FFF2-40B4-BE49-F238E27FC236}">
                    <a16:creationId xmlns:a16="http://schemas.microsoft.com/office/drawing/2014/main" id="{519B8D71-46D8-C388-C905-DD04C8471D58}"/>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6" name="直线连接符 8245">
                <a:extLst>
                  <a:ext uri="{FF2B5EF4-FFF2-40B4-BE49-F238E27FC236}">
                    <a16:creationId xmlns:a16="http://schemas.microsoft.com/office/drawing/2014/main" id="{72AF775B-6055-66C5-3E23-18C68F41E5A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7" name="直线连接符 8246">
                <a:extLst>
                  <a:ext uri="{FF2B5EF4-FFF2-40B4-BE49-F238E27FC236}">
                    <a16:creationId xmlns:a16="http://schemas.microsoft.com/office/drawing/2014/main" id="{3FCE5212-B9D7-8C69-9AC8-5CE76E10679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8" name="直线连接符 8247">
                <a:extLst>
                  <a:ext uri="{FF2B5EF4-FFF2-40B4-BE49-F238E27FC236}">
                    <a16:creationId xmlns:a16="http://schemas.microsoft.com/office/drawing/2014/main" id="{ECE23117-D3EC-FE91-F739-0E3BA4F3A2C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49" name="直线连接符 8248">
                <a:extLst>
                  <a:ext uri="{FF2B5EF4-FFF2-40B4-BE49-F238E27FC236}">
                    <a16:creationId xmlns:a16="http://schemas.microsoft.com/office/drawing/2014/main" id="{CF3D2250-F29B-5DEE-3B13-6A4A9D95910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50" name="直线连接符 8249">
                <a:extLst>
                  <a:ext uri="{FF2B5EF4-FFF2-40B4-BE49-F238E27FC236}">
                    <a16:creationId xmlns:a16="http://schemas.microsoft.com/office/drawing/2014/main" id="{54A1471B-51D3-991E-C263-F5DBCDC10FD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51" name="直线连接符 8250">
                <a:extLst>
                  <a:ext uri="{FF2B5EF4-FFF2-40B4-BE49-F238E27FC236}">
                    <a16:creationId xmlns:a16="http://schemas.microsoft.com/office/drawing/2014/main" id="{4DD8D28B-7612-7E4B-DAEE-B1C01737B6A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52" name="直线连接符 8251">
                <a:extLst>
                  <a:ext uri="{FF2B5EF4-FFF2-40B4-BE49-F238E27FC236}">
                    <a16:creationId xmlns:a16="http://schemas.microsoft.com/office/drawing/2014/main" id="{6E833F37-E908-0579-522A-9B1AB52A7C6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53" name="直线连接符 8252">
                <a:extLst>
                  <a:ext uri="{FF2B5EF4-FFF2-40B4-BE49-F238E27FC236}">
                    <a16:creationId xmlns:a16="http://schemas.microsoft.com/office/drawing/2014/main" id="{FBAB0817-B7D7-05A8-3519-E2267E2CA97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254" name="直线连接符 8253">
                <a:extLst>
                  <a:ext uri="{FF2B5EF4-FFF2-40B4-BE49-F238E27FC236}">
                    <a16:creationId xmlns:a16="http://schemas.microsoft.com/office/drawing/2014/main" id="{6A2A3548-20F6-FBC9-CEA8-2A9C2AAE05BB}"/>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255" name="直线连接符 8254">
                <a:extLst>
                  <a:ext uri="{FF2B5EF4-FFF2-40B4-BE49-F238E27FC236}">
                    <a16:creationId xmlns:a16="http://schemas.microsoft.com/office/drawing/2014/main" id="{1E5C4E78-3436-8643-3A78-DD82050D5AA0}"/>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2494" name="流程图: 接点 556">
              <a:extLst>
                <a:ext uri="{FF2B5EF4-FFF2-40B4-BE49-F238E27FC236}">
                  <a16:creationId xmlns:a16="http://schemas.microsoft.com/office/drawing/2014/main" id="{D8B93A2A-8585-4970-1699-0054592F4798}"/>
                </a:ext>
              </a:extLst>
            </p:cNvPr>
            <p:cNvSpPr/>
            <p:nvPr/>
          </p:nvSpPr>
          <p:spPr>
            <a:xfrm>
              <a:off x="-2847985" y="5965891"/>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495" name="组合 2494">
              <a:extLst>
                <a:ext uri="{FF2B5EF4-FFF2-40B4-BE49-F238E27FC236}">
                  <a16:creationId xmlns:a16="http://schemas.microsoft.com/office/drawing/2014/main" id="{3605E846-9277-23BA-0B98-C98B5E96AEC5}"/>
                </a:ext>
              </a:extLst>
            </p:cNvPr>
            <p:cNvGrpSpPr/>
            <p:nvPr/>
          </p:nvGrpSpPr>
          <p:grpSpPr>
            <a:xfrm>
              <a:off x="-2665768" y="6302779"/>
              <a:ext cx="419388" cy="487204"/>
              <a:chOff x="5768619" y="3058692"/>
              <a:chExt cx="419388" cy="487204"/>
            </a:xfrm>
          </p:grpSpPr>
          <p:sp>
            <p:nvSpPr>
              <p:cNvPr id="8218" name="流程图: 接点 571">
                <a:extLst>
                  <a:ext uri="{FF2B5EF4-FFF2-40B4-BE49-F238E27FC236}">
                    <a16:creationId xmlns:a16="http://schemas.microsoft.com/office/drawing/2014/main" id="{16299F2B-321E-920F-36AF-9C0BBE065B4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19" name="流程图: 接点 572">
                <a:extLst>
                  <a:ext uri="{FF2B5EF4-FFF2-40B4-BE49-F238E27FC236}">
                    <a16:creationId xmlns:a16="http://schemas.microsoft.com/office/drawing/2014/main" id="{A8B4C5A1-717A-B615-AADF-90139526D60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220" name="直线连接符 8219">
                <a:extLst>
                  <a:ext uri="{FF2B5EF4-FFF2-40B4-BE49-F238E27FC236}">
                    <a16:creationId xmlns:a16="http://schemas.microsoft.com/office/drawing/2014/main" id="{00ADF93F-720C-272D-7BFD-E4AA86C7244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1" name="直线连接符 8220">
                <a:extLst>
                  <a:ext uri="{FF2B5EF4-FFF2-40B4-BE49-F238E27FC236}">
                    <a16:creationId xmlns:a16="http://schemas.microsoft.com/office/drawing/2014/main" id="{E08A1E44-9FBF-8D05-55EE-C5EC145E945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2" name="直线连接符 8221">
                <a:extLst>
                  <a:ext uri="{FF2B5EF4-FFF2-40B4-BE49-F238E27FC236}">
                    <a16:creationId xmlns:a16="http://schemas.microsoft.com/office/drawing/2014/main" id="{B1340FE9-7BF0-BDA9-D906-F8D0EF486E4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3" name="直线连接符 8222">
                <a:extLst>
                  <a:ext uri="{FF2B5EF4-FFF2-40B4-BE49-F238E27FC236}">
                    <a16:creationId xmlns:a16="http://schemas.microsoft.com/office/drawing/2014/main" id="{8E835058-B893-5245-79AD-6FDEB5AC3616}"/>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4" name="直线连接符 8223">
                <a:extLst>
                  <a:ext uri="{FF2B5EF4-FFF2-40B4-BE49-F238E27FC236}">
                    <a16:creationId xmlns:a16="http://schemas.microsoft.com/office/drawing/2014/main" id="{A27D8C3E-49B2-03B6-8928-A1CD523605C1}"/>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5" name="直线连接符 8224">
                <a:extLst>
                  <a:ext uri="{FF2B5EF4-FFF2-40B4-BE49-F238E27FC236}">
                    <a16:creationId xmlns:a16="http://schemas.microsoft.com/office/drawing/2014/main" id="{A8C32039-05BC-1885-6A0D-1C328FD0F42A}"/>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6" name="直线连接符 8225">
                <a:extLst>
                  <a:ext uri="{FF2B5EF4-FFF2-40B4-BE49-F238E27FC236}">
                    <a16:creationId xmlns:a16="http://schemas.microsoft.com/office/drawing/2014/main" id="{551AFBAA-9868-D261-BE52-7B87FCE79C7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7" name="直线连接符 8226">
                <a:extLst>
                  <a:ext uri="{FF2B5EF4-FFF2-40B4-BE49-F238E27FC236}">
                    <a16:creationId xmlns:a16="http://schemas.microsoft.com/office/drawing/2014/main" id="{15CAA8CF-19EF-5F48-4958-4BC5C966123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8" name="直线连接符 8227">
                <a:extLst>
                  <a:ext uri="{FF2B5EF4-FFF2-40B4-BE49-F238E27FC236}">
                    <a16:creationId xmlns:a16="http://schemas.microsoft.com/office/drawing/2014/main" id="{52BECBB2-4E33-F6BD-1FC8-1E1DE0E9FDA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29" name="直线连接符 8228">
                <a:extLst>
                  <a:ext uri="{FF2B5EF4-FFF2-40B4-BE49-F238E27FC236}">
                    <a16:creationId xmlns:a16="http://schemas.microsoft.com/office/drawing/2014/main" id="{917B4DE3-395E-E835-79ED-8B762080FB7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30" name="直线连接符 8229">
                <a:extLst>
                  <a:ext uri="{FF2B5EF4-FFF2-40B4-BE49-F238E27FC236}">
                    <a16:creationId xmlns:a16="http://schemas.microsoft.com/office/drawing/2014/main" id="{8AE28CBF-77FE-F0D3-CFBF-63F3C4337A1A}"/>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31" name="直线连接符 8230">
                <a:extLst>
                  <a:ext uri="{FF2B5EF4-FFF2-40B4-BE49-F238E27FC236}">
                    <a16:creationId xmlns:a16="http://schemas.microsoft.com/office/drawing/2014/main" id="{E9ED9C5A-0F98-EA76-D3BC-EFEC175B1AF9}"/>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32" name="直线连接符 8231">
                <a:extLst>
                  <a:ext uri="{FF2B5EF4-FFF2-40B4-BE49-F238E27FC236}">
                    <a16:creationId xmlns:a16="http://schemas.microsoft.com/office/drawing/2014/main" id="{CA83FA89-068D-BF04-65B6-5694CFF1E03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33" name="直线连接符 8232">
                <a:extLst>
                  <a:ext uri="{FF2B5EF4-FFF2-40B4-BE49-F238E27FC236}">
                    <a16:creationId xmlns:a16="http://schemas.microsoft.com/office/drawing/2014/main" id="{F647E5B7-F73F-2E41-3968-AEF49D8916C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34" name="直线连接符 8233">
                <a:extLst>
                  <a:ext uri="{FF2B5EF4-FFF2-40B4-BE49-F238E27FC236}">
                    <a16:creationId xmlns:a16="http://schemas.microsoft.com/office/drawing/2014/main" id="{FA18844D-A71C-9E68-42EA-FA18292F2E9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8235" name="直线连接符 8234">
                <a:extLst>
                  <a:ext uri="{FF2B5EF4-FFF2-40B4-BE49-F238E27FC236}">
                    <a16:creationId xmlns:a16="http://schemas.microsoft.com/office/drawing/2014/main" id="{C5314876-330B-4CB7-9577-1752315AA5E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236" name="直线连接符 8235">
                <a:extLst>
                  <a:ext uri="{FF2B5EF4-FFF2-40B4-BE49-F238E27FC236}">
                    <a16:creationId xmlns:a16="http://schemas.microsoft.com/office/drawing/2014/main" id="{9F640B68-11ED-D9CB-7DFE-73F33085818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8128" name="组合 8127">
              <a:extLst>
                <a:ext uri="{FF2B5EF4-FFF2-40B4-BE49-F238E27FC236}">
                  <a16:creationId xmlns:a16="http://schemas.microsoft.com/office/drawing/2014/main" id="{0EEF8BE9-2BA6-3435-957F-F8FD949A657E}"/>
                </a:ext>
              </a:extLst>
            </p:cNvPr>
            <p:cNvGrpSpPr/>
            <p:nvPr/>
          </p:nvGrpSpPr>
          <p:grpSpPr>
            <a:xfrm>
              <a:off x="-3336760" y="5129568"/>
              <a:ext cx="1973841" cy="1732229"/>
              <a:chOff x="7707547" y="3116283"/>
              <a:chExt cx="2913493" cy="2493706"/>
            </a:xfrm>
          </p:grpSpPr>
          <p:sp>
            <p:nvSpPr>
              <p:cNvPr id="8214" name="流程图: 接点 567">
                <a:extLst>
                  <a:ext uri="{FF2B5EF4-FFF2-40B4-BE49-F238E27FC236}">
                    <a16:creationId xmlns:a16="http://schemas.microsoft.com/office/drawing/2014/main" id="{6B6F7269-2BC0-C9DD-3518-0EE79470D383}"/>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15" name="流程图: 接点 568">
                <a:extLst>
                  <a:ext uri="{FF2B5EF4-FFF2-40B4-BE49-F238E27FC236}">
                    <a16:creationId xmlns:a16="http://schemas.microsoft.com/office/drawing/2014/main" id="{EE865472-29D4-B9D8-E6A0-11C44D986EF9}"/>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12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16" name="椭圆 8215">
                <a:extLst>
                  <a:ext uri="{FF2B5EF4-FFF2-40B4-BE49-F238E27FC236}">
                    <a16:creationId xmlns:a16="http://schemas.microsoft.com/office/drawing/2014/main" id="{844B1736-5A90-3374-9C3F-400ECB136BC3}"/>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17" name="椭圆 8216">
                <a:extLst>
                  <a:ext uri="{FF2B5EF4-FFF2-40B4-BE49-F238E27FC236}">
                    <a16:creationId xmlns:a16="http://schemas.microsoft.com/office/drawing/2014/main" id="{C05BA653-B634-F195-B810-6A899BDB078D}"/>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129" name="组合 8128">
              <a:extLst>
                <a:ext uri="{FF2B5EF4-FFF2-40B4-BE49-F238E27FC236}">
                  <a16:creationId xmlns:a16="http://schemas.microsoft.com/office/drawing/2014/main" id="{17017B5F-CA58-EA44-D7E6-95D2F743A447}"/>
                </a:ext>
              </a:extLst>
            </p:cNvPr>
            <p:cNvGrpSpPr/>
            <p:nvPr/>
          </p:nvGrpSpPr>
          <p:grpSpPr>
            <a:xfrm>
              <a:off x="-2759265" y="4628304"/>
              <a:ext cx="1057503" cy="1052173"/>
              <a:chOff x="4832657" y="1810509"/>
              <a:chExt cx="875803" cy="967645"/>
            </a:xfrm>
            <a:scene3d>
              <a:camera prst="orthographicFront">
                <a:rot lat="600000" lon="13500000" rev="120000"/>
              </a:camera>
              <a:lightRig rig="threePt" dir="t"/>
            </a:scene3d>
          </p:grpSpPr>
          <p:grpSp>
            <p:nvGrpSpPr>
              <p:cNvPr id="8210" name="组合 8209">
                <a:extLst>
                  <a:ext uri="{FF2B5EF4-FFF2-40B4-BE49-F238E27FC236}">
                    <a16:creationId xmlns:a16="http://schemas.microsoft.com/office/drawing/2014/main" id="{29A4C34C-B251-A56B-97FE-8A091D6DE4D3}"/>
                  </a:ext>
                </a:extLst>
              </p:cNvPr>
              <p:cNvGrpSpPr/>
              <p:nvPr/>
            </p:nvGrpSpPr>
            <p:grpSpPr>
              <a:xfrm>
                <a:off x="4832660" y="1810509"/>
                <a:ext cx="875800" cy="951265"/>
                <a:chOff x="6142141" y="1786049"/>
                <a:chExt cx="1527262" cy="1731253"/>
              </a:xfrm>
              <a:solidFill>
                <a:schemeClr val="tx1">
                  <a:lumMod val="65000"/>
                  <a:lumOff val="35000"/>
                </a:schemeClr>
              </a:solidFill>
            </p:grpSpPr>
            <p:sp>
              <p:nvSpPr>
                <p:cNvPr id="8212" name="流程图: 延期 565">
                  <a:extLst>
                    <a:ext uri="{FF2B5EF4-FFF2-40B4-BE49-F238E27FC236}">
                      <a16:creationId xmlns:a16="http://schemas.microsoft.com/office/drawing/2014/main" id="{7DBE6D9E-98F9-9F01-6DD9-B55476457152}"/>
                    </a:ext>
                  </a:extLst>
                </p:cNvPr>
                <p:cNvSpPr/>
                <p:nvPr/>
              </p:nvSpPr>
              <p:spPr>
                <a:xfrm rot="16200000">
                  <a:off x="6040145" y="188804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13" name="流程图: 接点 566">
                  <a:extLst>
                    <a:ext uri="{FF2B5EF4-FFF2-40B4-BE49-F238E27FC236}">
                      <a16:creationId xmlns:a16="http://schemas.microsoft.com/office/drawing/2014/main" id="{C0BF62CF-52BE-8508-0B69-B61E53F54FFF}"/>
                    </a:ext>
                  </a:extLst>
                </p:cNvPr>
                <p:cNvSpPr/>
                <p:nvPr/>
              </p:nvSpPr>
              <p:spPr>
                <a:xfrm>
                  <a:off x="6344533" y="198173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11" name="矩形 8210">
                <a:extLst>
                  <a:ext uri="{FF2B5EF4-FFF2-40B4-BE49-F238E27FC236}">
                    <a16:creationId xmlns:a16="http://schemas.microsoft.com/office/drawing/2014/main" id="{1CA5032D-B1F7-1294-32C5-902E0234F8F7}"/>
                  </a:ext>
                </a:extLst>
              </p:cNvPr>
              <p:cNvSpPr/>
              <p:nvPr/>
            </p:nvSpPr>
            <p:spPr>
              <a:xfrm>
                <a:off x="4832657" y="251671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207" name="组合 8206">
              <a:extLst>
                <a:ext uri="{FF2B5EF4-FFF2-40B4-BE49-F238E27FC236}">
                  <a16:creationId xmlns:a16="http://schemas.microsoft.com/office/drawing/2014/main" id="{5EB18EBE-AB89-7497-5A5E-3965B33EC152}"/>
                </a:ext>
              </a:extLst>
            </p:cNvPr>
            <p:cNvGrpSpPr/>
            <p:nvPr/>
          </p:nvGrpSpPr>
          <p:grpSpPr>
            <a:xfrm>
              <a:off x="-3444429" y="5740766"/>
              <a:ext cx="238182" cy="238003"/>
              <a:chOff x="5145960" y="4201202"/>
              <a:chExt cx="150892" cy="141375"/>
            </a:xfrm>
            <a:scene3d>
              <a:camera prst="orthographicFront">
                <a:rot lat="0" lon="4500000" rev="0"/>
              </a:camera>
              <a:lightRig rig="threePt" dir="t">
                <a:rot lat="0" lon="0" rev="0"/>
              </a:lightRig>
            </a:scene3d>
          </p:grpSpPr>
          <p:sp>
            <p:nvSpPr>
              <p:cNvPr id="8208" name="Oval 15540">
                <a:extLst>
                  <a:ext uri="{FF2B5EF4-FFF2-40B4-BE49-F238E27FC236}">
                    <a16:creationId xmlns:a16="http://schemas.microsoft.com/office/drawing/2014/main" id="{BFDA038B-FEF9-50F3-D6F4-C04850615FBC}"/>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8209" name="Line 15541">
                <a:extLst>
                  <a:ext uri="{FF2B5EF4-FFF2-40B4-BE49-F238E27FC236}">
                    <a16:creationId xmlns:a16="http://schemas.microsoft.com/office/drawing/2014/main" id="{545B6B9B-5CC8-CC71-0D12-F68E756502B6}"/>
                  </a:ext>
                </a:extLst>
              </p:cNvPr>
              <p:cNvCxnSpPr>
                <a:cxnSpLocks/>
                <a:stCxn id="8208" idx="1"/>
                <a:endCxn id="8208"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115" name="组合 12114">
            <a:extLst>
              <a:ext uri="{FF2B5EF4-FFF2-40B4-BE49-F238E27FC236}">
                <a16:creationId xmlns:a16="http://schemas.microsoft.com/office/drawing/2014/main" id="{A669C7D7-C523-D2DD-A4C1-13FC462F3D6B}"/>
              </a:ext>
            </a:extLst>
          </p:cNvPr>
          <p:cNvGrpSpPr/>
          <p:nvPr/>
        </p:nvGrpSpPr>
        <p:grpSpPr>
          <a:xfrm>
            <a:off x="532285" y="1863817"/>
            <a:ext cx="2015050" cy="3038114"/>
            <a:chOff x="-1052395" y="4500097"/>
            <a:chExt cx="2015050" cy="3038114"/>
          </a:xfrm>
        </p:grpSpPr>
        <p:sp>
          <p:nvSpPr>
            <p:cNvPr id="12116" name="流程图: 接点 554">
              <a:extLst>
                <a:ext uri="{FF2B5EF4-FFF2-40B4-BE49-F238E27FC236}">
                  <a16:creationId xmlns:a16="http://schemas.microsoft.com/office/drawing/2014/main" id="{F1D6A28F-704B-F31A-D1D7-DFAE75101E2B}"/>
                </a:ext>
              </a:extLst>
            </p:cNvPr>
            <p:cNvSpPr/>
            <p:nvPr/>
          </p:nvSpPr>
          <p:spPr>
            <a:xfrm>
              <a:off x="-476038" y="6662964"/>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17" name="椭圆 12116">
              <a:extLst>
                <a:ext uri="{FF2B5EF4-FFF2-40B4-BE49-F238E27FC236}">
                  <a16:creationId xmlns:a16="http://schemas.microsoft.com/office/drawing/2014/main" id="{255130B9-F7A4-077E-4F7A-0E6FC8A19855}"/>
                </a:ext>
              </a:extLst>
            </p:cNvPr>
            <p:cNvSpPr/>
            <p:nvPr/>
          </p:nvSpPr>
          <p:spPr>
            <a:xfrm>
              <a:off x="-647399" y="6216217"/>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118" name="组合 12117">
              <a:extLst>
                <a:ext uri="{FF2B5EF4-FFF2-40B4-BE49-F238E27FC236}">
                  <a16:creationId xmlns:a16="http://schemas.microsoft.com/office/drawing/2014/main" id="{F253D31D-71D8-41E7-46C2-5C1E370C272F}"/>
                </a:ext>
              </a:extLst>
            </p:cNvPr>
            <p:cNvGrpSpPr/>
            <p:nvPr/>
          </p:nvGrpSpPr>
          <p:grpSpPr>
            <a:xfrm>
              <a:off x="362376" y="6008109"/>
              <a:ext cx="419388" cy="487204"/>
              <a:chOff x="5768619" y="3058692"/>
              <a:chExt cx="419388" cy="487204"/>
            </a:xfrm>
          </p:grpSpPr>
          <p:sp>
            <p:nvSpPr>
              <p:cNvPr id="12173" name="流程图: 接点 571">
                <a:extLst>
                  <a:ext uri="{FF2B5EF4-FFF2-40B4-BE49-F238E27FC236}">
                    <a16:creationId xmlns:a16="http://schemas.microsoft.com/office/drawing/2014/main" id="{590EDD62-F3CF-D484-1275-BDFDADD950B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74" name="流程图: 接点 572">
                <a:extLst>
                  <a:ext uri="{FF2B5EF4-FFF2-40B4-BE49-F238E27FC236}">
                    <a16:creationId xmlns:a16="http://schemas.microsoft.com/office/drawing/2014/main" id="{6274FE68-8514-A91B-D55F-5EA90CFE4F6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75" name="直线连接符 12174">
                <a:extLst>
                  <a:ext uri="{FF2B5EF4-FFF2-40B4-BE49-F238E27FC236}">
                    <a16:creationId xmlns:a16="http://schemas.microsoft.com/office/drawing/2014/main" id="{9D06CA2C-50BE-C378-7302-EF89F48E069D}"/>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76" name="直线连接符 12175">
                <a:extLst>
                  <a:ext uri="{FF2B5EF4-FFF2-40B4-BE49-F238E27FC236}">
                    <a16:creationId xmlns:a16="http://schemas.microsoft.com/office/drawing/2014/main" id="{B7495B89-E910-872B-57BF-B5A13035B8B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77" name="直线连接符 12176">
                <a:extLst>
                  <a:ext uri="{FF2B5EF4-FFF2-40B4-BE49-F238E27FC236}">
                    <a16:creationId xmlns:a16="http://schemas.microsoft.com/office/drawing/2014/main" id="{E9EFCFDC-2F01-DB18-7627-7ECE8F230671}"/>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78" name="直线连接符 12177">
                <a:extLst>
                  <a:ext uri="{FF2B5EF4-FFF2-40B4-BE49-F238E27FC236}">
                    <a16:creationId xmlns:a16="http://schemas.microsoft.com/office/drawing/2014/main" id="{FA65626F-9E55-4B31-6A0D-2A53F6CCBE6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79" name="直线连接符 12178">
                <a:extLst>
                  <a:ext uri="{FF2B5EF4-FFF2-40B4-BE49-F238E27FC236}">
                    <a16:creationId xmlns:a16="http://schemas.microsoft.com/office/drawing/2014/main" id="{5B40AE30-D82E-0B23-2C0A-FC104A00C3E0}"/>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0" name="直线连接符 12179">
                <a:extLst>
                  <a:ext uri="{FF2B5EF4-FFF2-40B4-BE49-F238E27FC236}">
                    <a16:creationId xmlns:a16="http://schemas.microsoft.com/office/drawing/2014/main" id="{BB7787A2-72F2-3EA7-4A7B-76A15AD6543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1" name="直线连接符 12180">
                <a:extLst>
                  <a:ext uri="{FF2B5EF4-FFF2-40B4-BE49-F238E27FC236}">
                    <a16:creationId xmlns:a16="http://schemas.microsoft.com/office/drawing/2014/main" id="{1639D9A5-0722-C212-4D91-89D9CD56F6B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2" name="直线连接符 12181">
                <a:extLst>
                  <a:ext uri="{FF2B5EF4-FFF2-40B4-BE49-F238E27FC236}">
                    <a16:creationId xmlns:a16="http://schemas.microsoft.com/office/drawing/2014/main" id="{1669AA09-CADB-6FA0-D3E1-ECE53B3E683B}"/>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3" name="直线连接符 12182">
                <a:extLst>
                  <a:ext uri="{FF2B5EF4-FFF2-40B4-BE49-F238E27FC236}">
                    <a16:creationId xmlns:a16="http://schemas.microsoft.com/office/drawing/2014/main" id="{D9285FB6-8C27-C538-0043-2175D630BFF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4" name="直线连接符 12183">
                <a:extLst>
                  <a:ext uri="{FF2B5EF4-FFF2-40B4-BE49-F238E27FC236}">
                    <a16:creationId xmlns:a16="http://schemas.microsoft.com/office/drawing/2014/main" id="{C165A086-2496-CCEA-DEF4-2CD9F79FD33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5" name="直线连接符 12184">
                <a:extLst>
                  <a:ext uri="{FF2B5EF4-FFF2-40B4-BE49-F238E27FC236}">
                    <a16:creationId xmlns:a16="http://schemas.microsoft.com/office/drawing/2014/main" id="{BBB55BF2-5EB7-F9FB-6744-644C3FF622B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6" name="直线连接符 12185">
                <a:extLst>
                  <a:ext uri="{FF2B5EF4-FFF2-40B4-BE49-F238E27FC236}">
                    <a16:creationId xmlns:a16="http://schemas.microsoft.com/office/drawing/2014/main" id="{7890E56A-50C7-CA6F-BE15-F24960C28C51}"/>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7" name="直线连接符 12186">
                <a:extLst>
                  <a:ext uri="{FF2B5EF4-FFF2-40B4-BE49-F238E27FC236}">
                    <a16:creationId xmlns:a16="http://schemas.microsoft.com/office/drawing/2014/main" id="{A1A925D4-C205-3629-EBFF-B6CF894EFB2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8" name="直线连接符 12187">
                <a:extLst>
                  <a:ext uri="{FF2B5EF4-FFF2-40B4-BE49-F238E27FC236}">
                    <a16:creationId xmlns:a16="http://schemas.microsoft.com/office/drawing/2014/main" id="{6327A7A0-B222-6D5B-41A8-DDDC3B24D9F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89" name="直线连接符 12188">
                <a:extLst>
                  <a:ext uri="{FF2B5EF4-FFF2-40B4-BE49-F238E27FC236}">
                    <a16:creationId xmlns:a16="http://schemas.microsoft.com/office/drawing/2014/main" id="{1719FE3E-1E8A-8857-4212-C7E9E9919DB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90" name="直线连接符 12189">
                <a:extLst>
                  <a:ext uri="{FF2B5EF4-FFF2-40B4-BE49-F238E27FC236}">
                    <a16:creationId xmlns:a16="http://schemas.microsoft.com/office/drawing/2014/main" id="{9A4E2912-7D41-8548-E353-6FCF3655ECF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91" name="直线连接符 12190">
                <a:extLst>
                  <a:ext uri="{FF2B5EF4-FFF2-40B4-BE49-F238E27FC236}">
                    <a16:creationId xmlns:a16="http://schemas.microsoft.com/office/drawing/2014/main" id="{DCBD4248-2767-305C-2C22-25EABEC1A76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119" name="组合 12118">
              <a:extLst>
                <a:ext uri="{FF2B5EF4-FFF2-40B4-BE49-F238E27FC236}">
                  <a16:creationId xmlns:a16="http://schemas.microsoft.com/office/drawing/2014/main" id="{68D2E18C-4732-AC04-1FFD-ED7B2C76CC39}"/>
                </a:ext>
              </a:extLst>
            </p:cNvPr>
            <p:cNvGrpSpPr/>
            <p:nvPr/>
          </p:nvGrpSpPr>
          <p:grpSpPr>
            <a:xfrm>
              <a:off x="-761952" y="5980542"/>
              <a:ext cx="419388" cy="487204"/>
              <a:chOff x="5768619" y="3058692"/>
              <a:chExt cx="419388" cy="487204"/>
            </a:xfrm>
          </p:grpSpPr>
          <p:sp>
            <p:nvSpPr>
              <p:cNvPr id="12154" name="流程图: 接点 571">
                <a:extLst>
                  <a:ext uri="{FF2B5EF4-FFF2-40B4-BE49-F238E27FC236}">
                    <a16:creationId xmlns:a16="http://schemas.microsoft.com/office/drawing/2014/main" id="{6BEB52FA-5F79-E749-78F5-3AD9CD62007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55" name="流程图: 接点 572">
                <a:extLst>
                  <a:ext uri="{FF2B5EF4-FFF2-40B4-BE49-F238E27FC236}">
                    <a16:creationId xmlns:a16="http://schemas.microsoft.com/office/drawing/2014/main" id="{42DB5A49-DFD3-EB97-A484-5F9FC05A027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56" name="直线连接符 12155">
                <a:extLst>
                  <a:ext uri="{FF2B5EF4-FFF2-40B4-BE49-F238E27FC236}">
                    <a16:creationId xmlns:a16="http://schemas.microsoft.com/office/drawing/2014/main" id="{B9CF23E6-8D69-BD7E-367A-9A908C51184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7" name="直线连接符 12156">
                <a:extLst>
                  <a:ext uri="{FF2B5EF4-FFF2-40B4-BE49-F238E27FC236}">
                    <a16:creationId xmlns:a16="http://schemas.microsoft.com/office/drawing/2014/main" id="{F7250A24-956B-245A-C5A6-E67F55248232}"/>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8" name="直线连接符 12157">
                <a:extLst>
                  <a:ext uri="{FF2B5EF4-FFF2-40B4-BE49-F238E27FC236}">
                    <a16:creationId xmlns:a16="http://schemas.microsoft.com/office/drawing/2014/main" id="{5286DE79-51C5-D2EC-5B5D-148AB25F878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9" name="直线连接符 12158">
                <a:extLst>
                  <a:ext uri="{FF2B5EF4-FFF2-40B4-BE49-F238E27FC236}">
                    <a16:creationId xmlns:a16="http://schemas.microsoft.com/office/drawing/2014/main" id="{517E5C22-5DA8-4C64-0C7C-89E8B43F3CA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0" name="直线连接符 12159">
                <a:extLst>
                  <a:ext uri="{FF2B5EF4-FFF2-40B4-BE49-F238E27FC236}">
                    <a16:creationId xmlns:a16="http://schemas.microsoft.com/office/drawing/2014/main" id="{8EBF83FA-80D6-4089-BF5B-59CD9454A15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1" name="直线连接符 12160">
                <a:extLst>
                  <a:ext uri="{FF2B5EF4-FFF2-40B4-BE49-F238E27FC236}">
                    <a16:creationId xmlns:a16="http://schemas.microsoft.com/office/drawing/2014/main" id="{BD8B0ECE-4CAA-730D-EA9F-A90C2AD4C07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2" name="直线连接符 12161">
                <a:extLst>
                  <a:ext uri="{FF2B5EF4-FFF2-40B4-BE49-F238E27FC236}">
                    <a16:creationId xmlns:a16="http://schemas.microsoft.com/office/drawing/2014/main" id="{3833CB48-F7FA-FEE3-F153-5D1579FB04D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3" name="直线连接符 12162">
                <a:extLst>
                  <a:ext uri="{FF2B5EF4-FFF2-40B4-BE49-F238E27FC236}">
                    <a16:creationId xmlns:a16="http://schemas.microsoft.com/office/drawing/2014/main" id="{68AFAAD7-78BE-B668-0F10-5FD96E38E57F}"/>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4" name="直线连接符 12163">
                <a:extLst>
                  <a:ext uri="{FF2B5EF4-FFF2-40B4-BE49-F238E27FC236}">
                    <a16:creationId xmlns:a16="http://schemas.microsoft.com/office/drawing/2014/main" id="{A1407CB2-5886-D413-C19B-7D57E780BCF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5" name="直线连接符 12164">
                <a:extLst>
                  <a:ext uri="{FF2B5EF4-FFF2-40B4-BE49-F238E27FC236}">
                    <a16:creationId xmlns:a16="http://schemas.microsoft.com/office/drawing/2014/main" id="{07D0A4B7-5C19-C14A-8A23-BE354F24EC6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6" name="直线连接符 12165">
                <a:extLst>
                  <a:ext uri="{FF2B5EF4-FFF2-40B4-BE49-F238E27FC236}">
                    <a16:creationId xmlns:a16="http://schemas.microsoft.com/office/drawing/2014/main" id="{4ED55F11-9BF9-0080-C122-E95CAB9C2D6C}"/>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7" name="直线连接符 12166">
                <a:extLst>
                  <a:ext uri="{FF2B5EF4-FFF2-40B4-BE49-F238E27FC236}">
                    <a16:creationId xmlns:a16="http://schemas.microsoft.com/office/drawing/2014/main" id="{ECFF3936-6345-C5FF-1568-6105A3B2120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8" name="直线连接符 12167">
                <a:extLst>
                  <a:ext uri="{FF2B5EF4-FFF2-40B4-BE49-F238E27FC236}">
                    <a16:creationId xmlns:a16="http://schemas.microsoft.com/office/drawing/2014/main" id="{32F61F5F-8200-4D7D-6FF3-C9C12F0304B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69" name="直线连接符 12168">
                <a:extLst>
                  <a:ext uri="{FF2B5EF4-FFF2-40B4-BE49-F238E27FC236}">
                    <a16:creationId xmlns:a16="http://schemas.microsoft.com/office/drawing/2014/main" id="{DE69D11E-9537-F9AC-6203-08D100F0E13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70" name="直线连接符 12169">
                <a:extLst>
                  <a:ext uri="{FF2B5EF4-FFF2-40B4-BE49-F238E27FC236}">
                    <a16:creationId xmlns:a16="http://schemas.microsoft.com/office/drawing/2014/main" id="{3034477A-8D6A-D3CB-4476-9858C7492BC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71" name="直线连接符 12170">
                <a:extLst>
                  <a:ext uri="{FF2B5EF4-FFF2-40B4-BE49-F238E27FC236}">
                    <a16:creationId xmlns:a16="http://schemas.microsoft.com/office/drawing/2014/main" id="{91823921-19C9-4CB0-382D-DC2EDDC57B7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72" name="直线连接符 12171">
                <a:extLst>
                  <a:ext uri="{FF2B5EF4-FFF2-40B4-BE49-F238E27FC236}">
                    <a16:creationId xmlns:a16="http://schemas.microsoft.com/office/drawing/2014/main" id="{5040E3E7-1F0E-2EA4-0A5D-808F19930E4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120" name="流程图: 接点 556">
              <a:extLst>
                <a:ext uri="{FF2B5EF4-FFF2-40B4-BE49-F238E27FC236}">
                  <a16:creationId xmlns:a16="http://schemas.microsoft.com/office/drawing/2014/main" id="{10D9FE3A-C006-371A-914B-C0EBE61F0671}"/>
                </a:ext>
              </a:extLst>
            </p:cNvPr>
            <p:cNvSpPr/>
            <p:nvPr/>
          </p:nvSpPr>
          <p:spPr>
            <a:xfrm>
              <a:off x="-522411" y="5837684"/>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121" name="组合 12120">
              <a:extLst>
                <a:ext uri="{FF2B5EF4-FFF2-40B4-BE49-F238E27FC236}">
                  <a16:creationId xmlns:a16="http://schemas.microsoft.com/office/drawing/2014/main" id="{BE864882-AEE8-143B-AF70-2C5F8D2715EC}"/>
                </a:ext>
              </a:extLst>
            </p:cNvPr>
            <p:cNvGrpSpPr/>
            <p:nvPr/>
          </p:nvGrpSpPr>
          <p:grpSpPr>
            <a:xfrm>
              <a:off x="-286838" y="6192417"/>
              <a:ext cx="419388" cy="487204"/>
              <a:chOff x="5768619" y="3058692"/>
              <a:chExt cx="419388" cy="487204"/>
            </a:xfrm>
          </p:grpSpPr>
          <p:sp>
            <p:nvSpPr>
              <p:cNvPr id="12135" name="流程图: 接点 571">
                <a:extLst>
                  <a:ext uri="{FF2B5EF4-FFF2-40B4-BE49-F238E27FC236}">
                    <a16:creationId xmlns:a16="http://schemas.microsoft.com/office/drawing/2014/main" id="{81AF7730-29B5-0984-AFC8-434F84CA0C9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36" name="流程图: 接点 572">
                <a:extLst>
                  <a:ext uri="{FF2B5EF4-FFF2-40B4-BE49-F238E27FC236}">
                    <a16:creationId xmlns:a16="http://schemas.microsoft.com/office/drawing/2014/main" id="{70BEF1E7-0DB4-F6BA-F011-58AFC31AEABB}"/>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137" name="直线连接符 12136">
                <a:extLst>
                  <a:ext uri="{FF2B5EF4-FFF2-40B4-BE49-F238E27FC236}">
                    <a16:creationId xmlns:a16="http://schemas.microsoft.com/office/drawing/2014/main" id="{EB588CEA-FBAC-0F17-9D8A-E67EFB65CCF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8" name="直线连接符 12137">
                <a:extLst>
                  <a:ext uri="{FF2B5EF4-FFF2-40B4-BE49-F238E27FC236}">
                    <a16:creationId xmlns:a16="http://schemas.microsoft.com/office/drawing/2014/main" id="{7F2D1993-FFBD-B16D-8366-22DEA21C344A}"/>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39" name="直线连接符 12138">
                <a:extLst>
                  <a:ext uri="{FF2B5EF4-FFF2-40B4-BE49-F238E27FC236}">
                    <a16:creationId xmlns:a16="http://schemas.microsoft.com/office/drawing/2014/main" id="{AC278BB8-2AEA-775E-2F09-4920E286FAF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0" name="直线连接符 12139">
                <a:extLst>
                  <a:ext uri="{FF2B5EF4-FFF2-40B4-BE49-F238E27FC236}">
                    <a16:creationId xmlns:a16="http://schemas.microsoft.com/office/drawing/2014/main" id="{690837A0-5FB9-1E9D-C007-B22F1BC781FE}"/>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1" name="直线连接符 12140">
                <a:extLst>
                  <a:ext uri="{FF2B5EF4-FFF2-40B4-BE49-F238E27FC236}">
                    <a16:creationId xmlns:a16="http://schemas.microsoft.com/office/drawing/2014/main" id="{C3CD4005-C7F6-AD9F-0E56-3634F2F3EC9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2" name="直线连接符 12141">
                <a:extLst>
                  <a:ext uri="{FF2B5EF4-FFF2-40B4-BE49-F238E27FC236}">
                    <a16:creationId xmlns:a16="http://schemas.microsoft.com/office/drawing/2014/main" id="{94AF9253-2336-6EFC-5812-B04F0361946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3" name="直线连接符 12142">
                <a:extLst>
                  <a:ext uri="{FF2B5EF4-FFF2-40B4-BE49-F238E27FC236}">
                    <a16:creationId xmlns:a16="http://schemas.microsoft.com/office/drawing/2014/main" id="{18D42297-882D-E349-AD20-43216334A09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4" name="直线连接符 12143">
                <a:extLst>
                  <a:ext uri="{FF2B5EF4-FFF2-40B4-BE49-F238E27FC236}">
                    <a16:creationId xmlns:a16="http://schemas.microsoft.com/office/drawing/2014/main" id="{3B05E146-DAFC-28C0-D8B1-8DA08657DAB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5" name="直线连接符 12144">
                <a:extLst>
                  <a:ext uri="{FF2B5EF4-FFF2-40B4-BE49-F238E27FC236}">
                    <a16:creationId xmlns:a16="http://schemas.microsoft.com/office/drawing/2014/main" id="{67B7BA34-6017-22D1-10B5-B368A6CDC5DD}"/>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6" name="直线连接符 12145">
                <a:extLst>
                  <a:ext uri="{FF2B5EF4-FFF2-40B4-BE49-F238E27FC236}">
                    <a16:creationId xmlns:a16="http://schemas.microsoft.com/office/drawing/2014/main" id="{B2D596FD-879B-C050-2EB0-1BCDB62D5E9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7" name="直线连接符 12146">
                <a:extLst>
                  <a:ext uri="{FF2B5EF4-FFF2-40B4-BE49-F238E27FC236}">
                    <a16:creationId xmlns:a16="http://schemas.microsoft.com/office/drawing/2014/main" id="{9D26D2EE-A886-CFC9-D5EB-7AF08DFE460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8" name="直线连接符 12147">
                <a:extLst>
                  <a:ext uri="{FF2B5EF4-FFF2-40B4-BE49-F238E27FC236}">
                    <a16:creationId xmlns:a16="http://schemas.microsoft.com/office/drawing/2014/main" id="{2C2B0F82-AE37-E0E5-3650-9CC884043E28}"/>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49" name="直线连接符 12148">
                <a:extLst>
                  <a:ext uri="{FF2B5EF4-FFF2-40B4-BE49-F238E27FC236}">
                    <a16:creationId xmlns:a16="http://schemas.microsoft.com/office/drawing/2014/main" id="{4FFFADCD-33E0-348C-4DE6-F5AB21442FD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0" name="直线连接符 12149">
                <a:extLst>
                  <a:ext uri="{FF2B5EF4-FFF2-40B4-BE49-F238E27FC236}">
                    <a16:creationId xmlns:a16="http://schemas.microsoft.com/office/drawing/2014/main" id="{AC402B5F-6F24-5AB9-A2E6-991B63B30A4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51" name="直线连接符 12150">
                <a:extLst>
                  <a:ext uri="{FF2B5EF4-FFF2-40B4-BE49-F238E27FC236}">
                    <a16:creationId xmlns:a16="http://schemas.microsoft.com/office/drawing/2014/main" id="{3F9B4013-D72D-DF87-BF83-349BAE0B3B8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152" name="直线连接符 12151">
                <a:extLst>
                  <a:ext uri="{FF2B5EF4-FFF2-40B4-BE49-F238E27FC236}">
                    <a16:creationId xmlns:a16="http://schemas.microsoft.com/office/drawing/2014/main" id="{77CB90C3-1682-7AD3-71A9-8FE5ACF566A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53" name="直线连接符 12152">
                <a:extLst>
                  <a:ext uri="{FF2B5EF4-FFF2-40B4-BE49-F238E27FC236}">
                    <a16:creationId xmlns:a16="http://schemas.microsoft.com/office/drawing/2014/main" id="{1462DA1C-A4E4-1100-1A82-CFF31EE1640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122" name="组合 12121">
              <a:extLst>
                <a:ext uri="{FF2B5EF4-FFF2-40B4-BE49-F238E27FC236}">
                  <a16:creationId xmlns:a16="http://schemas.microsoft.com/office/drawing/2014/main" id="{5A637051-33DA-41BD-2193-4B62BE124505}"/>
                </a:ext>
              </a:extLst>
            </p:cNvPr>
            <p:cNvGrpSpPr/>
            <p:nvPr/>
          </p:nvGrpSpPr>
          <p:grpSpPr>
            <a:xfrm>
              <a:off x="-1011186" y="5001361"/>
              <a:ext cx="1973841" cy="1732229"/>
              <a:chOff x="7707547" y="3116283"/>
              <a:chExt cx="2913493" cy="2493706"/>
            </a:xfrm>
          </p:grpSpPr>
          <p:sp>
            <p:nvSpPr>
              <p:cNvPr id="12131" name="流程图: 接点 567">
                <a:extLst>
                  <a:ext uri="{FF2B5EF4-FFF2-40B4-BE49-F238E27FC236}">
                    <a16:creationId xmlns:a16="http://schemas.microsoft.com/office/drawing/2014/main" id="{876FC524-0F0E-FD84-0C2D-EFE5E8D7CCF3}"/>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32" name="流程图: 接点 568">
                <a:extLst>
                  <a:ext uri="{FF2B5EF4-FFF2-40B4-BE49-F238E27FC236}">
                    <a16:creationId xmlns:a16="http://schemas.microsoft.com/office/drawing/2014/main" id="{091E4F76-8A58-6789-C896-413D524434ED}"/>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420000" lon="0" rev="6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33" name="椭圆 12132">
                <a:extLst>
                  <a:ext uri="{FF2B5EF4-FFF2-40B4-BE49-F238E27FC236}">
                    <a16:creationId xmlns:a16="http://schemas.microsoft.com/office/drawing/2014/main" id="{0DB447C3-198E-20BC-0E39-9808426BBF42}"/>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34" name="椭圆 12133">
                <a:extLst>
                  <a:ext uri="{FF2B5EF4-FFF2-40B4-BE49-F238E27FC236}">
                    <a16:creationId xmlns:a16="http://schemas.microsoft.com/office/drawing/2014/main" id="{6E782BEE-21BA-330D-F816-DA0F67C5B956}"/>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123" name="组合 12122">
              <a:extLst>
                <a:ext uri="{FF2B5EF4-FFF2-40B4-BE49-F238E27FC236}">
                  <a16:creationId xmlns:a16="http://schemas.microsoft.com/office/drawing/2014/main" id="{F7C1F88E-E747-9C06-95AF-6EE2595A39BD}"/>
                </a:ext>
              </a:extLst>
            </p:cNvPr>
            <p:cNvGrpSpPr/>
            <p:nvPr/>
          </p:nvGrpSpPr>
          <p:grpSpPr>
            <a:xfrm>
              <a:off x="-421165" y="4500097"/>
              <a:ext cx="1057503" cy="1052173"/>
              <a:chOff x="4832657" y="1810509"/>
              <a:chExt cx="875803" cy="967645"/>
            </a:xfrm>
            <a:scene3d>
              <a:camera prst="orthographicFront">
                <a:rot lat="600000" lon="13050000" rev="60000"/>
              </a:camera>
              <a:lightRig rig="threePt" dir="t"/>
            </a:scene3d>
          </p:grpSpPr>
          <p:grpSp>
            <p:nvGrpSpPr>
              <p:cNvPr id="12127" name="组合 12126">
                <a:extLst>
                  <a:ext uri="{FF2B5EF4-FFF2-40B4-BE49-F238E27FC236}">
                    <a16:creationId xmlns:a16="http://schemas.microsoft.com/office/drawing/2014/main" id="{300E31C1-F443-9A71-8E57-7770DA1BC208}"/>
                  </a:ext>
                </a:extLst>
              </p:cNvPr>
              <p:cNvGrpSpPr/>
              <p:nvPr/>
            </p:nvGrpSpPr>
            <p:grpSpPr>
              <a:xfrm>
                <a:off x="4832660" y="1810509"/>
                <a:ext cx="875800" cy="951265"/>
                <a:chOff x="6142141" y="1786049"/>
                <a:chExt cx="1527262" cy="1731253"/>
              </a:xfrm>
              <a:solidFill>
                <a:schemeClr val="tx1">
                  <a:lumMod val="65000"/>
                  <a:lumOff val="35000"/>
                </a:schemeClr>
              </a:solidFill>
            </p:grpSpPr>
            <p:sp>
              <p:nvSpPr>
                <p:cNvPr id="12129" name="流程图: 延期 565">
                  <a:extLst>
                    <a:ext uri="{FF2B5EF4-FFF2-40B4-BE49-F238E27FC236}">
                      <a16:creationId xmlns:a16="http://schemas.microsoft.com/office/drawing/2014/main" id="{16F86B7D-A72A-79A4-A4B7-0EBC8D5147A3}"/>
                    </a:ext>
                  </a:extLst>
                </p:cNvPr>
                <p:cNvSpPr/>
                <p:nvPr/>
              </p:nvSpPr>
              <p:spPr>
                <a:xfrm rot="16200000">
                  <a:off x="6040145" y="188804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30" name="流程图: 接点 566">
                  <a:extLst>
                    <a:ext uri="{FF2B5EF4-FFF2-40B4-BE49-F238E27FC236}">
                      <a16:creationId xmlns:a16="http://schemas.microsoft.com/office/drawing/2014/main" id="{64CF6A07-2315-38A6-E51C-8A95CC03E380}"/>
                    </a:ext>
                  </a:extLst>
                </p:cNvPr>
                <p:cNvSpPr/>
                <p:nvPr/>
              </p:nvSpPr>
              <p:spPr>
                <a:xfrm>
                  <a:off x="6344533" y="198173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128" name="矩形 12127">
                <a:extLst>
                  <a:ext uri="{FF2B5EF4-FFF2-40B4-BE49-F238E27FC236}">
                    <a16:creationId xmlns:a16="http://schemas.microsoft.com/office/drawing/2014/main" id="{159D3713-9D42-8043-ED94-148B95464648}"/>
                  </a:ext>
                </a:extLst>
              </p:cNvPr>
              <p:cNvSpPr/>
              <p:nvPr/>
            </p:nvSpPr>
            <p:spPr>
              <a:xfrm>
                <a:off x="4832657" y="251671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124" name="组合 12123">
              <a:extLst>
                <a:ext uri="{FF2B5EF4-FFF2-40B4-BE49-F238E27FC236}">
                  <a16:creationId xmlns:a16="http://schemas.microsoft.com/office/drawing/2014/main" id="{AF26353B-4A24-E09E-DE14-E1F39A78B62C}"/>
                </a:ext>
              </a:extLst>
            </p:cNvPr>
            <p:cNvGrpSpPr/>
            <p:nvPr/>
          </p:nvGrpSpPr>
          <p:grpSpPr>
            <a:xfrm>
              <a:off x="-1052395" y="5637692"/>
              <a:ext cx="238182" cy="238003"/>
              <a:chOff x="5145960" y="4201202"/>
              <a:chExt cx="150892" cy="141375"/>
            </a:xfrm>
            <a:scene3d>
              <a:camera prst="orthographicFront">
                <a:rot lat="0" lon="4050000" rev="0"/>
              </a:camera>
              <a:lightRig rig="threePt" dir="t">
                <a:rot lat="0" lon="0" rev="0"/>
              </a:lightRig>
            </a:scene3d>
          </p:grpSpPr>
          <p:sp>
            <p:nvSpPr>
              <p:cNvPr id="12125" name="Oval 15540">
                <a:extLst>
                  <a:ext uri="{FF2B5EF4-FFF2-40B4-BE49-F238E27FC236}">
                    <a16:creationId xmlns:a16="http://schemas.microsoft.com/office/drawing/2014/main" id="{389CEBE5-ECAA-8E42-76C3-66FF3FBAEC1F}"/>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126" name="Line 15541">
                <a:extLst>
                  <a:ext uri="{FF2B5EF4-FFF2-40B4-BE49-F238E27FC236}">
                    <a16:creationId xmlns:a16="http://schemas.microsoft.com/office/drawing/2014/main" id="{5C7320C8-F286-F7EE-9CC9-4C412CDCC8B9}"/>
                  </a:ext>
                </a:extLst>
              </p:cNvPr>
              <p:cNvCxnSpPr>
                <a:cxnSpLocks/>
                <a:stCxn id="12125" idx="1"/>
                <a:endCxn id="12125"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192" name="组合 12191">
            <a:extLst>
              <a:ext uri="{FF2B5EF4-FFF2-40B4-BE49-F238E27FC236}">
                <a16:creationId xmlns:a16="http://schemas.microsoft.com/office/drawing/2014/main" id="{E000DA59-50E6-0C39-034B-21C21D978737}"/>
              </a:ext>
            </a:extLst>
          </p:cNvPr>
          <p:cNvGrpSpPr/>
          <p:nvPr/>
        </p:nvGrpSpPr>
        <p:grpSpPr>
          <a:xfrm>
            <a:off x="565952" y="1872962"/>
            <a:ext cx="1973841" cy="3028969"/>
            <a:chOff x="1097522" y="4581185"/>
            <a:chExt cx="1973841" cy="3028969"/>
          </a:xfrm>
        </p:grpSpPr>
        <p:sp>
          <p:nvSpPr>
            <p:cNvPr id="12193" name="流程图: 接点 554">
              <a:extLst>
                <a:ext uri="{FF2B5EF4-FFF2-40B4-BE49-F238E27FC236}">
                  <a16:creationId xmlns:a16="http://schemas.microsoft.com/office/drawing/2014/main" id="{9D9F9AAC-E409-76CB-B3DC-31578166DCE7}"/>
                </a:ext>
              </a:extLst>
            </p:cNvPr>
            <p:cNvSpPr/>
            <p:nvPr/>
          </p:nvSpPr>
          <p:spPr>
            <a:xfrm>
              <a:off x="1632670" y="6734907"/>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94" name="椭圆 12193">
              <a:extLst>
                <a:ext uri="{FF2B5EF4-FFF2-40B4-BE49-F238E27FC236}">
                  <a16:creationId xmlns:a16="http://schemas.microsoft.com/office/drawing/2014/main" id="{2AAB4FB0-B5F0-2B6C-0733-C51936EDB1D7}"/>
                </a:ext>
              </a:extLst>
            </p:cNvPr>
            <p:cNvSpPr/>
            <p:nvPr/>
          </p:nvSpPr>
          <p:spPr>
            <a:xfrm>
              <a:off x="1461309" y="6288160"/>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195" name="组合 12194">
              <a:extLst>
                <a:ext uri="{FF2B5EF4-FFF2-40B4-BE49-F238E27FC236}">
                  <a16:creationId xmlns:a16="http://schemas.microsoft.com/office/drawing/2014/main" id="{53F2A47E-8BFA-7CAC-AD24-A3E900105F0D}"/>
                </a:ext>
              </a:extLst>
            </p:cNvPr>
            <p:cNvGrpSpPr/>
            <p:nvPr/>
          </p:nvGrpSpPr>
          <p:grpSpPr>
            <a:xfrm>
              <a:off x="1297925" y="6067053"/>
              <a:ext cx="419388" cy="487204"/>
              <a:chOff x="5768619" y="3058692"/>
              <a:chExt cx="419388" cy="487204"/>
            </a:xfrm>
          </p:grpSpPr>
          <p:sp>
            <p:nvSpPr>
              <p:cNvPr id="12250" name="流程图: 接点 571">
                <a:extLst>
                  <a:ext uri="{FF2B5EF4-FFF2-40B4-BE49-F238E27FC236}">
                    <a16:creationId xmlns:a16="http://schemas.microsoft.com/office/drawing/2014/main" id="{D2CFD804-E619-BE00-AAED-C503E01A6580}"/>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51" name="流程图: 接点 572">
                <a:extLst>
                  <a:ext uri="{FF2B5EF4-FFF2-40B4-BE49-F238E27FC236}">
                    <a16:creationId xmlns:a16="http://schemas.microsoft.com/office/drawing/2014/main" id="{9E6BC836-F48D-8C93-3504-C01A97F1366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52" name="直线连接符 12251">
                <a:extLst>
                  <a:ext uri="{FF2B5EF4-FFF2-40B4-BE49-F238E27FC236}">
                    <a16:creationId xmlns:a16="http://schemas.microsoft.com/office/drawing/2014/main" id="{7953D3E6-AED2-D3B8-B5B6-1E0264D21DC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3" name="直线连接符 12252">
                <a:extLst>
                  <a:ext uri="{FF2B5EF4-FFF2-40B4-BE49-F238E27FC236}">
                    <a16:creationId xmlns:a16="http://schemas.microsoft.com/office/drawing/2014/main" id="{21CC6DDD-1207-5618-DC70-D9E7894DCE1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4" name="直线连接符 12253">
                <a:extLst>
                  <a:ext uri="{FF2B5EF4-FFF2-40B4-BE49-F238E27FC236}">
                    <a16:creationId xmlns:a16="http://schemas.microsoft.com/office/drawing/2014/main" id="{0641E67D-2730-2548-7BA5-CB0CB6EBA0C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5" name="直线连接符 12254">
                <a:extLst>
                  <a:ext uri="{FF2B5EF4-FFF2-40B4-BE49-F238E27FC236}">
                    <a16:creationId xmlns:a16="http://schemas.microsoft.com/office/drawing/2014/main" id="{533D0FDD-FBD2-7AC5-0DC0-02F261665A03}"/>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6" name="直线连接符 12255">
                <a:extLst>
                  <a:ext uri="{FF2B5EF4-FFF2-40B4-BE49-F238E27FC236}">
                    <a16:creationId xmlns:a16="http://schemas.microsoft.com/office/drawing/2014/main" id="{B0CBEBD4-6057-A2B1-81B0-803A77C122E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7" name="直线连接符 12256">
                <a:extLst>
                  <a:ext uri="{FF2B5EF4-FFF2-40B4-BE49-F238E27FC236}">
                    <a16:creationId xmlns:a16="http://schemas.microsoft.com/office/drawing/2014/main" id="{A26F1806-2D73-111F-FE8C-13463979EEF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8" name="直线连接符 12257">
                <a:extLst>
                  <a:ext uri="{FF2B5EF4-FFF2-40B4-BE49-F238E27FC236}">
                    <a16:creationId xmlns:a16="http://schemas.microsoft.com/office/drawing/2014/main" id="{1F1FD312-76FA-7B58-8D8D-36F61017630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59" name="直线连接符 12258">
                <a:extLst>
                  <a:ext uri="{FF2B5EF4-FFF2-40B4-BE49-F238E27FC236}">
                    <a16:creationId xmlns:a16="http://schemas.microsoft.com/office/drawing/2014/main" id="{C62B9037-92D0-A91D-DAFA-94F4E0B5ED8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60" name="直线连接符 12259">
                <a:extLst>
                  <a:ext uri="{FF2B5EF4-FFF2-40B4-BE49-F238E27FC236}">
                    <a16:creationId xmlns:a16="http://schemas.microsoft.com/office/drawing/2014/main" id="{E12899A6-DD3B-DDA4-E005-C8CD6708C23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61" name="直线连接符 12260">
                <a:extLst>
                  <a:ext uri="{FF2B5EF4-FFF2-40B4-BE49-F238E27FC236}">
                    <a16:creationId xmlns:a16="http://schemas.microsoft.com/office/drawing/2014/main" id="{69822A92-C274-0A28-C757-D2528A1F645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62" name="直线连接符 12261">
                <a:extLst>
                  <a:ext uri="{FF2B5EF4-FFF2-40B4-BE49-F238E27FC236}">
                    <a16:creationId xmlns:a16="http://schemas.microsoft.com/office/drawing/2014/main" id="{126D5153-35A6-1CB2-8C65-6BA489D9315B}"/>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63" name="直线连接符 12262">
                <a:extLst>
                  <a:ext uri="{FF2B5EF4-FFF2-40B4-BE49-F238E27FC236}">
                    <a16:creationId xmlns:a16="http://schemas.microsoft.com/office/drawing/2014/main" id="{0E4FE6ED-9DBC-5298-781D-60912A6B2BA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64" name="直线连接符 12263">
                <a:extLst>
                  <a:ext uri="{FF2B5EF4-FFF2-40B4-BE49-F238E27FC236}">
                    <a16:creationId xmlns:a16="http://schemas.microsoft.com/office/drawing/2014/main" id="{2B220EA7-7233-5FE3-20FE-774F41ABF48D}"/>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65" name="直线连接符 12264">
                <a:extLst>
                  <a:ext uri="{FF2B5EF4-FFF2-40B4-BE49-F238E27FC236}">
                    <a16:creationId xmlns:a16="http://schemas.microsoft.com/office/drawing/2014/main" id="{1945B283-0B0C-CE61-4378-11DE0E0E7592}"/>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66" name="直线连接符 12265">
                <a:extLst>
                  <a:ext uri="{FF2B5EF4-FFF2-40B4-BE49-F238E27FC236}">
                    <a16:creationId xmlns:a16="http://schemas.microsoft.com/office/drawing/2014/main" id="{29ABE933-71DA-E12E-DD85-75B269F5DF1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67" name="直线连接符 12266">
                <a:extLst>
                  <a:ext uri="{FF2B5EF4-FFF2-40B4-BE49-F238E27FC236}">
                    <a16:creationId xmlns:a16="http://schemas.microsoft.com/office/drawing/2014/main" id="{0649306D-FECF-AA92-0978-3B070812633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268" name="直线连接符 12267">
                <a:extLst>
                  <a:ext uri="{FF2B5EF4-FFF2-40B4-BE49-F238E27FC236}">
                    <a16:creationId xmlns:a16="http://schemas.microsoft.com/office/drawing/2014/main" id="{2AD487A6-6D6B-1EF9-4DCB-98BB965E733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196" name="组合 12195">
              <a:extLst>
                <a:ext uri="{FF2B5EF4-FFF2-40B4-BE49-F238E27FC236}">
                  <a16:creationId xmlns:a16="http://schemas.microsoft.com/office/drawing/2014/main" id="{6A2BDF10-F7F6-D239-1A17-E4AF5100AE1F}"/>
                </a:ext>
              </a:extLst>
            </p:cNvPr>
            <p:cNvGrpSpPr/>
            <p:nvPr/>
          </p:nvGrpSpPr>
          <p:grpSpPr>
            <a:xfrm>
              <a:off x="2409094" y="6085455"/>
              <a:ext cx="419388" cy="487204"/>
              <a:chOff x="5768619" y="3058692"/>
              <a:chExt cx="419388" cy="487204"/>
            </a:xfrm>
          </p:grpSpPr>
          <p:sp>
            <p:nvSpPr>
              <p:cNvPr id="12231" name="流程图: 接点 571">
                <a:extLst>
                  <a:ext uri="{FF2B5EF4-FFF2-40B4-BE49-F238E27FC236}">
                    <a16:creationId xmlns:a16="http://schemas.microsoft.com/office/drawing/2014/main" id="{C2764409-D770-A943-DF67-21971EF07A8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32" name="流程图: 接点 572">
                <a:extLst>
                  <a:ext uri="{FF2B5EF4-FFF2-40B4-BE49-F238E27FC236}">
                    <a16:creationId xmlns:a16="http://schemas.microsoft.com/office/drawing/2014/main" id="{DF2BD21B-0706-BFB3-D9BE-65A26E5E92C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33" name="直线连接符 12232">
                <a:extLst>
                  <a:ext uri="{FF2B5EF4-FFF2-40B4-BE49-F238E27FC236}">
                    <a16:creationId xmlns:a16="http://schemas.microsoft.com/office/drawing/2014/main" id="{A216A9F6-BD7D-D529-C0D3-8227705BA81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4" name="直线连接符 12233">
                <a:extLst>
                  <a:ext uri="{FF2B5EF4-FFF2-40B4-BE49-F238E27FC236}">
                    <a16:creationId xmlns:a16="http://schemas.microsoft.com/office/drawing/2014/main" id="{6C05B7F3-35F4-45C1-18E7-724FAB761AC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5" name="直线连接符 12234">
                <a:extLst>
                  <a:ext uri="{FF2B5EF4-FFF2-40B4-BE49-F238E27FC236}">
                    <a16:creationId xmlns:a16="http://schemas.microsoft.com/office/drawing/2014/main" id="{00C9A8AC-D5DC-0264-6A47-7D4848C011A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6" name="直线连接符 12235">
                <a:extLst>
                  <a:ext uri="{FF2B5EF4-FFF2-40B4-BE49-F238E27FC236}">
                    <a16:creationId xmlns:a16="http://schemas.microsoft.com/office/drawing/2014/main" id="{4DE451F9-C37C-1203-547F-D6D9B6AF1A15}"/>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7" name="直线连接符 12236">
                <a:extLst>
                  <a:ext uri="{FF2B5EF4-FFF2-40B4-BE49-F238E27FC236}">
                    <a16:creationId xmlns:a16="http://schemas.microsoft.com/office/drawing/2014/main" id="{935FE0EB-131C-50B2-D199-7FF4F62F5B5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8" name="直线连接符 12237">
                <a:extLst>
                  <a:ext uri="{FF2B5EF4-FFF2-40B4-BE49-F238E27FC236}">
                    <a16:creationId xmlns:a16="http://schemas.microsoft.com/office/drawing/2014/main" id="{CA0890DF-6C62-2320-3548-13B4DB7AC7B6}"/>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39" name="直线连接符 12238">
                <a:extLst>
                  <a:ext uri="{FF2B5EF4-FFF2-40B4-BE49-F238E27FC236}">
                    <a16:creationId xmlns:a16="http://schemas.microsoft.com/office/drawing/2014/main" id="{F5051655-16EE-57C6-933A-BD0987B0783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0" name="直线连接符 12239">
                <a:extLst>
                  <a:ext uri="{FF2B5EF4-FFF2-40B4-BE49-F238E27FC236}">
                    <a16:creationId xmlns:a16="http://schemas.microsoft.com/office/drawing/2014/main" id="{27126C19-70E0-AC9B-6832-606790AEC04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1" name="直线连接符 12240">
                <a:extLst>
                  <a:ext uri="{FF2B5EF4-FFF2-40B4-BE49-F238E27FC236}">
                    <a16:creationId xmlns:a16="http://schemas.microsoft.com/office/drawing/2014/main" id="{79C8C915-C81B-5FF5-C1A1-1051FB50016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2" name="直线连接符 12241">
                <a:extLst>
                  <a:ext uri="{FF2B5EF4-FFF2-40B4-BE49-F238E27FC236}">
                    <a16:creationId xmlns:a16="http://schemas.microsoft.com/office/drawing/2014/main" id="{01998A1F-0F75-01D5-F827-F13E345365F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3" name="直线连接符 12242">
                <a:extLst>
                  <a:ext uri="{FF2B5EF4-FFF2-40B4-BE49-F238E27FC236}">
                    <a16:creationId xmlns:a16="http://schemas.microsoft.com/office/drawing/2014/main" id="{36BC9F6A-3B04-9AA6-5905-D165B1B53A40}"/>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4" name="直线连接符 12243">
                <a:extLst>
                  <a:ext uri="{FF2B5EF4-FFF2-40B4-BE49-F238E27FC236}">
                    <a16:creationId xmlns:a16="http://schemas.microsoft.com/office/drawing/2014/main" id="{FEAB22B4-7398-78D6-8743-8F3A839AA398}"/>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5" name="直线连接符 12244">
                <a:extLst>
                  <a:ext uri="{FF2B5EF4-FFF2-40B4-BE49-F238E27FC236}">
                    <a16:creationId xmlns:a16="http://schemas.microsoft.com/office/drawing/2014/main" id="{EB211F2F-9030-7FFF-D766-BEED97A3845A}"/>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6" name="直线连接符 12245">
                <a:extLst>
                  <a:ext uri="{FF2B5EF4-FFF2-40B4-BE49-F238E27FC236}">
                    <a16:creationId xmlns:a16="http://schemas.microsoft.com/office/drawing/2014/main" id="{FB407F3B-857F-B75E-5ACB-8110FE520FB1}"/>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47" name="直线连接符 12246">
                <a:extLst>
                  <a:ext uri="{FF2B5EF4-FFF2-40B4-BE49-F238E27FC236}">
                    <a16:creationId xmlns:a16="http://schemas.microsoft.com/office/drawing/2014/main" id="{5AECD507-3775-9CEE-4965-D08EB6B459F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48" name="直线连接符 12247">
                <a:extLst>
                  <a:ext uri="{FF2B5EF4-FFF2-40B4-BE49-F238E27FC236}">
                    <a16:creationId xmlns:a16="http://schemas.microsoft.com/office/drawing/2014/main" id="{A8E7EE29-39EC-841E-E9AF-E105896F9B8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249" name="直线连接符 12248">
                <a:extLst>
                  <a:ext uri="{FF2B5EF4-FFF2-40B4-BE49-F238E27FC236}">
                    <a16:creationId xmlns:a16="http://schemas.microsoft.com/office/drawing/2014/main" id="{F8F65189-6FB0-76DB-2608-B50DD24ECEC7}"/>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197" name="流程图: 接点 556">
              <a:extLst>
                <a:ext uri="{FF2B5EF4-FFF2-40B4-BE49-F238E27FC236}">
                  <a16:creationId xmlns:a16="http://schemas.microsoft.com/office/drawing/2014/main" id="{3959A97A-50B1-0581-09F2-E92B65C69D4D}"/>
                </a:ext>
              </a:extLst>
            </p:cNvPr>
            <p:cNvSpPr/>
            <p:nvPr/>
          </p:nvSpPr>
          <p:spPr>
            <a:xfrm>
              <a:off x="1586297" y="5909627"/>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198" name="组合 12197">
              <a:extLst>
                <a:ext uri="{FF2B5EF4-FFF2-40B4-BE49-F238E27FC236}">
                  <a16:creationId xmlns:a16="http://schemas.microsoft.com/office/drawing/2014/main" id="{74EA31B2-2F64-4BBE-7DCB-C48AAAF249D9}"/>
                </a:ext>
              </a:extLst>
            </p:cNvPr>
            <p:cNvGrpSpPr/>
            <p:nvPr/>
          </p:nvGrpSpPr>
          <p:grpSpPr>
            <a:xfrm>
              <a:off x="1912290" y="6262446"/>
              <a:ext cx="419388" cy="487204"/>
              <a:chOff x="5768619" y="3058692"/>
              <a:chExt cx="419388" cy="487204"/>
            </a:xfrm>
          </p:grpSpPr>
          <p:sp>
            <p:nvSpPr>
              <p:cNvPr id="12212" name="流程图: 接点 571">
                <a:extLst>
                  <a:ext uri="{FF2B5EF4-FFF2-40B4-BE49-F238E27FC236}">
                    <a16:creationId xmlns:a16="http://schemas.microsoft.com/office/drawing/2014/main" id="{51ABC44F-42A3-FA11-1DE2-A0CE4D25B50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13" name="流程图: 接点 572">
                <a:extLst>
                  <a:ext uri="{FF2B5EF4-FFF2-40B4-BE49-F238E27FC236}">
                    <a16:creationId xmlns:a16="http://schemas.microsoft.com/office/drawing/2014/main" id="{EE6C89E4-06A6-37E5-8A8A-EE50EFE774C5}"/>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14" name="直线连接符 12213">
                <a:extLst>
                  <a:ext uri="{FF2B5EF4-FFF2-40B4-BE49-F238E27FC236}">
                    <a16:creationId xmlns:a16="http://schemas.microsoft.com/office/drawing/2014/main" id="{6D685C55-FC6F-93F7-5301-840A26E2CC1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5" name="直线连接符 12214">
                <a:extLst>
                  <a:ext uri="{FF2B5EF4-FFF2-40B4-BE49-F238E27FC236}">
                    <a16:creationId xmlns:a16="http://schemas.microsoft.com/office/drawing/2014/main" id="{2F4D6D33-9A48-28E4-4253-637FA69A3E80}"/>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6" name="直线连接符 12215">
                <a:extLst>
                  <a:ext uri="{FF2B5EF4-FFF2-40B4-BE49-F238E27FC236}">
                    <a16:creationId xmlns:a16="http://schemas.microsoft.com/office/drawing/2014/main" id="{2D31B0C6-971C-5D38-2A0A-83B3313AE4B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7" name="直线连接符 12216">
                <a:extLst>
                  <a:ext uri="{FF2B5EF4-FFF2-40B4-BE49-F238E27FC236}">
                    <a16:creationId xmlns:a16="http://schemas.microsoft.com/office/drawing/2014/main" id="{F15E9893-FC4A-B72E-A8C5-43AC18B3594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8" name="直线连接符 12217">
                <a:extLst>
                  <a:ext uri="{FF2B5EF4-FFF2-40B4-BE49-F238E27FC236}">
                    <a16:creationId xmlns:a16="http://schemas.microsoft.com/office/drawing/2014/main" id="{E3D7F52D-7E1D-3C71-CB51-F5CEA6E6A29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19" name="直线连接符 12218">
                <a:extLst>
                  <a:ext uri="{FF2B5EF4-FFF2-40B4-BE49-F238E27FC236}">
                    <a16:creationId xmlns:a16="http://schemas.microsoft.com/office/drawing/2014/main" id="{98542C7F-164A-E19D-BCCC-6360798ADEB2}"/>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0" name="直线连接符 12219">
                <a:extLst>
                  <a:ext uri="{FF2B5EF4-FFF2-40B4-BE49-F238E27FC236}">
                    <a16:creationId xmlns:a16="http://schemas.microsoft.com/office/drawing/2014/main" id="{FEF7A775-12B3-E5BA-5DE1-D312795B0C5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1" name="直线连接符 12220">
                <a:extLst>
                  <a:ext uri="{FF2B5EF4-FFF2-40B4-BE49-F238E27FC236}">
                    <a16:creationId xmlns:a16="http://schemas.microsoft.com/office/drawing/2014/main" id="{CCFDFA0C-5A50-7C0C-344E-5125FD795F3E}"/>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2" name="直线连接符 12221">
                <a:extLst>
                  <a:ext uri="{FF2B5EF4-FFF2-40B4-BE49-F238E27FC236}">
                    <a16:creationId xmlns:a16="http://schemas.microsoft.com/office/drawing/2014/main" id="{3400CB5B-E143-EB05-108A-B89B8638A62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3" name="直线连接符 12222">
                <a:extLst>
                  <a:ext uri="{FF2B5EF4-FFF2-40B4-BE49-F238E27FC236}">
                    <a16:creationId xmlns:a16="http://schemas.microsoft.com/office/drawing/2014/main" id="{F695D1B0-A369-FB40-3990-BA336682F88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4" name="直线连接符 12223">
                <a:extLst>
                  <a:ext uri="{FF2B5EF4-FFF2-40B4-BE49-F238E27FC236}">
                    <a16:creationId xmlns:a16="http://schemas.microsoft.com/office/drawing/2014/main" id="{88084872-8975-D1E9-0DAB-0ADD12486BEB}"/>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5" name="直线连接符 12224">
                <a:extLst>
                  <a:ext uri="{FF2B5EF4-FFF2-40B4-BE49-F238E27FC236}">
                    <a16:creationId xmlns:a16="http://schemas.microsoft.com/office/drawing/2014/main" id="{EE2E556E-9E44-2AEF-FC1F-64202BFCCD12}"/>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6" name="直线连接符 12225">
                <a:extLst>
                  <a:ext uri="{FF2B5EF4-FFF2-40B4-BE49-F238E27FC236}">
                    <a16:creationId xmlns:a16="http://schemas.microsoft.com/office/drawing/2014/main" id="{2EDF42A1-D84A-C89B-FAAE-4576ECF6676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7" name="直线连接符 12226">
                <a:extLst>
                  <a:ext uri="{FF2B5EF4-FFF2-40B4-BE49-F238E27FC236}">
                    <a16:creationId xmlns:a16="http://schemas.microsoft.com/office/drawing/2014/main" id="{7C5A0A73-F889-99F0-074B-24899F79552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28" name="直线连接符 12227">
                <a:extLst>
                  <a:ext uri="{FF2B5EF4-FFF2-40B4-BE49-F238E27FC236}">
                    <a16:creationId xmlns:a16="http://schemas.microsoft.com/office/drawing/2014/main" id="{12A4FC54-E6C0-FBD8-608E-95541DDD005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29" name="直线连接符 12228">
                <a:extLst>
                  <a:ext uri="{FF2B5EF4-FFF2-40B4-BE49-F238E27FC236}">
                    <a16:creationId xmlns:a16="http://schemas.microsoft.com/office/drawing/2014/main" id="{ABDA9E04-EE79-BA1B-467B-C068233BD7C6}"/>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230" name="直线连接符 12229">
                <a:extLst>
                  <a:ext uri="{FF2B5EF4-FFF2-40B4-BE49-F238E27FC236}">
                    <a16:creationId xmlns:a16="http://schemas.microsoft.com/office/drawing/2014/main" id="{0B2303BD-4DEA-553A-0F52-EF4528422B8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199" name="组合 12198">
              <a:extLst>
                <a:ext uri="{FF2B5EF4-FFF2-40B4-BE49-F238E27FC236}">
                  <a16:creationId xmlns:a16="http://schemas.microsoft.com/office/drawing/2014/main" id="{05BFA29B-7A80-F76C-9FB7-2A90F13838BF}"/>
                </a:ext>
              </a:extLst>
            </p:cNvPr>
            <p:cNvGrpSpPr/>
            <p:nvPr/>
          </p:nvGrpSpPr>
          <p:grpSpPr>
            <a:xfrm>
              <a:off x="1097522" y="5073304"/>
              <a:ext cx="1973841" cy="1732229"/>
              <a:chOff x="7707547" y="3116283"/>
              <a:chExt cx="2913493" cy="2493706"/>
            </a:xfrm>
          </p:grpSpPr>
          <p:sp>
            <p:nvSpPr>
              <p:cNvPr id="12208" name="流程图: 接点 567">
                <a:extLst>
                  <a:ext uri="{FF2B5EF4-FFF2-40B4-BE49-F238E27FC236}">
                    <a16:creationId xmlns:a16="http://schemas.microsoft.com/office/drawing/2014/main" id="{B7808452-876F-A02B-020C-C9FFEB62D586}"/>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09" name="流程图: 接点 568">
                <a:extLst>
                  <a:ext uri="{FF2B5EF4-FFF2-40B4-BE49-F238E27FC236}">
                    <a16:creationId xmlns:a16="http://schemas.microsoft.com/office/drawing/2014/main" id="{5CAEEA83-F30B-CFDD-94C1-94CB132937B8}"/>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420000" lon="0" rev="6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10" name="椭圆 12209">
                <a:extLst>
                  <a:ext uri="{FF2B5EF4-FFF2-40B4-BE49-F238E27FC236}">
                    <a16:creationId xmlns:a16="http://schemas.microsoft.com/office/drawing/2014/main" id="{DAC165E1-2AA0-959F-AEBA-038CB20C44AC}"/>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11" name="椭圆 12210">
                <a:extLst>
                  <a:ext uri="{FF2B5EF4-FFF2-40B4-BE49-F238E27FC236}">
                    <a16:creationId xmlns:a16="http://schemas.microsoft.com/office/drawing/2014/main" id="{C95344BD-FB2B-B4A5-EEB6-B6AB82EB5DD0}"/>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200" name="组合 12199">
              <a:extLst>
                <a:ext uri="{FF2B5EF4-FFF2-40B4-BE49-F238E27FC236}">
                  <a16:creationId xmlns:a16="http://schemas.microsoft.com/office/drawing/2014/main" id="{F30E8CAE-0B3D-BA44-42EC-BC139BA014F9}"/>
                </a:ext>
              </a:extLst>
            </p:cNvPr>
            <p:cNvGrpSpPr/>
            <p:nvPr/>
          </p:nvGrpSpPr>
          <p:grpSpPr>
            <a:xfrm>
              <a:off x="1678401" y="4581185"/>
              <a:ext cx="1057502" cy="1052170"/>
              <a:chOff x="4825085" y="1818921"/>
              <a:chExt cx="875802" cy="967644"/>
            </a:xfrm>
            <a:scene3d>
              <a:camera prst="orthographicFront">
                <a:rot lat="600000" lon="12600000" rev="60000"/>
              </a:camera>
              <a:lightRig rig="threePt" dir="t"/>
            </a:scene3d>
          </p:grpSpPr>
          <p:grpSp>
            <p:nvGrpSpPr>
              <p:cNvPr id="12204" name="组合 12203">
                <a:extLst>
                  <a:ext uri="{FF2B5EF4-FFF2-40B4-BE49-F238E27FC236}">
                    <a16:creationId xmlns:a16="http://schemas.microsoft.com/office/drawing/2014/main" id="{AFC08C48-27B0-A50A-74F4-F1A0CFA74376}"/>
                  </a:ext>
                </a:extLst>
              </p:cNvPr>
              <p:cNvGrpSpPr/>
              <p:nvPr/>
            </p:nvGrpSpPr>
            <p:grpSpPr>
              <a:xfrm>
                <a:off x="4825087" y="1818921"/>
                <a:ext cx="875800" cy="951265"/>
                <a:chOff x="6128935" y="1801356"/>
                <a:chExt cx="1527262" cy="1731253"/>
              </a:xfrm>
              <a:solidFill>
                <a:schemeClr val="tx1">
                  <a:lumMod val="65000"/>
                  <a:lumOff val="35000"/>
                </a:schemeClr>
              </a:solidFill>
            </p:grpSpPr>
            <p:sp>
              <p:nvSpPr>
                <p:cNvPr id="12206" name="流程图: 延期 565">
                  <a:extLst>
                    <a:ext uri="{FF2B5EF4-FFF2-40B4-BE49-F238E27FC236}">
                      <a16:creationId xmlns:a16="http://schemas.microsoft.com/office/drawing/2014/main" id="{014EDC09-B4EF-2008-89EF-4740A7ABD52A}"/>
                    </a:ext>
                  </a:extLst>
                </p:cNvPr>
                <p:cNvSpPr/>
                <p:nvPr/>
              </p:nvSpPr>
              <p:spPr>
                <a:xfrm rot="16200000">
                  <a:off x="6026939" y="1903352"/>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07" name="流程图: 接点 566">
                  <a:extLst>
                    <a:ext uri="{FF2B5EF4-FFF2-40B4-BE49-F238E27FC236}">
                      <a16:creationId xmlns:a16="http://schemas.microsoft.com/office/drawing/2014/main" id="{1E412F92-BFB9-9274-248C-8AA30598CAC3}"/>
                    </a:ext>
                  </a:extLst>
                </p:cNvPr>
                <p:cNvSpPr/>
                <p:nvPr/>
              </p:nvSpPr>
              <p:spPr>
                <a:xfrm>
                  <a:off x="6331327" y="1997048"/>
                  <a:ext cx="1122468" cy="1059756"/>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05" name="矩形 12204">
                <a:extLst>
                  <a:ext uri="{FF2B5EF4-FFF2-40B4-BE49-F238E27FC236}">
                    <a16:creationId xmlns:a16="http://schemas.microsoft.com/office/drawing/2014/main" id="{3D7834D9-BCE6-FD1A-84CE-71B81AC0FE1F}"/>
                  </a:ext>
                </a:extLst>
              </p:cNvPr>
              <p:cNvSpPr/>
              <p:nvPr/>
            </p:nvSpPr>
            <p:spPr>
              <a:xfrm>
                <a:off x="4825085" y="2525123"/>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201" name="组合 12200">
              <a:extLst>
                <a:ext uri="{FF2B5EF4-FFF2-40B4-BE49-F238E27FC236}">
                  <a16:creationId xmlns:a16="http://schemas.microsoft.com/office/drawing/2014/main" id="{557CF560-9F89-A28C-E864-F86F3131A5F9}"/>
                </a:ext>
              </a:extLst>
            </p:cNvPr>
            <p:cNvGrpSpPr/>
            <p:nvPr/>
          </p:nvGrpSpPr>
          <p:grpSpPr>
            <a:xfrm>
              <a:off x="1136778" y="5727949"/>
              <a:ext cx="238182" cy="238003"/>
              <a:chOff x="5145960" y="4201202"/>
              <a:chExt cx="150892" cy="141375"/>
            </a:xfrm>
            <a:scene3d>
              <a:camera prst="orthographicFront">
                <a:rot lat="0" lon="3600000" rev="0"/>
              </a:camera>
              <a:lightRig rig="threePt" dir="t">
                <a:rot lat="0" lon="0" rev="0"/>
              </a:lightRig>
            </a:scene3d>
          </p:grpSpPr>
          <p:sp>
            <p:nvSpPr>
              <p:cNvPr id="12202" name="Oval 15540">
                <a:extLst>
                  <a:ext uri="{FF2B5EF4-FFF2-40B4-BE49-F238E27FC236}">
                    <a16:creationId xmlns:a16="http://schemas.microsoft.com/office/drawing/2014/main" id="{8C3E56D8-05F2-5D23-D821-2092BC633C0E}"/>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203" name="Line 15541">
                <a:extLst>
                  <a:ext uri="{FF2B5EF4-FFF2-40B4-BE49-F238E27FC236}">
                    <a16:creationId xmlns:a16="http://schemas.microsoft.com/office/drawing/2014/main" id="{666A79C3-44A8-4080-7FE0-095AE1FD607C}"/>
                  </a:ext>
                </a:extLst>
              </p:cNvPr>
              <p:cNvCxnSpPr>
                <a:cxnSpLocks/>
                <a:stCxn id="12202" idx="1"/>
                <a:endCxn id="12202"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269" name="组合 12268">
            <a:extLst>
              <a:ext uri="{FF2B5EF4-FFF2-40B4-BE49-F238E27FC236}">
                <a16:creationId xmlns:a16="http://schemas.microsoft.com/office/drawing/2014/main" id="{934AF74B-6DAF-10D4-9B21-64A61CE1D835}"/>
              </a:ext>
            </a:extLst>
          </p:cNvPr>
          <p:cNvGrpSpPr/>
          <p:nvPr/>
        </p:nvGrpSpPr>
        <p:grpSpPr>
          <a:xfrm>
            <a:off x="572483" y="1872961"/>
            <a:ext cx="1973841" cy="3028970"/>
            <a:chOff x="3431516" y="4628569"/>
            <a:chExt cx="1973841" cy="3028970"/>
          </a:xfrm>
        </p:grpSpPr>
        <p:sp>
          <p:nvSpPr>
            <p:cNvPr id="12270" name="流程图: 接点 554">
              <a:extLst>
                <a:ext uri="{FF2B5EF4-FFF2-40B4-BE49-F238E27FC236}">
                  <a16:creationId xmlns:a16="http://schemas.microsoft.com/office/drawing/2014/main" id="{903156FC-BB27-9A38-C46A-B6232C947FB4}"/>
                </a:ext>
              </a:extLst>
            </p:cNvPr>
            <p:cNvSpPr/>
            <p:nvPr/>
          </p:nvSpPr>
          <p:spPr>
            <a:xfrm>
              <a:off x="3966664" y="678229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71" name="椭圆 12270">
              <a:extLst>
                <a:ext uri="{FF2B5EF4-FFF2-40B4-BE49-F238E27FC236}">
                  <a16:creationId xmlns:a16="http://schemas.microsoft.com/office/drawing/2014/main" id="{9CE8EFBD-D3A6-A964-A399-80D8D2DFFC51}"/>
                </a:ext>
              </a:extLst>
            </p:cNvPr>
            <p:cNvSpPr/>
            <p:nvPr/>
          </p:nvSpPr>
          <p:spPr>
            <a:xfrm>
              <a:off x="3795303" y="633554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272" name="组合 12271">
              <a:extLst>
                <a:ext uri="{FF2B5EF4-FFF2-40B4-BE49-F238E27FC236}">
                  <a16:creationId xmlns:a16="http://schemas.microsoft.com/office/drawing/2014/main" id="{1AA69041-3CEB-1D7A-51A5-B1318EC7EFC2}"/>
                </a:ext>
              </a:extLst>
            </p:cNvPr>
            <p:cNvGrpSpPr/>
            <p:nvPr/>
          </p:nvGrpSpPr>
          <p:grpSpPr>
            <a:xfrm>
              <a:off x="3570017" y="6130747"/>
              <a:ext cx="419388" cy="487204"/>
              <a:chOff x="5768619" y="3058692"/>
              <a:chExt cx="419388" cy="487204"/>
            </a:xfrm>
          </p:grpSpPr>
          <p:sp>
            <p:nvSpPr>
              <p:cNvPr id="12327" name="流程图: 接点 571">
                <a:extLst>
                  <a:ext uri="{FF2B5EF4-FFF2-40B4-BE49-F238E27FC236}">
                    <a16:creationId xmlns:a16="http://schemas.microsoft.com/office/drawing/2014/main" id="{265B09BA-4D97-4E9C-191D-C0AADF984FF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28" name="流程图: 接点 572">
                <a:extLst>
                  <a:ext uri="{FF2B5EF4-FFF2-40B4-BE49-F238E27FC236}">
                    <a16:creationId xmlns:a16="http://schemas.microsoft.com/office/drawing/2014/main" id="{705E4907-8CB8-F3FD-65A6-E6DE444133B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29" name="直线连接符 12328">
                <a:extLst>
                  <a:ext uri="{FF2B5EF4-FFF2-40B4-BE49-F238E27FC236}">
                    <a16:creationId xmlns:a16="http://schemas.microsoft.com/office/drawing/2014/main" id="{C1A9BB78-E52A-AC8D-700B-33B989DE658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0" name="直线连接符 12329">
                <a:extLst>
                  <a:ext uri="{FF2B5EF4-FFF2-40B4-BE49-F238E27FC236}">
                    <a16:creationId xmlns:a16="http://schemas.microsoft.com/office/drawing/2014/main" id="{4C46E2A5-CF6D-07AD-B229-E5B7BDCE8B2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1" name="直线连接符 12330">
                <a:extLst>
                  <a:ext uri="{FF2B5EF4-FFF2-40B4-BE49-F238E27FC236}">
                    <a16:creationId xmlns:a16="http://schemas.microsoft.com/office/drawing/2014/main" id="{7D1A2BAB-70EB-72B2-4BA9-3C3E62C4183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2" name="直线连接符 12331">
                <a:extLst>
                  <a:ext uri="{FF2B5EF4-FFF2-40B4-BE49-F238E27FC236}">
                    <a16:creationId xmlns:a16="http://schemas.microsoft.com/office/drawing/2014/main" id="{C290449B-632B-74F9-37C6-1D880C8256D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3" name="直线连接符 12332">
                <a:extLst>
                  <a:ext uri="{FF2B5EF4-FFF2-40B4-BE49-F238E27FC236}">
                    <a16:creationId xmlns:a16="http://schemas.microsoft.com/office/drawing/2014/main" id="{E3FE0244-6463-31E5-229A-D3B6838946A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4" name="直线连接符 12333">
                <a:extLst>
                  <a:ext uri="{FF2B5EF4-FFF2-40B4-BE49-F238E27FC236}">
                    <a16:creationId xmlns:a16="http://schemas.microsoft.com/office/drawing/2014/main" id="{E6A1ECF2-91B8-154C-A207-D2ACDF34F907}"/>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5" name="直线连接符 12334">
                <a:extLst>
                  <a:ext uri="{FF2B5EF4-FFF2-40B4-BE49-F238E27FC236}">
                    <a16:creationId xmlns:a16="http://schemas.microsoft.com/office/drawing/2014/main" id="{052137C0-199D-B919-670E-F6579E90905A}"/>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6" name="直线连接符 12335">
                <a:extLst>
                  <a:ext uri="{FF2B5EF4-FFF2-40B4-BE49-F238E27FC236}">
                    <a16:creationId xmlns:a16="http://schemas.microsoft.com/office/drawing/2014/main" id="{22B02F7A-C8D3-5916-B831-B16EC2F7813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7" name="直线连接符 12336">
                <a:extLst>
                  <a:ext uri="{FF2B5EF4-FFF2-40B4-BE49-F238E27FC236}">
                    <a16:creationId xmlns:a16="http://schemas.microsoft.com/office/drawing/2014/main" id="{40A18978-D55A-120A-683A-BBE08AB89E1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8" name="直线连接符 12337">
                <a:extLst>
                  <a:ext uri="{FF2B5EF4-FFF2-40B4-BE49-F238E27FC236}">
                    <a16:creationId xmlns:a16="http://schemas.microsoft.com/office/drawing/2014/main" id="{F68B6767-C8EC-3118-2DAE-7F5FFF94714E}"/>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39" name="直线连接符 12338">
                <a:extLst>
                  <a:ext uri="{FF2B5EF4-FFF2-40B4-BE49-F238E27FC236}">
                    <a16:creationId xmlns:a16="http://schemas.microsoft.com/office/drawing/2014/main" id="{C2FC955D-072F-877C-0FEF-8E9FC196EFB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0" name="直线连接符 12339">
                <a:extLst>
                  <a:ext uri="{FF2B5EF4-FFF2-40B4-BE49-F238E27FC236}">
                    <a16:creationId xmlns:a16="http://schemas.microsoft.com/office/drawing/2014/main" id="{265AAE32-8E57-637C-3BB3-6C40AFF2D67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1" name="直线连接符 12340">
                <a:extLst>
                  <a:ext uri="{FF2B5EF4-FFF2-40B4-BE49-F238E27FC236}">
                    <a16:creationId xmlns:a16="http://schemas.microsoft.com/office/drawing/2014/main" id="{867CE187-BD36-0CF7-A1E3-F7AF9145509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2" name="直线连接符 12341">
                <a:extLst>
                  <a:ext uri="{FF2B5EF4-FFF2-40B4-BE49-F238E27FC236}">
                    <a16:creationId xmlns:a16="http://schemas.microsoft.com/office/drawing/2014/main" id="{107DD5E1-4D68-9929-8555-C87F5A60B47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43" name="直线连接符 12342">
                <a:extLst>
                  <a:ext uri="{FF2B5EF4-FFF2-40B4-BE49-F238E27FC236}">
                    <a16:creationId xmlns:a16="http://schemas.microsoft.com/office/drawing/2014/main" id="{8FE57FBC-814F-6E6F-164A-6895479D99F8}"/>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44" name="直线连接符 12343">
                <a:extLst>
                  <a:ext uri="{FF2B5EF4-FFF2-40B4-BE49-F238E27FC236}">
                    <a16:creationId xmlns:a16="http://schemas.microsoft.com/office/drawing/2014/main" id="{7957572B-F1C9-B71F-EED0-73D598D043B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45" name="直线连接符 12344">
                <a:extLst>
                  <a:ext uri="{FF2B5EF4-FFF2-40B4-BE49-F238E27FC236}">
                    <a16:creationId xmlns:a16="http://schemas.microsoft.com/office/drawing/2014/main" id="{0D6518F5-4BFE-3E9F-BCCE-0E8D6A7FFD1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273" name="组合 12272">
              <a:extLst>
                <a:ext uri="{FF2B5EF4-FFF2-40B4-BE49-F238E27FC236}">
                  <a16:creationId xmlns:a16="http://schemas.microsoft.com/office/drawing/2014/main" id="{98EA2472-4FF7-C27A-05DE-6B18083849F3}"/>
                </a:ext>
              </a:extLst>
            </p:cNvPr>
            <p:cNvGrpSpPr/>
            <p:nvPr/>
          </p:nvGrpSpPr>
          <p:grpSpPr>
            <a:xfrm>
              <a:off x="4744538" y="6116320"/>
              <a:ext cx="419388" cy="487204"/>
              <a:chOff x="5768619" y="3058692"/>
              <a:chExt cx="419388" cy="487204"/>
            </a:xfrm>
          </p:grpSpPr>
          <p:sp>
            <p:nvSpPr>
              <p:cNvPr id="12308" name="流程图: 接点 571">
                <a:extLst>
                  <a:ext uri="{FF2B5EF4-FFF2-40B4-BE49-F238E27FC236}">
                    <a16:creationId xmlns:a16="http://schemas.microsoft.com/office/drawing/2014/main" id="{DD08D7F9-8486-FA75-5551-FC7031CDD9C0}"/>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09" name="流程图: 接点 572">
                <a:extLst>
                  <a:ext uri="{FF2B5EF4-FFF2-40B4-BE49-F238E27FC236}">
                    <a16:creationId xmlns:a16="http://schemas.microsoft.com/office/drawing/2014/main" id="{9E3A1BBE-8FAF-7E42-5FCA-E993FDA65C2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10" name="直线连接符 12309">
                <a:extLst>
                  <a:ext uri="{FF2B5EF4-FFF2-40B4-BE49-F238E27FC236}">
                    <a16:creationId xmlns:a16="http://schemas.microsoft.com/office/drawing/2014/main" id="{A5658538-738A-9EA2-B0C9-CD00AB92248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1" name="直线连接符 12310">
                <a:extLst>
                  <a:ext uri="{FF2B5EF4-FFF2-40B4-BE49-F238E27FC236}">
                    <a16:creationId xmlns:a16="http://schemas.microsoft.com/office/drawing/2014/main" id="{254374AF-DCE6-B6E3-D85E-23039B9B3AC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2" name="直线连接符 12311">
                <a:extLst>
                  <a:ext uri="{FF2B5EF4-FFF2-40B4-BE49-F238E27FC236}">
                    <a16:creationId xmlns:a16="http://schemas.microsoft.com/office/drawing/2014/main" id="{8992F6AB-5495-2ECC-3632-4A75A72E54BC}"/>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3" name="直线连接符 12312">
                <a:extLst>
                  <a:ext uri="{FF2B5EF4-FFF2-40B4-BE49-F238E27FC236}">
                    <a16:creationId xmlns:a16="http://schemas.microsoft.com/office/drawing/2014/main" id="{F4ACE1FA-4467-8724-D562-FFD912991F9B}"/>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4" name="直线连接符 12313">
                <a:extLst>
                  <a:ext uri="{FF2B5EF4-FFF2-40B4-BE49-F238E27FC236}">
                    <a16:creationId xmlns:a16="http://schemas.microsoft.com/office/drawing/2014/main" id="{B17FA254-245A-AD29-C0CF-E3A6FC93A12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5" name="直线连接符 12314">
                <a:extLst>
                  <a:ext uri="{FF2B5EF4-FFF2-40B4-BE49-F238E27FC236}">
                    <a16:creationId xmlns:a16="http://schemas.microsoft.com/office/drawing/2014/main" id="{493F8475-94FC-A65E-F5A4-64E5D944B4E7}"/>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6" name="直线连接符 12315">
                <a:extLst>
                  <a:ext uri="{FF2B5EF4-FFF2-40B4-BE49-F238E27FC236}">
                    <a16:creationId xmlns:a16="http://schemas.microsoft.com/office/drawing/2014/main" id="{4F23FE5D-E0E4-04EF-9844-FB9F8E99365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7" name="直线连接符 12316">
                <a:extLst>
                  <a:ext uri="{FF2B5EF4-FFF2-40B4-BE49-F238E27FC236}">
                    <a16:creationId xmlns:a16="http://schemas.microsoft.com/office/drawing/2014/main" id="{87213E86-EF59-A108-7FFB-8459E6CCB2B0}"/>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8" name="直线连接符 12317">
                <a:extLst>
                  <a:ext uri="{FF2B5EF4-FFF2-40B4-BE49-F238E27FC236}">
                    <a16:creationId xmlns:a16="http://schemas.microsoft.com/office/drawing/2014/main" id="{3B3E7A9C-FDB9-A429-4E8F-F2E1362912E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19" name="直线连接符 12318">
                <a:extLst>
                  <a:ext uri="{FF2B5EF4-FFF2-40B4-BE49-F238E27FC236}">
                    <a16:creationId xmlns:a16="http://schemas.microsoft.com/office/drawing/2014/main" id="{D436166C-AA5D-10A8-C7AE-93A9C71EF88E}"/>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0" name="直线连接符 12319">
                <a:extLst>
                  <a:ext uri="{FF2B5EF4-FFF2-40B4-BE49-F238E27FC236}">
                    <a16:creationId xmlns:a16="http://schemas.microsoft.com/office/drawing/2014/main" id="{E32C7776-964B-6DB2-7139-654BABE69B7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1" name="直线连接符 12320">
                <a:extLst>
                  <a:ext uri="{FF2B5EF4-FFF2-40B4-BE49-F238E27FC236}">
                    <a16:creationId xmlns:a16="http://schemas.microsoft.com/office/drawing/2014/main" id="{EC7FBD20-9EF4-237D-1F8A-18EC0A058BD8}"/>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2" name="直线连接符 12321">
                <a:extLst>
                  <a:ext uri="{FF2B5EF4-FFF2-40B4-BE49-F238E27FC236}">
                    <a16:creationId xmlns:a16="http://schemas.microsoft.com/office/drawing/2014/main" id="{59C9DBB1-3C90-58E8-F322-D5E0ECE0C77E}"/>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3" name="直线连接符 12322">
                <a:extLst>
                  <a:ext uri="{FF2B5EF4-FFF2-40B4-BE49-F238E27FC236}">
                    <a16:creationId xmlns:a16="http://schemas.microsoft.com/office/drawing/2014/main" id="{244B5AAA-9546-B97C-00B8-34AC6C15FEB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24" name="直线连接符 12323">
                <a:extLst>
                  <a:ext uri="{FF2B5EF4-FFF2-40B4-BE49-F238E27FC236}">
                    <a16:creationId xmlns:a16="http://schemas.microsoft.com/office/drawing/2014/main" id="{DC9C99C3-E337-B5B9-2E97-68AB67413AF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25" name="直线连接符 12324">
                <a:extLst>
                  <a:ext uri="{FF2B5EF4-FFF2-40B4-BE49-F238E27FC236}">
                    <a16:creationId xmlns:a16="http://schemas.microsoft.com/office/drawing/2014/main" id="{B0F7AB0A-02B3-EE18-4033-CA418E31F02F}"/>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26" name="直线连接符 12325">
                <a:extLst>
                  <a:ext uri="{FF2B5EF4-FFF2-40B4-BE49-F238E27FC236}">
                    <a16:creationId xmlns:a16="http://schemas.microsoft.com/office/drawing/2014/main" id="{16CD3E96-F3B2-C619-AFBD-585E41C2F439}"/>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274" name="流程图: 接点 556">
              <a:extLst>
                <a:ext uri="{FF2B5EF4-FFF2-40B4-BE49-F238E27FC236}">
                  <a16:creationId xmlns:a16="http://schemas.microsoft.com/office/drawing/2014/main" id="{B49EB3AD-FD35-9D6A-038A-7053DEA08631}"/>
                </a:ext>
              </a:extLst>
            </p:cNvPr>
            <p:cNvSpPr/>
            <p:nvPr/>
          </p:nvSpPr>
          <p:spPr>
            <a:xfrm>
              <a:off x="3920291" y="595701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275" name="组合 12274">
              <a:extLst>
                <a:ext uri="{FF2B5EF4-FFF2-40B4-BE49-F238E27FC236}">
                  <a16:creationId xmlns:a16="http://schemas.microsoft.com/office/drawing/2014/main" id="{F8A689E6-CFCB-5CA1-E42E-48331230DACB}"/>
                </a:ext>
              </a:extLst>
            </p:cNvPr>
            <p:cNvGrpSpPr/>
            <p:nvPr/>
          </p:nvGrpSpPr>
          <p:grpSpPr>
            <a:xfrm>
              <a:off x="4326990" y="6299147"/>
              <a:ext cx="419388" cy="487204"/>
              <a:chOff x="5768619" y="3058692"/>
              <a:chExt cx="419388" cy="487204"/>
            </a:xfrm>
          </p:grpSpPr>
          <p:sp>
            <p:nvSpPr>
              <p:cNvPr id="12289" name="流程图: 接点 571">
                <a:extLst>
                  <a:ext uri="{FF2B5EF4-FFF2-40B4-BE49-F238E27FC236}">
                    <a16:creationId xmlns:a16="http://schemas.microsoft.com/office/drawing/2014/main" id="{34997A04-AC25-CDA6-9F23-FAF2B0EECD6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90" name="流程图: 接点 572">
                <a:extLst>
                  <a:ext uri="{FF2B5EF4-FFF2-40B4-BE49-F238E27FC236}">
                    <a16:creationId xmlns:a16="http://schemas.microsoft.com/office/drawing/2014/main" id="{5FD8B2A6-10D8-E3CE-20B1-55383EED85D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291" name="直线连接符 12290">
                <a:extLst>
                  <a:ext uri="{FF2B5EF4-FFF2-40B4-BE49-F238E27FC236}">
                    <a16:creationId xmlns:a16="http://schemas.microsoft.com/office/drawing/2014/main" id="{1E1A093E-6B84-CCE7-E7E5-8694CA47CBC6}"/>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2" name="直线连接符 12291">
                <a:extLst>
                  <a:ext uri="{FF2B5EF4-FFF2-40B4-BE49-F238E27FC236}">
                    <a16:creationId xmlns:a16="http://schemas.microsoft.com/office/drawing/2014/main" id="{9849142C-E198-F5C7-5909-1D731FE1FDB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3" name="直线连接符 12292">
                <a:extLst>
                  <a:ext uri="{FF2B5EF4-FFF2-40B4-BE49-F238E27FC236}">
                    <a16:creationId xmlns:a16="http://schemas.microsoft.com/office/drawing/2014/main" id="{98548E57-516C-9920-1EBE-77C1E82B9D0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4" name="直线连接符 12293">
                <a:extLst>
                  <a:ext uri="{FF2B5EF4-FFF2-40B4-BE49-F238E27FC236}">
                    <a16:creationId xmlns:a16="http://schemas.microsoft.com/office/drawing/2014/main" id="{9CED0ED0-F05E-6FBA-C4EB-1983A2F284B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5" name="直线连接符 12294">
                <a:extLst>
                  <a:ext uri="{FF2B5EF4-FFF2-40B4-BE49-F238E27FC236}">
                    <a16:creationId xmlns:a16="http://schemas.microsoft.com/office/drawing/2014/main" id="{986063F1-BD7D-8AC6-4E06-4B02C2FC64EF}"/>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6" name="直线连接符 12295">
                <a:extLst>
                  <a:ext uri="{FF2B5EF4-FFF2-40B4-BE49-F238E27FC236}">
                    <a16:creationId xmlns:a16="http://schemas.microsoft.com/office/drawing/2014/main" id="{E26FEDBC-C732-D791-F62E-F51BE16520F0}"/>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7" name="直线连接符 12296">
                <a:extLst>
                  <a:ext uri="{FF2B5EF4-FFF2-40B4-BE49-F238E27FC236}">
                    <a16:creationId xmlns:a16="http://schemas.microsoft.com/office/drawing/2014/main" id="{918D3AFC-E070-96D0-C463-BD63EAD1C4B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8" name="直线连接符 12297">
                <a:extLst>
                  <a:ext uri="{FF2B5EF4-FFF2-40B4-BE49-F238E27FC236}">
                    <a16:creationId xmlns:a16="http://schemas.microsoft.com/office/drawing/2014/main" id="{BF021B9B-9612-0C71-1CF3-E9DCA5ADFC52}"/>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99" name="直线连接符 12298">
                <a:extLst>
                  <a:ext uri="{FF2B5EF4-FFF2-40B4-BE49-F238E27FC236}">
                    <a16:creationId xmlns:a16="http://schemas.microsoft.com/office/drawing/2014/main" id="{887D97B2-08F3-81D0-05E7-8A24863BE2F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0" name="直线连接符 12299">
                <a:extLst>
                  <a:ext uri="{FF2B5EF4-FFF2-40B4-BE49-F238E27FC236}">
                    <a16:creationId xmlns:a16="http://schemas.microsoft.com/office/drawing/2014/main" id="{12B2A96E-E7E4-5191-E5B7-1D1E698E2BC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1" name="直线连接符 12300">
                <a:extLst>
                  <a:ext uri="{FF2B5EF4-FFF2-40B4-BE49-F238E27FC236}">
                    <a16:creationId xmlns:a16="http://schemas.microsoft.com/office/drawing/2014/main" id="{570750A7-8983-8E14-7B5E-2849FB733E5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2" name="直线连接符 12301">
                <a:extLst>
                  <a:ext uri="{FF2B5EF4-FFF2-40B4-BE49-F238E27FC236}">
                    <a16:creationId xmlns:a16="http://schemas.microsoft.com/office/drawing/2014/main" id="{346789E1-FB2C-E384-50C6-786F45F30A1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3" name="直线连接符 12302">
                <a:extLst>
                  <a:ext uri="{FF2B5EF4-FFF2-40B4-BE49-F238E27FC236}">
                    <a16:creationId xmlns:a16="http://schemas.microsoft.com/office/drawing/2014/main" id="{496E26BB-EA17-15A9-E66F-E02F4422DC9D}"/>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4" name="直线连接符 12303">
                <a:extLst>
                  <a:ext uri="{FF2B5EF4-FFF2-40B4-BE49-F238E27FC236}">
                    <a16:creationId xmlns:a16="http://schemas.microsoft.com/office/drawing/2014/main" id="{5EC920DD-6A04-F52F-902E-F37D71F71BC2}"/>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05" name="直线连接符 12304">
                <a:extLst>
                  <a:ext uri="{FF2B5EF4-FFF2-40B4-BE49-F238E27FC236}">
                    <a16:creationId xmlns:a16="http://schemas.microsoft.com/office/drawing/2014/main" id="{96EC59DA-A345-DB7E-AED7-8C5E9F222D73}"/>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06" name="直线连接符 12305">
                <a:extLst>
                  <a:ext uri="{FF2B5EF4-FFF2-40B4-BE49-F238E27FC236}">
                    <a16:creationId xmlns:a16="http://schemas.microsoft.com/office/drawing/2014/main" id="{2DDD63A6-0FEB-B482-DFFA-B46AE74C865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07" name="直线连接符 12306">
                <a:extLst>
                  <a:ext uri="{FF2B5EF4-FFF2-40B4-BE49-F238E27FC236}">
                    <a16:creationId xmlns:a16="http://schemas.microsoft.com/office/drawing/2014/main" id="{833C9255-E2D6-1F0E-5CEF-CDC05C13A01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276" name="组合 12275">
              <a:extLst>
                <a:ext uri="{FF2B5EF4-FFF2-40B4-BE49-F238E27FC236}">
                  <a16:creationId xmlns:a16="http://schemas.microsoft.com/office/drawing/2014/main" id="{402B7504-62FA-FEC5-36C5-67B538563B84}"/>
                </a:ext>
              </a:extLst>
            </p:cNvPr>
            <p:cNvGrpSpPr/>
            <p:nvPr/>
          </p:nvGrpSpPr>
          <p:grpSpPr>
            <a:xfrm>
              <a:off x="3431516" y="5120689"/>
              <a:ext cx="1973841" cy="1732229"/>
              <a:chOff x="7707547" y="3116283"/>
              <a:chExt cx="2913493" cy="2493706"/>
            </a:xfrm>
          </p:grpSpPr>
          <p:sp>
            <p:nvSpPr>
              <p:cNvPr id="12285" name="流程图: 接点 567">
                <a:extLst>
                  <a:ext uri="{FF2B5EF4-FFF2-40B4-BE49-F238E27FC236}">
                    <a16:creationId xmlns:a16="http://schemas.microsoft.com/office/drawing/2014/main" id="{499F09C4-8855-2E50-609B-C40A040FE3EC}"/>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42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86" name="流程图: 接点 568">
                <a:extLst>
                  <a:ext uri="{FF2B5EF4-FFF2-40B4-BE49-F238E27FC236}">
                    <a16:creationId xmlns:a16="http://schemas.microsoft.com/office/drawing/2014/main" id="{23705A27-CBDA-C930-429A-5BD3A847CA7D}"/>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420000" lon="0" rev="6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87" name="椭圆 12286">
                <a:extLst>
                  <a:ext uri="{FF2B5EF4-FFF2-40B4-BE49-F238E27FC236}">
                    <a16:creationId xmlns:a16="http://schemas.microsoft.com/office/drawing/2014/main" id="{94A1AAA9-99E9-86DB-CAAB-344EEC1E58F4}"/>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88" name="椭圆 12287">
                <a:extLst>
                  <a:ext uri="{FF2B5EF4-FFF2-40B4-BE49-F238E27FC236}">
                    <a16:creationId xmlns:a16="http://schemas.microsoft.com/office/drawing/2014/main" id="{9C54F51D-FB86-AE58-B324-F99D7280ED10}"/>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277" name="组合 12276">
              <a:extLst>
                <a:ext uri="{FF2B5EF4-FFF2-40B4-BE49-F238E27FC236}">
                  <a16:creationId xmlns:a16="http://schemas.microsoft.com/office/drawing/2014/main" id="{61F25E7B-5D7C-8AFC-1755-4B2C6DF729F6}"/>
                </a:ext>
              </a:extLst>
            </p:cNvPr>
            <p:cNvGrpSpPr/>
            <p:nvPr/>
          </p:nvGrpSpPr>
          <p:grpSpPr>
            <a:xfrm>
              <a:off x="3977104" y="4628569"/>
              <a:ext cx="1057503" cy="1052174"/>
              <a:chOff x="4809941" y="1818918"/>
              <a:chExt cx="875803" cy="967646"/>
            </a:xfrm>
            <a:scene3d>
              <a:camera prst="orthographicFront">
                <a:rot lat="600000" lon="12150000" rev="60000"/>
              </a:camera>
              <a:lightRig rig="threePt" dir="t"/>
            </a:scene3d>
          </p:grpSpPr>
          <p:grpSp>
            <p:nvGrpSpPr>
              <p:cNvPr id="12281" name="组合 12280">
                <a:extLst>
                  <a:ext uri="{FF2B5EF4-FFF2-40B4-BE49-F238E27FC236}">
                    <a16:creationId xmlns:a16="http://schemas.microsoft.com/office/drawing/2014/main" id="{722040F8-7390-AF78-27D7-D3063A299883}"/>
                  </a:ext>
                </a:extLst>
              </p:cNvPr>
              <p:cNvGrpSpPr/>
              <p:nvPr/>
            </p:nvGrpSpPr>
            <p:grpSpPr>
              <a:xfrm>
                <a:off x="4809944" y="1818918"/>
                <a:ext cx="875800" cy="951265"/>
                <a:chOff x="6102526" y="1801353"/>
                <a:chExt cx="1527262" cy="1731253"/>
              </a:xfrm>
              <a:solidFill>
                <a:schemeClr val="tx1">
                  <a:lumMod val="65000"/>
                  <a:lumOff val="35000"/>
                </a:schemeClr>
              </a:solidFill>
            </p:grpSpPr>
            <p:sp>
              <p:nvSpPr>
                <p:cNvPr id="12283" name="流程图: 延期 565">
                  <a:extLst>
                    <a:ext uri="{FF2B5EF4-FFF2-40B4-BE49-F238E27FC236}">
                      <a16:creationId xmlns:a16="http://schemas.microsoft.com/office/drawing/2014/main" id="{AFB54928-5DE2-9D96-131A-6FAD1B718652}"/>
                    </a:ext>
                  </a:extLst>
                </p:cNvPr>
                <p:cNvSpPr/>
                <p:nvPr/>
              </p:nvSpPr>
              <p:spPr>
                <a:xfrm rot="16200000">
                  <a:off x="6000530" y="190334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84" name="流程图: 接点 566">
                  <a:extLst>
                    <a:ext uri="{FF2B5EF4-FFF2-40B4-BE49-F238E27FC236}">
                      <a16:creationId xmlns:a16="http://schemas.microsoft.com/office/drawing/2014/main" id="{2520E60F-2B7E-7E10-7714-5B6816A91098}"/>
                    </a:ext>
                  </a:extLst>
                </p:cNvPr>
                <p:cNvSpPr/>
                <p:nvPr/>
              </p:nvSpPr>
              <p:spPr>
                <a:xfrm>
                  <a:off x="6304913" y="1997043"/>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82" name="矩形 12281">
                <a:extLst>
                  <a:ext uri="{FF2B5EF4-FFF2-40B4-BE49-F238E27FC236}">
                    <a16:creationId xmlns:a16="http://schemas.microsoft.com/office/drawing/2014/main" id="{9F04FC0D-507B-B54E-3739-1F7E59CC2F99}"/>
                  </a:ext>
                </a:extLst>
              </p:cNvPr>
              <p:cNvSpPr/>
              <p:nvPr/>
            </p:nvSpPr>
            <p:spPr>
              <a:xfrm>
                <a:off x="4809941"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278" name="组合 12277">
              <a:extLst>
                <a:ext uri="{FF2B5EF4-FFF2-40B4-BE49-F238E27FC236}">
                  <a16:creationId xmlns:a16="http://schemas.microsoft.com/office/drawing/2014/main" id="{26BB15F2-96A6-807B-FE27-2BD9CC456C25}"/>
                </a:ext>
              </a:extLst>
            </p:cNvPr>
            <p:cNvGrpSpPr/>
            <p:nvPr/>
          </p:nvGrpSpPr>
          <p:grpSpPr>
            <a:xfrm>
              <a:off x="3528937" y="5790076"/>
              <a:ext cx="238182" cy="238003"/>
              <a:chOff x="5145960" y="4201202"/>
              <a:chExt cx="150892" cy="141375"/>
            </a:xfrm>
            <a:scene3d>
              <a:camera prst="orthographicFront">
                <a:rot lat="0" lon="3150000" rev="0"/>
              </a:camera>
              <a:lightRig rig="threePt" dir="t">
                <a:rot lat="0" lon="0" rev="0"/>
              </a:lightRig>
            </a:scene3d>
          </p:grpSpPr>
          <p:sp>
            <p:nvSpPr>
              <p:cNvPr id="12279" name="Oval 15540">
                <a:extLst>
                  <a:ext uri="{FF2B5EF4-FFF2-40B4-BE49-F238E27FC236}">
                    <a16:creationId xmlns:a16="http://schemas.microsoft.com/office/drawing/2014/main" id="{647C257F-BFC5-96C3-3ED8-22E07CC92F84}"/>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280" name="Line 15541">
                <a:extLst>
                  <a:ext uri="{FF2B5EF4-FFF2-40B4-BE49-F238E27FC236}">
                    <a16:creationId xmlns:a16="http://schemas.microsoft.com/office/drawing/2014/main" id="{78C9DB3B-BBA6-B7B0-737A-526FBAEA412D}"/>
                  </a:ext>
                </a:extLst>
              </p:cNvPr>
              <p:cNvCxnSpPr>
                <a:cxnSpLocks/>
                <a:stCxn id="12279" idx="1"/>
                <a:endCxn id="12279"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346" name="组合 12345">
            <a:extLst>
              <a:ext uri="{FF2B5EF4-FFF2-40B4-BE49-F238E27FC236}">
                <a16:creationId xmlns:a16="http://schemas.microsoft.com/office/drawing/2014/main" id="{8889BC1D-C80B-6A92-7C00-1043D5DCB77A}"/>
              </a:ext>
            </a:extLst>
          </p:cNvPr>
          <p:cNvGrpSpPr/>
          <p:nvPr/>
        </p:nvGrpSpPr>
        <p:grpSpPr>
          <a:xfrm>
            <a:off x="565952" y="1849963"/>
            <a:ext cx="1973840" cy="3051968"/>
            <a:chOff x="5677750" y="4654707"/>
            <a:chExt cx="1973840" cy="3051968"/>
          </a:xfrm>
        </p:grpSpPr>
        <p:sp>
          <p:nvSpPr>
            <p:cNvPr id="12347" name="流程图: 接点 554">
              <a:extLst>
                <a:ext uri="{FF2B5EF4-FFF2-40B4-BE49-F238E27FC236}">
                  <a16:creationId xmlns:a16="http://schemas.microsoft.com/office/drawing/2014/main" id="{7D767971-AFEE-BA3C-C47D-8DC79F5E9545}"/>
                </a:ext>
              </a:extLst>
            </p:cNvPr>
            <p:cNvSpPr/>
            <p:nvPr/>
          </p:nvSpPr>
          <p:spPr>
            <a:xfrm>
              <a:off x="6212898" y="6831428"/>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48" name="椭圆 12347">
              <a:extLst>
                <a:ext uri="{FF2B5EF4-FFF2-40B4-BE49-F238E27FC236}">
                  <a16:creationId xmlns:a16="http://schemas.microsoft.com/office/drawing/2014/main" id="{E28F6280-B7DE-5E7C-97C3-F5B3CEC725F9}"/>
                </a:ext>
              </a:extLst>
            </p:cNvPr>
            <p:cNvSpPr/>
            <p:nvPr/>
          </p:nvSpPr>
          <p:spPr>
            <a:xfrm>
              <a:off x="6041537" y="6384681"/>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349" name="组合 12348">
              <a:extLst>
                <a:ext uri="{FF2B5EF4-FFF2-40B4-BE49-F238E27FC236}">
                  <a16:creationId xmlns:a16="http://schemas.microsoft.com/office/drawing/2014/main" id="{D18299FC-E60F-6B9E-836B-8361C1D03F0F}"/>
                </a:ext>
              </a:extLst>
            </p:cNvPr>
            <p:cNvGrpSpPr/>
            <p:nvPr/>
          </p:nvGrpSpPr>
          <p:grpSpPr>
            <a:xfrm>
              <a:off x="5782120" y="6180580"/>
              <a:ext cx="419388" cy="487204"/>
              <a:chOff x="5768619" y="3058692"/>
              <a:chExt cx="419388" cy="487204"/>
            </a:xfrm>
          </p:grpSpPr>
          <p:sp>
            <p:nvSpPr>
              <p:cNvPr id="12404" name="流程图: 接点 571">
                <a:extLst>
                  <a:ext uri="{FF2B5EF4-FFF2-40B4-BE49-F238E27FC236}">
                    <a16:creationId xmlns:a16="http://schemas.microsoft.com/office/drawing/2014/main" id="{CEDBF5A7-82DA-C6B1-B8CD-4FC38C9ECA70}"/>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05" name="流程图: 接点 572">
                <a:extLst>
                  <a:ext uri="{FF2B5EF4-FFF2-40B4-BE49-F238E27FC236}">
                    <a16:creationId xmlns:a16="http://schemas.microsoft.com/office/drawing/2014/main" id="{A980CB87-913A-52B3-E45C-DE23FCB767B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06" name="直线连接符 12405">
                <a:extLst>
                  <a:ext uri="{FF2B5EF4-FFF2-40B4-BE49-F238E27FC236}">
                    <a16:creationId xmlns:a16="http://schemas.microsoft.com/office/drawing/2014/main" id="{09658096-77AC-FAED-95C6-72B7FB716FDD}"/>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7" name="直线连接符 12406">
                <a:extLst>
                  <a:ext uri="{FF2B5EF4-FFF2-40B4-BE49-F238E27FC236}">
                    <a16:creationId xmlns:a16="http://schemas.microsoft.com/office/drawing/2014/main" id="{AAA3B642-4876-6815-DD13-32E77CC9355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8" name="直线连接符 12407">
                <a:extLst>
                  <a:ext uri="{FF2B5EF4-FFF2-40B4-BE49-F238E27FC236}">
                    <a16:creationId xmlns:a16="http://schemas.microsoft.com/office/drawing/2014/main" id="{55EDAC02-EA18-BCD3-5373-3632E58F7CF0}"/>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9" name="直线连接符 12408">
                <a:extLst>
                  <a:ext uri="{FF2B5EF4-FFF2-40B4-BE49-F238E27FC236}">
                    <a16:creationId xmlns:a16="http://schemas.microsoft.com/office/drawing/2014/main" id="{15731421-F95B-645D-FD0D-785BBDF4530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0" name="直线连接符 12409">
                <a:extLst>
                  <a:ext uri="{FF2B5EF4-FFF2-40B4-BE49-F238E27FC236}">
                    <a16:creationId xmlns:a16="http://schemas.microsoft.com/office/drawing/2014/main" id="{5391DF66-D8C6-DEB2-058B-D685E6C30294}"/>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1" name="直线连接符 12410">
                <a:extLst>
                  <a:ext uri="{FF2B5EF4-FFF2-40B4-BE49-F238E27FC236}">
                    <a16:creationId xmlns:a16="http://schemas.microsoft.com/office/drawing/2014/main" id="{861A2BA3-CCE3-AAE6-7F42-B1A2513937D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2" name="直线连接符 12411">
                <a:extLst>
                  <a:ext uri="{FF2B5EF4-FFF2-40B4-BE49-F238E27FC236}">
                    <a16:creationId xmlns:a16="http://schemas.microsoft.com/office/drawing/2014/main" id="{BAA1FCE1-D4F7-BC61-6C6F-2F85B37C6B9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3" name="直线连接符 12412">
                <a:extLst>
                  <a:ext uri="{FF2B5EF4-FFF2-40B4-BE49-F238E27FC236}">
                    <a16:creationId xmlns:a16="http://schemas.microsoft.com/office/drawing/2014/main" id="{B9FB39E2-BB9A-858B-B93B-3972F4B3E72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4" name="直线连接符 12413">
                <a:extLst>
                  <a:ext uri="{FF2B5EF4-FFF2-40B4-BE49-F238E27FC236}">
                    <a16:creationId xmlns:a16="http://schemas.microsoft.com/office/drawing/2014/main" id="{9690EAAD-DD88-33E3-BF9E-67EA18645F6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5" name="直线连接符 12414">
                <a:extLst>
                  <a:ext uri="{FF2B5EF4-FFF2-40B4-BE49-F238E27FC236}">
                    <a16:creationId xmlns:a16="http://schemas.microsoft.com/office/drawing/2014/main" id="{89E7C732-6748-E239-68E2-CE669791DAC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6" name="直线连接符 12415">
                <a:extLst>
                  <a:ext uri="{FF2B5EF4-FFF2-40B4-BE49-F238E27FC236}">
                    <a16:creationId xmlns:a16="http://schemas.microsoft.com/office/drawing/2014/main" id="{7E1A4D7F-8B33-43DF-CCEA-3052DC9C1EF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7" name="直线连接符 12416">
                <a:extLst>
                  <a:ext uri="{FF2B5EF4-FFF2-40B4-BE49-F238E27FC236}">
                    <a16:creationId xmlns:a16="http://schemas.microsoft.com/office/drawing/2014/main" id="{5E9CEBBE-0389-CEC0-9FF7-8E7AA9BF8A5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8" name="直线连接符 12417">
                <a:extLst>
                  <a:ext uri="{FF2B5EF4-FFF2-40B4-BE49-F238E27FC236}">
                    <a16:creationId xmlns:a16="http://schemas.microsoft.com/office/drawing/2014/main" id="{1D0A5735-4C3F-BFC2-0C79-59DA32403CB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19" name="直线连接符 12418">
                <a:extLst>
                  <a:ext uri="{FF2B5EF4-FFF2-40B4-BE49-F238E27FC236}">
                    <a16:creationId xmlns:a16="http://schemas.microsoft.com/office/drawing/2014/main" id="{A40C7220-916E-29D1-7A69-D687153E781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20" name="直线连接符 12419">
                <a:extLst>
                  <a:ext uri="{FF2B5EF4-FFF2-40B4-BE49-F238E27FC236}">
                    <a16:creationId xmlns:a16="http://schemas.microsoft.com/office/drawing/2014/main" id="{067C0944-F332-E293-0DA6-C0AE5936812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21" name="直线连接符 12420">
                <a:extLst>
                  <a:ext uri="{FF2B5EF4-FFF2-40B4-BE49-F238E27FC236}">
                    <a16:creationId xmlns:a16="http://schemas.microsoft.com/office/drawing/2014/main" id="{F2FDEFB6-6DE0-ABD2-8137-EF4B4A682873}"/>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22" name="直线连接符 12421">
                <a:extLst>
                  <a:ext uri="{FF2B5EF4-FFF2-40B4-BE49-F238E27FC236}">
                    <a16:creationId xmlns:a16="http://schemas.microsoft.com/office/drawing/2014/main" id="{8BAD352A-1C49-7E1B-FBE0-D83667D8A50E}"/>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350" name="组合 12349">
              <a:extLst>
                <a:ext uri="{FF2B5EF4-FFF2-40B4-BE49-F238E27FC236}">
                  <a16:creationId xmlns:a16="http://schemas.microsoft.com/office/drawing/2014/main" id="{F6A9AF6D-F2D1-B968-1389-63637DB1C61A}"/>
                </a:ext>
              </a:extLst>
            </p:cNvPr>
            <p:cNvGrpSpPr/>
            <p:nvPr/>
          </p:nvGrpSpPr>
          <p:grpSpPr>
            <a:xfrm>
              <a:off x="6944572" y="6154958"/>
              <a:ext cx="419388" cy="487204"/>
              <a:chOff x="5768619" y="3058692"/>
              <a:chExt cx="419388" cy="487204"/>
            </a:xfrm>
          </p:grpSpPr>
          <p:sp>
            <p:nvSpPr>
              <p:cNvPr id="12385" name="流程图: 接点 571">
                <a:extLst>
                  <a:ext uri="{FF2B5EF4-FFF2-40B4-BE49-F238E27FC236}">
                    <a16:creationId xmlns:a16="http://schemas.microsoft.com/office/drawing/2014/main" id="{0F5DA317-ADEC-48B4-16E7-D4FAFCC3C42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86" name="流程图: 接点 572">
                <a:extLst>
                  <a:ext uri="{FF2B5EF4-FFF2-40B4-BE49-F238E27FC236}">
                    <a16:creationId xmlns:a16="http://schemas.microsoft.com/office/drawing/2014/main" id="{3C644FEA-5EB4-B3AB-3517-A1414B5465B7}"/>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87" name="直线连接符 12386">
                <a:extLst>
                  <a:ext uri="{FF2B5EF4-FFF2-40B4-BE49-F238E27FC236}">
                    <a16:creationId xmlns:a16="http://schemas.microsoft.com/office/drawing/2014/main" id="{FD80DD87-156B-667C-BD48-2799AC145C7F}"/>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8" name="直线连接符 12387">
                <a:extLst>
                  <a:ext uri="{FF2B5EF4-FFF2-40B4-BE49-F238E27FC236}">
                    <a16:creationId xmlns:a16="http://schemas.microsoft.com/office/drawing/2014/main" id="{9F125443-01B2-7145-3A79-695480DE3BD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9" name="直线连接符 12388">
                <a:extLst>
                  <a:ext uri="{FF2B5EF4-FFF2-40B4-BE49-F238E27FC236}">
                    <a16:creationId xmlns:a16="http://schemas.microsoft.com/office/drawing/2014/main" id="{CAD3318B-2DF2-701C-188B-6F07557A815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0" name="直线连接符 12389">
                <a:extLst>
                  <a:ext uri="{FF2B5EF4-FFF2-40B4-BE49-F238E27FC236}">
                    <a16:creationId xmlns:a16="http://schemas.microsoft.com/office/drawing/2014/main" id="{18A1DFF8-5870-3111-86D7-8CF6572D777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1" name="直线连接符 12390">
                <a:extLst>
                  <a:ext uri="{FF2B5EF4-FFF2-40B4-BE49-F238E27FC236}">
                    <a16:creationId xmlns:a16="http://schemas.microsoft.com/office/drawing/2014/main" id="{E1481779-65C4-0795-091B-06E5AE9B44B0}"/>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2" name="直线连接符 12391">
                <a:extLst>
                  <a:ext uri="{FF2B5EF4-FFF2-40B4-BE49-F238E27FC236}">
                    <a16:creationId xmlns:a16="http://schemas.microsoft.com/office/drawing/2014/main" id="{A7BB2661-BC8A-E58E-7CA7-5FEF5A8A76B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3" name="直线连接符 12392">
                <a:extLst>
                  <a:ext uri="{FF2B5EF4-FFF2-40B4-BE49-F238E27FC236}">
                    <a16:creationId xmlns:a16="http://schemas.microsoft.com/office/drawing/2014/main" id="{A8144057-5B6F-1D54-DFD5-87333D2CCC1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4" name="直线连接符 12393">
                <a:extLst>
                  <a:ext uri="{FF2B5EF4-FFF2-40B4-BE49-F238E27FC236}">
                    <a16:creationId xmlns:a16="http://schemas.microsoft.com/office/drawing/2014/main" id="{6E0DAE70-FFCA-FF98-3EBB-75356A0C3F9F}"/>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5" name="直线连接符 12394">
                <a:extLst>
                  <a:ext uri="{FF2B5EF4-FFF2-40B4-BE49-F238E27FC236}">
                    <a16:creationId xmlns:a16="http://schemas.microsoft.com/office/drawing/2014/main" id="{85A0816C-BAB9-9818-9E88-5B699B36126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6" name="直线连接符 12395">
                <a:extLst>
                  <a:ext uri="{FF2B5EF4-FFF2-40B4-BE49-F238E27FC236}">
                    <a16:creationId xmlns:a16="http://schemas.microsoft.com/office/drawing/2014/main" id="{D31F5FFD-7016-C631-C52F-F62971D99BE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7" name="直线连接符 12396">
                <a:extLst>
                  <a:ext uri="{FF2B5EF4-FFF2-40B4-BE49-F238E27FC236}">
                    <a16:creationId xmlns:a16="http://schemas.microsoft.com/office/drawing/2014/main" id="{408AD262-C80F-277C-31E7-C102B3F5E282}"/>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8" name="直线连接符 12397">
                <a:extLst>
                  <a:ext uri="{FF2B5EF4-FFF2-40B4-BE49-F238E27FC236}">
                    <a16:creationId xmlns:a16="http://schemas.microsoft.com/office/drawing/2014/main" id="{6207987B-D2F1-5F78-D882-6076D3B67094}"/>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99" name="直线连接符 12398">
                <a:extLst>
                  <a:ext uri="{FF2B5EF4-FFF2-40B4-BE49-F238E27FC236}">
                    <a16:creationId xmlns:a16="http://schemas.microsoft.com/office/drawing/2014/main" id="{24C9D55F-1FCF-70D3-8561-D33273ACA1C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0" name="直线连接符 12399">
                <a:extLst>
                  <a:ext uri="{FF2B5EF4-FFF2-40B4-BE49-F238E27FC236}">
                    <a16:creationId xmlns:a16="http://schemas.microsoft.com/office/drawing/2014/main" id="{B0207DAC-B6E6-C830-7CC6-0220D7BDD4D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01" name="直线连接符 12400">
                <a:extLst>
                  <a:ext uri="{FF2B5EF4-FFF2-40B4-BE49-F238E27FC236}">
                    <a16:creationId xmlns:a16="http://schemas.microsoft.com/office/drawing/2014/main" id="{48502FAD-6225-699D-F740-CC15AE13312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02" name="直线连接符 12401">
                <a:extLst>
                  <a:ext uri="{FF2B5EF4-FFF2-40B4-BE49-F238E27FC236}">
                    <a16:creationId xmlns:a16="http://schemas.microsoft.com/office/drawing/2014/main" id="{628CF978-C0E5-A311-A84D-A4548DAF9C0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03" name="直线连接符 12402">
                <a:extLst>
                  <a:ext uri="{FF2B5EF4-FFF2-40B4-BE49-F238E27FC236}">
                    <a16:creationId xmlns:a16="http://schemas.microsoft.com/office/drawing/2014/main" id="{66818756-DFF5-DC9B-028F-94F6DCB3FC2C}"/>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351" name="流程图: 接点 556">
              <a:extLst>
                <a:ext uri="{FF2B5EF4-FFF2-40B4-BE49-F238E27FC236}">
                  <a16:creationId xmlns:a16="http://schemas.microsoft.com/office/drawing/2014/main" id="{B6D99BC5-C799-6DCA-522D-8FCCEF162ABF}"/>
                </a:ext>
              </a:extLst>
            </p:cNvPr>
            <p:cNvSpPr/>
            <p:nvPr/>
          </p:nvSpPr>
          <p:spPr>
            <a:xfrm>
              <a:off x="6166525" y="6006148"/>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352" name="组合 12351">
              <a:extLst>
                <a:ext uri="{FF2B5EF4-FFF2-40B4-BE49-F238E27FC236}">
                  <a16:creationId xmlns:a16="http://schemas.microsoft.com/office/drawing/2014/main" id="{742D44D9-289C-5F7F-35C1-5A1FB1528E3B}"/>
                </a:ext>
              </a:extLst>
            </p:cNvPr>
            <p:cNvGrpSpPr/>
            <p:nvPr/>
          </p:nvGrpSpPr>
          <p:grpSpPr>
            <a:xfrm>
              <a:off x="6668673" y="6336706"/>
              <a:ext cx="419388" cy="487204"/>
              <a:chOff x="5768619" y="3058692"/>
              <a:chExt cx="419388" cy="487204"/>
            </a:xfrm>
          </p:grpSpPr>
          <p:sp>
            <p:nvSpPr>
              <p:cNvPr id="12366" name="流程图: 接点 571">
                <a:extLst>
                  <a:ext uri="{FF2B5EF4-FFF2-40B4-BE49-F238E27FC236}">
                    <a16:creationId xmlns:a16="http://schemas.microsoft.com/office/drawing/2014/main" id="{F041055F-7C34-1E8D-A019-73F82345E36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67" name="流程图: 接点 572">
                <a:extLst>
                  <a:ext uri="{FF2B5EF4-FFF2-40B4-BE49-F238E27FC236}">
                    <a16:creationId xmlns:a16="http://schemas.microsoft.com/office/drawing/2014/main" id="{B8D69D6C-19D4-6D5B-8CD8-5AAA7CD1AEE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68" name="直线连接符 12367">
                <a:extLst>
                  <a:ext uri="{FF2B5EF4-FFF2-40B4-BE49-F238E27FC236}">
                    <a16:creationId xmlns:a16="http://schemas.microsoft.com/office/drawing/2014/main" id="{82532554-6175-E835-3D29-87FBF03A585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69" name="直线连接符 12368">
                <a:extLst>
                  <a:ext uri="{FF2B5EF4-FFF2-40B4-BE49-F238E27FC236}">
                    <a16:creationId xmlns:a16="http://schemas.microsoft.com/office/drawing/2014/main" id="{8644C8C2-5CD7-FC7B-ABD4-269DA2F89E0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0" name="直线连接符 12369">
                <a:extLst>
                  <a:ext uri="{FF2B5EF4-FFF2-40B4-BE49-F238E27FC236}">
                    <a16:creationId xmlns:a16="http://schemas.microsoft.com/office/drawing/2014/main" id="{F6AF382E-6F9F-13C7-04EF-887403D914CC}"/>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1" name="直线连接符 12370">
                <a:extLst>
                  <a:ext uri="{FF2B5EF4-FFF2-40B4-BE49-F238E27FC236}">
                    <a16:creationId xmlns:a16="http://schemas.microsoft.com/office/drawing/2014/main" id="{F20ABA36-3F3A-208A-9471-247A233407E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2" name="直线连接符 12371">
                <a:extLst>
                  <a:ext uri="{FF2B5EF4-FFF2-40B4-BE49-F238E27FC236}">
                    <a16:creationId xmlns:a16="http://schemas.microsoft.com/office/drawing/2014/main" id="{9E68D232-091C-7171-E915-DCBF9133822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3" name="直线连接符 12372">
                <a:extLst>
                  <a:ext uri="{FF2B5EF4-FFF2-40B4-BE49-F238E27FC236}">
                    <a16:creationId xmlns:a16="http://schemas.microsoft.com/office/drawing/2014/main" id="{6B049EFE-8CBA-059B-71D8-A196DE13D3B9}"/>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4" name="直线连接符 12373">
                <a:extLst>
                  <a:ext uri="{FF2B5EF4-FFF2-40B4-BE49-F238E27FC236}">
                    <a16:creationId xmlns:a16="http://schemas.microsoft.com/office/drawing/2014/main" id="{DBCE9899-FA52-DC1C-C17F-845049430D96}"/>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5" name="直线连接符 12374">
                <a:extLst>
                  <a:ext uri="{FF2B5EF4-FFF2-40B4-BE49-F238E27FC236}">
                    <a16:creationId xmlns:a16="http://schemas.microsoft.com/office/drawing/2014/main" id="{BEF0831D-8F23-C8E0-8A65-4814367A3DD0}"/>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6" name="直线连接符 12375">
                <a:extLst>
                  <a:ext uri="{FF2B5EF4-FFF2-40B4-BE49-F238E27FC236}">
                    <a16:creationId xmlns:a16="http://schemas.microsoft.com/office/drawing/2014/main" id="{968DBD38-4F09-60C5-5780-5AAEE5CB2142}"/>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7" name="直线连接符 12376">
                <a:extLst>
                  <a:ext uri="{FF2B5EF4-FFF2-40B4-BE49-F238E27FC236}">
                    <a16:creationId xmlns:a16="http://schemas.microsoft.com/office/drawing/2014/main" id="{D0005995-38B9-24DE-0D28-BB53A817160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8" name="直线连接符 12377">
                <a:extLst>
                  <a:ext uri="{FF2B5EF4-FFF2-40B4-BE49-F238E27FC236}">
                    <a16:creationId xmlns:a16="http://schemas.microsoft.com/office/drawing/2014/main" id="{EAC2E521-9D49-294F-C30E-C9CD5F199EAA}"/>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79" name="直线连接符 12378">
                <a:extLst>
                  <a:ext uri="{FF2B5EF4-FFF2-40B4-BE49-F238E27FC236}">
                    <a16:creationId xmlns:a16="http://schemas.microsoft.com/office/drawing/2014/main" id="{A7F044F8-C8C6-9F34-4299-013B88F0531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0" name="直线连接符 12379">
                <a:extLst>
                  <a:ext uri="{FF2B5EF4-FFF2-40B4-BE49-F238E27FC236}">
                    <a16:creationId xmlns:a16="http://schemas.microsoft.com/office/drawing/2014/main" id="{FECFAA12-B451-2081-4FB9-A5CFEF146C84}"/>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1" name="直线连接符 12380">
                <a:extLst>
                  <a:ext uri="{FF2B5EF4-FFF2-40B4-BE49-F238E27FC236}">
                    <a16:creationId xmlns:a16="http://schemas.microsoft.com/office/drawing/2014/main" id="{6802BC34-80CC-35E3-683E-0AC638032472}"/>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82" name="直线连接符 12381">
                <a:extLst>
                  <a:ext uri="{FF2B5EF4-FFF2-40B4-BE49-F238E27FC236}">
                    <a16:creationId xmlns:a16="http://schemas.microsoft.com/office/drawing/2014/main" id="{5D7EF87A-625E-6804-3E5E-D65DFABA9846}"/>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383" name="直线连接符 12382">
                <a:extLst>
                  <a:ext uri="{FF2B5EF4-FFF2-40B4-BE49-F238E27FC236}">
                    <a16:creationId xmlns:a16="http://schemas.microsoft.com/office/drawing/2014/main" id="{64FA5C66-8C11-6FDA-2E83-F70A081B4DA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84" name="直线连接符 12383">
                <a:extLst>
                  <a:ext uri="{FF2B5EF4-FFF2-40B4-BE49-F238E27FC236}">
                    <a16:creationId xmlns:a16="http://schemas.microsoft.com/office/drawing/2014/main" id="{ECB8F729-EE06-ED79-8BA9-214D026E216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353" name="组合 12352">
              <a:extLst>
                <a:ext uri="{FF2B5EF4-FFF2-40B4-BE49-F238E27FC236}">
                  <a16:creationId xmlns:a16="http://schemas.microsoft.com/office/drawing/2014/main" id="{7B9E872E-5533-0826-DF2D-5231DA03FBDE}"/>
                </a:ext>
              </a:extLst>
            </p:cNvPr>
            <p:cNvGrpSpPr/>
            <p:nvPr/>
          </p:nvGrpSpPr>
          <p:grpSpPr>
            <a:xfrm>
              <a:off x="5677750" y="5169825"/>
              <a:ext cx="1973840" cy="1732230"/>
              <a:chOff x="7707548" y="3116282"/>
              <a:chExt cx="2913492" cy="2493707"/>
            </a:xfrm>
          </p:grpSpPr>
          <p:sp>
            <p:nvSpPr>
              <p:cNvPr id="12362" name="流程图: 接点 567">
                <a:extLst>
                  <a:ext uri="{FF2B5EF4-FFF2-40B4-BE49-F238E27FC236}">
                    <a16:creationId xmlns:a16="http://schemas.microsoft.com/office/drawing/2014/main" id="{0AA1D877-7C53-4A5E-9653-E15150BFD5D9}"/>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63" name="流程图: 接点 568">
                <a:extLst>
                  <a:ext uri="{FF2B5EF4-FFF2-40B4-BE49-F238E27FC236}">
                    <a16:creationId xmlns:a16="http://schemas.microsoft.com/office/drawing/2014/main" id="{57A9A5D5-6731-40D9-DD30-454ABC510144}"/>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420000" lon="0" rev="6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64" name="椭圆 12363">
                <a:extLst>
                  <a:ext uri="{FF2B5EF4-FFF2-40B4-BE49-F238E27FC236}">
                    <a16:creationId xmlns:a16="http://schemas.microsoft.com/office/drawing/2014/main" id="{396E572B-413F-2D6F-97A2-7FE4A98A0C75}"/>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65" name="椭圆 12364">
                <a:extLst>
                  <a:ext uri="{FF2B5EF4-FFF2-40B4-BE49-F238E27FC236}">
                    <a16:creationId xmlns:a16="http://schemas.microsoft.com/office/drawing/2014/main" id="{BB2A0774-4727-01EE-0C05-A5E4241F0241}"/>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354" name="组合 12353">
              <a:extLst>
                <a:ext uri="{FF2B5EF4-FFF2-40B4-BE49-F238E27FC236}">
                  <a16:creationId xmlns:a16="http://schemas.microsoft.com/office/drawing/2014/main" id="{5446D692-C464-EAD3-039C-6A7041D11E4E}"/>
                </a:ext>
              </a:extLst>
            </p:cNvPr>
            <p:cNvGrpSpPr/>
            <p:nvPr/>
          </p:nvGrpSpPr>
          <p:grpSpPr>
            <a:xfrm>
              <a:off x="6199972" y="4654707"/>
              <a:ext cx="1057512" cy="1052166"/>
              <a:chOff x="4787218" y="1810514"/>
              <a:chExt cx="875811" cy="967642"/>
            </a:xfrm>
            <a:scene3d>
              <a:camera prst="orthographicFront">
                <a:rot lat="600000" lon="11700000" rev="60000"/>
              </a:camera>
              <a:lightRig rig="threePt" dir="t"/>
            </a:scene3d>
          </p:grpSpPr>
          <p:grpSp>
            <p:nvGrpSpPr>
              <p:cNvPr id="12358" name="组合 12357">
                <a:extLst>
                  <a:ext uri="{FF2B5EF4-FFF2-40B4-BE49-F238E27FC236}">
                    <a16:creationId xmlns:a16="http://schemas.microsoft.com/office/drawing/2014/main" id="{0873E33B-89B1-AB2D-C40B-5ADB83F2886A}"/>
                  </a:ext>
                </a:extLst>
              </p:cNvPr>
              <p:cNvGrpSpPr/>
              <p:nvPr/>
            </p:nvGrpSpPr>
            <p:grpSpPr>
              <a:xfrm>
                <a:off x="4787229" y="1810514"/>
                <a:ext cx="875800" cy="951265"/>
                <a:chOff x="6062916" y="1786054"/>
                <a:chExt cx="1527262" cy="1731253"/>
              </a:xfrm>
              <a:solidFill>
                <a:schemeClr val="tx1">
                  <a:lumMod val="65000"/>
                  <a:lumOff val="35000"/>
                </a:schemeClr>
              </a:solidFill>
            </p:grpSpPr>
            <p:sp>
              <p:nvSpPr>
                <p:cNvPr id="12360" name="流程图: 延期 565">
                  <a:extLst>
                    <a:ext uri="{FF2B5EF4-FFF2-40B4-BE49-F238E27FC236}">
                      <a16:creationId xmlns:a16="http://schemas.microsoft.com/office/drawing/2014/main" id="{CC7B7B14-C804-B541-FFB3-9E0FCE7ADDC4}"/>
                    </a:ext>
                  </a:extLst>
                </p:cNvPr>
                <p:cNvSpPr/>
                <p:nvPr/>
              </p:nvSpPr>
              <p:spPr>
                <a:xfrm rot="16200000">
                  <a:off x="5960920" y="1888050"/>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61" name="流程图: 接点 566">
                  <a:extLst>
                    <a:ext uri="{FF2B5EF4-FFF2-40B4-BE49-F238E27FC236}">
                      <a16:creationId xmlns:a16="http://schemas.microsoft.com/office/drawing/2014/main" id="{D340E4AB-ADEC-38C5-E754-AA17F3A28FA6}"/>
                    </a:ext>
                  </a:extLst>
                </p:cNvPr>
                <p:cNvSpPr/>
                <p:nvPr/>
              </p:nvSpPr>
              <p:spPr>
                <a:xfrm>
                  <a:off x="6265303" y="1981743"/>
                  <a:ext cx="1122470" cy="1059758"/>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359" name="矩形 12358">
                <a:extLst>
                  <a:ext uri="{FF2B5EF4-FFF2-40B4-BE49-F238E27FC236}">
                    <a16:creationId xmlns:a16="http://schemas.microsoft.com/office/drawing/2014/main" id="{0A3ACCA9-A856-148F-5C2E-75DFCE09D9C7}"/>
                  </a:ext>
                </a:extLst>
              </p:cNvPr>
              <p:cNvSpPr/>
              <p:nvPr/>
            </p:nvSpPr>
            <p:spPr>
              <a:xfrm>
                <a:off x="4787218" y="251671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355" name="组合 12354">
              <a:extLst>
                <a:ext uri="{FF2B5EF4-FFF2-40B4-BE49-F238E27FC236}">
                  <a16:creationId xmlns:a16="http://schemas.microsoft.com/office/drawing/2014/main" id="{5A5F634F-35DF-2A27-919D-1008F301F797}"/>
                </a:ext>
              </a:extLst>
            </p:cNvPr>
            <p:cNvGrpSpPr/>
            <p:nvPr/>
          </p:nvGrpSpPr>
          <p:grpSpPr>
            <a:xfrm>
              <a:off x="5862581" y="5856724"/>
              <a:ext cx="238182" cy="238003"/>
              <a:chOff x="5145960" y="4201202"/>
              <a:chExt cx="150892" cy="141375"/>
            </a:xfrm>
            <a:scene3d>
              <a:camera prst="orthographicFront">
                <a:rot lat="0" lon="2700000" rev="0"/>
              </a:camera>
              <a:lightRig rig="threePt" dir="t">
                <a:rot lat="0" lon="0" rev="0"/>
              </a:lightRig>
            </a:scene3d>
          </p:grpSpPr>
          <p:sp>
            <p:nvSpPr>
              <p:cNvPr id="12356" name="Oval 15540">
                <a:extLst>
                  <a:ext uri="{FF2B5EF4-FFF2-40B4-BE49-F238E27FC236}">
                    <a16:creationId xmlns:a16="http://schemas.microsoft.com/office/drawing/2014/main" id="{EDEDF922-081D-DBAB-CE47-728F1D43DBC1}"/>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357" name="Line 15541">
                <a:extLst>
                  <a:ext uri="{FF2B5EF4-FFF2-40B4-BE49-F238E27FC236}">
                    <a16:creationId xmlns:a16="http://schemas.microsoft.com/office/drawing/2014/main" id="{E1C35798-78C1-DDFA-A91B-E7BD2DB4697E}"/>
                  </a:ext>
                </a:extLst>
              </p:cNvPr>
              <p:cNvCxnSpPr>
                <a:cxnSpLocks/>
                <a:stCxn id="12356" idx="1"/>
                <a:endCxn id="12356"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423" name="组合 12422">
            <a:extLst>
              <a:ext uri="{FF2B5EF4-FFF2-40B4-BE49-F238E27FC236}">
                <a16:creationId xmlns:a16="http://schemas.microsoft.com/office/drawing/2014/main" id="{3B33B9CA-FEDB-169D-D8F5-0FAF693FCE5C}"/>
              </a:ext>
            </a:extLst>
          </p:cNvPr>
          <p:cNvGrpSpPr/>
          <p:nvPr/>
        </p:nvGrpSpPr>
        <p:grpSpPr>
          <a:xfrm>
            <a:off x="565952" y="1853503"/>
            <a:ext cx="1973841" cy="3048428"/>
            <a:chOff x="8011744" y="4635009"/>
            <a:chExt cx="1973841" cy="3048428"/>
          </a:xfrm>
        </p:grpSpPr>
        <p:sp>
          <p:nvSpPr>
            <p:cNvPr id="12424" name="流程图: 接点 554">
              <a:extLst>
                <a:ext uri="{FF2B5EF4-FFF2-40B4-BE49-F238E27FC236}">
                  <a16:creationId xmlns:a16="http://schemas.microsoft.com/office/drawing/2014/main" id="{515DC0BC-1888-9904-C77B-C523A29F2E59}"/>
                </a:ext>
              </a:extLst>
            </p:cNvPr>
            <p:cNvSpPr/>
            <p:nvPr/>
          </p:nvSpPr>
          <p:spPr>
            <a:xfrm>
              <a:off x="8546892" y="6808190"/>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25" name="椭圆 12424">
              <a:extLst>
                <a:ext uri="{FF2B5EF4-FFF2-40B4-BE49-F238E27FC236}">
                  <a16:creationId xmlns:a16="http://schemas.microsoft.com/office/drawing/2014/main" id="{142C8CAE-925B-FE3A-A52E-D9A27F7AEE88}"/>
                </a:ext>
              </a:extLst>
            </p:cNvPr>
            <p:cNvSpPr/>
            <p:nvPr/>
          </p:nvSpPr>
          <p:spPr>
            <a:xfrm>
              <a:off x="8375531" y="6361443"/>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426" name="组合 12425">
              <a:extLst>
                <a:ext uri="{FF2B5EF4-FFF2-40B4-BE49-F238E27FC236}">
                  <a16:creationId xmlns:a16="http://schemas.microsoft.com/office/drawing/2014/main" id="{5A6D052D-ABFC-4BD6-FCDE-4F125E746A3B}"/>
                </a:ext>
              </a:extLst>
            </p:cNvPr>
            <p:cNvGrpSpPr/>
            <p:nvPr/>
          </p:nvGrpSpPr>
          <p:grpSpPr>
            <a:xfrm>
              <a:off x="8072911" y="6180926"/>
              <a:ext cx="419388" cy="487204"/>
              <a:chOff x="5768619" y="3058692"/>
              <a:chExt cx="419388" cy="487204"/>
            </a:xfrm>
          </p:grpSpPr>
          <p:sp>
            <p:nvSpPr>
              <p:cNvPr id="12481" name="流程图: 接点 571">
                <a:extLst>
                  <a:ext uri="{FF2B5EF4-FFF2-40B4-BE49-F238E27FC236}">
                    <a16:creationId xmlns:a16="http://schemas.microsoft.com/office/drawing/2014/main" id="{BEF4970D-5B38-BF72-9327-CFA4C1450E7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82" name="流程图: 接点 572">
                <a:extLst>
                  <a:ext uri="{FF2B5EF4-FFF2-40B4-BE49-F238E27FC236}">
                    <a16:creationId xmlns:a16="http://schemas.microsoft.com/office/drawing/2014/main" id="{E3A57293-083E-BF36-C874-56DFA079018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83" name="直线连接符 12482">
                <a:extLst>
                  <a:ext uri="{FF2B5EF4-FFF2-40B4-BE49-F238E27FC236}">
                    <a16:creationId xmlns:a16="http://schemas.microsoft.com/office/drawing/2014/main" id="{0F6D0A4D-B4E8-C87E-FD24-9FBD0B12340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4" name="直线连接符 12483">
                <a:extLst>
                  <a:ext uri="{FF2B5EF4-FFF2-40B4-BE49-F238E27FC236}">
                    <a16:creationId xmlns:a16="http://schemas.microsoft.com/office/drawing/2014/main" id="{F945A2BD-06D3-FDFA-E6F2-12660E03E45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5" name="直线连接符 12484">
                <a:extLst>
                  <a:ext uri="{FF2B5EF4-FFF2-40B4-BE49-F238E27FC236}">
                    <a16:creationId xmlns:a16="http://schemas.microsoft.com/office/drawing/2014/main" id="{A01A6495-FEEB-9EEF-0408-7661B93149F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6" name="直线连接符 12485">
                <a:extLst>
                  <a:ext uri="{FF2B5EF4-FFF2-40B4-BE49-F238E27FC236}">
                    <a16:creationId xmlns:a16="http://schemas.microsoft.com/office/drawing/2014/main" id="{39010A89-8F13-BB1B-E4DC-A79ACB58FE9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7" name="直线连接符 12486">
                <a:extLst>
                  <a:ext uri="{FF2B5EF4-FFF2-40B4-BE49-F238E27FC236}">
                    <a16:creationId xmlns:a16="http://schemas.microsoft.com/office/drawing/2014/main" id="{0C46D998-EF79-BB62-E874-0D04FCBDA91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8" name="直线连接符 12487">
                <a:extLst>
                  <a:ext uri="{FF2B5EF4-FFF2-40B4-BE49-F238E27FC236}">
                    <a16:creationId xmlns:a16="http://schemas.microsoft.com/office/drawing/2014/main" id="{89636BD9-A22D-13E2-9E53-F9C8843B5464}"/>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89" name="直线连接符 12488">
                <a:extLst>
                  <a:ext uri="{FF2B5EF4-FFF2-40B4-BE49-F238E27FC236}">
                    <a16:creationId xmlns:a16="http://schemas.microsoft.com/office/drawing/2014/main" id="{F62CC0E2-9D75-1F6A-D0CB-3C50E8225FA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0" name="直线连接符 12489">
                <a:extLst>
                  <a:ext uri="{FF2B5EF4-FFF2-40B4-BE49-F238E27FC236}">
                    <a16:creationId xmlns:a16="http://schemas.microsoft.com/office/drawing/2014/main" id="{CDEE004B-321E-0745-0D6E-638261A11397}"/>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1" name="直线连接符 12490">
                <a:extLst>
                  <a:ext uri="{FF2B5EF4-FFF2-40B4-BE49-F238E27FC236}">
                    <a16:creationId xmlns:a16="http://schemas.microsoft.com/office/drawing/2014/main" id="{5BCB5F4C-5A63-F101-1B5E-73B123F9211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2" name="直线连接符 12491">
                <a:extLst>
                  <a:ext uri="{FF2B5EF4-FFF2-40B4-BE49-F238E27FC236}">
                    <a16:creationId xmlns:a16="http://schemas.microsoft.com/office/drawing/2014/main" id="{F7104EBC-D161-08D0-2760-FE2137F15B3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3" name="直线连接符 12492">
                <a:extLst>
                  <a:ext uri="{FF2B5EF4-FFF2-40B4-BE49-F238E27FC236}">
                    <a16:creationId xmlns:a16="http://schemas.microsoft.com/office/drawing/2014/main" id="{F001CD8E-582D-5934-8334-93E69A542505}"/>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4" name="直线连接符 12493">
                <a:extLst>
                  <a:ext uri="{FF2B5EF4-FFF2-40B4-BE49-F238E27FC236}">
                    <a16:creationId xmlns:a16="http://schemas.microsoft.com/office/drawing/2014/main" id="{71FFD41E-628A-C8D8-7DFA-83517A237B08}"/>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5" name="直线连接符 12494">
                <a:extLst>
                  <a:ext uri="{FF2B5EF4-FFF2-40B4-BE49-F238E27FC236}">
                    <a16:creationId xmlns:a16="http://schemas.microsoft.com/office/drawing/2014/main" id="{1592830E-4668-F9ED-54DC-5A5680A7CE9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6" name="直线连接符 12495">
                <a:extLst>
                  <a:ext uri="{FF2B5EF4-FFF2-40B4-BE49-F238E27FC236}">
                    <a16:creationId xmlns:a16="http://schemas.microsoft.com/office/drawing/2014/main" id="{E04BE42B-19D9-4C55-F49E-27CAB938D49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97" name="直线连接符 12496">
                <a:extLst>
                  <a:ext uri="{FF2B5EF4-FFF2-40B4-BE49-F238E27FC236}">
                    <a16:creationId xmlns:a16="http://schemas.microsoft.com/office/drawing/2014/main" id="{FFC9A1E5-31D2-803D-5017-915BC9431EC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98" name="直线连接符 12497">
                <a:extLst>
                  <a:ext uri="{FF2B5EF4-FFF2-40B4-BE49-F238E27FC236}">
                    <a16:creationId xmlns:a16="http://schemas.microsoft.com/office/drawing/2014/main" id="{760E67A6-BAFF-137E-A583-FE8A4D2D79E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99" name="直线连接符 12498">
                <a:extLst>
                  <a:ext uri="{FF2B5EF4-FFF2-40B4-BE49-F238E27FC236}">
                    <a16:creationId xmlns:a16="http://schemas.microsoft.com/office/drawing/2014/main" id="{900BB2F6-B0A0-ABF2-3F55-56DC52CC4D1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427" name="组合 12426">
              <a:extLst>
                <a:ext uri="{FF2B5EF4-FFF2-40B4-BE49-F238E27FC236}">
                  <a16:creationId xmlns:a16="http://schemas.microsoft.com/office/drawing/2014/main" id="{FAFD078D-1E0A-55D4-4591-82CF92DD10A2}"/>
                </a:ext>
              </a:extLst>
            </p:cNvPr>
            <p:cNvGrpSpPr/>
            <p:nvPr/>
          </p:nvGrpSpPr>
          <p:grpSpPr>
            <a:xfrm>
              <a:off x="9225870" y="6126652"/>
              <a:ext cx="419388" cy="487204"/>
              <a:chOff x="5768619" y="3058692"/>
              <a:chExt cx="419388" cy="487204"/>
            </a:xfrm>
          </p:grpSpPr>
          <p:sp>
            <p:nvSpPr>
              <p:cNvPr id="12462" name="流程图: 接点 571">
                <a:extLst>
                  <a:ext uri="{FF2B5EF4-FFF2-40B4-BE49-F238E27FC236}">
                    <a16:creationId xmlns:a16="http://schemas.microsoft.com/office/drawing/2014/main" id="{31B03893-C31B-72C0-756D-9701A815DD1F}"/>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63" name="流程图: 接点 572">
                <a:extLst>
                  <a:ext uri="{FF2B5EF4-FFF2-40B4-BE49-F238E27FC236}">
                    <a16:creationId xmlns:a16="http://schemas.microsoft.com/office/drawing/2014/main" id="{F10078E1-738A-5798-F238-4F29CB544F55}"/>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64" name="直线连接符 12463">
                <a:extLst>
                  <a:ext uri="{FF2B5EF4-FFF2-40B4-BE49-F238E27FC236}">
                    <a16:creationId xmlns:a16="http://schemas.microsoft.com/office/drawing/2014/main" id="{D46C86A3-E9E8-C3E2-9C96-66F303494B6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65" name="直线连接符 12464">
                <a:extLst>
                  <a:ext uri="{FF2B5EF4-FFF2-40B4-BE49-F238E27FC236}">
                    <a16:creationId xmlns:a16="http://schemas.microsoft.com/office/drawing/2014/main" id="{01F4C110-72BD-A130-D0F9-FCAD5D52A55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66" name="直线连接符 12465">
                <a:extLst>
                  <a:ext uri="{FF2B5EF4-FFF2-40B4-BE49-F238E27FC236}">
                    <a16:creationId xmlns:a16="http://schemas.microsoft.com/office/drawing/2014/main" id="{E8720C6E-D581-7F54-0B39-399A50631B3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67" name="直线连接符 12466">
                <a:extLst>
                  <a:ext uri="{FF2B5EF4-FFF2-40B4-BE49-F238E27FC236}">
                    <a16:creationId xmlns:a16="http://schemas.microsoft.com/office/drawing/2014/main" id="{84CD9882-78BC-251E-DA39-99C87CDB01CE}"/>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68" name="直线连接符 12467">
                <a:extLst>
                  <a:ext uri="{FF2B5EF4-FFF2-40B4-BE49-F238E27FC236}">
                    <a16:creationId xmlns:a16="http://schemas.microsoft.com/office/drawing/2014/main" id="{CE3E2688-95C7-985C-84EB-C353FC80EFE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69" name="直线连接符 12468">
                <a:extLst>
                  <a:ext uri="{FF2B5EF4-FFF2-40B4-BE49-F238E27FC236}">
                    <a16:creationId xmlns:a16="http://schemas.microsoft.com/office/drawing/2014/main" id="{4BAE3454-5C3D-2DD3-59A4-B19EB1589C1D}"/>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0" name="直线连接符 12469">
                <a:extLst>
                  <a:ext uri="{FF2B5EF4-FFF2-40B4-BE49-F238E27FC236}">
                    <a16:creationId xmlns:a16="http://schemas.microsoft.com/office/drawing/2014/main" id="{5ECE40B1-6528-3481-8C6C-EEC89D64C5BC}"/>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1" name="直线连接符 12470">
                <a:extLst>
                  <a:ext uri="{FF2B5EF4-FFF2-40B4-BE49-F238E27FC236}">
                    <a16:creationId xmlns:a16="http://schemas.microsoft.com/office/drawing/2014/main" id="{598376DF-9C71-78A4-CC1E-E7B11D4C742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2" name="直线连接符 12471">
                <a:extLst>
                  <a:ext uri="{FF2B5EF4-FFF2-40B4-BE49-F238E27FC236}">
                    <a16:creationId xmlns:a16="http://schemas.microsoft.com/office/drawing/2014/main" id="{6D66A7E7-D117-967B-0757-71B33191199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3" name="直线连接符 12472">
                <a:extLst>
                  <a:ext uri="{FF2B5EF4-FFF2-40B4-BE49-F238E27FC236}">
                    <a16:creationId xmlns:a16="http://schemas.microsoft.com/office/drawing/2014/main" id="{0715EBEF-0117-BC7E-CA5F-919ED0FF798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4" name="直线连接符 12473">
                <a:extLst>
                  <a:ext uri="{FF2B5EF4-FFF2-40B4-BE49-F238E27FC236}">
                    <a16:creationId xmlns:a16="http://schemas.microsoft.com/office/drawing/2014/main" id="{6ABA1670-FE51-165B-E528-98BBEAA45287}"/>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5" name="直线连接符 12474">
                <a:extLst>
                  <a:ext uri="{FF2B5EF4-FFF2-40B4-BE49-F238E27FC236}">
                    <a16:creationId xmlns:a16="http://schemas.microsoft.com/office/drawing/2014/main" id="{06DED5DA-896B-253B-0619-04CF23FD521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6" name="直线连接符 12475">
                <a:extLst>
                  <a:ext uri="{FF2B5EF4-FFF2-40B4-BE49-F238E27FC236}">
                    <a16:creationId xmlns:a16="http://schemas.microsoft.com/office/drawing/2014/main" id="{DAE84E1B-524F-7205-A7D5-63CDC4078EB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7" name="直线连接符 12476">
                <a:extLst>
                  <a:ext uri="{FF2B5EF4-FFF2-40B4-BE49-F238E27FC236}">
                    <a16:creationId xmlns:a16="http://schemas.microsoft.com/office/drawing/2014/main" id="{3E001BD4-5FB8-5CDF-4CBE-5960D32EFD6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78" name="直线连接符 12477">
                <a:extLst>
                  <a:ext uri="{FF2B5EF4-FFF2-40B4-BE49-F238E27FC236}">
                    <a16:creationId xmlns:a16="http://schemas.microsoft.com/office/drawing/2014/main" id="{149AA5F6-4A02-0B33-9F5F-122E09E5027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79" name="直线连接符 12478">
                <a:extLst>
                  <a:ext uri="{FF2B5EF4-FFF2-40B4-BE49-F238E27FC236}">
                    <a16:creationId xmlns:a16="http://schemas.microsoft.com/office/drawing/2014/main" id="{77305908-45CA-F608-8121-96D2355F8A86}"/>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80" name="直线连接符 12479">
                <a:extLst>
                  <a:ext uri="{FF2B5EF4-FFF2-40B4-BE49-F238E27FC236}">
                    <a16:creationId xmlns:a16="http://schemas.microsoft.com/office/drawing/2014/main" id="{FD9E1B5E-1914-EFDC-DD38-832D3994345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428" name="流程图: 接点 556">
              <a:extLst>
                <a:ext uri="{FF2B5EF4-FFF2-40B4-BE49-F238E27FC236}">
                  <a16:creationId xmlns:a16="http://schemas.microsoft.com/office/drawing/2014/main" id="{E4C190A6-451F-A4CE-B556-EF4A170D8364}"/>
                </a:ext>
              </a:extLst>
            </p:cNvPr>
            <p:cNvSpPr/>
            <p:nvPr/>
          </p:nvSpPr>
          <p:spPr>
            <a:xfrm>
              <a:off x="8500519" y="5982910"/>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429" name="组合 12428">
              <a:extLst>
                <a:ext uri="{FF2B5EF4-FFF2-40B4-BE49-F238E27FC236}">
                  <a16:creationId xmlns:a16="http://schemas.microsoft.com/office/drawing/2014/main" id="{ADB03CEE-A212-6251-4253-6D60A87FFA54}"/>
                </a:ext>
              </a:extLst>
            </p:cNvPr>
            <p:cNvGrpSpPr/>
            <p:nvPr/>
          </p:nvGrpSpPr>
          <p:grpSpPr>
            <a:xfrm>
              <a:off x="9088704" y="6319136"/>
              <a:ext cx="419388" cy="487204"/>
              <a:chOff x="5768619" y="3058692"/>
              <a:chExt cx="419388" cy="487204"/>
            </a:xfrm>
          </p:grpSpPr>
          <p:sp>
            <p:nvSpPr>
              <p:cNvPr id="12443" name="流程图: 接点 571">
                <a:extLst>
                  <a:ext uri="{FF2B5EF4-FFF2-40B4-BE49-F238E27FC236}">
                    <a16:creationId xmlns:a16="http://schemas.microsoft.com/office/drawing/2014/main" id="{A5CE52CA-261B-CEB0-AFDF-10948FF7D5E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44" name="流程图: 接点 572">
                <a:extLst>
                  <a:ext uri="{FF2B5EF4-FFF2-40B4-BE49-F238E27FC236}">
                    <a16:creationId xmlns:a16="http://schemas.microsoft.com/office/drawing/2014/main" id="{BEA2D7AE-E3C8-CB16-51F1-0F331706E9F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445" name="直线连接符 12444">
                <a:extLst>
                  <a:ext uri="{FF2B5EF4-FFF2-40B4-BE49-F238E27FC236}">
                    <a16:creationId xmlns:a16="http://schemas.microsoft.com/office/drawing/2014/main" id="{4F7AE80D-2EB9-12B8-8134-AEFFCCC63E63}"/>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6" name="直线连接符 12445">
                <a:extLst>
                  <a:ext uri="{FF2B5EF4-FFF2-40B4-BE49-F238E27FC236}">
                    <a16:creationId xmlns:a16="http://schemas.microsoft.com/office/drawing/2014/main" id="{6F523149-0E91-B153-43F4-FAAAAEABF24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7" name="直线连接符 12446">
                <a:extLst>
                  <a:ext uri="{FF2B5EF4-FFF2-40B4-BE49-F238E27FC236}">
                    <a16:creationId xmlns:a16="http://schemas.microsoft.com/office/drawing/2014/main" id="{66828566-2602-A929-3169-0E7039F7BF4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8" name="直线连接符 12447">
                <a:extLst>
                  <a:ext uri="{FF2B5EF4-FFF2-40B4-BE49-F238E27FC236}">
                    <a16:creationId xmlns:a16="http://schemas.microsoft.com/office/drawing/2014/main" id="{A69A5710-DF4A-2740-FD00-268555C3D846}"/>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49" name="直线连接符 12448">
                <a:extLst>
                  <a:ext uri="{FF2B5EF4-FFF2-40B4-BE49-F238E27FC236}">
                    <a16:creationId xmlns:a16="http://schemas.microsoft.com/office/drawing/2014/main" id="{74D8E5F3-5F29-8D80-088B-FBF7E9885FD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0" name="直线连接符 12449">
                <a:extLst>
                  <a:ext uri="{FF2B5EF4-FFF2-40B4-BE49-F238E27FC236}">
                    <a16:creationId xmlns:a16="http://schemas.microsoft.com/office/drawing/2014/main" id="{D7F05131-9260-2F6D-CEC8-16CF159BC17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1" name="直线连接符 12450">
                <a:extLst>
                  <a:ext uri="{FF2B5EF4-FFF2-40B4-BE49-F238E27FC236}">
                    <a16:creationId xmlns:a16="http://schemas.microsoft.com/office/drawing/2014/main" id="{904BB919-5A46-D298-2AA1-78EC5F9EC3F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2" name="直线连接符 12451">
                <a:extLst>
                  <a:ext uri="{FF2B5EF4-FFF2-40B4-BE49-F238E27FC236}">
                    <a16:creationId xmlns:a16="http://schemas.microsoft.com/office/drawing/2014/main" id="{7241BB56-7F75-ED02-00F1-BA759F01654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3" name="直线连接符 12452">
                <a:extLst>
                  <a:ext uri="{FF2B5EF4-FFF2-40B4-BE49-F238E27FC236}">
                    <a16:creationId xmlns:a16="http://schemas.microsoft.com/office/drawing/2014/main" id="{BE30C81E-41CF-4CC3-820A-14E2F62602D7}"/>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4" name="直线连接符 12453">
                <a:extLst>
                  <a:ext uri="{FF2B5EF4-FFF2-40B4-BE49-F238E27FC236}">
                    <a16:creationId xmlns:a16="http://schemas.microsoft.com/office/drawing/2014/main" id="{30878AA1-FAFA-5359-A366-7B7BAB47ED47}"/>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5" name="直线连接符 12454">
                <a:extLst>
                  <a:ext uri="{FF2B5EF4-FFF2-40B4-BE49-F238E27FC236}">
                    <a16:creationId xmlns:a16="http://schemas.microsoft.com/office/drawing/2014/main" id="{303962BE-0459-D4D2-D20E-739833C69ED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6" name="直线连接符 12455">
                <a:extLst>
                  <a:ext uri="{FF2B5EF4-FFF2-40B4-BE49-F238E27FC236}">
                    <a16:creationId xmlns:a16="http://schemas.microsoft.com/office/drawing/2014/main" id="{A2935E7E-0574-8AFF-28D4-35E6F4F7300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7" name="直线连接符 12456">
                <a:extLst>
                  <a:ext uri="{FF2B5EF4-FFF2-40B4-BE49-F238E27FC236}">
                    <a16:creationId xmlns:a16="http://schemas.microsoft.com/office/drawing/2014/main" id="{0D4E39FE-3470-36F6-BBFE-BF83E822DA6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8" name="直线连接符 12457">
                <a:extLst>
                  <a:ext uri="{FF2B5EF4-FFF2-40B4-BE49-F238E27FC236}">
                    <a16:creationId xmlns:a16="http://schemas.microsoft.com/office/drawing/2014/main" id="{ABE03602-A158-145F-0555-E9CCEA33A8E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59" name="直线连接符 12458">
                <a:extLst>
                  <a:ext uri="{FF2B5EF4-FFF2-40B4-BE49-F238E27FC236}">
                    <a16:creationId xmlns:a16="http://schemas.microsoft.com/office/drawing/2014/main" id="{C7418B64-9738-A58C-59F2-525E1B77F0B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460" name="直线连接符 12459">
                <a:extLst>
                  <a:ext uri="{FF2B5EF4-FFF2-40B4-BE49-F238E27FC236}">
                    <a16:creationId xmlns:a16="http://schemas.microsoft.com/office/drawing/2014/main" id="{9DD113C9-6F4B-51B0-B9AD-5A6F2F1A8E09}"/>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461" name="直线连接符 12460">
                <a:extLst>
                  <a:ext uri="{FF2B5EF4-FFF2-40B4-BE49-F238E27FC236}">
                    <a16:creationId xmlns:a16="http://schemas.microsoft.com/office/drawing/2014/main" id="{83F928F5-4AF7-5E3E-4F2D-02F934ED0ED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430" name="组合 12429">
              <a:extLst>
                <a:ext uri="{FF2B5EF4-FFF2-40B4-BE49-F238E27FC236}">
                  <a16:creationId xmlns:a16="http://schemas.microsoft.com/office/drawing/2014/main" id="{779D854B-E4C6-0E93-F150-867D11B37EEA}"/>
                </a:ext>
              </a:extLst>
            </p:cNvPr>
            <p:cNvGrpSpPr/>
            <p:nvPr/>
          </p:nvGrpSpPr>
          <p:grpSpPr>
            <a:xfrm>
              <a:off x="8011744" y="5146587"/>
              <a:ext cx="1973841" cy="1732229"/>
              <a:chOff x="7707547" y="3116283"/>
              <a:chExt cx="2913493" cy="2493706"/>
            </a:xfrm>
          </p:grpSpPr>
          <p:sp>
            <p:nvSpPr>
              <p:cNvPr id="12439" name="流程图: 接点 567">
                <a:extLst>
                  <a:ext uri="{FF2B5EF4-FFF2-40B4-BE49-F238E27FC236}">
                    <a16:creationId xmlns:a16="http://schemas.microsoft.com/office/drawing/2014/main" id="{6C2A25EE-D7EF-BF61-99D0-0C4781FB2D40}"/>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40" name="流程图: 接点 568">
                <a:extLst>
                  <a:ext uri="{FF2B5EF4-FFF2-40B4-BE49-F238E27FC236}">
                    <a16:creationId xmlns:a16="http://schemas.microsoft.com/office/drawing/2014/main" id="{0E760D17-820B-351F-F733-0FFC01EBB6E4}"/>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42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41" name="椭圆 12440">
                <a:extLst>
                  <a:ext uri="{FF2B5EF4-FFF2-40B4-BE49-F238E27FC236}">
                    <a16:creationId xmlns:a16="http://schemas.microsoft.com/office/drawing/2014/main" id="{68AF57FB-C17B-6624-BC77-F49D2487D2D5}"/>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42" name="椭圆 12441">
                <a:extLst>
                  <a:ext uri="{FF2B5EF4-FFF2-40B4-BE49-F238E27FC236}">
                    <a16:creationId xmlns:a16="http://schemas.microsoft.com/office/drawing/2014/main" id="{1DA43F41-EF98-9DC5-0103-29B0A628FBA1}"/>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431" name="组合 12430">
              <a:extLst>
                <a:ext uri="{FF2B5EF4-FFF2-40B4-BE49-F238E27FC236}">
                  <a16:creationId xmlns:a16="http://schemas.microsoft.com/office/drawing/2014/main" id="{F4F9B093-8075-A84C-35DF-4D93F3C8AFDF}"/>
                </a:ext>
              </a:extLst>
            </p:cNvPr>
            <p:cNvGrpSpPr/>
            <p:nvPr/>
          </p:nvGrpSpPr>
          <p:grpSpPr>
            <a:xfrm>
              <a:off x="8487617" y="4635009"/>
              <a:ext cx="1057506" cy="1052177"/>
              <a:chOff x="4756933" y="1818915"/>
              <a:chExt cx="875806" cy="967649"/>
            </a:xfrm>
            <a:scene3d>
              <a:camera prst="orthographicFront">
                <a:rot lat="600000" lon="11250000" rev="0"/>
              </a:camera>
              <a:lightRig rig="threePt" dir="t"/>
            </a:scene3d>
          </p:grpSpPr>
          <p:grpSp>
            <p:nvGrpSpPr>
              <p:cNvPr id="12435" name="组合 12434">
                <a:extLst>
                  <a:ext uri="{FF2B5EF4-FFF2-40B4-BE49-F238E27FC236}">
                    <a16:creationId xmlns:a16="http://schemas.microsoft.com/office/drawing/2014/main" id="{00362042-F7FC-277E-C8E5-339258E1344A}"/>
                  </a:ext>
                </a:extLst>
              </p:cNvPr>
              <p:cNvGrpSpPr/>
              <p:nvPr/>
            </p:nvGrpSpPr>
            <p:grpSpPr>
              <a:xfrm>
                <a:off x="4756939" y="1818915"/>
                <a:ext cx="875800" cy="951265"/>
                <a:chOff x="6010090" y="1801350"/>
                <a:chExt cx="1527262" cy="1731253"/>
              </a:xfrm>
              <a:solidFill>
                <a:schemeClr val="tx1">
                  <a:lumMod val="65000"/>
                  <a:lumOff val="35000"/>
                </a:schemeClr>
              </a:solidFill>
            </p:grpSpPr>
            <p:sp>
              <p:nvSpPr>
                <p:cNvPr id="12437" name="流程图: 延期 565">
                  <a:extLst>
                    <a:ext uri="{FF2B5EF4-FFF2-40B4-BE49-F238E27FC236}">
                      <a16:creationId xmlns:a16="http://schemas.microsoft.com/office/drawing/2014/main" id="{280E4ABD-4981-F606-B1BA-5AFFF36F2107}"/>
                    </a:ext>
                  </a:extLst>
                </p:cNvPr>
                <p:cNvSpPr/>
                <p:nvPr/>
              </p:nvSpPr>
              <p:spPr>
                <a:xfrm rot="16200000">
                  <a:off x="5908094" y="190334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38" name="流程图: 接点 566">
                  <a:extLst>
                    <a:ext uri="{FF2B5EF4-FFF2-40B4-BE49-F238E27FC236}">
                      <a16:creationId xmlns:a16="http://schemas.microsoft.com/office/drawing/2014/main" id="{58EF8980-BD77-A006-7764-01C98F494E18}"/>
                    </a:ext>
                  </a:extLst>
                </p:cNvPr>
                <p:cNvSpPr/>
                <p:nvPr/>
              </p:nvSpPr>
              <p:spPr>
                <a:xfrm>
                  <a:off x="6212481" y="1997039"/>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436" name="矩形 12435">
                <a:extLst>
                  <a:ext uri="{FF2B5EF4-FFF2-40B4-BE49-F238E27FC236}">
                    <a16:creationId xmlns:a16="http://schemas.microsoft.com/office/drawing/2014/main" id="{5F1C6B0D-E3A6-058F-217B-1EE8052C8F9D}"/>
                  </a:ext>
                </a:extLst>
              </p:cNvPr>
              <p:cNvSpPr/>
              <p:nvPr/>
            </p:nvSpPr>
            <p:spPr>
              <a:xfrm>
                <a:off x="4756933"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432" name="组合 12431">
              <a:extLst>
                <a:ext uri="{FF2B5EF4-FFF2-40B4-BE49-F238E27FC236}">
                  <a16:creationId xmlns:a16="http://schemas.microsoft.com/office/drawing/2014/main" id="{8FAB3285-E04B-15D0-008E-8080FC31648D}"/>
                </a:ext>
              </a:extLst>
            </p:cNvPr>
            <p:cNvGrpSpPr/>
            <p:nvPr/>
          </p:nvGrpSpPr>
          <p:grpSpPr>
            <a:xfrm>
              <a:off x="8279270" y="5838025"/>
              <a:ext cx="238182" cy="238003"/>
              <a:chOff x="5145960" y="4201202"/>
              <a:chExt cx="150892" cy="141375"/>
            </a:xfrm>
            <a:scene3d>
              <a:camera prst="orthographicFront">
                <a:rot lat="0" lon="2250000" rev="0"/>
              </a:camera>
              <a:lightRig rig="threePt" dir="t">
                <a:rot lat="0" lon="0" rev="0"/>
              </a:lightRig>
            </a:scene3d>
          </p:grpSpPr>
          <p:sp>
            <p:nvSpPr>
              <p:cNvPr id="12433" name="Oval 15540">
                <a:extLst>
                  <a:ext uri="{FF2B5EF4-FFF2-40B4-BE49-F238E27FC236}">
                    <a16:creationId xmlns:a16="http://schemas.microsoft.com/office/drawing/2014/main" id="{1BF9CB50-4849-B0F5-ED44-A2C22DABA135}"/>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434" name="Line 15541">
                <a:extLst>
                  <a:ext uri="{FF2B5EF4-FFF2-40B4-BE49-F238E27FC236}">
                    <a16:creationId xmlns:a16="http://schemas.microsoft.com/office/drawing/2014/main" id="{71AD879E-3EEA-2E80-C678-91C6AADB4798}"/>
                  </a:ext>
                </a:extLst>
              </p:cNvPr>
              <p:cNvCxnSpPr>
                <a:cxnSpLocks/>
                <a:stCxn id="12433" idx="1"/>
                <a:endCxn id="12433"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500" name="组合 12499">
            <a:extLst>
              <a:ext uri="{FF2B5EF4-FFF2-40B4-BE49-F238E27FC236}">
                <a16:creationId xmlns:a16="http://schemas.microsoft.com/office/drawing/2014/main" id="{24037F2E-9107-5A90-96AF-41AE698BA3D0}"/>
              </a:ext>
            </a:extLst>
          </p:cNvPr>
          <p:cNvGrpSpPr/>
          <p:nvPr/>
        </p:nvGrpSpPr>
        <p:grpSpPr>
          <a:xfrm>
            <a:off x="565952" y="1853503"/>
            <a:ext cx="1973841" cy="3048428"/>
            <a:chOff x="10655973" y="4671253"/>
            <a:chExt cx="1973841" cy="3048428"/>
          </a:xfrm>
        </p:grpSpPr>
        <p:sp>
          <p:nvSpPr>
            <p:cNvPr id="12501" name="流程图: 接点 554">
              <a:extLst>
                <a:ext uri="{FF2B5EF4-FFF2-40B4-BE49-F238E27FC236}">
                  <a16:creationId xmlns:a16="http://schemas.microsoft.com/office/drawing/2014/main" id="{2B89B43B-412B-3722-46CB-8BA399B636CB}"/>
                </a:ext>
              </a:extLst>
            </p:cNvPr>
            <p:cNvSpPr/>
            <p:nvPr/>
          </p:nvSpPr>
          <p:spPr>
            <a:xfrm>
              <a:off x="11191121" y="6844434"/>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02" name="椭圆 12501">
              <a:extLst>
                <a:ext uri="{FF2B5EF4-FFF2-40B4-BE49-F238E27FC236}">
                  <a16:creationId xmlns:a16="http://schemas.microsoft.com/office/drawing/2014/main" id="{3FBDEEB3-7DE8-3D5E-0694-BB3ABAE4A8C7}"/>
                </a:ext>
              </a:extLst>
            </p:cNvPr>
            <p:cNvSpPr/>
            <p:nvPr/>
          </p:nvSpPr>
          <p:spPr>
            <a:xfrm>
              <a:off x="11019760" y="6397687"/>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503" name="组合 12502">
              <a:extLst>
                <a:ext uri="{FF2B5EF4-FFF2-40B4-BE49-F238E27FC236}">
                  <a16:creationId xmlns:a16="http://schemas.microsoft.com/office/drawing/2014/main" id="{154396AB-DA41-9D83-B533-1F04CB8153BE}"/>
                </a:ext>
              </a:extLst>
            </p:cNvPr>
            <p:cNvGrpSpPr/>
            <p:nvPr/>
          </p:nvGrpSpPr>
          <p:grpSpPr>
            <a:xfrm>
              <a:off x="10668032" y="6213812"/>
              <a:ext cx="419388" cy="487204"/>
              <a:chOff x="5768619" y="3058692"/>
              <a:chExt cx="419388" cy="487204"/>
            </a:xfrm>
          </p:grpSpPr>
          <p:sp>
            <p:nvSpPr>
              <p:cNvPr id="12558" name="流程图: 接点 571">
                <a:extLst>
                  <a:ext uri="{FF2B5EF4-FFF2-40B4-BE49-F238E27FC236}">
                    <a16:creationId xmlns:a16="http://schemas.microsoft.com/office/drawing/2014/main" id="{B68BC4F1-50DF-41C0-6816-D6F6800D03C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59" name="流程图: 接点 572">
                <a:extLst>
                  <a:ext uri="{FF2B5EF4-FFF2-40B4-BE49-F238E27FC236}">
                    <a16:creationId xmlns:a16="http://schemas.microsoft.com/office/drawing/2014/main" id="{74851188-5B0D-5CB9-83A8-669159BE9BC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60" name="直线连接符 12559">
                <a:extLst>
                  <a:ext uri="{FF2B5EF4-FFF2-40B4-BE49-F238E27FC236}">
                    <a16:creationId xmlns:a16="http://schemas.microsoft.com/office/drawing/2014/main" id="{EA85C440-42D7-E22B-C6D9-E4FAC400AF4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1" name="直线连接符 12560">
                <a:extLst>
                  <a:ext uri="{FF2B5EF4-FFF2-40B4-BE49-F238E27FC236}">
                    <a16:creationId xmlns:a16="http://schemas.microsoft.com/office/drawing/2014/main" id="{FAFA545C-ADA0-80FB-8E40-67D23B4E732E}"/>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2" name="直线连接符 12561">
                <a:extLst>
                  <a:ext uri="{FF2B5EF4-FFF2-40B4-BE49-F238E27FC236}">
                    <a16:creationId xmlns:a16="http://schemas.microsoft.com/office/drawing/2014/main" id="{EA9099AC-64FD-78DE-DD1B-EB0E5A0EACF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3" name="直线连接符 12562">
                <a:extLst>
                  <a:ext uri="{FF2B5EF4-FFF2-40B4-BE49-F238E27FC236}">
                    <a16:creationId xmlns:a16="http://schemas.microsoft.com/office/drawing/2014/main" id="{E0FBA5A8-8033-92BE-F798-8344828641A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4" name="直线连接符 12563">
                <a:extLst>
                  <a:ext uri="{FF2B5EF4-FFF2-40B4-BE49-F238E27FC236}">
                    <a16:creationId xmlns:a16="http://schemas.microsoft.com/office/drawing/2014/main" id="{5D7313B6-27F9-D48B-C4EE-4E35B1D2237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5" name="直线连接符 12564">
                <a:extLst>
                  <a:ext uri="{FF2B5EF4-FFF2-40B4-BE49-F238E27FC236}">
                    <a16:creationId xmlns:a16="http://schemas.microsoft.com/office/drawing/2014/main" id="{921BD3DA-A4C4-2066-74D3-1A5CFAC48FC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6" name="直线连接符 12565">
                <a:extLst>
                  <a:ext uri="{FF2B5EF4-FFF2-40B4-BE49-F238E27FC236}">
                    <a16:creationId xmlns:a16="http://schemas.microsoft.com/office/drawing/2014/main" id="{B8FF903D-0514-561E-B1A2-02619332A84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7" name="直线连接符 12566">
                <a:extLst>
                  <a:ext uri="{FF2B5EF4-FFF2-40B4-BE49-F238E27FC236}">
                    <a16:creationId xmlns:a16="http://schemas.microsoft.com/office/drawing/2014/main" id="{6D275751-EBB5-1166-A268-503439D297D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8" name="直线连接符 12567">
                <a:extLst>
                  <a:ext uri="{FF2B5EF4-FFF2-40B4-BE49-F238E27FC236}">
                    <a16:creationId xmlns:a16="http://schemas.microsoft.com/office/drawing/2014/main" id="{4AD5E7E1-BBD0-7BA7-DE44-A114D80F7F36}"/>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69" name="直线连接符 12568">
                <a:extLst>
                  <a:ext uri="{FF2B5EF4-FFF2-40B4-BE49-F238E27FC236}">
                    <a16:creationId xmlns:a16="http://schemas.microsoft.com/office/drawing/2014/main" id="{46FA0186-CB74-CFB9-D698-011203FC20B3}"/>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0" name="直线连接符 12569">
                <a:extLst>
                  <a:ext uri="{FF2B5EF4-FFF2-40B4-BE49-F238E27FC236}">
                    <a16:creationId xmlns:a16="http://schemas.microsoft.com/office/drawing/2014/main" id="{F539A0AD-449E-E5B8-871B-7D444EBA7F4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1" name="直线连接符 12570">
                <a:extLst>
                  <a:ext uri="{FF2B5EF4-FFF2-40B4-BE49-F238E27FC236}">
                    <a16:creationId xmlns:a16="http://schemas.microsoft.com/office/drawing/2014/main" id="{27BA5583-0C93-C3FA-A25C-217530187B1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2" name="直线连接符 12571">
                <a:extLst>
                  <a:ext uri="{FF2B5EF4-FFF2-40B4-BE49-F238E27FC236}">
                    <a16:creationId xmlns:a16="http://schemas.microsoft.com/office/drawing/2014/main" id="{F42F4263-B3F3-0B8B-F35A-D23CE96D3A2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3" name="直线连接符 12572">
                <a:extLst>
                  <a:ext uri="{FF2B5EF4-FFF2-40B4-BE49-F238E27FC236}">
                    <a16:creationId xmlns:a16="http://schemas.microsoft.com/office/drawing/2014/main" id="{902F5669-3053-2F65-9B37-8F69B036B5B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74" name="直线连接符 12573">
                <a:extLst>
                  <a:ext uri="{FF2B5EF4-FFF2-40B4-BE49-F238E27FC236}">
                    <a16:creationId xmlns:a16="http://schemas.microsoft.com/office/drawing/2014/main" id="{F1DFFD55-8F48-6033-98BD-3FEC49F5E4C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575" name="直线连接符 12574">
                <a:extLst>
                  <a:ext uri="{FF2B5EF4-FFF2-40B4-BE49-F238E27FC236}">
                    <a16:creationId xmlns:a16="http://schemas.microsoft.com/office/drawing/2014/main" id="{44E72FC0-8DC8-DA5B-AAE5-357BDD60933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576" name="直线连接符 12575">
                <a:extLst>
                  <a:ext uri="{FF2B5EF4-FFF2-40B4-BE49-F238E27FC236}">
                    <a16:creationId xmlns:a16="http://schemas.microsoft.com/office/drawing/2014/main" id="{A5FEFFBE-F948-571C-62AD-F02A53F36081}"/>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504" name="组合 12503">
              <a:extLst>
                <a:ext uri="{FF2B5EF4-FFF2-40B4-BE49-F238E27FC236}">
                  <a16:creationId xmlns:a16="http://schemas.microsoft.com/office/drawing/2014/main" id="{648A73B7-BC3A-6BD4-13E5-33CA467CD80F}"/>
                </a:ext>
              </a:extLst>
            </p:cNvPr>
            <p:cNvGrpSpPr/>
            <p:nvPr/>
          </p:nvGrpSpPr>
          <p:grpSpPr>
            <a:xfrm>
              <a:off x="11809509" y="6157632"/>
              <a:ext cx="419388" cy="487204"/>
              <a:chOff x="5768619" y="3058692"/>
              <a:chExt cx="419388" cy="487204"/>
            </a:xfrm>
          </p:grpSpPr>
          <p:sp>
            <p:nvSpPr>
              <p:cNvPr id="12539" name="流程图: 接点 571">
                <a:extLst>
                  <a:ext uri="{FF2B5EF4-FFF2-40B4-BE49-F238E27FC236}">
                    <a16:creationId xmlns:a16="http://schemas.microsoft.com/office/drawing/2014/main" id="{43087D54-BC49-3453-7B05-4CBB30BF782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40" name="流程图: 接点 572">
                <a:extLst>
                  <a:ext uri="{FF2B5EF4-FFF2-40B4-BE49-F238E27FC236}">
                    <a16:creationId xmlns:a16="http://schemas.microsoft.com/office/drawing/2014/main" id="{52AF0166-7FD4-49F3-A558-FCBAD1E0C74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41" name="直线连接符 12540">
                <a:extLst>
                  <a:ext uri="{FF2B5EF4-FFF2-40B4-BE49-F238E27FC236}">
                    <a16:creationId xmlns:a16="http://schemas.microsoft.com/office/drawing/2014/main" id="{D6BB0C68-1552-85C8-B8E2-992D341686C6}"/>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2" name="直线连接符 12541">
                <a:extLst>
                  <a:ext uri="{FF2B5EF4-FFF2-40B4-BE49-F238E27FC236}">
                    <a16:creationId xmlns:a16="http://schemas.microsoft.com/office/drawing/2014/main" id="{246A000A-C82B-0E24-224D-05E24F387C4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3" name="直线连接符 12542">
                <a:extLst>
                  <a:ext uri="{FF2B5EF4-FFF2-40B4-BE49-F238E27FC236}">
                    <a16:creationId xmlns:a16="http://schemas.microsoft.com/office/drawing/2014/main" id="{7066E9BB-AFF7-E5B0-A5B8-05A1F936F80C}"/>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4" name="直线连接符 12543">
                <a:extLst>
                  <a:ext uri="{FF2B5EF4-FFF2-40B4-BE49-F238E27FC236}">
                    <a16:creationId xmlns:a16="http://schemas.microsoft.com/office/drawing/2014/main" id="{0AAA3891-1DFF-5A33-EB13-5C15B5F784A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5" name="直线连接符 12544">
                <a:extLst>
                  <a:ext uri="{FF2B5EF4-FFF2-40B4-BE49-F238E27FC236}">
                    <a16:creationId xmlns:a16="http://schemas.microsoft.com/office/drawing/2014/main" id="{BB27D34A-A5FF-20C8-102B-72223D8A13B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6" name="直线连接符 12545">
                <a:extLst>
                  <a:ext uri="{FF2B5EF4-FFF2-40B4-BE49-F238E27FC236}">
                    <a16:creationId xmlns:a16="http://schemas.microsoft.com/office/drawing/2014/main" id="{C29E35C6-8FFD-412A-2374-28C71415C73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7" name="直线连接符 12546">
                <a:extLst>
                  <a:ext uri="{FF2B5EF4-FFF2-40B4-BE49-F238E27FC236}">
                    <a16:creationId xmlns:a16="http://schemas.microsoft.com/office/drawing/2014/main" id="{04A73854-DCC2-ABFA-E19A-FE62644734F8}"/>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8" name="直线连接符 12547">
                <a:extLst>
                  <a:ext uri="{FF2B5EF4-FFF2-40B4-BE49-F238E27FC236}">
                    <a16:creationId xmlns:a16="http://schemas.microsoft.com/office/drawing/2014/main" id="{BA688868-51FE-18CE-1919-9455F072856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49" name="直线连接符 12548">
                <a:extLst>
                  <a:ext uri="{FF2B5EF4-FFF2-40B4-BE49-F238E27FC236}">
                    <a16:creationId xmlns:a16="http://schemas.microsoft.com/office/drawing/2014/main" id="{3714E311-3758-037D-AB43-EB1CB362E652}"/>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0" name="直线连接符 12549">
                <a:extLst>
                  <a:ext uri="{FF2B5EF4-FFF2-40B4-BE49-F238E27FC236}">
                    <a16:creationId xmlns:a16="http://schemas.microsoft.com/office/drawing/2014/main" id="{F3E4D9B0-4E8C-96E1-4EDF-5F5C86D5AE00}"/>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1" name="直线连接符 12550">
                <a:extLst>
                  <a:ext uri="{FF2B5EF4-FFF2-40B4-BE49-F238E27FC236}">
                    <a16:creationId xmlns:a16="http://schemas.microsoft.com/office/drawing/2014/main" id="{591F71B0-B4A9-4332-4497-3CC3DBDE620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2" name="直线连接符 12551">
                <a:extLst>
                  <a:ext uri="{FF2B5EF4-FFF2-40B4-BE49-F238E27FC236}">
                    <a16:creationId xmlns:a16="http://schemas.microsoft.com/office/drawing/2014/main" id="{C8783CEE-E313-73C8-9F6C-825446A04295}"/>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3" name="直线连接符 12552">
                <a:extLst>
                  <a:ext uri="{FF2B5EF4-FFF2-40B4-BE49-F238E27FC236}">
                    <a16:creationId xmlns:a16="http://schemas.microsoft.com/office/drawing/2014/main" id="{83030F03-63AD-4CF4-1134-41644D33DF7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4" name="直线连接符 12553">
                <a:extLst>
                  <a:ext uri="{FF2B5EF4-FFF2-40B4-BE49-F238E27FC236}">
                    <a16:creationId xmlns:a16="http://schemas.microsoft.com/office/drawing/2014/main" id="{875E18AB-0E49-F542-9871-57FA79AEA85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55" name="直线连接符 12554">
                <a:extLst>
                  <a:ext uri="{FF2B5EF4-FFF2-40B4-BE49-F238E27FC236}">
                    <a16:creationId xmlns:a16="http://schemas.microsoft.com/office/drawing/2014/main" id="{2994A9C2-4AAB-0551-8806-305C7860294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556" name="直线连接符 12555">
                <a:extLst>
                  <a:ext uri="{FF2B5EF4-FFF2-40B4-BE49-F238E27FC236}">
                    <a16:creationId xmlns:a16="http://schemas.microsoft.com/office/drawing/2014/main" id="{99C7E5A4-34EA-26AB-F3BD-3FFC8249412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557" name="直线连接符 12556">
                <a:extLst>
                  <a:ext uri="{FF2B5EF4-FFF2-40B4-BE49-F238E27FC236}">
                    <a16:creationId xmlns:a16="http://schemas.microsoft.com/office/drawing/2014/main" id="{EA4CD2A4-5089-7BF5-F102-54A459DA0A2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505" name="流程图: 接点 556">
              <a:extLst>
                <a:ext uri="{FF2B5EF4-FFF2-40B4-BE49-F238E27FC236}">
                  <a16:creationId xmlns:a16="http://schemas.microsoft.com/office/drawing/2014/main" id="{F1B727FA-9317-540B-87ED-AE9AA73893E9}"/>
                </a:ext>
              </a:extLst>
            </p:cNvPr>
            <p:cNvSpPr/>
            <p:nvPr/>
          </p:nvSpPr>
          <p:spPr>
            <a:xfrm>
              <a:off x="11144748" y="6019154"/>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506" name="组合 12505">
              <a:extLst>
                <a:ext uri="{FF2B5EF4-FFF2-40B4-BE49-F238E27FC236}">
                  <a16:creationId xmlns:a16="http://schemas.microsoft.com/office/drawing/2014/main" id="{9B3F04CC-EBCB-A7CF-7AB2-BF7D97FF4B2C}"/>
                </a:ext>
              </a:extLst>
            </p:cNvPr>
            <p:cNvGrpSpPr/>
            <p:nvPr/>
          </p:nvGrpSpPr>
          <p:grpSpPr>
            <a:xfrm>
              <a:off x="11811399" y="6349023"/>
              <a:ext cx="419388" cy="487204"/>
              <a:chOff x="5768619" y="3058692"/>
              <a:chExt cx="419388" cy="487204"/>
            </a:xfrm>
          </p:grpSpPr>
          <p:sp>
            <p:nvSpPr>
              <p:cNvPr id="12520" name="流程图: 接点 571">
                <a:extLst>
                  <a:ext uri="{FF2B5EF4-FFF2-40B4-BE49-F238E27FC236}">
                    <a16:creationId xmlns:a16="http://schemas.microsoft.com/office/drawing/2014/main" id="{BB11BF83-8944-D6C4-BF72-8FD06443E90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21" name="流程图: 接点 572">
                <a:extLst>
                  <a:ext uri="{FF2B5EF4-FFF2-40B4-BE49-F238E27FC236}">
                    <a16:creationId xmlns:a16="http://schemas.microsoft.com/office/drawing/2014/main" id="{D53A4649-7CC2-C36D-5087-D439669B2ECE}"/>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22" name="直线连接符 12521">
                <a:extLst>
                  <a:ext uri="{FF2B5EF4-FFF2-40B4-BE49-F238E27FC236}">
                    <a16:creationId xmlns:a16="http://schemas.microsoft.com/office/drawing/2014/main" id="{06A1FF66-6B14-F259-B3D9-5ED86148054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3" name="直线连接符 12522">
                <a:extLst>
                  <a:ext uri="{FF2B5EF4-FFF2-40B4-BE49-F238E27FC236}">
                    <a16:creationId xmlns:a16="http://schemas.microsoft.com/office/drawing/2014/main" id="{A4569AC6-7CDD-78E5-FEAE-6129B9C97387}"/>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4" name="直线连接符 12523">
                <a:extLst>
                  <a:ext uri="{FF2B5EF4-FFF2-40B4-BE49-F238E27FC236}">
                    <a16:creationId xmlns:a16="http://schemas.microsoft.com/office/drawing/2014/main" id="{CC0F0515-D25A-5A5F-987A-3E4A611ACB85}"/>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5" name="直线连接符 12524">
                <a:extLst>
                  <a:ext uri="{FF2B5EF4-FFF2-40B4-BE49-F238E27FC236}">
                    <a16:creationId xmlns:a16="http://schemas.microsoft.com/office/drawing/2014/main" id="{2BA30692-7481-A8B0-8532-5B72B5C6F45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6" name="直线连接符 12525">
                <a:extLst>
                  <a:ext uri="{FF2B5EF4-FFF2-40B4-BE49-F238E27FC236}">
                    <a16:creationId xmlns:a16="http://schemas.microsoft.com/office/drawing/2014/main" id="{66B5BF0D-59CB-CE5D-556F-A125301CDF6F}"/>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7" name="直线连接符 12526">
                <a:extLst>
                  <a:ext uri="{FF2B5EF4-FFF2-40B4-BE49-F238E27FC236}">
                    <a16:creationId xmlns:a16="http://schemas.microsoft.com/office/drawing/2014/main" id="{3D0A7995-0D66-5212-ABAB-A46F2B22CA72}"/>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8" name="直线连接符 12527">
                <a:extLst>
                  <a:ext uri="{FF2B5EF4-FFF2-40B4-BE49-F238E27FC236}">
                    <a16:creationId xmlns:a16="http://schemas.microsoft.com/office/drawing/2014/main" id="{82217874-E8A8-C6D8-F658-DD18C075708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29" name="直线连接符 12528">
                <a:extLst>
                  <a:ext uri="{FF2B5EF4-FFF2-40B4-BE49-F238E27FC236}">
                    <a16:creationId xmlns:a16="http://schemas.microsoft.com/office/drawing/2014/main" id="{9A66D4B9-7725-AA00-03EE-CB5BB4FB6A8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0" name="直线连接符 12529">
                <a:extLst>
                  <a:ext uri="{FF2B5EF4-FFF2-40B4-BE49-F238E27FC236}">
                    <a16:creationId xmlns:a16="http://schemas.microsoft.com/office/drawing/2014/main" id="{37906A16-C9D2-5257-8E18-73B9C3197AA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1" name="直线连接符 12530">
                <a:extLst>
                  <a:ext uri="{FF2B5EF4-FFF2-40B4-BE49-F238E27FC236}">
                    <a16:creationId xmlns:a16="http://schemas.microsoft.com/office/drawing/2014/main" id="{AC214633-6FE6-36E3-23F2-84C6494783D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2" name="直线连接符 12531">
                <a:extLst>
                  <a:ext uri="{FF2B5EF4-FFF2-40B4-BE49-F238E27FC236}">
                    <a16:creationId xmlns:a16="http://schemas.microsoft.com/office/drawing/2014/main" id="{363A3D10-0785-1714-98C1-2D1EB1AB719D}"/>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3" name="直线连接符 12532">
                <a:extLst>
                  <a:ext uri="{FF2B5EF4-FFF2-40B4-BE49-F238E27FC236}">
                    <a16:creationId xmlns:a16="http://schemas.microsoft.com/office/drawing/2014/main" id="{00A9128B-EAA4-4B42-57F6-4011D7B64FB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4" name="直线连接符 12533">
                <a:extLst>
                  <a:ext uri="{FF2B5EF4-FFF2-40B4-BE49-F238E27FC236}">
                    <a16:creationId xmlns:a16="http://schemas.microsoft.com/office/drawing/2014/main" id="{070AA045-B409-126F-8499-5DE4C437EA07}"/>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5" name="直线连接符 12534">
                <a:extLst>
                  <a:ext uri="{FF2B5EF4-FFF2-40B4-BE49-F238E27FC236}">
                    <a16:creationId xmlns:a16="http://schemas.microsoft.com/office/drawing/2014/main" id="{B5CB9F53-5CA6-67CB-B80E-0DE712D8AB4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36" name="直线连接符 12535">
                <a:extLst>
                  <a:ext uri="{FF2B5EF4-FFF2-40B4-BE49-F238E27FC236}">
                    <a16:creationId xmlns:a16="http://schemas.microsoft.com/office/drawing/2014/main" id="{E9E194A9-5AC3-A949-F6B1-F48FC3B36F9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537" name="直线连接符 12536">
                <a:extLst>
                  <a:ext uri="{FF2B5EF4-FFF2-40B4-BE49-F238E27FC236}">
                    <a16:creationId xmlns:a16="http://schemas.microsoft.com/office/drawing/2014/main" id="{E7629B64-297F-1F26-B850-89331895997F}"/>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538" name="直线连接符 12537">
                <a:extLst>
                  <a:ext uri="{FF2B5EF4-FFF2-40B4-BE49-F238E27FC236}">
                    <a16:creationId xmlns:a16="http://schemas.microsoft.com/office/drawing/2014/main" id="{80716F70-4C52-BA02-4E58-584AB3E8660F}"/>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507" name="组合 12506">
              <a:extLst>
                <a:ext uri="{FF2B5EF4-FFF2-40B4-BE49-F238E27FC236}">
                  <a16:creationId xmlns:a16="http://schemas.microsoft.com/office/drawing/2014/main" id="{B9E6064E-2EAE-9D34-26D8-55B4529B283F}"/>
                </a:ext>
              </a:extLst>
            </p:cNvPr>
            <p:cNvGrpSpPr/>
            <p:nvPr/>
          </p:nvGrpSpPr>
          <p:grpSpPr>
            <a:xfrm>
              <a:off x="10655973" y="5182831"/>
              <a:ext cx="1973841" cy="1732229"/>
              <a:chOff x="7707547" y="3116283"/>
              <a:chExt cx="2913493" cy="2493706"/>
            </a:xfrm>
          </p:grpSpPr>
          <p:sp>
            <p:nvSpPr>
              <p:cNvPr id="12516" name="流程图: 接点 567">
                <a:extLst>
                  <a:ext uri="{FF2B5EF4-FFF2-40B4-BE49-F238E27FC236}">
                    <a16:creationId xmlns:a16="http://schemas.microsoft.com/office/drawing/2014/main" id="{9A4A956A-9ED1-05B4-C617-739B40A1E1AF}"/>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17" name="流程图: 接点 568">
                <a:extLst>
                  <a:ext uri="{FF2B5EF4-FFF2-40B4-BE49-F238E27FC236}">
                    <a16:creationId xmlns:a16="http://schemas.microsoft.com/office/drawing/2014/main" id="{2685BE5F-B8E3-E74E-0676-1ADB39142CCE}"/>
                  </a:ext>
                </a:extLst>
              </p:cNvPr>
              <p:cNvSpPr/>
              <p:nvPr/>
            </p:nvSpPr>
            <p:spPr>
              <a:xfrm>
                <a:off x="7707547" y="3116283"/>
                <a:ext cx="2910063" cy="2163435"/>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18" name="椭圆 12517">
                <a:extLst>
                  <a:ext uri="{FF2B5EF4-FFF2-40B4-BE49-F238E27FC236}">
                    <a16:creationId xmlns:a16="http://schemas.microsoft.com/office/drawing/2014/main" id="{C2AAD520-3C7D-62B8-887B-772966F050F0}"/>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19" name="椭圆 12518">
                <a:extLst>
                  <a:ext uri="{FF2B5EF4-FFF2-40B4-BE49-F238E27FC236}">
                    <a16:creationId xmlns:a16="http://schemas.microsoft.com/office/drawing/2014/main" id="{DE2185D2-2962-E42E-C7AD-581B93183474}"/>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508" name="组合 12507">
              <a:extLst>
                <a:ext uri="{FF2B5EF4-FFF2-40B4-BE49-F238E27FC236}">
                  <a16:creationId xmlns:a16="http://schemas.microsoft.com/office/drawing/2014/main" id="{B464471B-EFDE-EA10-FAB4-8851F0573AB7}"/>
                </a:ext>
              </a:extLst>
            </p:cNvPr>
            <p:cNvGrpSpPr/>
            <p:nvPr/>
          </p:nvGrpSpPr>
          <p:grpSpPr>
            <a:xfrm>
              <a:off x="11091132" y="4671253"/>
              <a:ext cx="1057502" cy="1052177"/>
              <a:chOff x="4688789" y="1818915"/>
              <a:chExt cx="875802" cy="967649"/>
            </a:xfrm>
            <a:scene3d>
              <a:camera prst="orthographicFront">
                <a:rot lat="600000" lon="10800000" rev="0"/>
              </a:camera>
              <a:lightRig rig="threePt" dir="t"/>
            </a:scene3d>
          </p:grpSpPr>
          <p:grpSp>
            <p:nvGrpSpPr>
              <p:cNvPr id="12512" name="组合 12511">
                <a:extLst>
                  <a:ext uri="{FF2B5EF4-FFF2-40B4-BE49-F238E27FC236}">
                    <a16:creationId xmlns:a16="http://schemas.microsoft.com/office/drawing/2014/main" id="{D4D8C75D-1B82-077C-30FA-6D27661D656D}"/>
                  </a:ext>
                </a:extLst>
              </p:cNvPr>
              <p:cNvGrpSpPr/>
              <p:nvPr/>
            </p:nvGrpSpPr>
            <p:grpSpPr>
              <a:xfrm>
                <a:off x="4688791" y="1818915"/>
                <a:ext cx="875800" cy="951265"/>
                <a:chOff x="5891245" y="1801350"/>
                <a:chExt cx="1527262" cy="1731253"/>
              </a:xfrm>
              <a:solidFill>
                <a:schemeClr val="tx1">
                  <a:lumMod val="65000"/>
                  <a:lumOff val="35000"/>
                </a:schemeClr>
              </a:solidFill>
            </p:grpSpPr>
            <p:sp>
              <p:nvSpPr>
                <p:cNvPr id="12514" name="流程图: 延期 565">
                  <a:extLst>
                    <a:ext uri="{FF2B5EF4-FFF2-40B4-BE49-F238E27FC236}">
                      <a16:creationId xmlns:a16="http://schemas.microsoft.com/office/drawing/2014/main" id="{C5FBD669-AA92-451C-BC84-C4521160DCE3}"/>
                    </a:ext>
                  </a:extLst>
                </p:cNvPr>
                <p:cNvSpPr/>
                <p:nvPr/>
              </p:nvSpPr>
              <p:spPr>
                <a:xfrm rot="16200000">
                  <a:off x="5789249" y="190334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15" name="流程图: 接点 566">
                  <a:extLst>
                    <a:ext uri="{FF2B5EF4-FFF2-40B4-BE49-F238E27FC236}">
                      <a16:creationId xmlns:a16="http://schemas.microsoft.com/office/drawing/2014/main" id="{95DE2B10-9E87-ACAA-4D8D-092064231687}"/>
                    </a:ext>
                  </a:extLst>
                </p:cNvPr>
                <p:cNvSpPr/>
                <p:nvPr/>
              </p:nvSpPr>
              <p:spPr>
                <a:xfrm>
                  <a:off x="6093636" y="1997039"/>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513" name="矩形 12512">
                <a:extLst>
                  <a:ext uri="{FF2B5EF4-FFF2-40B4-BE49-F238E27FC236}">
                    <a16:creationId xmlns:a16="http://schemas.microsoft.com/office/drawing/2014/main" id="{113589E7-BC26-2C34-A4D4-227ACE63BFE9}"/>
                  </a:ext>
                </a:extLst>
              </p:cNvPr>
              <p:cNvSpPr/>
              <p:nvPr/>
            </p:nvSpPr>
            <p:spPr>
              <a:xfrm>
                <a:off x="4688789"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509" name="组合 12508">
              <a:extLst>
                <a:ext uri="{FF2B5EF4-FFF2-40B4-BE49-F238E27FC236}">
                  <a16:creationId xmlns:a16="http://schemas.microsoft.com/office/drawing/2014/main" id="{D56E8D00-C355-C202-B38F-55E83AB8E8ED}"/>
                </a:ext>
              </a:extLst>
            </p:cNvPr>
            <p:cNvGrpSpPr/>
            <p:nvPr/>
          </p:nvGrpSpPr>
          <p:grpSpPr>
            <a:xfrm>
              <a:off x="11018581" y="5877350"/>
              <a:ext cx="238182" cy="238003"/>
              <a:chOff x="5145960" y="4201202"/>
              <a:chExt cx="150892" cy="141375"/>
            </a:xfrm>
            <a:scene3d>
              <a:camera prst="orthographicFront">
                <a:rot lat="0" lon="1800000" rev="0"/>
              </a:camera>
              <a:lightRig rig="threePt" dir="t">
                <a:rot lat="0" lon="0" rev="0"/>
              </a:lightRig>
            </a:scene3d>
          </p:grpSpPr>
          <p:sp>
            <p:nvSpPr>
              <p:cNvPr id="12510" name="Oval 15540">
                <a:extLst>
                  <a:ext uri="{FF2B5EF4-FFF2-40B4-BE49-F238E27FC236}">
                    <a16:creationId xmlns:a16="http://schemas.microsoft.com/office/drawing/2014/main" id="{54F50EB4-7E65-A199-1F1E-2C1751D8A3E4}"/>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511" name="Line 15541">
                <a:extLst>
                  <a:ext uri="{FF2B5EF4-FFF2-40B4-BE49-F238E27FC236}">
                    <a16:creationId xmlns:a16="http://schemas.microsoft.com/office/drawing/2014/main" id="{11D1D9C7-40A6-53C2-0398-32D4C5FA50B0}"/>
                  </a:ext>
                </a:extLst>
              </p:cNvPr>
              <p:cNvCxnSpPr>
                <a:cxnSpLocks/>
                <a:stCxn id="12510" idx="1"/>
                <a:endCxn id="12510"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577" name="组合 12576">
            <a:extLst>
              <a:ext uri="{FF2B5EF4-FFF2-40B4-BE49-F238E27FC236}">
                <a16:creationId xmlns:a16="http://schemas.microsoft.com/office/drawing/2014/main" id="{47636017-3FB5-44C5-2FA0-E302F272BD8A}"/>
              </a:ext>
            </a:extLst>
          </p:cNvPr>
          <p:cNvGrpSpPr/>
          <p:nvPr/>
        </p:nvGrpSpPr>
        <p:grpSpPr>
          <a:xfrm>
            <a:off x="565952" y="1847021"/>
            <a:ext cx="1973841" cy="3054910"/>
            <a:chOff x="13274438" y="4733199"/>
            <a:chExt cx="1973841" cy="3054910"/>
          </a:xfrm>
        </p:grpSpPr>
        <p:sp>
          <p:nvSpPr>
            <p:cNvPr id="12578" name="流程图: 接点 554">
              <a:extLst>
                <a:ext uri="{FF2B5EF4-FFF2-40B4-BE49-F238E27FC236}">
                  <a16:creationId xmlns:a16="http://schemas.microsoft.com/office/drawing/2014/main" id="{CB3F0FF3-8EEB-12BA-6374-1E3C6CB13AA3}"/>
                </a:ext>
              </a:extLst>
            </p:cNvPr>
            <p:cNvSpPr/>
            <p:nvPr/>
          </p:nvSpPr>
          <p:spPr>
            <a:xfrm>
              <a:off x="13809586" y="691286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79" name="椭圆 12578">
              <a:extLst>
                <a:ext uri="{FF2B5EF4-FFF2-40B4-BE49-F238E27FC236}">
                  <a16:creationId xmlns:a16="http://schemas.microsoft.com/office/drawing/2014/main" id="{F89494A9-4992-9C2A-DDF6-E373B1EE9469}"/>
                </a:ext>
              </a:extLst>
            </p:cNvPr>
            <p:cNvSpPr/>
            <p:nvPr/>
          </p:nvSpPr>
          <p:spPr>
            <a:xfrm>
              <a:off x="13638225" y="646611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580" name="组合 12579">
              <a:extLst>
                <a:ext uri="{FF2B5EF4-FFF2-40B4-BE49-F238E27FC236}">
                  <a16:creationId xmlns:a16="http://schemas.microsoft.com/office/drawing/2014/main" id="{C23624D6-D757-08A0-9900-00B95D28AADE}"/>
                </a:ext>
              </a:extLst>
            </p:cNvPr>
            <p:cNvGrpSpPr/>
            <p:nvPr/>
          </p:nvGrpSpPr>
          <p:grpSpPr>
            <a:xfrm>
              <a:off x="14398998" y="6217038"/>
              <a:ext cx="419388" cy="487204"/>
              <a:chOff x="5768619" y="3058692"/>
              <a:chExt cx="419388" cy="487204"/>
            </a:xfrm>
          </p:grpSpPr>
          <p:sp>
            <p:nvSpPr>
              <p:cNvPr id="12635" name="流程图: 接点 571">
                <a:extLst>
                  <a:ext uri="{FF2B5EF4-FFF2-40B4-BE49-F238E27FC236}">
                    <a16:creationId xmlns:a16="http://schemas.microsoft.com/office/drawing/2014/main" id="{C1528D55-DCB6-D37E-7349-4DAB798E372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36" name="流程图: 接点 572">
                <a:extLst>
                  <a:ext uri="{FF2B5EF4-FFF2-40B4-BE49-F238E27FC236}">
                    <a16:creationId xmlns:a16="http://schemas.microsoft.com/office/drawing/2014/main" id="{2C8E957E-575D-1A50-4D0F-C57D900E248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37" name="直线连接符 12636">
                <a:extLst>
                  <a:ext uri="{FF2B5EF4-FFF2-40B4-BE49-F238E27FC236}">
                    <a16:creationId xmlns:a16="http://schemas.microsoft.com/office/drawing/2014/main" id="{0CD04B48-A4EA-A8BB-278E-100DC9DF44F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8" name="直线连接符 12637">
                <a:extLst>
                  <a:ext uri="{FF2B5EF4-FFF2-40B4-BE49-F238E27FC236}">
                    <a16:creationId xmlns:a16="http://schemas.microsoft.com/office/drawing/2014/main" id="{D888C2CA-4E55-2F82-9965-2169DE13E4F7}"/>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9" name="直线连接符 12638">
                <a:extLst>
                  <a:ext uri="{FF2B5EF4-FFF2-40B4-BE49-F238E27FC236}">
                    <a16:creationId xmlns:a16="http://schemas.microsoft.com/office/drawing/2014/main" id="{399D6E90-4D7B-6F93-4E8D-7898F22A7A5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0" name="直线连接符 12639">
                <a:extLst>
                  <a:ext uri="{FF2B5EF4-FFF2-40B4-BE49-F238E27FC236}">
                    <a16:creationId xmlns:a16="http://schemas.microsoft.com/office/drawing/2014/main" id="{8D1AC800-707C-308E-359B-FB42A398CC0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1" name="直线连接符 12640">
                <a:extLst>
                  <a:ext uri="{FF2B5EF4-FFF2-40B4-BE49-F238E27FC236}">
                    <a16:creationId xmlns:a16="http://schemas.microsoft.com/office/drawing/2014/main" id="{CFD2629D-A7D0-6EED-53DF-F5AFC242D66E}"/>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2" name="直线连接符 12641">
                <a:extLst>
                  <a:ext uri="{FF2B5EF4-FFF2-40B4-BE49-F238E27FC236}">
                    <a16:creationId xmlns:a16="http://schemas.microsoft.com/office/drawing/2014/main" id="{665EAD8B-C2AC-FBE6-5FB0-42A9B24F836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3" name="直线连接符 12642">
                <a:extLst>
                  <a:ext uri="{FF2B5EF4-FFF2-40B4-BE49-F238E27FC236}">
                    <a16:creationId xmlns:a16="http://schemas.microsoft.com/office/drawing/2014/main" id="{00C20053-DB9D-1A6A-997B-3EB770C763D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4" name="直线连接符 12643">
                <a:extLst>
                  <a:ext uri="{FF2B5EF4-FFF2-40B4-BE49-F238E27FC236}">
                    <a16:creationId xmlns:a16="http://schemas.microsoft.com/office/drawing/2014/main" id="{148D1D28-8DD0-A32F-2B56-35A1B307DDA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5" name="直线连接符 12644">
                <a:extLst>
                  <a:ext uri="{FF2B5EF4-FFF2-40B4-BE49-F238E27FC236}">
                    <a16:creationId xmlns:a16="http://schemas.microsoft.com/office/drawing/2014/main" id="{36892B97-E3DA-3CBD-4E89-F006D1508B06}"/>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6" name="直线连接符 12645">
                <a:extLst>
                  <a:ext uri="{FF2B5EF4-FFF2-40B4-BE49-F238E27FC236}">
                    <a16:creationId xmlns:a16="http://schemas.microsoft.com/office/drawing/2014/main" id="{BF6B58C1-FAD6-15E1-C8B7-DC5A57A0309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7" name="直线连接符 12646">
                <a:extLst>
                  <a:ext uri="{FF2B5EF4-FFF2-40B4-BE49-F238E27FC236}">
                    <a16:creationId xmlns:a16="http://schemas.microsoft.com/office/drawing/2014/main" id="{16C8FEED-CE79-E233-1A0C-2A553E15A2D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8" name="直线连接符 12647">
                <a:extLst>
                  <a:ext uri="{FF2B5EF4-FFF2-40B4-BE49-F238E27FC236}">
                    <a16:creationId xmlns:a16="http://schemas.microsoft.com/office/drawing/2014/main" id="{5B8EF011-3CA9-2095-2652-6E318B41F68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49" name="直线连接符 12648">
                <a:extLst>
                  <a:ext uri="{FF2B5EF4-FFF2-40B4-BE49-F238E27FC236}">
                    <a16:creationId xmlns:a16="http://schemas.microsoft.com/office/drawing/2014/main" id="{A2E50B35-B4EF-4EBD-B69A-DAE02691019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50" name="直线连接符 12649">
                <a:extLst>
                  <a:ext uri="{FF2B5EF4-FFF2-40B4-BE49-F238E27FC236}">
                    <a16:creationId xmlns:a16="http://schemas.microsoft.com/office/drawing/2014/main" id="{E62FB71B-5891-8EE3-6035-2BADDC9B2CA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51" name="直线连接符 12650">
                <a:extLst>
                  <a:ext uri="{FF2B5EF4-FFF2-40B4-BE49-F238E27FC236}">
                    <a16:creationId xmlns:a16="http://schemas.microsoft.com/office/drawing/2014/main" id="{0C23A6F1-C71B-386E-D3DD-D62ECE611A7A}"/>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52" name="直线连接符 12651">
                <a:extLst>
                  <a:ext uri="{FF2B5EF4-FFF2-40B4-BE49-F238E27FC236}">
                    <a16:creationId xmlns:a16="http://schemas.microsoft.com/office/drawing/2014/main" id="{B9857A97-D8C5-2A86-F6D0-265DE93D4C7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53" name="直线连接符 12652">
                <a:extLst>
                  <a:ext uri="{FF2B5EF4-FFF2-40B4-BE49-F238E27FC236}">
                    <a16:creationId xmlns:a16="http://schemas.microsoft.com/office/drawing/2014/main" id="{EF32C418-65A2-CA8D-6394-6873043F45A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581" name="组合 12580">
              <a:extLst>
                <a:ext uri="{FF2B5EF4-FFF2-40B4-BE49-F238E27FC236}">
                  <a16:creationId xmlns:a16="http://schemas.microsoft.com/office/drawing/2014/main" id="{C023B70A-4401-5903-E530-DA69F49A2DB1}"/>
                </a:ext>
              </a:extLst>
            </p:cNvPr>
            <p:cNvGrpSpPr/>
            <p:nvPr/>
          </p:nvGrpSpPr>
          <p:grpSpPr>
            <a:xfrm>
              <a:off x="13327704" y="6300860"/>
              <a:ext cx="419388" cy="487204"/>
              <a:chOff x="5768619" y="3058692"/>
              <a:chExt cx="419388" cy="487204"/>
            </a:xfrm>
          </p:grpSpPr>
          <p:sp>
            <p:nvSpPr>
              <p:cNvPr id="12616" name="流程图: 接点 571">
                <a:extLst>
                  <a:ext uri="{FF2B5EF4-FFF2-40B4-BE49-F238E27FC236}">
                    <a16:creationId xmlns:a16="http://schemas.microsoft.com/office/drawing/2014/main" id="{2B61CE3B-C535-968B-6BD0-6F684A3A3F1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17" name="流程图: 接点 572">
                <a:extLst>
                  <a:ext uri="{FF2B5EF4-FFF2-40B4-BE49-F238E27FC236}">
                    <a16:creationId xmlns:a16="http://schemas.microsoft.com/office/drawing/2014/main" id="{CEDFF271-4566-70BB-6105-2D48321F996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18" name="直线连接符 12617">
                <a:extLst>
                  <a:ext uri="{FF2B5EF4-FFF2-40B4-BE49-F238E27FC236}">
                    <a16:creationId xmlns:a16="http://schemas.microsoft.com/office/drawing/2014/main" id="{301DCD6A-2F03-8140-80D7-C75BA911F63D}"/>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9" name="直线连接符 12618">
                <a:extLst>
                  <a:ext uri="{FF2B5EF4-FFF2-40B4-BE49-F238E27FC236}">
                    <a16:creationId xmlns:a16="http://schemas.microsoft.com/office/drawing/2014/main" id="{67A5D2A1-800F-3E41-64BD-7EC74BD2028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0" name="直线连接符 12619">
                <a:extLst>
                  <a:ext uri="{FF2B5EF4-FFF2-40B4-BE49-F238E27FC236}">
                    <a16:creationId xmlns:a16="http://schemas.microsoft.com/office/drawing/2014/main" id="{BD9DF2A3-E990-0FB0-C10C-FC9DE3B79C6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1" name="直线连接符 12620">
                <a:extLst>
                  <a:ext uri="{FF2B5EF4-FFF2-40B4-BE49-F238E27FC236}">
                    <a16:creationId xmlns:a16="http://schemas.microsoft.com/office/drawing/2014/main" id="{73920994-0600-8155-8005-850FA8D7D0AE}"/>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2" name="直线连接符 12621">
                <a:extLst>
                  <a:ext uri="{FF2B5EF4-FFF2-40B4-BE49-F238E27FC236}">
                    <a16:creationId xmlns:a16="http://schemas.microsoft.com/office/drawing/2014/main" id="{37B823A1-4507-1C2D-2A63-2C8AE0129A1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3" name="直线连接符 12622">
                <a:extLst>
                  <a:ext uri="{FF2B5EF4-FFF2-40B4-BE49-F238E27FC236}">
                    <a16:creationId xmlns:a16="http://schemas.microsoft.com/office/drawing/2014/main" id="{BCE64281-1C5D-3076-E8CE-F691B294A679}"/>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4" name="直线连接符 12623">
                <a:extLst>
                  <a:ext uri="{FF2B5EF4-FFF2-40B4-BE49-F238E27FC236}">
                    <a16:creationId xmlns:a16="http://schemas.microsoft.com/office/drawing/2014/main" id="{3B7DFA56-42DF-1B6A-15E2-052C411A97E4}"/>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5" name="直线连接符 12624">
                <a:extLst>
                  <a:ext uri="{FF2B5EF4-FFF2-40B4-BE49-F238E27FC236}">
                    <a16:creationId xmlns:a16="http://schemas.microsoft.com/office/drawing/2014/main" id="{D68CBA22-1370-A46E-44D6-199705975D77}"/>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6" name="直线连接符 12625">
                <a:extLst>
                  <a:ext uri="{FF2B5EF4-FFF2-40B4-BE49-F238E27FC236}">
                    <a16:creationId xmlns:a16="http://schemas.microsoft.com/office/drawing/2014/main" id="{81F147F3-89DF-4D21-1C18-3E0E9E4AFB9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7" name="直线连接符 12626">
                <a:extLst>
                  <a:ext uri="{FF2B5EF4-FFF2-40B4-BE49-F238E27FC236}">
                    <a16:creationId xmlns:a16="http://schemas.microsoft.com/office/drawing/2014/main" id="{297A2A92-0C11-EA57-A90E-3E62B1E4CB6C}"/>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8" name="直线连接符 12627">
                <a:extLst>
                  <a:ext uri="{FF2B5EF4-FFF2-40B4-BE49-F238E27FC236}">
                    <a16:creationId xmlns:a16="http://schemas.microsoft.com/office/drawing/2014/main" id="{66D608AD-60FE-9FE7-78C0-D435398FA4BC}"/>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29" name="直线连接符 12628">
                <a:extLst>
                  <a:ext uri="{FF2B5EF4-FFF2-40B4-BE49-F238E27FC236}">
                    <a16:creationId xmlns:a16="http://schemas.microsoft.com/office/drawing/2014/main" id="{7D88BB04-D955-38F7-DEB5-E0BA42B89A0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0" name="直线连接符 12629">
                <a:extLst>
                  <a:ext uri="{FF2B5EF4-FFF2-40B4-BE49-F238E27FC236}">
                    <a16:creationId xmlns:a16="http://schemas.microsoft.com/office/drawing/2014/main" id="{64BE53FC-409E-5686-EE13-B7656C72CD9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1" name="直线连接符 12630">
                <a:extLst>
                  <a:ext uri="{FF2B5EF4-FFF2-40B4-BE49-F238E27FC236}">
                    <a16:creationId xmlns:a16="http://schemas.microsoft.com/office/drawing/2014/main" id="{2BDF2064-62F3-DD60-882F-F5F729DA2E9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32" name="直线连接符 12631">
                <a:extLst>
                  <a:ext uri="{FF2B5EF4-FFF2-40B4-BE49-F238E27FC236}">
                    <a16:creationId xmlns:a16="http://schemas.microsoft.com/office/drawing/2014/main" id="{DD2709F3-D908-1658-53FD-FAE149914A3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33" name="直线连接符 12632">
                <a:extLst>
                  <a:ext uri="{FF2B5EF4-FFF2-40B4-BE49-F238E27FC236}">
                    <a16:creationId xmlns:a16="http://schemas.microsoft.com/office/drawing/2014/main" id="{10A68953-7C95-E474-A605-CF6661555F0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34" name="直线连接符 12633">
                <a:extLst>
                  <a:ext uri="{FF2B5EF4-FFF2-40B4-BE49-F238E27FC236}">
                    <a16:creationId xmlns:a16="http://schemas.microsoft.com/office/drawing/2014/main" id="{6A3D3D12-DC69-6A16-9902-E0403ED8FEF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582" name="流程图: 接点 556">
              <a:extLst>
                <a:ext uri="{FF2B5EF4-FFF2-40B4-BE49-F238E27FC236}">
                  <a16:creationId xmlns:a16="http://schemas.microsoft.com/office/drawing/2014/main" id="{C726BF77-6854-D866-ED71-6C806E6E56C5}"/>
                </a:ext>
              </a:extLst>
            </p:cNvPr>
            <p:cNvSpPr/>
            <p:nvPr/>
          </p:nvSpPr>
          <p:spPr>
            <a:xfrm>
              <a:off x="13763213" y="608758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583" name="组合 12582">
              <a:extLst>
                <a:ext uri="{FF2B5EF4-FFF2-40B4-BE49-F238E27FC236}">
                  <a16:creationId xmlns:a16="http://schemas.microsoft.com/office/drawing/2014/main" id="{D3BB25E4-7619-8630-74D2-ACDF52ADEB77}"/>
                </a:ext>
              </a:extLst>
            </p:cNvPr>
            <p:cNvGrpSpPr/>
            <p:nvPr/>
          </p:nvGrpSpPr>
          <p:grpSpPr>
            <a:xfrm>
              <a:off x="14468253" y="6397462"/>
              <a:ext cx="419388" cy="487204"/>
              <a:chOff x="5768619" y="3058692"/>
              <a:chExt cx="419388" cy="487204"/>
            </a:xfrm>
          </p:grpSpPr>
          <p:sp>
            <p:nvSpPr>
              <p:cNvPr id="12597" name="流程图: 接点 571">
                <a:extLst>
                  <a:ext uri="{FF2B5EF4-FFF2-40B4-BE49-F238E27FC236}">
                    <a16:creationId xmlns:a16="http://schemas.microsoft.com/office/drawing/2014/main" id="{95F7DB0C-3CE8-E64F-136F-2C3F7C5D059C}"/>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8" name="流程图: 接点 572">
                <a:extLst>
                  <a:ext uri="{FF2B5EF4-FFF2-40B4-BE49-F238E27FC236}">
                    <a16:creationId xmlns:a16="http://schemas.microsoft.com/office/drawing/2014/main" id="{D2512FAF-746C-72B0-F8A6-AD29380C426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599" name="直线连接符 12598">
                <a:extLst>
                  <a:ext uri="{FF2B5EF4-FFF2-40B4-BE49-F238E27FC236}">
                    <a16:creationId xmlns:a16="http://schemas.microsoft.com/office/drawing/2014/main" id="{8CC3BC6E-FE97-40F8-E752-FE79FC2BBB93}"/>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0" name="直线连接符 12599">
                <a:extLst>
                  <a:ext uri="{FF2B5EF4-FFF2-40B4-BE49-F238E27FC236}">
                    <a16:creationId xmlns:a16="http://schemas.microsoft.com/office/drawing/2014/main" id="{5A3A4373-FA54-84E1-4F61-90F372A099A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1" name="直线连接符 12600">
                <a:extLst>
                  <a:ext uri="{FF2B5EF4-FFF2-40B4-BE49-F238E27FC236}">
                    <a16:creationId xmlns:a16="http://schemas.microsoft.com/office/drawing/2014/main" id="{A525653C-8111-05E7-E0FD-C82A8641A3B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2" name="直线连接符 12601">
                <a:extLst>
                  <a:ext uri="{FF2B5EF4-FFF2-40B4-BE49-F238E27FC236}">
                    <a16:creationId xmlns:a16="http://schemas.microsoft.com/office/drawing/2014/main" id="{B5776EE7-F58F-4BEB-C72B-F214839EF4B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3" name="直线连接符 12602">
                <a:extLst>
                  <a:ext uri="{FF2B5EF4-FFF2-40B4-BE49-F238E27FC236}">
                    <a16:creationId xmlns:a16="http://schemas.microsoft.com/office/drawing/2014/main" id="{C84FB2D1-A453-187B-5A5F-0C669EEBBFA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4" name="直线连接符 12603">
                <a:extLst>
                  <a:ext uri="{FF2B5EF4-FFF2-40B4-BE49-F238E27FC236}">
                    <a16:creationId xmlns:a16="http://schemas.microsoft.com/office/drawing/2014/main" id="{64CAC433-B021-9516-840A-7ABDCA1EEF00}"/>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5" name="直线连接符 12604">
                <a:extLst>
                  <a:ext uri="{FF2B5EF4-FFF2-40B4-BE49-F238E27FC236}">
                    <a16:creationId xmlns:a16="http://schemas.microsoft.com/office/drawing/2014/main" id="{EAA5E17E-F759-3A6E-6B51-81129640E10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6" name="直线连接符 12605">
                <a:extLst>
                  <a:ext uri="{FF2B5EF4-FFF2-40B4-BE49-F238E27FC236}">
                    <a16:creationId xmlns:a16="http://schemas.microsoft.com/office/drawing/2014/main" id="{38450B5F-0DD1-A8C4-CDBD-04EA5B7BA2C3}"/>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7" name="直线连接符 12606">
                <a:extLst>
                  <a:ext uri="{FF2B5EF4-FFF2-40B4-BE49-F238E27FC236}">
                    <a16:creationId xmlns:a16="http://schemas.microsoft.com/office/drawing/2014/main" id="{6D804BAB-B75D-0A07-EC77-F0C56BABEF0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8" name="直线连接符 12607">
                <a:extLst>
                  <a:ext uri="{FF2B5EF4-FFF2-40B4-BE49-F238E27FC236}">
                    <a16:creationId xmlns:a16="http://schemas.microsoft.com/office/drawing/2014/main" id="{3B7306A8-3FA6-521B-F6F5-7BD53CB3090C}"/>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09" name="直线连接符 12608">
                <a:extLst>
                  <a:ext uri="{FF2B5EF4-FFF2-40B4-BE49-F238E27FC236}">
                    <a16:creationId xmlns:a16="http://schemas.microsoft.com/office/drawing/2014/main" id="{BEAAC779-8529-898F-8F64-B81A894A491E}"/>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0" name="直线连接符 12609">
                <a:extLst>
                  <a:ext uri="{FF2B5EF4-FFF2-40B4-BE49-F238E27FC236}">
                    <a16:creationId xmlns:a16="http://schemas.microsoft.com/office/drawing/2014/main" id="{ACAE299C-98ED-EF76-8F64-B4EE526001D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1" name="直线连接符 12610">
                <a:extLst>
                  <a:ext uri="{FF2B5EF4-FFF2-40B4-BE49-F238E27FC236}">
                    <a16:creationId xmlns:a16="http://schemas.microsoft.com/office/drawing/2014/main" id="{14582287-383C-17FE-CAD8-F0B4F3ACEB5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2" name="直线连接符 12611">
                <a:extLst>
                  <a:ext uri="{FF2B5EF4-FFF2-40B4-BE49-F238E27FC236}">
                    <a16:creationId xmlns:a16="http://schemas.microsoft.com/office/drawing/2014/main" id="{289C1C99-04ED-9E08-AFE3-863E1583A0B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13" name="直线连接符 12612">
                <a:extLst>
                  <a:ext uri="{FF2B5EF4-FFF2-40B4-BE49-F238E27FC236}">
                    <a16:creationId xmlns:a16="http://schemas.microsoft.com/office/drawing/2014/main" id="{2E5BF8BF-887A-AFAE-2902-B99DB492307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14" name="直线连接符 12613">
                <a:extLst>
                  <a:ext uri="{FF2B5EF4-FFF2-40B4-BE49-F238E27FC236}">
                    <a16:creationId xmlns:a16="http://schemas.microsoft.com/office/drawing/2014/main" id="{ACE361B3-AA6C-031B-AFEF-34685E90F27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15" name="直线连接符 12614">
                <a:extLst>
                  <a:ext uri="{FF2B5EF4-FFF2-40B4-BE49-F238E27FC236}">
                    <a16:creationId xmlns:a16="http://schemas.microsoft.com/office/drawing/2014/main" id="{EFB242C1-494E-14A3-1665-59F99AC4646F}"/>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584" name="组合 12583">
              <a:extLst>
                <a:ext uri="{FF2B5EF4-FFF2-40B4-BE49-F238E27FC236}">
                  <a16:creationId xmlns:a16="http://schemas.microsoft.com/office/drawing/2014/main" id="{B064E62C-0578-880B-41AF-D78430588821}"/>
                </a:ext>
              </a:extLst>
            </p:cNvPr>
            <p:cNvGrpSpPr/>
            <p:nvPr/>
          </p:nvGrpSpPr>
          <p:grpSpPr>
            <a:xfrm>
              <a:off x="13274438" y="5251259"/>
              <a:ext cx="1973841" cy="1732229"/>
              <a:chOff x="7707547" y="3116283"/>
              <a:chExt cx="2913493" cy="2493706"/>
            </a:xfrm>
          </p:grpSpPr>
          <p:sp>
            <p:nvSpPr>
              <p:cNvPr id="12593" name="流程图: 接点 567">
                <a:extLst>
                  <a:ext uri="{FF2B5EF4-FFF2-40B4-BE49-F238E27FC236}">
                    <a16:creationId xmlns:a16="http://schemas.microsoft.com/office/drawing/2014/main" id="{C699478C-D415-F9F1-D0CC-1E09C89B8FC8}"/>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4" name="流程图: 接点 568">
                <a:extLst>
                  <a:ext uri="{FF2B5EF4-FFF2-40B4-BE49-F238E27FC236}">
                    <a16:creationId xmlns:a16="http://schemas.microsoft.com/office/drawing/2014/main" id="{29711643-A6B2-E1CF-E29D-BC59C88C8213}"/>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5" name="椭圆 12594">
                <a:extLst>
                  <a:ext uri="{FF2B5EF4-FFF2-40B4-BE49-F238E27FC236}">
                    <a16:creationId xmlns:a16="http://schemas.microsoft.com/office/drawing/2014/main" id="{17B91F41-A146-8047-37D3-8459A8E1E5AD}"/>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6" name="椭圆 12595">
                <a:extLst>
                  <a:ext uri="{FF2B5EF4-FFF2-40B4-BE49-F238E27FC236}">
                    <a16:creationId xmlns:a16="http://schemas.microsoft.com/office/drawing/2014/main" id="{2359E534-5BFD-0477-8E84-AA8560E992B6}"/>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585" name="组合 12584">
              <a:extLst>
                <a:ext uri="{FF2B5EF4-FFF2-40B4-BE49-F238E27FC236}">
                  <a16:creationId xmlns:a16="http://schemas.microsoft.com/office/drawing/2014/main" id="{D5B03E6C-3684-8D77-A0A7-7A0E43AF8443}"/>
                </a:ext>
              </a:extLst>
            </p:cNvPr>
            <p:cNvGrpSpPr/>
            <p:nvPr/>
          </p:nvGrpSpPr>
          <p:grpSpPr>
            <a:xfrm>
              <a:off x="13728410" y="4733199"/>
              <a:ext cx="1057523" cy="1052169"/>
              <a:chOff x="4688770" y="1818921"/>
              <a:chExt cx="875823" cy="967644"/>
            </a:xfrm>
            <a:scene3d>
              <a:camera prst="orthographicFront">
                <a:rot lat="600000" lon="10350000" rev="0"/>
              </a:camera>
              <a:lightRig rig="threePt" dir="t"/>
            </a:scene3d>
          </p:grpSpPr>
          <p:grpSp>
            <p:nvGrpSpPr>
              <p:cNvPr id="12589" name="组合 12588">
                <a:extLst>
                  <a:ext uri="{FF2B5EF4-FFF2-40B4-BE49-F238E27FC236}">
                    <a16:creationId xmlns:a16="http://schemas.microsoft.com/office/drawing/2014/main" id="{47BAF909-B9F2-ECBA-6864-AF0056CEF75F}"/>
                  </a:ext>
                </a:extLst>
              </p:cNvPr>
              <p:cNvGrpSpPr/>
              <p:nvPr/>
            </p:nvGrpSpPr>
            <p:grpSpPr>
              <a:xfrm>
                <a:off x="4688793" y="1818921"/>
                <a:ext cx="875800" cy="951265"/>
                <a:chOff x="5891255" y="1801357"/>
                <a:chExt cx="1527262" cy="1731253"/>
              </a:xfrm>
              <a:solidFill>
                <a:schemeClr val="tx1">
                  <a:lumMod val="65000"/>
                  <a:lumOff val="35000"/>
                </a:schemeClr>
              </a:solidFill>
            </p:grpSpPr>
            <p:sp>
              <p:nvSpPr>
                <p:cNvPr id="12591" name="流程图: 延期 565">
                  <a:extLst>
                    <a:ext uri="{FF2B5EF4-FFF2-40B4-BE49-F238E27FC236}">
                      <a16:creationId xmlns:a16="http://schemas.microsoft.com/office/drawing/2014/main" id="{3003AA9E-4B11-A3D8-E377-C8620713F96E}"/>
                    </a:ext>
                  </a:extLst>
                </p:cNvPr>
                <p:cNvSpPr/>
                <p:nvPr/>
              </p:nvSpPr>
              <p:spPr>
                <a:xfrm rot="16200000">
                  <a:off x="5789259" y="1903353"/>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92" name="流程图: 接点 566">
                  <a:extLst>
                    <a:ext uri="{FF2B5EF4-FFF2-40B4-BE49-F238E27FC236}">
                      <a16:creationId xmlns:a16="http://schemas.microsoft.com/office/drawing/2014/main" id="{EE576111-D3E0-996E-8504-96048CB03809}"/>
                    </a:ext>
                  </a:extLst>
                </p:cNvPr>
                <p:cNvSpPr/>
                <p:nvPr/>
              </p:nvSpPr>
              <p:spPr>
                <a:xfrm>
                  <a:off x="6093641" y="1997050"/>
                  <a:ext cx="1122470"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590" name="矩形 12589">
                <a:extLst>
                  <a:ext uri="{FF2B5EF4-FFF2-40B4-BE49-F238E27FC236}">
                    <a16:creationId xmlns:a16="http://schemas.microsoft.com/office/drawing/2014/main" id="{CE6EF1E2-B534-CB3C-E8EB-C9632206CDBB}"/>
                  </a:ext>
                </a:extLst>
              </p:cNvPr>
              <p:cNvSpPr/>
              <p:nvPr/>
            </p:nvSpPr>
            <p:spPr>
              <a:xfrm>
                <a:off x="4688770" y="2525123"/>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586" name="组合 12585">
              <a:extLst>
                <a:ext uri="{FF2B5EF4-FFF2-40B4-BE49-F238E27FC236}">
                  <a16:creationId xmlns:a16="http://schemas.microsoft.com/office/drawing/2014/main" id="{22E1E5CB-202E-B596-655C-0681C68C733D}"/>
                </a:ext>
              </a:extLst>
            </p:cNvPr>
            <p:cNvGrpSpPr/>
            <p:nvPr/>
          </p:nvGrpSpPr>
          <p:grpSpPr>
            <a:xfrm>
              <a:off x="13718115" y="5951015"/>
              <a:ext cx="238182" cy="238003"/>
              <a:chOff x="5145960" y="4201202"/>
              <a:chExt cx="150892" cy="141375"/>
            </a:xfrm>
            <a:scene3d>
              <a:camera prst="orthographicFront">
                <a:rot lat="0" lon="1350000" rev="0"/>
              </a:camera>
              <a:lightRig rig="threePt" dir="t">
                <a:rot lat="0" lon="0" rev="0"/>
              </a:lightRig>
            </a:scene3d>
          </p:grpSpPr>
          <p:sp>
            <p:nvSpPr>
              <p:cNvPr id="12587" name="Oval 15540">
                <a:extLst>
                  <a:ext uri="{FF2B5EF4-FFF2-40B4-BE49-F238E27FC236}">
                    <a16:creationId xmlns:a16="http://schemas.microsoft.com/office/drawing/2014/main" id="{F74F7C9A-8AFC-A482-048B-E45E44B1839B}"/>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588" name="Line 15541">
                <a:extLst>
                  <a:ext uri="{FF2B5EF4-FFF2-40B4-BE49-F238E27FC236}">
                    <a16:creationId xmlns:a16="http://schemas.microsoft.com/office/drawing/2014/main" id="{122B09B2-3F52-CE9C-F858-8979215C91E4}"/>
                  </a:ext>
                </a:extLst>
              </p:cNvPr>
              <p:cNvCxnSpPr>
                <a:cxnSpLocks/>
                <a:stCxn id="12587" idx="1"/>
                <a:endCxn id="12587"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654" name="组合 12653">
            <a:extLst>
              <a:ext uri="{FF2B5EF4-FFF2-40B4-BE49-F238E27FC236}">
                <a16:creationId xmlns:a16="http://schemas.microsoft.com/office/drawing/2014/main" id="{A56F6809-C930-FFF8-5C53-C9332A879162}"/>
              </a:ext>
            </a:extLst>
          </p:cNvPr>
          <p:cNvGrpSpPr/>
          <p:nvPr/>
        </p:nvGrpSpPr>
        <p:grpSpPr>
          <a:xfrm>
            <a:off x="565952" y="1847021"/>
            <a:ext cx="1973841" cy="3054910"/>
            <a:chOff x="15699443" y="4804840"/>
            <a:chExt cx="1973841" cy="3054910"/>
          </a:xfrm>
        </p:grpSpPr>
        <p:grpSp>
          <p:nvGrpSpPr>
            <p:cNvPr id="12655" name="组合 12654">
              <a:extLst>
                <a:ext uri="{FF2B5EF4-FFF2-40B4-BE49-F238E27FC236}">
                  <a16:creationId xmlns:a16="http://schemas.microsoft.com/office/drawing/2014/main" id="{3459B4B3-59C6-935E-DB77-8DBEFF901D55}"/>
                </a:ext>
              </a:extLst>
            </p:cNvPr>
            <p:cNvGrpSpPr/>
            <p:nvPr/>
          </p:nvGrpSpPr>
          <p:grpSpPr>
            <a:xfrm rot="16200000" flipV="1">
              <a:off x="15926984" y="6841976"/>
              <a:ext cx="304542" cy="264297"/>
              <a:chOff x="572796" y="3385249"/>
              <a:chExt cx="419388" cy="368973"/>
            </a:xfrm>
          </p:grpSpPr>
          <p:grpSp>
            <p:nvGrpSpPr>
              <p:cNvPr id="12733" name="组合 12732">
                <a:extLst>
                  <a:ext uri="{FF2B5EF4-FFF2-40B4-BE49-F238E27FC236}">
                    <a16:creationId xmlns:a16="http://schemas.microsoft.com/office/drawing/2014/main" id="{AB86B362-C17C-AECC-D829-65EB2A2EED4C}"/>
                  </a:ext>
                </a:extLst>
              </p:cNvPr>
              <p:cNvGrpSpPr/>
              <p:nvPr/>
            </p:nvGrpSpPr>
            <p:grpSpPr>
              <a:xfrm>
                <a:off x="572796" y="3385249"/>
                <a:ext cx="419388" cy="368973"/>
                <a:chOff x="3493877" y="4587241"/>
                <a:chExt cx="619038" cy="531171"/>
              </a:xfrm>
            </p:grpSpPr>
            <p:sp>
              <p:nvSpPr>
                <p:cNvPr id="12750" name="流程图: 接点 571">
                  <a:extLst>
                    <a:ext uri="{FF2B5EF4-FFF2-40B4-BE49-F238E27FC236}">
                      <a16:creationId xmlns:a16="http://schemas.microsoft.com/office/drawing/2014/main" id="{FFE2B800-E1EB-7C02-E40A-4614FFD5A9FA}"/>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51" name="流程图: 接点 572">
                  <a:extLst>
                    <a:ext uri="{FF2B5EF4-FFF2-40B4-BE49-F238E27FC236}">
                      <a16:creationId xmlns:a16="http://schemas.microsoft.com/office/drawing/2014/main" id="{F65CEE3B-DD00-453C-7083-363180C7E345}"/>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734" name="直线连接符 12733">
                <a:extLst>
                  <a:ext uri="{FF2B5EF4-FFF2-40B4-BE49-F238E27FC236}">
                    <a16:creationId xmlns:a16="http://schemas.microsoft.com/office/drawing/2014/main" id="{F797DC1D-7CB6-D06C-0F77-81309E3FB375}"/>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5" name="直线连接符 12734">
                <a:extLst>
                  <a:ext uri="{FF2B5EF4-FFF2-40B4-BE49-F238E27FC236}">
                    <a16:creationId xmlns:a16="http://schemas.microsoft.com/office/drawing/2014/main" id="{21EE9ED1-E454-3F73-6E79-19E4251924A3}"/>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6" name="直线连接符 12735">
                <a:extLst>
                  <a:ext uri="{FF2B5EF4-FFF2-40B4-BE49-F238E27FC236}">
                    <a16:creationId xmlns:a16="http://schemas.microsoft.com/office/drawing/2014/main" id="{67E9E0B6-E155-95C1-8B77-85E600CBFCD6}"/>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7" name="直线连接符 12736">
                <a:extLst>
                  <a:ext uri="{FF2B5EF4-FFF2-40B4-BE49-F238E27FC236}">
                    <a16:creationId xmlns:a16="http://schemas.microsoft.com/office/drawing/2014/main" id="{F0A62D30-661F-B8F5-6942-EAB75760F296}"/>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8" name="直线连接符 12737">
                <a:extLst>
                  <a:ext uri="{FF2B5EF4-FFF2-40B4-BE49-F238E27FC236}">
                    <a16:creationId xmlns:a16="http://schemas.microsoft.com/office/drawing/2014/main" id="{F5329FD7-D5DB-A987-EA4C-60B4C24A6ABE}"/>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39" name="直线连接符 12738">
                <a:extLst>
                  <a:ext uri="{FF2B5EF4-FFF2-40B4-BE49-F238E27FC236}">
                    <a16:creationId xmlns:a16="http://schemas.microsoft.com/office/drawing/2014/main" id="{F34E70A4-CF70-6F2F-9335-D00AA9BAE4BB}"/>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0" name="直线连接符 12739">
                <a:extLst>
                  <a:ext uri="{FF2B5EF4-FFF2-40B4-BE49-F238E27FC236}">
                    <a16:creationId xmlns:a16="http://schemas.microsoft.com/office/drawing/2014/main" id="{421FC4CC-C7CB-8617-36D8-6DDD8D6F6AF5}"/>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1" name="直线连接符 12740">
                <a:extLst>
                  <a:ext uri="{FF2B5EF4-FFF2-40B4-BE49-F238E27FC236}">
                    <a16:creationId xmlns:a16="http://schemas.microsoft.com/office/drawing/2014/main" id="{7E675727-BAD5-4197-E68D-A7021F7EA937}"/>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2" name="直线连接符 12741">
                <a:extLst>
                  <a:ext uri="{FF2B5EF4-FFF2-40B4-BE49-F238E27FC236}">
                    <a16:creationId xmlns:a16="http://schemas.microsoft.com/office/drawing/2014/main" id="{CB1F20EF-0223-7CED-5BE9-715084CE429E}"/>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3" name="直线连接符 12742">
                <a:extLst>
                  <a:ext uri="{FF2B5EF4-FFF2-40B4-BE49-F238E27FC236}">
                    <a16:creationId xmlns:a16="http://schemas.microsoft.com/office/drawing/2014/main" id="{4C2279AA-B952-762D-CB70-89F404F133C9}"/>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4" name="直线连接符 12743">
                <a:extLst>
                  <a:ext uri="{FF2B5EF4-FFF2-40B4-BE49-F238E27FC236}">
                    <a16:creationId xmlns:a16="http://schemas.microsoft.com/office/drawing/2014/main" id="{4865C841-872E-CD34-5A40-EF176218D95C}"/>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5" name="直线连接符 12744">
                <a:extLst>
                  <a:ext uri="{FF2B5EF4-FFF2-40B4-BE49-F238E27FC236}">
                    <a16:creationId xmlns:a16="http://schemas.microsoft.com/office/drawing/2014/main" id="{39338ABD-160C-2529-B0C5-B450FEF20253}"/>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6" name="直线连接符 12745">
                <a:extLst>
                  <a:ext uri="{FF2B5EF4-FFF2-40B4-BE49-F238E27FC236}">
                    <a16:creationId xmlns:a16="http://schemas.microsoft.com/office/drawing/2014/main" id="{18ECD22D-AD76-8110-E7B6-B0DBFE46145F}"/>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47" name="直线连接符 12746">
                <a:extLst>
                  <a:ext uri="{FF2B5EF4-FFF2-40B4-BE49-F238E27FC236}">
                    <a16:creationId xmlns:a16="http://schemas.microsoft.com/office/drawing/2014/main" id="{F2E924D6-9034-E6BD-0F03-CBBEC6DDA06A}"/>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48" name="直线连接符 12747">
                <a:extLst>
                  <a:ext uri="{FF2B5EF4-FFF2-40B4-BE49-F238E27FC236}">
                    <a16:creationId xmlns:a16="http://schemas.microsoft.com/office/drawing/2014/main" id="{9515E083-5DEF-AA47-3AB2-10A81B93675B}"/>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49" name="直线连接符 12748">
                <a:extLst>
                  <a:ext uri="{FF2B5EF4-FFF2-40B4-BE49-F238E27FC236}">
                    <a16:creationId xmlns:a16="http://schemas.microsoft.com/office/drawing/2014/main" id="{F821427D-8703-9CEF-8AE8-46E9F8055C86}"/>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656" name="组合 12655">
              <a:extLst>
                <a:ext uri="{FF2B5EF4-FFF2-40B4-BE49-F238E27FC236}">
                  <a16:creationId xmlns:a16="http://schemas.microsoft.com/office/drawing/2014/main" id="{EA36426F-B5FA-83DD-5EFC-25FCFE7571E2}"/>
                </a:ext>
              </a:extLst>
            </p:cNvPr>
            <p:cNvGrpSpPr/>
            <p:nvPr/>
          </p:nvGrpSpPr>
          <p:grpSpPr>
            <a:xfrm>
              <a:off x="16746359" y="6268666"/>
              <a:ext cx="419388" cy="377446"/>
              <a:chOff x="572796" y="3376774"/>
              <a:chExt cx="419388" cy="377446"/>
            </a:xfrm>
          </p:grpSpPr>
          <p:grpSp>
            <p:nvGrpSpPr>
              <p:cNvPr id="12713" name="组合 12712">
                <a:extLst>
                  <a:ext uri="{FF2B5EF4-FFF2-40B4-BE49-F238E27FC236}">
                    <a16:creationId xmlns:a16="http://schemas.microsoft.com/office/drawing/2014/main" id="{7995886C-872D-B18D-49D0-BB47398AD5F1}"/>
                  </a:ext>
                </a:extLst>
              </p:cNvPr>
              <p:cNvGrpSpPr/>
              <p:nvPr/>
            </p:nvGrpSpPr>
            <p:grpSpPr>
              <a:xfrm>
                <a:off x="572796" y="3376774"/>
                <a:ext cx="419388" cy="377446"/>
                <a:chOff x="3493877" y="4575043"/>
                <a:chExt cx="619038" cy="543369"/>
              </a:xfrm>
            </p:grpSpPr>
            <p:sp>
              <p:nvSpPr>
                <p:cNvPr id="12731" name="流程图: 接点 571">
                  <a:extLst>
                    <a:ext uri="{FF2B5EF4-FFF2-40B4-BE49-F238E27FC236}">
                      <a16:creationId xmlns:a16="http://schemas.microsoft.com/office/drawing/2014/main" id="{C29CA066-7CC7-665D-BDD7-CCB6154B428E}"/>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32" name="流程图: 接点 572">
                  <a:extLst>
                    <a:ext uri="{FF2B5EF4-FFF2-40B4-BE49-F238E27FC236}">
                      <a16:creationId xmlns:a16="http://schemas.microsoft.com/office/drawing/2014/main" id="{1E2BF23B-3C1A-31D5-58C3-CA0F511862C1}"/>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714" name="直线连接符 12713">
                <a:extLst>
                  <a:ext uri="{FF2B5EF4-FFF2-40B4-BE49-F238E27FC236}">
                    <a16:creationId xmlns:a16="http://schemas.microsoft.com/office/drawing/2014/main" id="{CF55D76D-689F-FFCD-DE17-B3164ED6DF3C}"/>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5" name="直线连接符 12714">
                <a:extLst>
                  <a:ext uri="{FF2B5EF4-FFF2-40B4-BE49-F238E27FC236}">
                    <a16:creationId xmlns:a16="http://schemas.microsoft.com/office/drawing/2014/main" id="{487F02CF-B67B-D647-A283-75745340F12E}"/>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6" name="直线连接符 12715">
                <a:extLst>
                  <a:ext uri="{FF2B5EF4-FFF2-40B4-BE49-F238E27FC236}">
                    <a16:creationId xmlns:a16="http://schemas.microsoft.com/office/drawing/2014/main" id="{F32D4F8B-EAB0-EA81-D558-353F161FAD96}"/>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7" name="直线连接符 12716">
                <a:extLst>
                  <a:ext uri="{FF2B5EF4-FFF2-40B4-BE49-F238E27FC236}">
                    <a16:creationId xmlns:a16="http://schemas.microsoft.com/office/drawing/2014/main" id="{2F7F46F7-42FA-1307-CB4A-29AD78B3144A}"/>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8" name="直线连接符 12717">
                <a:extLst>
                  <a:ext uri="{FF2B5EF4-FFF2-40B4-BE49-F238E27FC236}">
                    <a16:creationId xmlns:a16="http://schemas.microsoft.com/office/drawing/2014/main" id="{AEA660A4-4BB2-B6DA-FB3C-901282EF195B}"/>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9" name="直线连接符 12718">
                <a:extLst>
                  <a:ext uri="{FF2B5EF4-FFF2-40B4-BE49-F238E27FC236}">
                    <a16:creationId xmlns:a16="http://schemas.microsoft.com/office/drawing/2014/main" id="{B601BD54-687D-A83B-47F7-EA308078B0C7}"/>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0" name="直线连接符 12719">
                <a:extLst>
                  <a:ext uri="{FF2B5EF4-FFF2-40B4-BE49-F238E27FC236}">
                    <a16:creationId xmlns:a16="http://schemas.microsoft.com/office/drawing/2014/main" id="{CC03B34D-D45B-5C7A-0BDA-1C7697E222C4}"/>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1" name="直线连接符 12720">
                <a:extLst>
                  <a:ext uri="{FF2B5EF4-FFF2-40B4-BE49-F238E27FC236}">
                    <a16:creationId xmlns:a16="http://schemas.microsoft.com/office/drawing/2014/main" id="{18FF68C0-ACD9-804A-DD7B-74E2F80C673E}"/>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2" name="直线连接符 12721">
                <a:extLst>
                  <a:ext uri="{FF2B5EF4-FFF2-40B4-BE49-F238E27FC236}">
                    <a16:creationId xmlns:a16="http://schemas.microsoft.com/office/drawing/2014/main" id="{0AD0EBE8-4398-FB21-4220-6AEAA5000926}"/>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3" name="直线连接符 12722">
                <a:extLst>
                  <a:ext uri="{FF2B5EF4-FFF2-40B4-BE49-F238E27FC236}">
                    <a16:creationId xmlns:a16="http://schemas.microsoft.com/office/drawing/2014/main" id="{4AF09FF2-38E0-2858-BE66-9C9798AA48C3}"/>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4" name="直线连接符 12723">
                <a:extLst>
                  <a:ext uri="{FF2B5EF4-FFF2-40B4-BE49-F238E27FC236}">
                    <a16:creationId xmlns:a16="http://schemas.microsoft.com/office/drawing/2014/main" id="{0AEEC369-C5B5-DDFB-6129-087BFE7069CA}"/>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5" name="直线连接符 12724">
                <a:extLst>
                  <a:ext uri="{FF2B5EF4-FFF2-40B4-BE49-F238E27FC236}">
                    <a16:creationId xmlns:a16="http://schemas.microsoft.com/office/drawing/2014/main" id="{14627EEB-4FE0-0294-028E-183C2DCF1B60}"/>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6" name="直线连接符 12725">
                <a:extLst>
                  <a:ext uri="{FF2B5EF4-FFF2-40B4-BE49-F238E27FC236}">
                    <a16:creationId xmlns:a16="http://schemas.microsoft.com/office/drawing/2014/main" id="{BA2A314F-4029-4578-7968-99AFCFC90075}"/>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7" name="直线连接符 12726">
                <a:extLst>
                  <a:ext uri="{FF2B5EF4-FFF2-40B4-BE49-F238E27FC236}">
                    <a16:creationId xmlns:a16="http://schemas.microsoft.com/office/drawing/2014/main" id="{A43E0BEA-AD39-1C75-4D08-5DFF20FC78B2}"/>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28" name="直线连接符 12727">
                <a:extLst>
                  <a:ext uri="{FF2B5EF4-FFF2-40B4-BE49-F238E27FC236}">
                    <a16:creationId xmlns:a16="http://schemas.microsoft.com/office/drawing/2014/main" id="{5B5AE734-FEEC-F6BA-7AFF-1DB3E190E8E9}"/>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29" name="直线连接符 12728">
                <a:extLst>
                  <a:ext uri="{FF2B5EF4-FFF2-40B4-BE49-F238E27FC236}">
                    <a16:creationId xmlns:a16="http://schemas.microsoft.com/office/drawing/2014/main" id="{8B043449-739B-AA5C-4C1B-C0F4551C3AC3}"/>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30" name="直线连接符 12729">
                <a:extLst>
                  <a:ext uri="{FF2B5EF4-FFF2-40B4-BE49-F238E27FC236}">
                    <a16:creationId xmlns:a16="http://schemas.microsoft.com/office/drawing/2014/main" id="{F3098D35-D230-A3B8-D740-7F37ED2DDFF8}"/>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657" name="流程图: 接点 554">
              <a:extLst>
                <a:ext uri="{FF2B5EF4-FFF2-40B4-BE49-F238E27FC236}">
                  <a16:creationId xmlns:a16="http://schemas.microsoft.com/office/drawing/2014/main" id="{A40E7D39-8100-D374-28A5-CCE6507B3308}"/>
                </a:ext>
              </a:extLst>
            </p:cNvPr>
            <p:cNvSpPr/>
            <p:nvPr/>
          </p:nvSpPr>
          <p:spPr>
            <a:xfrm>
              <a:off x="16234591" y="6984503"/>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58" name="椭圆 12657">
              <a:extLst>
                <a:ext uri="{FF2B5EF4-FFF2-40B4-BE49-F238E27FC236}">
                  <a16:creationId xmlns:a16="http://schemas.microsoft.com/office/drawing/2014/main" id="{DCAF611E-5A6D-F398-8BA5-C3C7F719B3A9}"/>
                </a:ext>
              </a:extLst>
            </p:cNvPr>
            <p:cNvSpPr/>
            <p:nvPr/>
          </p:nvSpPr>
          <p:spPr>
            <a:xfrm>
              <a:off x="16063230" y="6537756"/>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59" name="流程图: 接点 556">
              <a:extLst>
                <a:ext uri="{FF2B5EF4-FFF2-40B4-BE49-F238E27FC236}">
                  <a16:creationId xmlns:a16="http://schemas.microsoft.com/office/drawing/2014/main" id="{AC1ACA9C-2B23-C13C-D117-C7710862144A}"/>
                </a:ext>
              </a:extLst>
            </p:cNvPr>
            <p:cNvSpPr/>
            <p:nvPr/>
          </p:nvSpPr>
          <p:spPr>
            <a:xfrm>
              <a:off x="16188218" y="6159223"/>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660" name="组合 12659">
              <a:extLst>
                <a:ext uri="{FF2B5EF4-FFF2-40B4-BE49-F238E27FC236}">
                  <a16:creationId xmlns:a16="http://schemas.microsoft.com/office/drawing/2014/main" id="{3AF9DE0E-6F6E-4EE3-CD14-4E029B10160B}"/>
                </a:ext>
              </a:extLst>
            </p:cNvPr>
            <p:cNvGrpSpPr/>
            <p:nvPr/>
          </p:nvGrpSpPr>
          <p:grpSpPr>
            <a:xfrm>
              <a:off x="15805442" y="6397687"/>
              <a:ext cx="419388" cy="487204"/>
              <a:chOff x="5768619" y="3058692"/>
              <a:chExt cx="419388" cy="487204"/>
            </a:xfrm>
          </p:grpSpPr>
          <p:sp>
            <p:nvSpPr>
              <p:cNvPr id="12694" name="流程图: 接点 571">
                <a:extLst>
                  <a:ext uri="{FF2B5EF4-FFF2-40B4-BE49-F238E27FC236}">
                    <a16:creationId xmlns:a16="http://schemas.microsoft.com/office/drawing/2014/main" id="{DC1041B4-3AB8-6E74-3790-8C633BAE2E59}"/>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95" name="流程图: 接点 572">
                <a:extLst>
                  <a:ext uri="{FF2B5EF4-FFF2-40B4-BE49-F238E27FC236}">
                    <a16:creationId xmlns:a16="http://schemas.microsoft.com/office/drawing/2014/main" id="{801FA2E7-E868-E9CB-C384-29A6759D580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96" name="直线连接符 12695">
                <a:extLst>
                  <a:ext uri="{FF2B5EF4-FFF2-40B4-BE49-F238E27FC236}">
                    <a16:creationId xmlns:a16="http://schemas.microsoft.com/office/drawing/2014/main" id="{9DC8588E-6DB4-3E28-C3E6-F5F63A04D014}"/>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7" name="直线连接符 12696">
                <a:extLst>
                  <a:ext uri="{FF2B5EF4-FFF2-40B4-BE49-F238E27FC236}">
                    <a16:creationId xmlns:a16="http://schemas.microsoft.com/office/drawing/2014/main" id="{1211D192-84BC-29CF-79C4-1D85122FD64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8" name="直线连接符 12697">
                <a:extLst>
                  <a:ext uri="{FF2B5EF4-FFF2-40B4-BE49-F238E27FC236}">
                    <a16:creationId xmlns:a16="http://schemas.microsoft.com/office/drawing/2014/main" id="{837EEF22-118C-0F2B-DC4E-9005C1FC7AB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9" name="直线连接符 12698">
                <a:extLst>
                  <a:ext uri="{FF2B5EF4-FFF2-40B4-BE49-F238E27FC236}">
                    <a16:creationId xmlns:a16="http://schemas.microsoft.com/office/drawing/2014/main" id="{D91DB723-81AA-02FD-B787-AFBBB81F630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0" name="直线连接符 12699">
                <a:extLst>
                  <a:ext uri="{FF2B5EF4-FFF2-40B4-BE49-F238E27FC236}">
                    <a16:creationId xmlns:a16="http://schemas.microsoft.com/office/drawing/2014/main" id="{A22B18E4-F53D-4A7C-0AD8-FE3281D92A9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1" name="直线连接符 12700">
                <a:extLst>
                  <a:ext uri="{FF2B5EF4-FFF2-40B4-BE49-F238E27FC236}">
                    <a16:creationId xmlns:a16="http://schemas.microsoft.com/office/drawing/2014/main" id="{51F88C33-0569-AE46-552E-465A564DAFB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2" name="直线连接符 12701">
                <a:extLst>
                  <a:ext uri="{FF2B5EF4-FFF2-40B4-BE49-F238E27FC236}">
                    <a16:creationId xmlns:a16="http://schemas.microsoft.com/office/drawing/2014/main" id="{50BCB10E-7DBA-500B-D530-45B3BEADC8A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3" name="直线连接符 12702">
                <a:extLst>
                  <a:ext uri="{FF2B5EF4-FFF2-40B4-BE49-F238E27FC236}">
                    <a16:creationId xmlns:a16="http://schemas.microsoft.com/office/drawing/2014/main" id="{4E4B8D42-5DD0-EBC0-6062-4B9E9C5EECDB}"/>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4" name="直线连接符 12703">
                <a:extLst>
                  <a:ext uri="{FF2B5EF4-FFF2-40B4-BE49-F238E27FC236}">
                    <a16:creationId xmlns:a16="http://schemas.microsoft.com/office/drawing/2014/main" id="{4D88B4ED-7EEB-6002-4252-4EF3A3434A2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5" name="直线连接符 12704">
                <a:extLst>
                  <a:ext uri="{FF2B5EF4-FFF2-40B4-BE49-F238E27FC236}">
                    <a16:creationId xmlns:a16="http://schemas.microsoft.com/office/drawing/2014/main" id="{63D62134-32B3-4BE0-303D-9867EC840D9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6" name="直线连接符 12705">
                <a:extLst>
                  <a:ext uri="{FF2B5EF4-FFF2-40B4-BE49-F238E27FC236}">
                    <a16:creationId xmlns:a16="http://schemas.microsoft.com/office/drawing/2014/main" id="{F0667CCA-F708-DA1B-8928-971C6D3A554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7" name="直线连接符 12706">
                <a:extLst>
                  <a:ext uri="{FF2B5EF4-FFF2-40B4-BE49-F238E27FC236}">
                    <a16:creationId xmlns:a16="http://schemas.microsoft.com/office/drawing/2014/main" id="{60BAEE36-FF81-C592-CC4E-93D9C6C8BE0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8" name="直线连接符 12707">
                <a:extLst>
                  <a:ext uri="{FF2B5EF4-FFF2-40B4-BE49-F238E27FC236}">
                    <a16:creationId xmlns:a16="http://schemas.microsoft.com/office/drawing/2014/main" id="{D7844AE5-28A0-7EBF-30D2-BACCAF29715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09" name="直线连接符 12708">
                <a:extLst>
                  <a:ext uri="{FF2B5EF4-FFF2-40B4-BE49-F238E27FC236}">
                    <a16:creationId xmlns:a16="http://schemas.microsoft.com/office/drawing/2014/main" id="{023F3D98-A66A-8D9C-20B1-66E4D14FDF8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10" name="直线连接符 12709">
                <a:extLst>
                  <a:ext uri="{FF2B5EF4-FFF2-40B4-BE49-F238E27FC236}">
                    <a16:creationId xmlns:a16="http://schemas.microsoft.com/office/drawing/2014/main" id="{0C9129EF-CC12-3D42-ACA6-68E0DB6D183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11" name="直线连接符 12710">
                <a:extLst>
                  <a:ext uri="{FF2B5EF4-FFF2-40B4-BE49-F238E27FC236}">
                    <a16:creationId xmlns:a16="http://schemas.microsoft.com/office/drawing/2014/main" id="{4324E621-7E00-15B3-FE2D-E98D69B8D25B}"/>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12" name="直线连接符 12711">
                <a:extLst>
                  <a:ext uri="{FF2B5EF4-FFF2-40B4-BE49-F238E27FC236}">
                    <a16:creationId xmlns:a16="http://schemas.microsoft.com/office/drawing/2014/main" id="{4CE33A90-0BA0-7CF0-74CC-2332776EC6E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661" name="组合 12660">
              <a:extLst>
                <a:ext uri="{FF2B5EF4-FFF2-40B4-BE49-F238E27FC236}">
                  <a16:creationId xmlns:a16="http://schemas.microsoft.com/office/drawing/2014/main" id="{55E0656B-9C0A-AB5A-EC21-14ECD436385F}"/>
                </a:ext>
              </a:extLst>
            </p:cNvPr>
            <p:cNvGrpSpPr/>
            <p:nvPr/>
          </p:nvGrpSpPr>
          <p:grpSpPr>
            <a:xfrm>
              <a:off x="16957369" y="6447128"/>
              <a:ext cx="419388" cy="487204"/>
              <a:chOff x="5768619" y="3058692"/>
              <a:chExt cx="419388" cy="487204"/>
            </a:xfrm>
          </p:grpSpPr>
          <p:sp>
            <p:nvSpPr>
              <p:cNvPr id="12675" name="流程图: 接点 571">
                <a:extLst>
                  <a:ext uri="{FF2B5EF4-FFF2-40B4-BE49-F238E27FC236}">
                    <a16:creationId xmlns:a16="http://schemas.microsoft.com/office/drawing/2014/main" id="{A135B3FB-D341-433B-908B-DC2B4E30265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76" name="流程图: 接点 572">
                <a:extLst>
                  <a:ext uri="{FF2B5EF4-FFF2-40B4-BE49-F238E27FC236}">
                    <a16:creationId xmlns:a16="http://schemas.microsoft.com/office/drawing/2014/main" id="{93311FB2-4BA9-B9FF-872B-33C8E7356D4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77" name="直线连接符 12676">
                <a:extLst>
                  <a:ext uri="{FF2B5EF4-FFF2-40B4-BE49-F238E27FC236}">
                    <a16:creationId xmlns:a16="http://schemas.microsoft.com/office/drawing/2014/main" id="{DE8FE507-A0B0-FB5D-2603-D68A39B2592F}"/>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8" name="直线连接符 12677">
                <a:extLst>
                  <a:ext uri="{FF2B5EF4-FFF2-40B4-BE49-F238E27FC236}">
                    <a16:creationId xmlns:a16="http://schemas.microsoft.com/office/drawing/2014/main" id="{697E20B1-05AE-0233-EE86-160B73204F0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79" name="直线连接符 12678">
                <a:extLst>
                  <a:ext uri="{FF2B5EF4-FFF2-40B4-BE49-F238E27FC236}">
                    <a16:creationId xmlns:a16="http://schemas.microsoft.com/office/drawing/2014/main" id="{6AB73558-5931-9663-8859-DDEDD97F3003}"/>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0" name="直线连接符 12679">
                <a:extLst>
                  <a:ext uri="{FF2B5EF4-FFF2-40B4-BE49-F238E27FC236}">
                    <a16:creationId xmlns:a16="http://schemas.microsoft.com/office/drawing/2014/main" id="{90358546-22F2-AE80-DFF6-4AB6351BA046}"/>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1" name="直线连接符 12680">
                <a:extLst>
                  <a:ext uri="{FF2B5EF4-FFF2-40B4-BE49-F238E27FC236}">
                    <a16:creationId xmlns:a16="http://schemas.microsoft.com/office/drawing/2014/main" id="{579B4A54-ED4D-54F2-D23D-87C2DF1F196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2" name="直线连接符 12681">
                <a:extLst>
                  <a:ext uri="{FF2B5EF4-FFF2-40B4-BE49-F238E27FC236}">
                    <a16:creationId xmlns:a16="http://schemas.microsoft.com/office/drawing/2014/main" id="{1398A1FD-76C9-38FC-B6D0-634778A5D32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3" name="直线连接符 12682">
                <a:extLst>
                  <a:ext uri="{FF2B5EF4-FFF2-40B4-BE49-F238E27FC236}">
                    <a16:creationId xmlns:a16="http://schemas.microsoft.com/office/drawing/2014/main" id="{700959DE-141B-0796-806D-4013A0AA93E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4" name="直线连接符 12683">
                <a:extLst>
                  <a:ext uri="{FF2B5EF4-FFF2-40B4-BE49-F238E27FC236}">
                    <a16:creationId xmlns:a16="http://schemas.microsoft.com/office/drawing/2014/main" id="{E88497D6-E2D7-2145-C397-8E8A9B8DAFC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5" name="直线连接符 12684">
                <a:extLst>
                  <a:ext uri="{FF2B5EF4-FFF2-40B4-BE49-F238E27FC236}">
                    <a16:creationId xmlns:a16="http://schemas.microsoft.com/office/drawing/2014/main" id="{347A6E35-4944-DE57-92EA-BA2D1DE8169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6" name="直线连接符 12685">
                <a:extLst>
                  <a:ext uri="{FF2B5EF4-FFF2-40B4-BE49-F238E27FC236}">
                    <a16:creationId xmlns:a16="http://schemas.microsoft.com/office/drawing/2014/main" id="{E65BD0B2-FA9C-034E-DD06-965A0E0297B7}"/>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7" name="直线连接符 12686">
                <a:extLst>
                  <a:ext uri="{FF2B5EF4-FFF2-40B4-BE49-F238E27FC236}">
                    <a16:creationId xmlns:a16="http://schemas.microsoft.com/office/drawing/2014/main" id="{E47287C5-328E-2183-6524-8020312317E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8" name="直线连接符 12687">
                <a:extLst>
                  <a:ext uri="{FF2B5EF4-FFF2-40B4-BE49-F238E27FC236}">
                    <a16:creationId xmlns:a16="http://schemas.microsoft.com/office/drawing/2014/main" id="{73C121F9-7A12-AFEF-2771-62721DB082F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89" name="直线连接符 12688">
                <a:extLst>
                  <a:ext uri="{FF2B5EF4-FFF2-40B4-BE49-F238E27FC236}">
                    <a16:creationId xmlns:a16="http://schemas.microsoft.com/office/drawing/2014/main" id="{55CBC3B9-51DB-D9AB-17A9-E2AAC74471B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0" name="直线连接符 12689">
                <a:extLst>
                  <a:ext uri="{FF2B5EF4-FFF2-40B4-BE49-F238E27FC236}">
                    <a16:creationId xmlns:a16="http://schemas.microsoft.com/office/drawing/2014/main" id="{95F85A1B-9E35-26EA-E232-2A9CAAACFC2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91" name="直线连接符 12690">
                <a:extLst>
                  <a:ext uri="{FF2B5EF4-FFF2-40B4-BE49-F238E27FC236}">
                    <a16:creationId xmlns:a16="http://schemas.microsoft.com/office/drawing/2014/main" id="{1FFAE6F5-FA4E-EF72-6DB7-CD3120B0CFE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692" name="直线连接符 12691">
                <a:extLst>
                  <a:ext uri="{FF2B5EF4-FFF2-40B4-BE49-F238E27FC236}">
                    <a16:creationId xmlns:a16="http://schemas.microsoft.com/office/drawing/2014/main" id="{25E880DF-ABE2-2819-9D2C-1308A1126FE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693" name="直线连接符 12692">
                <a:extLst>
                  <a:ext uri="{FF2B5EF4-FFF2-40B4-BE49-F238E27FC236}">
                    <a16:creationId xmlns:a16="http://schemas.microsoft.com/office/drawing/2014/main" id="{84F8ECC3-AB97-000B-8169-137B2D3FFC85}"/>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662" name="组合 12661">
              <a:extLst>
                <a:ext uri="{FF2B5EF4-FFF2-40B4-BE49-F238E27FC236}">
                  <a16:creationId xmlns:a16="http://schemas.microsoft.com/office/drawing/2014/main" id="{E275C8DB-2B41-97BA-1728-DA47017B9B0C}"/>
                </a:ext>
              </a:extLst>
            </p:cNvPr>
            <p:cNvGrpSpPr/>
            <p:nvPr/>
          </p:nvGrpSpPr>
          <p:grpSpPr>
            <a:xfrm>
              <a:off x="15699443" y="5322900"/>
              <a:ext cx="1973841" cy="1732229"/>
              <a:chOff x="7707547" y="3116283"/>
              <a:chExt cx="2913493" cy="2493706"/>
            </a:xfrm>
          </p:grpSpPr>
          <p:sp>
            <p:nvSpPr>
              <p:cNvPr id="12671" name="流程图: 接点 567">
                <a:extLst>
                  <a:ext uri="{FF2B5EF4-FFF2-40B4-BE49-F238E27FC236}">
                    <a16:creationId xmlns:a16="http://schemas.microsoft.com/office/drawing/2014/main" id="{4D805E90-89AB-CBEB-4E05-49B1B6807D2D}"/>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72" name="流程图: 接点 568">
                <a:extLst>
                  <a:ext uri="{FF2B5EF4-FFF2-40B4-BE49-F238E27FC236}">
                    <a16:creationId xmlns:a16="http://schemas.microsoft.com/office/drawing/2014/main" id="{315D0EA0-F3B4-1283-EF23-67792ADB4999}"/>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73" name="椭圆 12672">
                <a:extLst>
                  <a:ext uri="{FF2B5EF4-FFF2-40B4-BE49-F238E27FC236}">
                    <a16:creationId xmlns:a16="http://schemas.microsoft.com/office/drawing/2014/main" id="{E66A6F07-7378-3EF4-1F0F-6660B7DB77C0}"/>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74" name="椭圆 12673">
                <a:extLst>
                  <a:ext uri="{FF2B5EF4-FFF2-40B4-BE49-F238E27FC236}">
                    <a16:creationId xmlns:a16="http://schemas.microsoft.com/office/drawing/2014/main" id="{D40A6AB7-2CF3-5093-39C0-B6046425D811}"/>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663" name="组合 12662">
              <a:extLst>
                <a:ext uri="{FF2B5EF4-FFF2-40B4-BE49-F238E27FC236}">
                  <a16:creationId xmlns:a16="http://schemas.microsoft.com/office/drawing/2014/main" id="{ECB6A1B6-8222-1344-2C82-7EB159695B60}"/>
                </a:ext>
              </a:extLst>
            </p:cNvPr>
            <p:cNvGrpSpPr/>
            <p:nvPr/>
          </p:nvGrpSpPr>
          <p:grpSpPr>
            <a:xfrm>
              <a:off x="16144270" y="4804840"/>
              <a:ext cx="1057524" cy="1052170"/>
              <a:chOff x="4681197" y="1818921"/>
              <a:chExt cx="875824" cy="967645"/>
            </a:xfrm>
            <a:scene3d>
              <a:camera prst="orthographicFront">
                <a:rot lat="600000" lon="9900000" rev="0"/>
              </a:camera>
              <a:lightRig rig="threePt" dir="t"/>
            </a:scene3d>
          </p:grpSpPr>
          <p:grpSp>
            <p:nvGrpSpPr>
              <p:cNvPr id="12667" name="组合 12666">
                <a:extLst>
                  <a:ext uri="{FF2B5EF4-FFF2-40B4-BE49-F238E27FC236}">
                    <a16:creationId xmlns:a16="http://schemas.microsoft.com/office/drawing/2014/main" id="{999FBF91-CE29-6365-0464-7C9FBCE60D5A}"/>
                  </a:ext>
                </a:extLst>
              </p:cNvPr>
              <p:cNvGrpSpPr/>
              <p:nvPr/>
            </p:nvGrpSpPr>
            <p:grpSpPr>
              <a:xfrm>
                <a:off x="4681221" y="1818921"/>
                <a:ext cx="875800" cy="951265"/>
                <a:chOff x="5878051" y="1801357"/>
                <a:chExt cx="1527262" cy="1731253"/>
              </a:xfrm>
              <a:solidFill>
                <a:schemeClr val="tx1">
                  <a:lumMod val="65000"/>
                  <a:lumOff val="35000"/>
                </a:schemeClr>
              </a:solidFill>
            </p:grpSpPr>
            <p:sp>
              <p:nvSpPr>
                <p:cNvPr id="12669" name="流程图: 延期 565">
                  <a:extLst>
                    <a:ext uri="{FF2B5EF4-FFF2-40B4-BE49-F238E27FC236}">
                      <a16:creationId xmlns:a16="http://schemas.microsoft.com/office/drawing/2014/main" id="{3E2B12BD-7516-F5C7-6A28-90262DF11A92}"/>
                    </a:ext>
                  </a:extLst>
                </p:cNvPr>
                <p:cNvSpPr/>
                <p:nvPr/>
              </p:nvSpPr>
              <p:spPr>
                <a:xfrm rot="16200000">
                  <a:off x="5776055" y="1903353"/>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670" name="流程图: 接点 566">
                  <a:extLst>
                    <a:ext uri="{FF2B5EF4-FFF2-40B4-BE49-F238E27FC236}">
                      <a16:creationId xmlns:a16="http://schemas.microsoft.com/office/drawing/2014/main" id="{D6D32E97-AE0E-04AA-8BCE-00818645D447}"/>
                    </a:ext>
                  </a:extLst>
                </p:cNvPr>
                <p:cNvSpPr/>
                <p:nvPr/>
              </p:nvSpPr>
              <p:spPr>
                <a:xfrm>
                  <a:off x="6080440" y="1997047"/>
                  <a:ext cx="1122470"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668" name="矩形 12667">
                <a:extLst>
                  <a:ext uri="{FF2B5EF4-FFF2-40B4-BE49-F238E27FC236}">
                    <a16:creationId xmlns:a16="http://schemas.microsoft.com/office/drawing/2014/main" id="{768AD522-367C-CB59-6283-2F6074485698}"/>
                  </a:ext>
                </a:extLst>
              </p:cNvPr>
              <p:cNvSpPr/>
              <p:nvPr/>
            </p:nvSpPr>
            <p:spPr>
              <a:xfrm>
                <a:off x="4681197" y="2525124"/>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664" name="组合 12663">
              <a:extLst>
                <a:ext uri="{FF2B5EF4-FFF2-40B4-BE49-F238E27FC236}">
                  <a16:creationId xmlns:a16="http://schemas.microsoft.com/office/drawing/2014/main" id="{AAF2A1EC-DAA1-E037-5564-374E66128B6E}"/>
                </a:ext>
              </a:extLst>
            </p:cNvPr>
            <p:cNvGrpSpPr/>
            <p:nvPr/>
          </p:nvGrpSpPr>
          <p:grpSpPr>
            <a:xfrm>
              <a:off x="16267431" y="6039404"/>
              <a:ext cx="238182" cy="238003"/>
              <a:chOff x="5145960" y="4201202"/>
              <a:chExt cx="150892" cy="141375"/>
            </a:xfrm>
            <a:scene3d>
              <a:camera prst="orthographicFront">
                <a:rot lat="0" lon="900000" rev="0"/>
              </a:camera>
              <a:lightRig rig="threePt" dir="t">
                <a:rot lat="0" lon="0" rev="0"/>
              </a:lightRig>
            </a:scene3d>
          </p:grpSpPr>
          <p:sp>
            <p:nvSpPr>
              <p:cNvPr id="12665" name="Oval 15540">
                <a:extLst>
                  <a:ext uri="{FF2B5EF4-FFF2-40B4-BE49-F238E27FC236}">
                    <a16:creationId xmlns:a16="http://schemas.microsoft.com/office/drawing/2014/main" id="{55BADC12-4C76-377E-78E7-14F1A24699FC}"/>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666" name="Line 15541">
                <a:extLst>
                  <a:ext uri="{FF2B5EF4-FFF2-40B4-BE49-F238E27FC236}">
                    <a16:creationId xmlns:a16="http://schemas.microsoft.com/office/drawing/2014/main" id="{70C4EC98-DA5E-DE36-4815-C59059B7B379}"/>
                  </a:ext>
                </a:extLst>
              </p:cNvPr>
              <p:cNvCxnSpPr>
                <a:cxnSpLocks/>
                <a:stCxn id="12665" idx="1"/>
                <a:endCxn id="12665"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752" name="组合 12751">
            <a:extLst>
              <a:ext uri="{FF2B5EF4-FFF2-40B4-BE49-F238E27FC236}">
                <a16:creationId xmlns:a16="http://schemas.microsoft.com/office/drawing/2014/main" id="{1354983A-C25C-653E-8030-C16743DCD61D}"/>
              </a:ext>
            </a:extLst>
          </p:cNvPr>
          <p:cNvGrpSpPr/>
          <p:nvPr/>
        </p:nvGrpSpPr>
        <p:grpSpPr>
          <a:xfrm>
            <a:off x="565952" y="1847021"/>
            <a:ext cx="1973841" cy="3054910"/>
            <a:chOff x="-5216105" y="8013567"/>
            <a:chExt cx="1973841" cy="3054910"/>
          </a:xfrm>
        </p:grpSpPr>
        <p:grpSp>
          <p:nvGrpSpPr>
            <p:cNvPr id="12753" name="组合 12752">
              <a:extLst>
                <a:ext uri="{FF2B5EF4-FFF2-40B4-BE49-F238E27FC236}">
                  <a16:creationId xmlns:a16="http://schemas.microsoft.com/office/drawing/2014/main" id="{31322BF4-D03D-CDB3-B4C5-C14605A5D319}"/>
                </a:ext>
              </a:extLst>
            </p:cNvPr>
            <p:cNvGrpSpPr/>
            <p:nvPr/>
          </p:nvGrpSpPr>
          <p:grpSpPr>
            <a:xfrm rot="16200000" flipV="1">
              <a:off x="-5027871" y="10044876"/>
              <a:ext cx="304542" cy="264297"/>
              <a:chOff x="572796" y="3385249"/>
              <a:chExt cx="419388" cy="368973"/>
            </a:xfrm>
          </p:grpSpPr>
          <p:grpSp>
            <p:nvGrpSpPr>
              <p:cNvPr id="12831" name="组合 12830">
                <a:extLst>
                  <a:ext uri="{FF2B5EF4-FFF2-40B4-BE49-F238E27FC236}">
                    <a16:creationId xmlns:a16="http://schemas.microsoft.com/office/drawing/2014/main" id="{2A3ED224-28F9-F20A-E3C3-CFB9DA7F229A}"/>
                  </a:ext>
                </a:extLst>
              </p:cNvPr>
              <p:cNvGrpSpPr/>
              <p:nvPr/>
            </p:nvGrpSpPr>
            <p:grpSpPr>
              <a:xfrm>
                <a:off x="572796" y="3385249"/>
                <a:ext cx="419388" cy="368973"/>
                <a:chOff x="3493877" y="4587241"/>
                <a:chExt cx="619038" cy="531171"/>
              </a:xfrm>
            </p:grpSpPr>
            <p:sp>
              <p:nvSpPr>
                <p:cNvPr id="12848" name="流程图: 接点 571">
                  <a:extLst>
                    <a:ext uri="{FF2B5EF4-FFF2-40B4-BE49-F238E27FC236}">
                      <a16:creationId xmlns:a16="http://schemas.microsoft.com/office/drawing/2014/main" id="{807DC6A9-1F7E-B066-9D33-763AF4789F9D}"/>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49" name="流程图: 接点 572">
                  <a:extLst>
                    <a:ext uri="{FF2B5EF4-FFF2-40B4-BE49-F238E27FC236}">
                      <a16:creationId xmlns:a16="http://schemas.microsoft.com/office/drawing/2014/main" id="{AD506D29-8F4A-4571-9487-A2E671A8B06B}"/>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832" name="直线连接符 12831">
                <a:extLst>
                  <a:ext uri="{FF2B5EF4-FFF2-40B4-BE49-F238E27FC236}">
                    <a16:creationId xmlns:a16="http://schemas.microsoft.com/office/drawing/2014/main" id="{E5259362-FC6A-B890-59CB-2D30DECA66AC}"/>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3" name="直线连接符 12832">
                <a:extLst>
                  <a:ext uri="{FF2B5EF4-FFF2-40B4-BE49-F238E27FC236}">
                    <a16:creationId xmlns:a16="http://schemas.microsoft.com/office/drawing/2014/main" id="{7728B32A-3427-5D19-AEF3-B874B03C4E39}"/>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4" name="直线连接符 12833">
                <a:extLst>
                  <a:ext uri="{FF2B5EF4-FFF2-40B4-BE49-F238E27FC236}">
                    <a16:creationId xmlns:a16="http://schemas.microsoft.com/office/drawing/2014/main" id="{44020BD6-2FBD-B100-515A-05B8DBB9E368}"/>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5" name="直线连接符 12834">
                <a:extLst>
                  <a:ext uri="{FF2B5EF4-FFF2-40B4-BE49-F238E27FC236}">
                    <a16:creationId xmlns:a16="http://schemas.microsoft.com/office/drawing/2014/main" id="{8B5AAE61-1B05-93B3-2604-430F6094C944}"/>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6" name="直线连接符 12835">
                <a:extLst>
                  <a:ext uri="{FF2B5EF4-FFF2-40B4-BE49-F238E27FC236}">
                    <a16:creationId xmlns:a16="http://schemas.microsoft.com/office/drawing/2014/main" id="{E46F34D5-4B1B-17CC-8376-28A35F47AE50}"/>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7" name="直线连接符 12836">
                <a:extLst>
                  <a:ext uri="{FF2B5EF4-FFF2-40B4-BE49-F238E27FC236}">
                    <a16:creationId xmlns:a16="http://schemas.microsoft.com/office/drawing/2014/main" id="{47966116-BC2A-9E95-D55C-E1ADB20DA3C1}"/>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8" name="直线连接符 12837">
                <a:extLst>
                  <a:ext uri="{FF2B5EF4-FFF2-40B4-BE49-F238E27FC236}">
                    <a16:creationId xmlns:a16="http://schemas.microsoft.com/office/drawing/2014/main" id="{41A6DCA5-243B-2F68-6C7D-7F64CE77E0A4}"/>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39" name="直线连接符 12838">
                <a:extLst>
                  <a:ext uri="{FF2B5EF4-FFF2-40B4-BE49-F238E27FC236}">
                    <a16:creationId xmlns:a16="http://schemas.microsoft.com/office/drawing/2014/main" id="{19C2B561-582C-25B4-8BE1-16A4F874CE3A}"/>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0" name="直线连接符 12839">
                <a:extLst>
                  <a:ext uri="{FF2B5EF4-FFF2-40B4-BE49-F238E27FC236}">
                    <a16:creationId xmlns:a16="http://schemas.microsoft.com/office/drawing/2014/main" id="{1A44666F-E8A9-BABA-54B6-DFDA0B82E67D}"/>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1" name="直线连接符 12840">
                <a:extLst>
                  <a:ext uri="{FF2B5EF4-FFF2-40B4-BE49-F238E27FC236}">
                    <a16:creationId xmlns:a16="http://schemas.microsoft.com/office/drawing/2014/main" id="{5677CB38-35E5-F345-B84B-74255D7A4875}"/>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2" name="直线连接符 12841">
                <a:extLst>
                  <a:ext uri="{FF2B5EF4-FFF2-40B4-BE49-F238E27FC236}">
                    <a16:creationId xmlns:a16="http://schemas.microsoft.com/office/drawing/2014/main" id="{3F3E4E52-90CD-DA15-6206-4A32CFE1EBB3}"/>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3" name="直线连接符 12842">
                <a:extLst>
                  <a:ext uri="{FF2B5EF4-FFF2-40B4-BE49-F238E27FC236}">
                    <a16:creationId xmlns:a16="http://schemas.microsoft.com/office/drawing/2014/main" id="{DC7D12F9-DD80-5A10-663A-586DE5E92CDF}"/>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4" name="直线连接符 12843">
                <a:extLst>
                  <a:ext uri="{FF2B5EF4-FFF2-40B4-BE49-F238E27FC236}">
                    <a16:creationId xmlns:a16="http://schemas.microsoft.com/office/drawing/2014/main" id="{E0DDC044-150E-5318-3A1E-8F8F46CED570}"/>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45" name="直线连接符 12844">
                <a:extLst>
                  <a:ext uri="{FF2B5EF4-FFF2-40B4-BE49-F238E27FC236}">
                    <a16:creationId xmlns:a16="http://schemas.microsoft.com/office/drawing/2014/main" id="{39C33445-C8CD-C697-1200-B380CC1B98AE}"/>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46" name="直线连接符 12845">
                <a:extLst>
                  <a:ext uri="{FF2B5EF4-FFF2-40B4-BE49-F238E27FC236}">
                    <a16:creationId xmlns:a16="http://schemas.microsoft.com/office/drawing/2014/main" id="{AC2E487E-DE9A-1F80-120E-2137833FB8CF}"/>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847" name="直线连接符 12846">
                <a:extLst>
                  <a:ext uri="{FF2B5EF4-FFF2-40B4-BE49-F238E27FC236}">
                    <a16:creationId xmlns:a16="http://schemas.microsoft.com/office/drawing/2014/main" id="{79FD193A-64CC-B546-4C9F-98E1EC840946}"/>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754" name="流程图: 接点 554">
              <a:extLst>
                <a:ext uri="{FF2B5EF4-FFF2-40B4-BE49-F238E27FC236}">
                  <a16:creationId xmlns:a16="http://schemas.microsoft.com/office/drawing/2014/main" id="{2243864F-46B3-2E1B-F274-39878A40F7A8}"/>
                </a:ext>
              </a:extLst>
            </p:cNvPr>
            <p:cNvSpPr/>
            <p:nvPr/>
          </p:nvSpPr>
          <p:spPr>
            <a:xfrm>
              <a:off x="-4680957" y="10193230"/>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55" name="椭圆 12754">
              <a:extLst>
                <a:ext uri="{FF2B5EF4-FFF2-40B4-BE49-F238E27FC236}">
                  <a16:creationId xmlns:a16="http://schemas.microsoft.com/office/drawing/2014/main" id="{245EDFAB-7F59-B84C-1C74-100661D32F18}"/>
                </a:ext>
              </a:extLst>
            </p:cNvPr>
            <p:cNvSpPr/>
            <p:nvPr/>
          </p:nvSpPr>
          <p:spPr>
            <a:xfrm>
              <a:off x="-4852318" y="9746483"/>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756" name="组合 12755">
              <a:extLst>
                <a:ext uri="{FF2B5EF4-FFF2-40B4-BE49-F238E27FC236}">
                  <a16:creationId xmlns:a16="http://schemas.microsoft.com/office/drawing/2014/main" id="{997927C5-DC78-B3BD-8932-36F85023DECB}"/>
                </a:ext>
              </a:extLst>
            </p:cNvPr>
            <p:cNvGrpSpPr/>
            <p:nvPr/>
          </p:nvGrpSpPr>
          <p:grpSpPr>
            <a:xfrm>
              <a:off x="-4169189" y="9477393"/>
              <a:ext cx="419388" cy="377446"/>
              <a:chOff x="572796" y="3376774"/>
              <a:chExt cx="419388" cy="377446"/>
            </a:xfrm>
          </p:grpSpPr>
          <p:grpSp>
            <p:nvGrpSpPr>
              <p:cNvPr id="12811" name="组合 12810">
                <a:extLst>
                  <a:ext uri="{FF2B5EF4-FFF2-40B4-BE49-F238E27FC236}">
                    <a16:creationId xmlns:a16="http://schemas.microsoft.com/office/drawing/2014/main" id="{DD62E18E-4E73-0CAD-348C-21E803119A6D}"/>
                  </a:ext>
                </a:extLst>
              </p:cNvPr>
              <p:cNvGrpSpPr/>
              <p:nvPr/>
            </p:nvGrpSpPr>
            <p:grpSpPr>
              <a:xfrm>
                <a:off x="572796" y="3376774"/>
                <a:ext cx="419388" cy="377446"/>
                <a:chOff x="3493877" y="4575043"/>
                <a:chExt cx="619038" cy="543369"/>
              </a:xfrm>
            </p:grpSpPr>
            <p:sp>
              <p:nvSpPr>
                <p:cNvPr id="12829" name="流程图: 接点 571">
                  <a:extLst>
                    <a:ext uri="{FF2B5EF4-FFF2-40B4-BE49-F238E27FC236}">
                      <a16:creationId xmlns:a16="http://schemas.microsoft.com/office/drawing/2014/main" id="{EB3DCAEB-4A3D-5CBE-C75A-52B9D16876DE}"/>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30" name="流程图: 接点 572">
                  <a:extLst>
                    <a:ext uri="{FF2B5EF4-FFF2-40B4-BE49-F238E27FC236}">
                      <a16:creationId xmlns:a16="http://schemas.microsoft.com/office/drawing/2014/main" id="{ED2AB340-32F0-12A4-170F-1E8D9E20F64F}"/>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812" name="直线连接符 12811">
                <a:extLst>
                  <a:ext uri="{FF2B5EF4-FFF2-40B4-BE49-F238E27FC236}">
                    <a16:creationId xmlns:a16="http://schemas.microsoft.com/office/drawing/2014/main" id="{21807C57-1F52-581F-CFD9-9FC4B3E465A1}"/>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3" name="直线连接符 12812">
                <a:extLst>
                  <a:ext uri="{FF2B5EF4-FFF2-40B4-BE49-F238E27FC236}">
                    <a16:creationId xmlns:a16="http://schemas.microsoft.com/office/drawing/2014/main" id="{EC04DC34-26C7-F5B4-60B0-3320FB3C88A3}"/>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4" name="直线连接符 12813">
                <a:extLst>
                  <a:ext uri="{FF2B5EF4-FFF2-40B4-BE49-F238E27FC236}">
                    <a16:creationId xmlns:a16="http://schemas.microsoft.com/office/drawing/2014/main" id="{41A517B9-C0D4-1C9E-82E4-D3804FBC2A08}"/>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5" name="直线连接符 12814">
                <a:extLst>
                  <a:ext uri="{FF2B5EF4-FFF2-40B4-BE49-F238E27FC236}">
                    <a16:creationId xmlns:a16="http://schemas.microsoft.com/office/drawing/2014/main" id="{FD652DB8-76EF-E86D-E5B5-16D03EDC03A7}"/>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6" name="直线连接符 12815">
                <a:extLst>
                  <a:ext uri="{FF2B5EF4-FFF2-40B4-BE49-F238E27FC236}">
                    <a16:creationId xmlns:a16="http://schemas.microsoft.com/office/drawing/2014/main" id="{7ECE6418-ABFA-4A87-F333-632FBB179EDB}"/>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7" name="直线连接符 12816">
                <a:extLst>
                  <a:ext uri="{FF2B5EF4-FFF2-40B4-BE49-F238E27FC236}">
                    <a16:creationId xmlns:a16="http://schemas.microsoft.com/office/drawing/2014/main" id="{5347D47D-81E8-AC13-ED4B-DAD9D55C3989}"/>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8" name="直线连接符 12817">
                <a:extLst>
                  <a:ext uri="{FF2B5EF4-FFF2-40B4-BE49-F238E27FC236}">
                    <a16:creationId xmlns:a16="http://schemas.microsoft.com/office/drawing/2014/main" id="{4D1F22D6-EB66-870B-3111-85475A5CB769}"/>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19" name="直线连接符 12818">
                <a:extLst>
                  <a:ext uri="{FF2B5EF4-FFF2-40B4-BE49-F238E27FC236}">
                    <a16:creationId xmlns:a16="http://schemas.microsoft.com/office/drawing/2014/main" id="{0750120B-8F5B-56D8-FF08-9F882FA84FD9}"/>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0" name="直线连接符 12819">
                <a:extLst>
                  <a:ext uri="{FF2B5EF4-FFF2-40B4-BE49-F238E27FC236}">
                    <a16:creationId xmlns:a16="http://schemas.microsoft.com/office/drawing/2014/main" id="{44CF4F0F-3DC7-2F39-5F16-2811EB4FB576}"/>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1" name="直线连接符 12820">
                <a:extLst>
                  <a:ext uri="{FF2B5EF4-FFF2-40B4-BE49-F238E27FC236}">
                    <a16:creationId xmlns:a16="http://schemas.microsoft.com/office/drawing/2014/main" id="{7BCE8B7C-869D-F2CD-0F4C-3267635D4E1C}"/>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2" name="直线连接符 12821">
                <a:extLst>
                  <a:ext uri="{FF2B5EF4-FFF2-40B4-BE49-F238E27FC236}">
                    <a16:creationId xmlns:a16="http://schemas.microsoft.com/office/drawing/2014/main" id="{80F12F3F-AACB-08C2-95CA-B4E5333CD24D}"/>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3" name="直线连接符 12822">
                <a:extLst>
                  <a:ext uri="{FF2B5EF4-FFF2-40B4-BE49-F238E27FC236}">
                    <a16:creationId xmlns:a16="http://schemas.microsoft.com/office/drawing/2014/main" id="{77FB35EA-7C3E-EA4C-DC70-9FFEF288DCC9}"/>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4" name="直线连接符 12823">
                <a:extLst>
                  <a:ext uri="{FF2B5EF4-FFF2-40B4-BE49-F238E27FC236}">
                    <a16:creationId xmlns:a16="http://schemas.microsoft.com/office/drawing/2014/main" id="{39E2D661-3DBA-2216-2CA7-40568F96F44E}"/>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5" name="直线连接符 12824">
                <a:extLst>
                  <a:ext uri="{FF2B5EF4-FFF2-40B4-BE49-F238E27FC236}">
                    <a16:creationId xmlns:a16="http://schemas.microsoft.com/office/drawing/2014/main" id="{69B149B8-5DC0-C69F-C985-5F01334D5AD8}"/>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26" name="直线连接符 12825">
                <a:extLst>
                  <a:ext uri="{FF2B5EF4-FFF2-40B4-BE49-F238E27FC236}">
                    <a16:creationId xmlns:a16="http://schemas.microsoft.com/office/drawing/2014/main" id="{FD9C9716-100A-9AE7-8D89-FDB1D598833B}"/>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27" name="直线连接符 12826">
                <a:extLst>
                  <a:ext uri="{FF2B5EF4-FFF2-40B4-BE49-F238E27FC236}">
                    <a16:creationId xmlns:a16="http://schemas.microsoft.com/office/drawing/2014/main" id="{44365B03-DEBE-578B-86D9-5027702467BB}"/>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828" name="直线连接符 12827">
                <a:extLst>
                  <a:ext uri="{FF2B5EF4-FFF2-40B4-BE49-F238E27FC236}">
                    <a16:creationId xmlns:a16="http://schemas.microsoft.com/office/drawing/2014/main" id="{19222ED9-D72D-0C7B-D0C9-2945CCE33562}"/>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757" name="流程图: 接点 556">
              <a:extLst>
                <a:ext uri="{FF2B5EF4-FFF2-40B4-BE49-F238E27FC236}">
                  <a16:creationId xmlns:a16="http://schemas.microsoft.com/office/drawing/2014/main" id="{20CB61F0-B20F-4239-65AD-A18AF5DC51AB}"/>
                </a:ext>
              </a:extLst>
            </p:cNvPr>
            <p:cNvSpPr/>
            <p:nvPr/>
          </p:nvSpPr>
          <p:spPr>
            <a:xfrm>
              <a:off x="-4727330" y="9367950"/>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758" name="组合 12757">
              <a:extLst>
                <a:ext uri="{FF2B5EF4-FFF2-40B4-BE49-F238E27FC236}">
                  <a16:creationId xmlns:a16="http://schemas.microsoft.com/office/drawing/2014/main" id="{00B38288-8ABE-50A2-EE79-2CD3BBD09777}"/>
                </a:ext>
              </a:extLst>
            </p:cNvPr>
            <p:cNvGrpSpPr/>
            <p:nvPr/>
          </p:nvGrpSpPr>
          <p:grpSpPr>
            <a:xfrm>
              <a:off x="-3908509" y="9642943"/>
              <a:ext cx="419388" cy="487204"/>
              <a:chOff x="5768619" y="3058692"/>
              <a:chExt cx="419388" cy="487204"/>
            </a:xfrm>
          </p:grpSpPr>
          <p:sp>
            <p:nvSpPr>
              <p:cNvPr id="12792" name="流程图: 接点 571">
                <a:extLst>
                  <a:ext uri="{FF2B5EF4-FFF2-40B4-BE49-F238E27FC236}">
                    <a16:creationId xmlns:a16="http://schemas.microsoft.com/office/drawing/2014/main" id="{415B7867-40B3-9CFB-4221-60F8A84C446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93" name="流程图: 接点 572">
                <a:extLst>
                  <a:ext uri="{FF2B5EF4-FFF2-40B4-BE49-F238E27FC236}">
                    <a16:creationId xmlns:a16="http://schemas.microsoft.com/office/drawing/2014/main" id="{71B29A1D-03CD-86A5-827E-C3088AA578F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94" name="直线连接符 12793">
                <a:extLst>
                  <a:ext uri="{FF2B5EF4-FFF2-40B4-BE49-F238E27FC236}">
                    <a16:creationId xmlns:a16="http://schemas.microsoft.com/office/drawing/2014/main" id="{27C93D24-8E44-B9F7-9F81-BB038304B6D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5" name="直线连接符 12794">
                <a:extLst>
                  <a:ext uri="{FF2B5EF4-FFF2-40B4-BE49-F238E27FC236}">
                    <a16:creationId xmlns:a16="http://schemas.microsoft.com/office/drawing/2014/main" id="{041767CF-B248-E9FB-3CD4-9C5DC8335FCB}"/>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6" name="直线连接符 12795">
                <a:extLst>
                  <a:ext uri="{FF2B5EF4-FFF2-40B4-BE49-F238E27FC236}">
                    <a16:creationId xmlns:a16="http://schemas.microsoft.com/office/drawing/2014/main" id="{215AF14F-3EDD-3498-BF2D-C3087F319915}"/>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7" name="直线连接符 12796">
                <a:extLst>
                  <a:ext uri="{FF2B5EF4-FFF2-40B4-BE49-F238E27FC236}">
                    <a16:creationId xmlns:a16="http://schemas.microsoft.com/office/drawing/2014/main" id="{FDDC9D79-A749-6D87-2F2A-21307F4CCC8E}"/>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8" name="直线连接符 12797">
                <a:extLst>
                  <a:ext uri="{FF2B5EF4-FFF2-40B4-BE49-F238E27FC236}">
                    <a16:creationId xmlns:a16="http://schemas.microsoft.com/office/drawing/2014/main" id="{AC3A1536-8BA5-3396-EDCA-F8D5EDFC422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99" name="直线连接符 12798">
                <a:extLst>
                  <a:ext uri="{FF2B5EF4-FFF2-40B4-BE49-F238E27FC236}">
                    <a16:creationId xmlns:a16="http://schemas.microsoft.com/office/drawing/2014/main" id="{DD1FBFE6-7B3A-7E4A-61E4-76A94D30249A}"/>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0" name="直线连接符 12799">
                <a:extLst>
                  <a:ext uri="{FF2B5EF4-FFF2-40B4-BE49-F238E27FC236}">
                    <a16:creationId xmlns:a16="http://schemas.microsoft.com/office/drawing/2014/main" id="{9E534BF3-A871-FAEA-3C55-6CB662DF893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1" name="直线连接符 12800">
                <a:extLst>
                  <a:ext uri="{FF2B5EF4-FFF2-40B4-BE49-F238E27FC236}">
                    <a16:creationId xmlns:a16="http://schemas.microsoft.com/office/drawing/2014/main" id="{733C0909-531B-11AC-B0D2-3497D9348303}"/>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2" name="直线连接符 12801">
                <a:extLst>
                  <a:ext uri="{FF2B5EF4-FFF2-40B4-BE49-F238E27FC236}">
                    <a16:creationId xmlns:a16="http://schemas.microsoft.com/office/drawing/2014/main" id="{B7EA8009-3E7E-0B72-A3DB-58DF045CCCD4}"/>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3" name="直线连接符 12802">
                <a:extLst>
                  <a:ext uri="{FF2B5EF4-FFF2-40B4-BE49-F238E27FC236}">
                    <a16:creationId xmlns:a16="http://schemas.microsoft.com/office/drawing/2014/main" id="{074A52E3-76EE-107A-77D6-2A0F694ADE9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4" name="直线连接符 12803">
                <a:extLst>
                  <a:ext uri="{FF2B5EF4-FFF2-40B4-BE49-F238E27FC236}">
                    <a16:creationId xmlns:a16="http://schemas.microsoft.com/office/drawing/2014/main" id="{DC0528A2-D779-907E-F82C-6F7C23B7294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5" name="直线连接符 12804">
                <a:extLst>
                  <a:ext uri="{FF2B5EF4-FFF2-40B4-BE49-F238E27FC236}">
                    <a16:creationId xmlns:a16="http://schemas.microsoft.com/office/drawing/2014/main" id="{AA0B5DBC-CE04-75FF-9F1A-FC7D2ABC18F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6" name="直线连接符 12805">
                <a:extLst>
                  <a:ext uri="{FF2B5EF4-FFF2-40B4-BE49-F238E27FC236}">
                    <a16:creationId xmlns:a16="http://schemas.microsoft.com/office/drawing/2014/main" id="{6A64CF7C-899C-25BB-5232-53A83AABF11D}"/>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7" name="直线连接符 12806">
                <a:extLst>
                  <a:ext uri="{FF2B5EF4-FFF2-40B4-BE49-F238E27FC236}">
                    <a16:creationId xmlns:a16="http://schemas.microsoft.com/office/drawing/2014/main" id="{CF9D427C-6804-221D-EE67-BF4E6D106853}"/>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08" name="直线连接符 12807">
                <a:extLst>
                  <a:ext uri="{FF2B5EF4-FFF2-40B4-BE49-F238E27FC236}">
                    <a16:creationId xmlns:a16="http://schemas.microsoft.com/office/drawing/2014/main" id="{02185644-AAE6-D59D-B6DD-61D2C9F2B91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09" name="直线连接符 12808">
                <a:extLst>
                  <a:ext uri="{FF2B5EF4-FFF2-40B4-BE49-F238E27FC236}">
                    <a16:creationId xmlns:a16="http://schemas.microsoft.com/office/drawing/2014/main" id="{28CE1B5A-0771-B731-E764-394E51BC8DC6}"/>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810" name="直线连接符 12809">
                <a:extLst>
                  <a:ext uri="{FF2B5EF4-FFF2-40B4-BE49-F238E27FC236}">
                    <a16:creationId xmlns:a16="http://schemas.microsoft.com/office/drawing/2014/main" id="{2EC6AC0D-7953-B205-636B-91AA34CC435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759" name="组合 12758">
              <a:extLst>
                <a:ext uri="{FF2B5EF4-FFF2-40B4-BE49-F238E27FC236}">
                  <a16:creationId xmlns:a16="http://schemas.microsoft.com/office/drawing/2014/main" id="{92B05CC4-8DCA-9917-10A7-0F5F64A64E82}"/>
                </a:ext>
              </a:extLst>
            </p:cNvPr>
            <p:cNvGrpSpPr/>
            <p:nvPr/>
          </p:nvGrpSpPr>
          <p:grpSpPr>
            <a:xfrm>
              <a:off x="-5072992" y="9623570"/>
              <a:ext cx="419388" cy="487204"/>
              <a:chOff x="5768619" y="3058692"/>
              <a:chExt cx="419388" cy="487204"/>
            </a:xfrm>
          </p:grpSpPr>
          <p:sp>
            <p:nvSpPr>
              <p:cNvPr id="12773" name="流程图: 接点 571">
                <a:extLst>
                  <a:ext uri="{FF2B5EF4-FFF2-40B4-BE49-F238E27FC236}">
                    <a16:creationId xmlns:a16="http://schemas.microsoft.com/office/drawing/2014/main" id="{D82184C1-0A54-1631-97AB-329954C06A97}"/>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74" name="流程图: 接点 572">
                <a:extLst>
                  <a:ext uri="{FF2B5EF4-FFF2-40B4-BE49-F238E27FC236}">
                    <a16:creationId xmlns:a16="http://schemas.microsoft.com/office/drawing/2014/main" id="{1DBEF3A5-6181-5BA1-A9F2-3746F7293F6B}"/>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775" name="直线连接符 12774">
                <a:extLst>
                  <a:ext uri="{FF2B5EF4-FFF2-40B4-BE49-F238E27FC236}">
                    <a16:creationId xmlns:a16="http://schemas.microsoft.com/office/drawing/2014/main" id="{0DEB19D7-399D-2866-0587-DFC69E3C1F3B}"/>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6" name="直线连接符 12775">
                <a:extLst>
                  <a:ext uri="{FF2B5EF4-FFF2-40B4-BE49-F238E27FC236}">
                    <a16:creationId xmlns:a16="http://schemas.microsoft.com/office/drawing/2014/main" id="{0DE1D850-C7A2-70D9-3D11-4F1B2EFBCAA4}"/>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7" name="直线连接符 12776">
                <a:extLst>
                  <a:ext uri="{FF2B5EF4-FFF2-40B4-BE49-F238E27FC236}">
                    <a16:creationId xmlns:a16="http://schemas.microsoft.com/office/drawing/2014/main" id="{3F5B0196-A25D-5804-6CA1-7BDE930DB42B}"/>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8" name="直线连接符 12777">
                <a:extLst>
                  <a:ext uri="{FF2B5EF4-FFF2-40B4-BE49-F238E27FC236}">
                    <a16:creationId xmlns:a16="http://schemas.microsoft.com/office/drawing/2014/main" id="{6A9E9586-A577-6DA6-E4AE-D733590FB80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79" name="直线连接符 12778">
                <a:extLst>
                  <a:ext uri="{FF2B5EF4-FFF2-40B4-BE49-F238E27FC236}">
                    <a16:creationId xmlns:a16="http://schemas.microsoft.com/office/drawing/2014/main" id="{808FED30-C844-A3D4-E758-FCB3A8A6C7A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0" name="直线连接符 12779">
                <a:extLst>
                  <a:ext uri="{FF2B5EF4-FFF2-40B4-BE49-F238E27FC236}">
                    <a16:creationId xmlns:a16="http://schemas.microsoft.com/office/drawing/2014/main" id="{952A2F1B-1E2F-FEB8-C9D7-928246FA8712}"/>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1" name="直线连接符 12780">
                <a:extLst>
                  <a:ext uri="{FF2B5EF4-FFF2-40B4-BE49-F238E27FC236}">
                    <a16:creationId xmlns:a16="http://schemas.microsoft.com/office/drawing/2014/main" id="{0CF0A7C0-6064-6506-98EC-BB69CDEB7BF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2" name="直线连接符 12781">
                <a:extLst>
                  <a:ext uri="{FF2B5EF4-FFF2-40B4-BE49-F238E27FC236}">
                    <a16:creationId xmlns:a16="http://schemas.microsoft.com/office/drawing/2014/main" id="{449F2E7F-8E0D-B3FC-7598-FAFD40B55FD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3" name="直线连接符 12782">
                <a:extLst>
                  <a:ext uri="{FF2B5EF4-FFF2-40B4-BE49-F238E27FC236}">
                    <a16:creationId xmlns:a16="http://schemas.microsoft.com/office/drawing/2014/main" id="{9595DC24-531A-922B-3FAB-277E7E82BCF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4" name="直线连接符 12783">
                <a:extLst>
                  <a:ext uri="{FF2B5EF4-FFF2-40B4-BE49-F238E27FC236}">
                    <a16:creationId xmlns:a16="http://schemas.microsoft.com/office/drawing/2014/main" id="{E6773339-4C94-57E0-31CB-09848297333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5" name="直线连接符 12784">
                <a:extLst>
                  <a:ext uri="{FF2B5EF4-FFF2-40B4-BE49-F238E27FC236}">
                    <a16:creationId xmlns:a16="http://schemas.microsoft.com/office/drawing/2014/main" id="{04BB1C9F-EBE2-C042-B964-8DB2B900435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6" name="直线连接符 12785">
                <a:extLst>
                  <a:ext uri="{FF2B5EF4-FFF2-40B4-BE49-F238E27FC236}">
                    <a16:creationId xmlns:a16="http://schemas.microsoft.com/office/drawing/2014/main" id="{F5B74CB8-001D-20FC-2E1E-BDA9E819D06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7" name="直线连接符 12786">
                <a:extLst>
                  <a:ext uri="{FF2B5EF4-FFF2-40B4-BE49-F238E27FC236}">
                    <a16:creationId xmlns:a16="http://schemas.microsoft.com/office/drawing/2014/main" id="{20B6DD97-6F03-E2DE-179F-181C2C65746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8" name="直线连接符 12787">
                <a:extLst>
                  <a:ext uri="{FF2B5EF4-FFF2-40B4-BE49-F238E27FC236}">
                    <a16:creationId xmlns:a16="http://schemas.microsoft.com/office/drawing/2014/main" id="{FB86D39E-6785-E660-CF5C-8338852BCAB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89" name="直线连接符 12788">
                <a:extLst>
                  <a:ext uri="{FF2B5EF4-FFF2-40B4-BE49-F238E27FC236}">
                    <a16:creationId xmlns:a16="http://schemas.microsoft.com/office/drawing/2014/main" id="{CB4D79BD-250C-E9A4-F781-21D39CA48C6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790" name="直线连接符 12789">
                <a:extLst>
                  <a:ext uri="{FF2B5EF4-FFF2-40B4-BE49-F238E27FC236}">
                    <a16:creationId xmlns:a16="http://schemas.microsoft.com/office/drawing/2014/main" id="{BEF4D054-EFCE-BBBD-48C6-DC1E703930D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791" name="直线连接符 12790">
                <a:extLst>
                  <a:ext uri="{FF2B5EF4-FFF2-40B4-BE49-F238E27FC236}">
                    <a16:creationId xmlns:a16="http://schemas.microsoft.com/office/drawing/2014/main" id="{1E3CD9ED-18AE-EF77-111D-6D87EBC229FF}"/>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760" name="组合 12759">
              <a:extLst>
                <a:ext uri="{FF2B5EF4-FFF2-40B4-BE49-F238E27FC236}">
                  <a16:creationId xmlns:a16="http://schemas.microsoft.com/office/drawing/2014/main" id="{E7A96F71-B349-AD0F-E543-53B20F73ABC4}"/>
                </a:ext>
              </a:extLst>
            </p:cNvPr>
            <p:cNvGrpSpPr/>
            <p:nvPr/>
          </p:nvGrpSpPr>
          <p:grpSpPr>
            <a:xfrm>
              <a:off x="-5216105" y="8531627"/>
              <a:ext cx="1973841" cy="1732229"/>
              <a:chOff x="7707547" y="3116283"/>
              <a:chExt cx="2913493" cy="2493706"/>
            </a:xfrm>
          </p:grpSpPr>
          <p:sp>
            <p:nvSpPr>
              <p:cNvPr id="12769" name="流程图: 接点 567">
                <a:extLst>
                  <a:ext uri="{FF2B5EF4-FFF2-40B4-BE49-F238E27FC236}">
                    <a16:creationId xmlns:a16="http://schemas.microsoft.com/office/drawing/2014/main" id="{325697A1-3E6B-2256-219F-7B6F7045113D}"/>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70" name="流程图: 接点 568">
                <a:extLst>
                  <a:ext uri="{FF2B5EF4-FFF2-40B4-BE49-F238E27FC236}">
                    <a16:creationId xmlns:a16="http://schemas.microsoft.com/office/drawing/2014/main" id="{4B62A25F-126C-4A75-C711-81FAE5DBCF51}"/>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60000" lon="0" rev="2154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71" name="椭圆 12770">
                <a:extLst>
                  <a:ext uri="{FF2B5EF4-FFF2-40B4-BE49-F238E27FC236}">
                    <a16:creationId xmlns:a16="http://schemas.microsoft.com/office/drawing/2014/main" id="{B61652D8-651A-47ED-5CF5-7AC529DDE6D9}"/>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72" name="椭圆 12771">
                <a:extLst>
                  <a:ext uri="{FF2B5EF4-FFF2-40B4-BE49-F238E27FC236}">
                    <a16:creationId xmlns:a16="http://schemas.microsoft.com/office/drawing/2014/main" id="{C1E87FB3-5CB8-A741-3399-4ED7FA6354DD}"/>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761" name="组合 12760">
              <a:extLst>
                <a:ext uri="{FF2B5EF4-FFF2-40B4-BE49-F238E27FC236}">
                  <a16:creationId xmlns:a16="http://schemas.microsoft.com/office/drawing/2014/main" id="{BCBE6594-28C5-64FE-B151-CE67032AD115}"/>
                </a:ext>
              </a:extLst>
            </p:cNvPr>
            <p:cNvGrpSpPr/>
            <p:nvPr/>
          </p:nvGrpSpPr>
          <p:grpSpPr>
            <a:xfrm>
              <a:off x="-4789522" y="8013567"/>
              <a:ext cx="1057503" cy="1052174"/>
              <a:chOff x="4666073" y="1818918"/>
              <a:chExt cx="875803" cy="967646"/>
            </a:xfrm>
            <a:scene3d>
              <a:camera prst="orthographicFront">
                <a:rot lat="600000" lon="9450000" rev="21540000"/>
              </a:camera>
              <a:lightRig rig="threePt" dir="t"/>
            </a:scene3d>
          </p:grpSpPr>
          <p:grpSp>
            <p:nvGrpSpPr>
              <p:cNvPr id="12765" name="组合 12764">
                <a:extLst>
                  <a:ext uri="{FF2B5EF4-FFF2-40B4-BE49-F238E27FC236}">
                    <a16:creationId xmlns:a16="http://schemas.microsoft.com/office/drawing/2014/main" id="{9BF884B9-9497-D497-A8BD-4EB06BE68066}"/>
                  </a:ext>
                </a:extLst>
              </p:cNvPr>
              <p:cNvGrpSpPr/>
              <p:nvPr/>
            </p:nvGrpSpPr>
            <p:grpSpPr>
              <a:xfrm>
                <a:off x="4666076" y="1818918"/>
                <a:ext cx="875800" cy="951265"/>
                <a:chOff x="5851631" y="1801353"/>
                <a:chExt cx="1527262" cy="1731253"/>
              </a:xfrm>
              <a:solidFill>
                <a:schemeClr val="tx1">
                  <a:lumMod val="65000"/>
                  <a:lumOff val="35000"/>
                </a:schemeClr>
              </a:solidFill>
            </p:grpSpPr>
            <p:sp>
              <p:nvSpPr>
                <p:cNvPr id="12767" name="流程图: 延期 565">
                  <a:extLst>
                    <a:ext uri="{FF2B5EF4-FFF2-40B4-BE49-F238E27FC236}">
                      <a16:creationId xmlns:a16="http://schemas.microsoft.com/office/drawing/2014/main" id="{8BCE1A1F-E2A8-0874-3EA8-DDCF31E4DBBC}"/>
                    </a:ext>
                  </a:extLst>
                </p:cNvPr>
                <p:cNvSpPr/>
                <p:nvPr/>
              </p:nvSpPr>
              <p:spPr>
                <a:xfrm rot="16200000">
                  <a:off x="5749635" y="1903349"/>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68" name="流程图: 接点 566">
                  <a:extLst>
                    <a:ext uri="{FF2B5EF4-FFF2-40B4-BE49-F238E27FC236}">
                      <a16:creationId xmlns:a16="http://schemas.microsoft.com/office/drawing/2014/main" id="{1D5EA94A-C406-D728-0775-7F519C580A3C}"/>
                    </a:ext>
                  </a:extLst>
                </p:cNvPr>
                <p:cNvSpPr/>
                <p:nvPr/>
              </p:nvSpPr>
              <p:spPr>
                <a:xfrm>
                  <a:off x="6054021" y="1997041"/>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66" name="矩形 12765">
                <a:extLst>
                  <a:ext uri="{FF2B5EF4-FFF2-40B4-BE49-F238E27FC236}">
                    <a16:creationId xmlns:a16="http://schemas.microsoft.com/office/drawing/2014/main" id="{2C26DD6C-7AB7-0055-EBA2-6C3AD4013191}"/>
                  </a:ext>
                </a:extLst>
              </p:cNvPr>
              <p:cNvSpPr/>
              <p:nvPr/>
            </p:nvSpPr>
            <p:spPr>
              <a:xfrm>
                <a:off x="4666073" y="252512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762" name="组合 12761">
              <a:extLst>
                <a:ext uri="{FF2B5EF4-FFF2-40B4-BE49-F238E27FC236}">
                  <a16:creationId xmlns:a16="http://schemas.microsoft.com/office/drawing/2014/main" id="{AEA28FFE-A408-8A09-DAA5-2AF3CB75F648}"/>
                </a:ext>
              </a:extLst>
            </p:cNvPr>
            <p:cNvGrpSpPr/>
            <p:nvPr/>
          </p:nvGrpSpPr>
          <p:grpSpPr>
            <a:xfrm>
              <a:off x="-4510590" y="9254808"/>
              <a:ext cx="238182" cy="238003"/>
              <a:chOff x="5145960" y="4201202"/>
              <a:chExt cx="150892" cy="141375"/>
            </a:xfrm>
            <a:scene3d>
              <a:camera prst="orthographicFront">
                <a:rot lat="0" lon="450000" rev="0"/>
              </a:camera>
              <a:lightRig rig="threePt" dir="t">
                <a:rot lat="0" lon="0" rev="0"/>
              </a:lightRig>
            </a:scene3d>
          </p:grpSpPr>
          <p:sp>
            <p:nvSpPr>
              <p:cNvPr id="12763" name="Oval 15540">
                <a:extLst>
                  <a:ext uri="{FF2B5EF4-FFF2-40B4-BE49-F238E27FC236}">
                    <a16:creationId xmlns:a16="http://schemas.microsoft.com/office/drawing/2014/main" id="{8A639CAC-2F32-7194-8B22-CEFE37CD7E01}"/>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764" name="Line 15541">
                <a:extLst>
                  <a:ext uri="{FF2B5EF4-FFF2-40B4-BE49-F238E27FC236}">
                    <a16:creationId xmlns:a16="http://schemas.microsoft.com/office/drawing/2014/main" id="{4025AD5C-C745-AD16-4C4D-4CC5523E9096}"/>
                  </a:ext>
                </a:extLst>
              </p:cNvPr>
              <p:cNvCxnSpPr>
                <a:cxnSpLocks/>
                <a:stCxn id="12763" idx="1"/>
                <a:endCxn id="12763"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850" name="组合 12849">
            <a:extLst>
              <a:ext uri="{FF2B5EF4-FFF2-40B4-BE49-F238E27FC236}">
                <a16:creationId xmlns:a16="http://schemas.microsoft.com/office/drawing/2014/main" id="{755C5A34-AA1F-FC2B-D326-848595811B44}"/>
              </a:ext>
            </a:extLst>
          </p:cNvPr>
          <p:cNvGrpSpPr/>
          <p:nvPr/>
        </p:nvGrpSpPr>
        <p:grpSpPr>
          <a:xfrm>
            <a:off x="565952" y="1836919"/>
            <a:ext cx="1973841" cy="3065012"/>
            <a:chOff x="-3134116" y="8025078"/>
            <a:chExt cx="1973841" cy="3065012"/>
          </a:xfrm>
        </p:grpSpPr>
        <p:grpSp>
          <p:nvGrpSpPr>
            <p:cNvPr id="12851" name="组合 12850">
              <a:extLst>
                <a:ext uri="{FF2B5EF4-FFF2-40B4-BE49-F238E27FC236}">
                  <a16:creationId xmlns:a16="http://schemas.microsoft.com/office/drawing/2014/main" id="{054F7745-94C8-AC67-B73F-69ADF6877460}"/>
                </a:ext>
              </a:extLst>
            </p:cNvPr>
            <p:cNvGrpSpPr/>
            <p:nvPr/>
          </p:nvGrpSpPr>
          <p:grpSpPr>
            <a:xfrm rot="16200000" flipV="1">
              <a:off x="-2972565" y="10053389"/>
              <a:ext cx="304542" cy="264297"/>
              <a:chOff x="572796" y="3385249"/>
              <a:chExt cx="419388" cy="368973"/>
            </a:xfrm>
          </p:grpSpPr>
          <p:grpSp>
            <p:nvGrpSpPr>
              <p:cNvPr id="12929" name="组合 12928">
                <a:extLst>
                  <a:ext uri="{FF2B5EF4-FFF2-40B4-BE49-F238E27FC236}">
                    <a16:creationId xmlns:a16="http://schemas.microsoft.com/office/drawing/2014/main" id="{7D636963-0E7F-58CD-DD45-2E7D50CDB620}"/>
                  </a:ext>
                </a:extLst>
              </p:cNvPr>
              <p:cNvGrpSpPr/>
              <p:nvPr/>
            </p:nvGrpSpPr>
            <p:grpSpPr>
              <a:xfrm>
                <a:off x="572796" y="3385249"/>
                <a:ext cx="419388" cy="368973"/>
                <a:chOff x="3493877" y="4587241"/>
                <a:chExt cx="619038" cy="531171"/>
              </a:xfrm>
            </p:grpSpPr>
            <p:sp>
              <p:nvSpPr>
                <p:cNvPr id="12946" name="流程图: 接点 571">
                  <a:extLst>
                    <a:ext uri="{FF2B5EF4-FFF2-40B4-BE49-F238E27FC236}">
                      <a16:creationId xmlns:a16="http://schemas.microsoft.com/office/drawing/2014/main" id="{989CB18C-F94C-23EB-FA0C-766AF3991E35}"/>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47" name="流程图: 接点 572">
                  <a:extLst>
                    <a:ext uri="{FF2B5EF4-FFF2-40B4-BE49-F238E27FC236}">
                      <a16:creationId xmlns:a16="http://schemas.microsoft.com/office/drawing/2014/main" id="{3031E033-FB5D-96C1-FD2B-B8C415DFD568}"/>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930" name="直线连接符 12929">
                <a:extLst>
                  <a:ext uri="{FF2B5EF4-FFF2-40B4-BE49-F238E27FC236}">
                    <a16:creationId xmlns:a16="http://schemas.microsoft.com/office/drawing/2014/main" id="{6F29ED91-95DA-B1CB-C483-D1AEE8CBF704}"/>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1" name="直线连接符 12930">
                <a:extLst>
                  <a:ext uri="{FF2B5EF4-FFF2-40B4-BE49-F238E27FC236}">
                    <a16:creationId xmlns:a16="http://schemas.microsoft.com/office/drawing/2014/main" id="{4EB072AA-1EBC-57BF-2012-6F5C596B8DD9}"/>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2" name="直线连接符 12931">
                <a:extLst>
                  <a:ext uri="{FF2B5EF4-FFF2-40B4-BE49-F238E27FC236}">
                    <a16:creationId xmlns:a16="http://schemas.microsoft.com/office/drawing/2014/main" id="{5308B71C-4D77-70B8-4A5D-5C5DB5129CED}"/>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3" name="直线连接符 12932">
                <a:extLst>
                  <a:ext uri="{FF2B5EF4-FFF2-40B4-BE49-F238E27FC236}">
                    <a16:creationId xmlns:a16="http://schemas.microsoft.com/office/drawing/2014/main" id="{CCA0F506-D2A4-971B-7FCD-94F22A596A02}"/>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4" name="直线连接符 12933">
                <a:extLst>
                  <a:ext uri="{FF2B5EF4-FFF2-40B4-BE49-F238E27FC236}">
                    <a16:creationId xmlns:a16="http://schemas.microsoft.com/office/drawing/2014/main" id="{A3C9F32C-4B17-4E48-1E7D-32108A612A8A}"/>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5" name="直线连接符 12934">
                <a:extLst>
                  <a:ext uri="{FF2B5EF4-FFF2-40B4-BE49-F238E27FC236}">
                    <a16:creationId xmlns:a16="http://schemas.microsoft.com/office/drawing/2014/main" id="{1EAA0A7A-5140-A67D-9F72-3697A5C09217}"/>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6" name="直线连接符 12935">
                <a:extLst>
                  <a:ext uri="{FF2B5EF4-FFF2-40B4-BE49-F238E27FC236}">
                    <a16:creationId xmlns:a16="http://schemas.microsoft.com/office/drawing/2014/main" id="{AD884210-E877-39A1-05D5-9D87ED3ED08C}"/>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7" name="直线连接符 12936">
                <a:extLst>
                  <a:ext uri="{FF2B5EF4-FFF2-40B4-BE49-F238E27FC236}">
                    <a16:creationId xmlns:a16="http://schemas.microsoft.com/office/drawing/2014/main" id="{9FECA584-4230-DC48-43F5-C1885BF61187}"/>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8" name="直线连接符 12937">
                <a:extLst>
                  <a:ext uri="{FF2B5EF4-FFF2-40B4-BE49-F238E27FC236}">
                    <a16:creationId xmlns:a16="http://schemas.microsoft.com/office/drawing/2014/main" id="{AFEC6AF1-25D0-C4EB-56EE-4DE980A5B443}"/>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39" name="直线连接符 12938">
                <a:extLst>
                  <a:ext uri="{FF2B5EF4-FFF2-40B4-BE49-F238E27FC236}">
                    <a16:creationId xmlns:a16="http://schemas.microsoft.com/office/drawing/2014/main" id="{DD6AECD0-73F1-9015-4BBE-969E1E70F6CA}"/>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40" name="直线连接符 12939">
                <a:extLst>
                  <a:ext uri="{FF2B5EF4-FFF2-40B4-BE49-F238E27FC236}">
                    <a16:creationId xmlns:a16="http://schemas.microsoft.com/office/drawing/2014/main" id="{4058C6B5-DF7B-B50F-042F-30C1C24DA564}"/>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41" name="直线连接符 12940">
                <a:extLst>
                  <a:ext uri="{FF2B5EF4-FFF2-40B4-BE49-F238E27FC236}">
                    <a16:creationId xmlns:a16="http://schemas.microsoft.com/office/drawing/2014/main" id="{DA183AE6-8B0A-1CAD-D660-003E4BF2D3D6}"/>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42" name="直线连接符 12941">
                <a:extLst>
                  <a:ext uri="{FF2B5EF4-FFF2-40B4-BE49-F238E27FC236}">
                    <a16:creationId xmlns:a16="http://schemas.microsoft.com/office/drawing/2014/main" id="{75FF49CE-ACF0-2357-1E51-8512C70BE382}"/>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43" name="直线连接符 12942">
                <a:extLst>
                  <a:ext uri="{FF2B5EF4-FFF2-40B4-BE49-F238E27FC236}">
                    <a16:creationId xmlns:a16="http://schemas.microsoft.com/office/drawing/2014/main" id="{E49720E0-F656-B5F0-1648-FE9D7AA51B92}"/>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944" name="直线连接符 12943">
                <a:extLst>
                  <a:ext uri="{FF2B5EF4-FFF2-40B4-BE49-F238E27FC236}">
                    <a16:creationId xmlns:a16="http://schemas.microsoft.com/office/drawing/2014/main" id="{00DE8648-12C0-4C08-6715-BE81DFB20052}"/>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945" name="直线连接符 12944">
                <a:extLst>
                  <a:ext uri="{FF2B5EF4-FFF2-40B4-BE49-F238E27FC236}">
                    <a16:creationId xmlns:a16="http://schemas.microsoft.com/office/drawing/2014/main" id="{4B0196B7-AF2E-6A28-F950-DD4A6890CA20}"/>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852" name="流程图: 接点 554">
              <a:extLst>
                <a:ext uri="{FF2B5EF4-FFF2-40B4-BE49-F238E27FC236}">
                  <a16:creationId xmlns:a16="http://schemas.microsoft.com/office/drawing/2014/main" id="{1460167E-8BCE-08C7-3586-F4321ABEC81C}"/>
                </a:ext>
              </a:extLst>
            </p:cNvPr>
            <p:cNvSpPr/>
            <p:nvPr/>
          </p:nvSpPr>
          <p:spPr>
            <a:xfrm>
              <a:off x="-2598968" y="10214843"/>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853" name="组合 12852">
              <a:extLst>
                <a:ext uri="{FF2B5EF4-FFF2-40B4-BE49-F238E27FC236}">
                  <a16:creationId xmlns:a16="http://schemas.microsoft.com/office/drawing/2014/main" id="{CC5F3B8E-5210-639D-B84C-04821B7D2264}"/>
                </a:ext>
              </a:extLst>
            </p:cNvPr>
            <p:cNvGrpSpPr/>
            <p:nvPr/>
          </p:nvGrpSpPr>
          <p:grpSpPr>
            <a:xfrm>
              <a:off x="-2145565" y="9499006"/>
              <a:ext cx="419388" cy="377446"/>
              <a:chOff x="572796" y="3376774"/>
              <a:chExt cx="419388" cy="377446"/>
            </a:xfrm>
          </p:grpSpPr>
          <p:grpSp>
            <p:nvGrpSpPr>
              <p:cNvPr id="12909" name="组合 12908">
                <a:extLst>
                  <a:ext uri="{FF2B5EF4-FFF2-40B4-BE49-F238E27FC236}">
                    <a16:creationId xmlns:a16="http://schemas.microsoft.com/office/drawing/2014/main" id="{0D254D3B-8233-D2CF-7976-7DD22BA49B17}"/>
                  </a:ext>
                </a:extLst>
              </p:cNvPr>
              <p:cNvGrpSpPr/>
              <p:nvPr/>
            </p:nvGrpSpPr>
            <p:grpSpPr>
              <a:xfrm>
                <a:off x="572796" y="3376774"/>
                <a:ext cx="419388" cy="377446"/>
                <a:chOff x="3493877" y="4575043"/>
                <a:chExt cx="619038" cy="543369"/>
              </a:xfrm>
            </p:grpSpPr>
            <p:sp>
              <p:nvSpPr>
                <p:cNvPr id="12927" name="流程图: 接点 571">
                  <a:extLst>
                    <a:ext uri="{FF2B5EF4-FFF2-40B4-BE49-F238E27FC236}">
                      <a16:creationId xmlns:a16="http://schemas.microsoft.com/office/drawing/2014/main" id="{3725E7C7-1BB0-DBD5-6899-ADCD180AE183}"/>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28" name="流程图: 接点 572">
                  <a:extLst>
                    <a:ext uri="{FF2B5EF4-FFF2-40B4-BE49-F238E27FC236}">
                      <a16:creationId xmlns:a16="http://schemas.microsoft.com/office/drawing/2014/main" id="{2A39C50B-8341-75C2-9933-DFBE1FD0B123}"/>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910" name="直线连接符 12909">
                <a:extLst>
                  <a:ext uri="{FF2B5EF4-FFF2-40B4-BE49-F238E27FC236}">
                    <a16:creationId xmlns:a16="http://schemas.microsoft.com/office/drawing/2014/main" id="{6F2BBA6B-A526-A61A-9670-590A9CD69344}"/>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1" name="直线连接符 12910">
                <a:extLst>
                  <a:ext uri="{FF2B5EF4-FFF2-40B4-BE49-F238E27FC236}">
                    <a16:creationId xmlns:a16="http://schemas.microsoft.com/office/drawing/2014/main" id="{E69CCD68-1103-DACA-927C-5DCBCCBFC07A}"/>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2" name="直线连接符 12911">
                <a:extLst>
                  <a:ext uri="{FF2B5EF4-FFF2-40B4-BE49-F238E27FC236}">
                    <a16:creationId xmlns:a16="http://schemas.microsoft.com/office/drawing/2014/main" id="{772C7B2B-034B-A62D-72E0-093555A78DE0}"/>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3" name="直线连接符 12912">
                <a:extLst>
                  <a:ext uri="{FF2B5EF4-FFF2-40B4-BE49-F238E27FC236}">
                    <a16:creationId xmlns:a16="http://schemas.microsoft.com/office/drawing/2014/main" id="{A866876A-E942-08E6-F01E-C9D11AEBC8DA}"/>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4" name="直线连接符 12913">
                <a:extLst>
                  <a:ext uri="{FF2B5EF4-FFF2-40B4-BE49-F238E27FC236}">
                    <a16:creationId xmlns:a16="http://schemas.microsoft.com/office/drawing/2014/main" id="{5EBF33F3-B52F-9F32-A4F8-6B276358B08D}"/>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5" name="直线连接符 12914">
                <a:extLst>
                  <a:ext uri="{FF2B5EF4-FFF2-40B4-BE49-F238E27FC236}">
                    <a16:creationId xmlns:a16="http://schemas.microsoft.com/office/drawing/2014/main" id="{C89741A4-DDAF-EFC7-90E3-F3E6D02D462F}"/>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6" name="直线连接符 12915">
                <a:extLst>
                  <a:ext uri="{FF2B5EF4-FFF2-40B4-BE49-F238E27FC236}">
                    <a16:creationId xmlns:a16="http://schemas.microsoft.com/office/drawing/2014/main" id="{FCE487EA-C682-9FB9-8E0D-DF9AEBF5545B}"/>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7" name="直线连接符 12916">
                <a:extLst>
                  <a:ext uri="{FF2B5EF4-FFF2-40B4-BE49-F238E27FC236}">
                    <a16:creationId xmlns:a16="http://schemas.microsoft.com/office/drawing/2014/main" id="{EABC3621-AA2D-C8E8-A96E-A12B24E9C234}"/>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8" name="直线连接符 12917">
                <a:extLst>
                  <a:ext uri="{FF2B5EF4-FFF2-40B4-BE49-F238E27FC236}">
                    <a16:creationId xmlns:a16="http://schemas.microsoft.com/office/drawing/2014/main" id="{DEA76EEF-1D4D-B2FF-0C6B-C0A28C13F9AC}"/>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19" name="直线连接符 12918">
                <a:extLst>
                  <a:ext uri="{FF2B5EF4-FFF2-40B4-BE49-F238E27FC236}">
                    <a16:creationId xmlns:a16="http://schemas.microsoft.com/office/drawing/2014/main" id="{3A576A2B-22FA-1CE8-4706-DE0C48469DA7}"/>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20" name="直线连接符 12919">
                <a:extLst>
                  <a:ext uri="{FF2B5EF4-FFF2-40B4-BE49-F238E27FC236}">
                    <a16:creationId xmlns:a16="http://schemas.microsoft.com/office/drawing/2014/main" id="{0EE31EB7-E221-EC32-D085-79D7334CD65E}"/>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21" name="直线连接符 12920">
                <a:extLst>
                  <a:ext uri="{FF2B5EF4-FFF2-40B4-BE49-F238E27FC236}">
                    <a16:creationId xmlns:a16="http://schemas.microsoft.com/office/drawing/2014/main" id="{3879C378-F014-2F4C-5E3A-04B31210FCCF}"/>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22" name="直线连接符 12921">
                <a:extLst>
                  <a:ext uri="{FF2B5EF4-FFF2-40B4-BE49-F238E27FC236}">
                    <a16:creationId xmlns:a16="http://schemas.microsoft.com/office/drawing/2014/main" id="{6378B777-38BA-1CA6-7DE4-6E2F468BE4BD}"/>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23" name="直线连接符 12922">
                <a:extLst>
                  <a:ext uri="{FF2B5EF4-FFF2-40B4-BE49-F238E27FC236}">
                    <a16:creationId xmlns:a16="http://schemas.microsoft.com/office/drawing/2014/main" id="{095174C8-9404-2143-2C39-3FEB7DA4779A}"/>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24" name="直线连接符 12923">
                <a:extLst>
                  <a:ext uri="{FF2B5EF4-FFF2-40B4-BE49-F238E27FC236}">
                    <a16:creationId xmlns:a16="http://schemas.microsoft.com/office/drawing/2014/main" id="{39CC2BFA-27E1-A6D6-2DC9-F522D129A9AC}"/>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925" name="直线连接符 12924">
                <a:extLst>
                  <a:ext uri="{FF2B5EF4-FFF2-40B4-BE49-F238E27FC236}">
                    <a16:creationId xmlns:a16="http://schemas.microsoft.com/office/drawing/2014/main" id="{D31767F2-B319-9E16-CC44-42C7B8DEF975}"/>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926" name="直线连接符 12925">
                <a:extLst>
                  <a:ext uri="{FF2B5EF4-FFF2-40B4-BE49-F238E27FC236}">
                    <a16:creationId xmlns:a16="http://schemas.microsoft.com/office/drawing/2014/main" id="{9DDAEE81-9E13-BCAF-1B67-E51ADD780BF4}"/>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854" name="椭圆 12853">
              <a:extLst>
                <a:ext uri="{FF2B5EF4-FFF2-40B4-BE49-F238E27FC236}">
                  <a16:creationId xmlns:a16="http://schemas.microsoft.com/office/drawing/2014/main" id="{830DA082-E0ED-A578-B6BF-E8EB795173CA}"/>
                </a:ext>
              </a:extLst>
            </p:cNvPr>
            <p:cNvSpPr/>
            <p:nvPr/>
          </p:nvSpPr>
          <p:spPr>
            <a:xfrm>
              <a:off x="-2770329" y="9768096"/>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55" name="流程图: 接点 556">
              <a:extLst>
                <a:ext uri="{FF2B5EF4-FFF2-40B4-BE49-F238E27FC236}">
                  <a16:creationId xmlns:a16="http://schemas.microsoft.com/office/drawing/2014/main" id="{9E95A54C-0F9A-76F5-EF1C-519B97B5C63D}"/>
                </a:ext>
              </a:extLst>
            </p:cNvPr>
            <p:cNvSpPr/>
            <p:nvPr/>
          </p:nvSpPr>
          <p:spPr>
            <a:xfrm>
              <a:off x="-2645341" y="9389563"/>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856" name="组合 12855">
              <a:extLst>
                <a:ext uri="{FF2B5EF4-FFF2-40B4-BE49-F238E27FC236}">
                  <a16:creationId xmlns:a16="http://schemas.microsoft.com/office/drawing/2014/main" id="{E3CCE443-F4CA-1FDD-588F-02A15BF323FB}"/>
                </a:ext>
              </a:extLst>
            </p:cNvPr>
            <p:cNvGrpSpPr/>
            <p:nvPr/>
          </p:nvGrpSpPr>
          <p:grpSpPr>
            <a:xfrm>
              <a:off x="-2926437" y="9656808"/>
              <a:ext cx="419388" cy="487204"/>
              <a:chOff x="5768619" y="3058692"/>
              <a:chExt cx="419388" cy="487204"/>
            </a:xfrm>
          </p:grpSpPr>
          <p:sp>
            <p:nvSpPr>
              <p:cNvPr id="12890" name="流程图: 接点 571">
                <a:extLst>
                  <a:ext uri="{FF2B5EF4-FFF2-40B4-BE49-F238E27FC236}">
                    <a16:creationId xmlns:a16="http://schemas.microsoft.com/office/drawing/2014/main" id="{AB7265FC-8B43-E161-FDA2-3DB439F7FE8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91" name="流程图: 接点 572">
                <a:extLst>
                  <a:ext uri="{FF2B5EF4-FFF2-40B4-BE49-F238E27FC236}">
                    <a16:creationId xmlns:a16="http://schemas.microsoft.com/office/drawing/2014/main" id="{62BEC0D5-B85A-D552-8CC6-847F06476DA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892" name="直线连接符 12891">
                <a:extLst>
                  <a:ext uri="{FF2B5EF4-FFF2-40B4-BE49-F238E27FC236}">
                    <a16:creationId xmlns:a16="http://schemas.microsoft.com/office/drawing/2014/main" id="{FB96EC3A-3041-322B-E6D6-62A37511930B}"/>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93" name="直线连接符 12892">
                <a:extLst>
                  <a:ext uri="{FF2B5EF4-FFF2-40B4-BE49-F238E27FC236}">
                    <a16:creationId xmlns:a16="http://schemas.microsoft.com/office/drawing/2014/main" id="{FE5001B2-9D5E-45BD-3232-12C4E41A379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94" name="直线连接符 12893">
                <a:extLst>
                  <a:ext uri="{FF2B5EF4-FFF2-40B4-BE49-F238E27FC236}">
                    <a16:creationId xmlns:a16="http://schemas.microsoft.com/office/drawing/2014/main" id="{2D402F34-4AC9-0E6D-C01A-19C257CAB8A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95" name="直线连接符 12894">
                <a:extLst>
                  <a:ext uri="{FF2B5EF4-FFF2-40B4-BE49-F238E27FC236}">
                    <a16:creationId xmlns:a16="http://schemas.microsoft.com/office/drawing/2014/main" id="{4AEDC669-A410-5623-9154-B941126B8EC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96" name="直线连接符 12895">
                <a:extLst>
                  <a:ext uri="{FF2B5EF4-FFF2-40B4-BE49-F238E27FC236}">
                    <a16:creationId xmlns:a16="http://schemas.microsoft.com/office/drawing/2014/main" id="{75DCD868-4B41-CE74-0F70-78D468D8E5B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97" name="直线连接符 12896">
                <a:extLst>
                  <a:ext uri="{FF2B5EF4-FFF2-40B4-BE49-F238E27FC236}">
                    <a16:creationId xmlns:a16="http://schemas.microsoft.com/office/drawing/2014/main" id="{10014E4E-FC89-33F9-45B5-89FAEDCB3A4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98" name="直线连接符 12897">
                <a:extLst>
                  <a:ext uri="{FF2B5EF4-FFF2-40B4-BE49-F238E27FC236}">
                    <a16:creationId xmlns:a16="http://schemas.microsoft.com/office/drawing/2014/main" id="{2DE70BBF-1218-41C5-BFAB-68C1D79D0551}"/>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99" name="直线连接符 12898">
                <a:extLst>
                  <a:ext uri="{FF2B5EF4-FFF2-40B4-BE49-F238E27FC236}">
                    <a16:creationId xmlns:a16="http://schemas.microsoft.com/office/drawing/2014/main" id="{6A6A04BB-B131-8D2A-0C47-9213AB60104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00" name="直线连接符 12899">
                <a:extLst>
                  <a:ext uri="{FF2B5EF4-FFF2-40B4-BE49-F238E27FC236}">
                    <a16:creationId xmlns:a16="http://schemas.microsoft.com/office/drawing/2014/main" id="{64470F58-D077-2A1F-75C3-A6D3B42E1DC7}"/>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01" name="直线连接符 12900">
                <a:extLst>
                  <a:ext uri="{FF2B5EF4-FFF2-40B4-BE49-F238E27FC236}">
                    <a16:creationId xmlns:a16="http://schemas.microsoft.com/office/drawing/2014/main" id="{5D08DDD1-109D-9C85-EBDC-BD064F7AA695}"/>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02" name="直线连接符 12901">
                <a:extLst>
                  <a:ext uri="{FF2B5EF4-FFF2-40B4-BE49-F238E27FC236}">
                    <a16:creationId xmlns:a16="http://schemas.microsoft.com/office/drawing/2014/main" id="{78A21B3E-6F5E-03ED-2454-F3FC71C7E0E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03" name="直线连接符 12902">
                <a:extLst>
                  <a:ext uri="{FF2B5EF4-FFF2-40B4-BE49-F238E27FC236}">
                    <a16:creationId xmlns:a16="http://schemas.microsoft.com/office/drawing/2014/main" id="{AE2773A8-C2D2-3738-120A-47D7AA42312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04" name="直线连接符 12903">
                <a:extLst>
                  <a:ext uri="{FF2B5EF4-FFF2-40B4-BE49-F238E27FC236}">
                    <a16:creationId xmlns:a16="http://schemas.microsoft.com/office/drawing/2014/main" id="{F6DA93F8-F5C5-FC2F-A7F5-794A4805EDD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05" name="直线连接符 12904">
                <a:extLst>
                  <a:ext uri="{FF2B5EF4-FFF2-40B4-BE49-F238E27FC236}">
                    <a16:creationId xmlns:a16="http://schemas.microsoft.com/office/drawing/2014/main" id="{B61899A8-4D54-ACFF-7B54-2AA17962128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06" name="直线连接符 12905">
                <a:extLst>
                  <a:ext uri="{FF2B5EF4-FFF2-40B4-BE49-F238E27FC236}">
                    <a16:creationId xmlns:a16="http://schemas.microsoft.com/office/drawing/2014/main" id="{30D366CE-1047-D008-7E09-32AF5277A73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907" name="直线连接符 12906">
                <a:extLst>
                  <a:ext uri="{FF2B5EF4-FFF2-40B4-BE49-F238E27FC236}">
                    <a16:creationId xmlns:a16="http://schemas.microsoft.com/office/drawing/2014/main" id="{92FCD1C7-54A2-9C75-EF2C-2BEDA1488FCF}"/>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908" name="直线连接符 12907">
                <a:extLst>
                  <a:ext uri="{FF2B5EF4-FFF2-40B4-BE49-F238E27FC236}">
                    <a16:creationId xmlns:a16="http://schemas.microsoft.com/office/drawing/2014/main" id="{D825F9EA-8B30-9E5C-73DC-A8120B70ED71}"/>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857" name="组合 12856">
              <a:extLst>
                <a:ext uri="{FF2B5EF4-FFF2-40B4-BE49-F238E27FC236}">
                  <a16:creationId xmlns:a16="http://schemas.microsoft.com/office/drawing/2014/main" id="{BB4DC191-4468-812D-9CB0-89967341D452}"/>
                </a:ext>
              </a:extLst>
            </p:cNvPr>
            <p:cNvGrpSpPr/>
            <p:nvPr/>
          </p:nvGrpSpPr>
          <p:grpSpPr>
            <a:xfrm>
              <a:off x="-1771082" y="9659900"/>
              <a:ext cx="419388" cy="487204"/>
              <a:chOff x="5768619" y="3058692"/>
              <a:chExt cx="419388" cy="487204"/>
            </a:xfrm>
          </p:grpSpPr>
          <p:sp>
            <p:nvSpPr>
              <p:cNvPr id="12871" name="流程图: 接点 571">
                <a:extLst>
                  <a:ext uri="{FF2B5EF4-FFF2-40B4-BE49-F238E27FC236}">
                    <a16:creationId xmlns:a16="http://schemas.microsoft.com/office/drawing/2014/main" id="{88A8E752-86FE-AA75-0A64-D6983016351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72" name="流程图: 接点 572">
                <a:extLst>
                  <a:ext uri="{FF2B5EF4-FFF2-40B4-BE49-F238E27FC236}">
                    <a16:creationId xmlns:a16="http://schemas.microsoft.com/office/drawing/2014/main" id="{0CD16C41-AB72-D41F-0DAF-48C6A575F4DD}"/>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873" name="直线连接符 12872">
                <a:extLst>
                  <a:ext uri="{FF2B5EF4-FFF2-40B4-BE49-F238E27FC236}">
                    <a16:creationId xmlns:a16="http://schemas.microsoft.com/office/drawing/2014/main" id="{58147E84-A880-1B57-1554-9377B642607A}"/>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74" name="直线连接符 12873">
                <a:extLst>
                  <a:ext uri="{FF2B5EF4-FFF2-40B4-BE49-F238E27FC236}">
                    <a16:creationId xmlns:a16="http://schemas.microsoft.com/office/drawing/2014/main" id="{E3C62E95-43D6-BB6D-CEE8-7C2C69A57A8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75" name="直线连接符 12874">
                <a:extLst>
                  <a:ext uri="{FF2B5EF4-FFF2-40B4-BE49-F238E27FC236}">
                    <a16:creationId xmlns:a16="http://schemas.microsoft.com/office/drawing/2014/main" id="{A1CCC302-AE43-8F50-3CBC-88C027E12B9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76" name="直线连接符 12875">
                <a:extLst>
                  <a:ext uri="{FF2B5EF4-FFF2-40B4-BE49-F238E27FC236}">
                    <a16:creationId xmlns:a16="http://schemas.microsoft.com/office/drawing/2014/main" id="{909204EF-BD98-8C47-B687-45BB4EBAE253}"/>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77" name="直线连接符 12876">
                <a:extLst>
                  <a:ext uri="{FF2B5EF4-FFF2-40B4-BE49-F238E27FC236}">
                    <a16:creationId xmlns:a16="http://schemas.microsoft.com/office/drawing/2014/main" id="{3667CC1A-B396-5CAA-7EC1-47EE056FF07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78" name="直线连接符 12877">
                <a:extLst>
                  <a:ext uri="{FF2B5EF4-FFF2-40B4-BE49-F238E27FC236}">
                    <a16:creationId xmlns:a16="http://schemas.microsoft.com/office/drawing/2014/main" id="{54B0637F-12C9-123C-EA30-6945C2612E1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79" name="直线连接符 12878">
                <a:extLst>
                  <a:ext uri="{FF2B5EF4-FFF2-40B4-BE49-F238E27FC236}">
                    <a16:creationId xmlns:a16="http://schemas.microsoft.com/office/drawing/2014/main" id="{2EC314FC-BFE2-233B-550C-F60BE1F5A0E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0" name="直线连接符 12879">
                <a:extLst>
                  <a:ext uri="{FF2B5EF4-FFF2-40B4-BE49-F238E27FC236}">
                    <a16:creationId xmlns:a16="http://schemas.microsoft.com/office/drawing/2014/main" id="{2ED7F434-B58A-3487-01DC-56FC10FABBC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1" name="直线连接符 12880">
                <a:extLst>
                  <a:ext uri="{FF2B5EF4-FFF2-40B4-BE49-F238E27FC236}">
                    <a16:creationId xmlns:a16="http://schemas.microsoft.com/office/drawing/2014/main" id="{6A36E058-DB9A-B68E-3B74-AF394C2C49E4}"/>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2" name="直线连接符 12881">
                <a:extLst>
                  <a:ext uri="{FF2B5EF4-FFF2-40B4-BE49-F238E27FC236}">
                    <a16:creationId xmlns:a16="http://schemas.microsoft.com/office/drawing/2014/main" id="{83380BE8-D69E-9461-6A53-C071321A7F7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3" name="直线连接符 12882">
                <a:extLst>
                  <a:ext uri="{FF2B5EF4-FFF2-40B4-BE49-F238E27FC236}">
                    <a16:creationId xmlns:a16="http://schemas.microsoft.com/office/drawing/2014/main" id="{FDA70809-AE83-08E3-9202-B1FEBB67E2B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4" name="直线连接符 12883">
                <a:extLst>
                  <a:ext uri="{FF2B5EF4-FFF2-40B4-BE49-F238E27FC236}">
                    <a16:creationId xmlns:a16="http://schemas.microsoft.com/office/drawing/2014/main" id="{28438916-10F8-D4D6-DCD8-766556BA3A93}"/>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5" name="直线连接符 12884">
                <a:extLst>
                  <a:ext uri="{FF2B5EF4-FFF2-40B4-BE49-F238E27FC236}">
                    <a16:creationId xmlns:a16="http://schemas.microsoft.com/office/drawing/2014/main" id="{4BE481F8-7E8F-09ED-1FCA-03360187786A}"/>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6" name="直线连接符 12885">
                <a:extLst>
                  <a:ext uri="{FF2B5EF4-FFF2-40B4-BE49-F238E27FC236}">
                    <a16:creationId xmlns:a16="http://schemas.microsoft.com/office/drawing/2014/main" id="{296C0895-B29D-ACF5-F4C3-6C57AF326B20}"/>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87" name="直线连接符 12886">
                <a:extLst>
                  <a:ext uri="{FF2B5EF4-FFF2-40B4-BE49-F238E27FC236}">
                    <a16:creationId xmlns:a16="http://schemas.microsoft.com/office/drawing/2014/main" id="{4DEF0B5C-563B-6037-2218-8CB9E63FFE42}"/>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888" name="直线连接符 12887">
                <a:extLst>
                  <a:ext uri="{FF2B5EF4-FFF2-40B4-BE49-F238E27FC236}">
                    <a16:creationId xmlns:a16="http://schemas.microsoft.com/office/drawing/2014/main" id="{E11E912A-4B64-4F30-B6D3-01A3756C232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889" name="直线连接符 12888">
                <a:extLst>
                  <a:ext uri="{FF2B5EF4-FFF2-40B4-BE49-F238E27FC236}">
                    <a16:creationId xmlns:a16="http://schemas.microsoft.com/office/drawing/2014/main" id="{00B3DBC7-A202-AE80-A5EE-7FADAF7E5CA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858" name="组合 12857">
              <a:extLst>
                <a:ext uri="{FF2B5EF4-FFF2-40B4-BE49-F238E27FC236}">
                  <a16:creationId xmlns:a16="http://schemas.microsoft.com/office/drawing/2014/main" id="{50E8BBA6-B86F-B04A-5EB0-31E0FB4C84F3}"/>
                </a:ext>
              </a:extLst>
            </p:cNvPr>
            <p:cNvGrpSpPr/>
            <p:nvPr/>
          </p:nvGrpSpPr>
          <p:grpSpPr>
            <a:xfrm>
              <a:off x="-3134116" y="8553240"/>
              <a:ext cx="1973841" cy="1732229"/>
              <a:chOff x="7707547" y="3116283"/>
              <a:chExt cx="2913493" cy="2493706"/>
            </a:xfrm>
          </p:grpSpPr>
          <p:sp>
            <p:nvSpPr>
              <p:cNvPr id="12867" name="流程图: 接点 567">
                <a:extLst>
                  <a:ext uri="{FF2B5EF4-FFF2-40B4-BE49-F238E27FC236}">
                    <a16:creationId xmlns:a16="http://schemas.microsoft.com/office/drawing/2014/main" id="{1162274B-47EE-AD35-21E2-346F80BAEAD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68" name="流程图: 接点 568">
                <a:extLst>
                  <a:ext uri="{FF2B5EF4-FFF2-40B4-BE49-F238E27FC236}">
                    <a16:creationId xmlns:a16="http://schemas.microsoft.com/office/drawing/2014/main" id="{894F169B-3299-459D-0ED5-1DA9BFB6C0D8}"/>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420000" lon="0" rev="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69" name="椭圆 12868">
                <a:extLst>
                  <a:ext uri="{FF2B5EF4-FFF2-40B4-BE49-F238E27FC236}">
                    <a16:creationId xmlns:a16="http://schemas.microsoft.com/office/drawing/2014/main" id="{9F251E9C-3FDB-3A29-9F5F-2365F02567CC}"/>
                  </a:ext>
                </a:extLst>
              </p:cNvPr>
              <p:cNvSpPr/>
              <p:nvPr/>
            </p:nvSpPr>
            <p:spPr>
              <a:xfrm>
                <a:off x="7979102" y="3657808"/>
                <a:ext cx="2330826" cy="380372"/>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70" name="椭圆 12869">
                <a:extLst>
                  <a:ext uri="{FF2B5EF4-FFF2-40B4-BE49-F238E27FC236}">
                    <a16:creationId xmlns:a16="http://schemas.microsoft.com/office/drawing/2014/main" id="{F350ACDE-F9E3-DCC3-7AA7-14C382064931}"/>
                  </a:ext>
                </a:extLst>
              </p:cNvPr>
              <p:cNvSpPr/>
              <p:nvPr/>
            </p:nvSpPr>
            <p:spPr>
              <a:xfrm>
                <a:off x="8300712" y="3741467"/>
                <a:ext cx="1639369" cy="213056"/>
              </a:xfrm>
              <a:prstGeom prst="ellipse">
                <a:avLst/>
              </a:prstGeom>
              <a:solidFill>
                <a:srgbClr val="5C5C5C"/>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859" name="组合 12858">
              <a:extLst>
                <a:ext uri="{FF2B5EF4-FFF2-40B4-BE49-F238E27FC236}">
                  <a16:creationId xmlns:a16="http://schemas.microsoft.com/office/drawing/2014/main" id="{2C0A8D10-0A59-BE31-27E6-A67D556F3C7A}"/>
                </a:ext>
              </a:extLst>
            </p:cNvPr>
            <p:cNvGrpSpPr/>
            <p:nvPr/>
          </p:nvGrpSpPr>
          <p:grpSpPr>
            <a:xfrm>
              <a:off x="-2727445" y="8025078"/>
              <a:ext cx="1057509" cy="1052179"/>
              <a:chOff x="4649582" y="1815592"/>
              <a:chExt cx="875808" cy="967651"/>
            </a:xfrm>
            <a:scene3d>
              <a:camera prst="orthographicFront">
                <a:rot lat="600000" lon="9000000" rev="21540000"/>
              </a:camera>
              <a:lightRig rig="threePt" dir="t"/>
            </a:scene3d>
          </p:grpSpPr>
          <p:grpSp>
            <p:nvGrpSpPr>
              <p:cNvPr id="12863" name="组合 12862">
                <a:extLst>
                  <a:ext uri="{FF2B5EF4-FFF2-40B4-BE49-F238E27FC236}">
                    <a16:creationId xmlns:a16="http://schemas.microsoft.com/office/drawing/2014/main" id="{8097EF51-FBCC-C30E-B351-62D3E5403044}"/>
                  </a:ext>
                </a:extLst>
              </p:cNvPr>
              <p:cNvGrpSpPr/>
              <p:nvPr/>
            </p:nvGrpSpPr>
            <p:grpSpPr>
              <a:xfrm>
                <a:off x="4649590" y="1815592"/>
                <a:ext cx="875800" cy="951265"/>
                <a:chOff x="5822891" y="1795299"/>
                <a:chExt cx="1527262" cy="1731253"/>
              </a:xfrm>
              <a:solidFill>
                <a:schemeClr val="tx1">
                  <a:lumMod val="65000"/>
                  <a:lumOff val="35000"/>
                </a:schemeClr>
              </a:solidFill>
            </p:grpSpPr>
            <p:sp>
              <p:nvSpPr>
                <p:cNvPr id="12865" name="流程图: 延期 565">
                  <a:extLst>
                    <a:ext uri="{FF2B5EF4-FFF2-40B4-BE49-F238E27FC236}">
                      <a16:creationId xmlns:a16="http://schemas.microsoft.com/office/drawing/2014/main" id="{6F90BFC4-99EC-C2CC-8CFB-39E6640FCE61}"/>
                    </a:ext>
                  </a:extLst>
                </p:cNvPr>
                <p:cNvSpPr/>
                <p:nvPr/>
              </p:nvSpPr>
              <p:spPr>
                <a:xfrm rot="16200000">
                  <a:off x="5720895" y="189729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66" name="流程图: 接点 566">
                  <a:extLst>
                    <a:ext uri="{FF2B5EF4-FFF2-40B4-BE49-F238E27FC236}">
                      <a16:creationId xmlns:a16="http://schemas.microsoft.com/office/drawing/2014/main" id="{D958D8FD-8410-EFF8-9CB1-EF0F4F8DC909}"/>
                    </a:ext>
                  </a:extLst>
                </p:cNvPr>
                <p:cNvSpPr/>
                <p:nvPr/>
              </p:nvSpPr>
              <p:spPr>
                <a:xfrm>
                  <a:off x="6025278" y="199098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864" name="矩形 12863">
                <a:extLst>
                  <a:ext uri="{FF2B5EF4-FFF2-40B4-BE49-F238E27FC236}">
                    <a16:creationId xmlns:a16="http://schemas.microsoft.com/office/drawing/2014/main" id="{194B49AD-DF12-FC26-4DD6-D02848354037}"/>
                  </a:ext>
                </a:extLst>
              </p:cNvPr>
              <p:cNvSpPr/>
              <p:nvPr/>
            </p:nvSpPr>
            <p:spPr>
              <a:xfrm>
                <a:off x="4649582" y="2521801"/>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860" name="组合 12859">
              <a:extLst>
                <a:ext uri="{FF2B5EF4-FFF2-40B4-BE49-F238E27FC236}">
                  <a16:creationId xmlns:a16="http://schemas.microsoft.com/office/drawing/2014/main" id="{CD5F81C7-B861-C3B3-76A1-720F74DC419C}"/>
                </a:ext>
              </a:extLst>
            </p:cNvPr>
            <p:cNvGrpSpPr/>
            <p:nvPr/>
          </p:nvGrpSpPr>
          <p:grpSpPr>
            <a:xfrm>
              <a:off x="-2278530" y="9287201"/>
              <a:ext cx="238182" cy="238003"/>
              <a:chOff x="5145960" y="4201202"/>
              <a:chExt cx="150892" cy="141375"/>
            </a:xfrm>
            <a:scene3d>
              <a:camera prst="orthographicFront">
                <a:rot lat="0" lon="0" rev="0"/>
              </a:camera>
              <a:lightRig rig="threePt" dir="t">
                <a:rot lat="0" lon="0" rev="0"/>
              </a:lightRig>
            </a:scene3d>
          </p:grpSpPr>
          <p:sp>
            <p:nvSpPr>
              <p:cNvPr id="12861" name="Oval 15540">
                <a:extLst>
                  <a:ext uri="{FF2B5EF4-FFF2-40B4-BE49-F238E27FC236}">
                    <a16:creationId xmlns:a16="http://schemas.microsoft.com/office/drawing/2014/main" id="{7B468821-9CD8-F3F3-71F6-FAA8E7D1AEBC}"/>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862" name="Line 15541">
                <a:extLst>
                  <a:ext uri="{FF2B5EF4-FFF2-40B4-BE49-F238E27FC236}">
                    <a16:creationId xmlns:a16="http://schemas.microsoft.com/office/drawing/2014/main" id="{1944B6B5-534C-906A-AFDC-A6E7CD284F17}"/>
                  </a:ext>
                </a:extLst>
              </p:cNvPr>
              <p:cNvCxnSpPr>
                <a:cxnSpLocks/>
                <a:stCxn id="12861" idx="1"/>
                <a:endCxn id="12861"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2948" name="组合 12947">
            <a:extLst>
              <a:ext uri="{FF2B5EF4-FFF2-40B4-BE49-F238E27FC236}">
                <a16:creationId xmlns:a16="http://schemas.microsoft.com/office/drawing/2014/main" id="{EDA1D497-7B26-064A-3E41-A1F893B3D281}"/>
              </a:ext>
            </a:extLst>
          </p:cNvPr>
          <p:cNvGrpSpPr/>
          <p:nvPr/>
        </p:nvGrpSpPr>
        <p:grpSpPr>
          <a:xfrm>
            <a:off x="565952" y="1850218"/>
            <a:ext cx="1973841" cy="3051713"/>
            <a:chOff x="-968005" y="7949429"/>
            <a:chExt cx="1973841" cy="3051713"/>
          </a:xfrm>
        </p:grpSpPr>
        <p:grpSp>
          <p:nvGrpSpPr>
            <p:cNvPr id="12949" name="组合 12948">
              <a:extLst>
                <a:ext uri="{FF2B5EF4-FFF2-40B4-BE49-F238E27FC236}">
                  <a16:creationId xmlns:a16="http://schemas.microsoft.com/office/drawing/2014/main" id="{218DA9B0-D6CC-30A7-AAA0-6DD4E6199CCD}"/>
                </a:ext>
              </a:extLst>
            </p:cNvPr>
            <p:cNvGrpSpPr/>
            <p:nvPr/>
          </p:nvGrpSpPr>
          <p:grpSpPr>
            <a:xfrm rot="16200000" flipV="1">
              <a:off x="-838823" y="9982741"/>
              <a:ext cx="304542" cy="264297"/>
              <a:chOff x="572796" y="3385249"/>
              <a:chExt cx="419388" cy="368973"/>
            </a:xfrm>
          </p:grpSpPr>
          <p:grpSp>
            <p:nvGrpSpPr>
              <p:cNvPr id="13027" name="组合 13026">
                <a:extLst>
                  <a:ext uri="{FF2B5EF4-FFF2-40B4-BE49-F238E27FC236}">
                    <a16:creationId xmlns:a16="http://schemas.microsoft.com/office/drawing/2014/main" id="{1F111747-DA1D-C0D1-6747-E78DE38A0D82}"/>
                  </a:ext>
                </a:extLst>
              </p:cNvPr>
              <p:cNvGrpSpPr/>
              <p:nvPr/>
            </p:nvGrpSpPr>
            <p:grpSpPr>
              <a:xfrm>
                <a:off x="572796" y="3385249"/>
                <a:ext cx="419388" cy="368973"/>
                <a:chOff x="3493877" y="4587241"/>
                <a:chExt cx="619038" cy="531171"/>
              </a:xfrm>
            </p:grpSpPr>
            <p:sp>
              <p:nvSpPr>
                <p:cNvPr id="13044" name="流程图: 接点 571">
                  <a:extLst>
                    <a:ext uri="{FF2B5EF4-FFF2-40B4-BE49-F238E27FC236}">
                      <a16:creationId xmlns:a16="http://schemas.microsoft.com/office/drawing/2014/main" id="{CF50F78F-65CB-C370-151E-32D1027C91A1}"/>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45" name="流程图: 接点 572">
                  <a:extLst>
                    <a:ext uri="{FF2B5EF4-FFF2-40B4-BE49-F238E27FC236}">
                      <a16:creationId xmlns:a16="http://schemas.microsoft.com/office/drawing/2014/main" id="{6F917C6A-C376-F05B-E5B8-5182C4B2298F}"/>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028" name="直线连接符 13027">
                <a:extLst>
                  <a:ext uri="{FF2B5EF4-FFF2-40B4-BE49-F238E27FC236}">
                    <a16:creationId xmlns:a16="http://schemas.microsoft.com/office/drawing/2014/main" id="{07D555B7-3185-681E-F770-B8CD7FD92AA2}"/>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29" name="直线连接符 13028">
                <a:extLst>
                  <a:ext uri="{FF2B5EF4-FFF2-40B4-BE49-F238E27FC236}">
                    <a16:creationId xmlns:a16="http://schemas.microsoft.com/office/drawing/2014/main" id="{00257D5F-F7F1-0C05-019E-8641E91B5160}"/>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0" name="直线连接符 13029">
                <a:extLst>
                  <a:ext uri="{FF2B5EF4-FFF2-40B4-BE49-F238E27FC236}">
                    <a16:creationId xmlns:a16="http://schemas.microsoft.com/office/drawing/2014/main" id="{902F20F9-A5AB-B4C4-56A8-E57368BD3990}"/>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1" name="直线连接符 13030">
                <a:extLst>
                  <a:ext uri="{FF2B5EF4-FFF2-40B4-BE49-F238E27FC236}">
                    <a16:creationId xmlns:a16="http://schemas.microsoft.com/office/drawing/2014/main" id="{03851C8E-26E3-4236-B794-E6C478A270B3}"/>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2" name="直线连接符 13031">
                <a:extLst>
                  <a:ext uri="{FF2B5EF4-FFF2-40B4-BE49-F238E27FC236}">
                    <a16:creationId xmlns:a16="http://schemas.microsoft.com/office/drawing/2014/main" id="{BA067C86-39F0-9D5E-FFE9-691D22C5CF54}"/>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3" name="直线连接符 13032">
                <a:extLst>
                  <a:ext uri="{FF2B5EF4-FFF2-40B4-BE49-F238E27FC236}">
                    <a16:creationId xmlns:a16="http://schemas.microsoft.com/office/drawing/2014/main" id="{27BB28D0-876F-715E-7C1D-2EAA1E72739A}"/>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4" name="直线连接符 13033">
                <a:extLst>
                  <a:ext uri="{FF2B5EF4-FFF2-40B4-BE49-F238E27FC236}">
                    <a16:creationId xmlns:a16="http://schemas.microsoft.com/office/drawing/2014/main" id="{C9D9CA5D-9EEC-63D3-2A3E-ADF5C530FA52}"/>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5" name="直线连接符 13034">
                <a:extLst>
                  <a:ext uri="{FF2B5EF4-FFF2-40B4-BE49-F238E27FC236}">
                    <a16:creationId xmlns:a16="http://schemas.microsoft.com/office/drawing/2014/main" id="{0CEC67BE-1DA0-EF66-7DDE-871FD33FE9B5}"/>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6" name="直线连接符 13035">
                <a:extLst>
                  <a:ext uri="{FF2B5EF4-FFF2-40B4-BE49-F238E27FC236}">
                    <a16:creationId xmlns:a16="http://schemas.microsoft.com/office/drawing/2014/main" id="{8402567D-123D-476C-1056-86BCF36B7093}"/>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7" name="直线连接符 13036">
                <a:extLst>
                  <a:ext uri="{FF2B5EF4-FFF2-40B4-BE49-F238E27FC236}">
                    <a16:creationId xmlns:a16="http://schemas.microsoft.com/office/drawing/2014/main" id="{87BBADA8-5F0B-F1E6-87CF-3CF5302EE0C6}"/>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8" name="直线连接符 13037">
                <a:extLst>
                  <a:ext uri="{FF2B5EF4-FFF2-40B4-BE49-F238E27FC236}">
                    <a16:creationId xmlns:a16="http://schemas.microsoft.com/office/drawing/2014/main" id="{D8B66D19-FB6D-EE26-8589-50572ADACCDA}"/>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39" name="直线连接符 13038">
                <a:extLst>
                  <a:ext uri="{FF2B5EF4-FFF2-40B4-BE49-F238E27FC236}">
                    <a16:creationId xmlns:a16="http://schemas.microsoft.com/office/drawing/2014/main" id="{3B10CF6F-02BF-5346-2707-C0C1D68DE5C5}"/>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40" name="直线连接符 13039">
                <a:extLst>
                  <a:ext uri="{FF2B5EF4-FFF2-40B4-BE49-F238E27FC236}">
                    <a16:creationId xmlns:a16="http://schemas.microsoft.com/office/drawing/2014/main" id="{12341107-C91A-8417-85A8-B54F635B051E}"/>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41" name="直线连接符 13040">
                <a:extLst>
                  <a:ext uri="{FF2B5EF4-FFF2-40B4-BE49-F238E27FC236}">
                    <a16:creationId xmlns:a16="http://schemas.microsoft.com/office/drawing/2014/main" id="{175E3DF6-189C-8E48-454C-2436B34B3030}"/>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042" name="直线连接符 13041">
                <a:extLst>
                  <a:ext uri="{FF2B5EF4-FFF2-40B4-BE49-F238E27FC236}">
                    <a16:creationId xmlns:a16="http://schemas.microsoft.com/office/drawing/2014/main" id="{59DCE19D-9E5F-6D7F-6A45-DD34E65F622C}"/>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043" name="直线连接符 13042">
                <a:extLst>
                  <a:ext uri="{FF2B5EF4-FFF2-40B4-BE49-F238E27FC236}">
                    <a16:creationId xmlns:a16="http://schemas.microsoft.com/office/drawing/2014/main" id="{40DBD7A2-FDC9-D3FC-1E2B-288EE9FBD6D2}"/>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950" name="流程图: 接点 554">
              <a:extLst>
                <a:ext uri="{FF2B5EF4-FFF2-40B4-BE49-F238E27FC236}">
                  <a16:creationId xmlns:a16="http://schemas.microsoft.com/office/drawing/2014/main" id="{BEE8482F-3BF1-E50F-E6A1-981004EA1B43}"/>
                </a:ext>
              </a:extLst>
            </p:cNvPr>
            <p:cNvSpPr/>
            <p:nvPr/>
          </p:nvSpPr>
          <p:spPr>
            <a:xfrm>
              <a:off x="-432857" y="10125895"/>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951" name="组合 12950">
              <a:extLst>
                <a:ext uri="{FF2B5EF4-FFF2-40B4-BE49-F238E27FC236}">
                  <a16:creationId xmlns:a16="http://schemas.microsoft.com/office/drawing/2014/main" id="{54EA7C6F-7682-0F14-C759-BEA9EE565C4E}"/>
                </a:ext>
              </a:extLst>
            </p:cNvPr>
            <p:cNvGrpSpPr/>
            <p:nvPr/>
          </p:nvGrpSpPr>
          <p:grpSpPr>
            <a:xfrm>
              <a:off x="20546" y="9410058"/>
              <a:ext cx="419388" cy="377446"/>
              <a:chOff x="572796" y="3376774"/>
              <a:chExt cx="419388" cy="377446"/>
            </a:xfrm>
          </p:grpSpPr>
          <p:grpSp>
            <p:nvGrpSpPr>
              <p:cNvPr id="13007" name="组合 13006">
                <a:extLst>
                  <a:ext uri="{FF2B5EF4-FFF2-40B4-BE49-F238E27FC236}">
                    <a16:creationId xmlns:a16="http://schemas.microsoft.com/office/drawing/2014/main" id="{EA7A51B7-7052-385A-86BD-2FCF1E04FDB3}"/>
                  </a:ext>
                </a:extLst>
              </p:cNvPr>
              <p:cNvGrpSpPr/>
              <p:nvPr/>
            </p:nvGrpSpPr>
            <p:grpSpPr>
              <a:xfrm>
                <a:off x="572796" y="3376774"/>
                <a:ext cx="419388" cy="377446"/>
                <a:chOff x="3493877" y="4575043"/>
                <a:chExt cx="619038" cy="543369"/>
              </a:xfrm>
            </p:grpSpPr>
            <p:sp>
              <p:nvSpPr>
                <p:cNvPr id="13025" name="流程图: 接点 571">
                  <a:extLst>
                    <a:ext uri="{FF2B5EF4-FFF2-40B4-BE49-F238E27FC236}">
                      <a16:creationId xmlns:a16="http://schemas.microsoft.com/office/drawing/2014/main" id="{0AFC2B14-3F25-D4CE-9193-855349421C24}"/>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26" name="流程图: 接点 572">
                  <a:extLst>
                    <a:ext uri="{FF2B5EF4-FFF2-40B4-BE49-F238E27FC236}">
                      <a16:creationId xmlns:a16="http://schemas.microsoft.com/office/drawing/2014/main" id="{F5554E20-7E34-6168-8E02-E8695D297BC0}"/>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008" name="直线连接符 13007">
                <a:extLst>
                  <a:ext uri="{FF2B5EF4-FFF2-40B4-BE49-F238E27FC236}">
                    <a16:creationId xmlns:a16="http://schemas.microsoft.com/office/drawing/2014/main" id="{DD1C704A-0211-B162-80B4-613440410624}"/>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09" name="直线连接符 13008">
                <a:extLst>
                  <a:ext uri="{FF2B5EF4-FFF2-40B4-BE49-F238E27FC236}">
                    <a16:creationId xmlns:a16="http://schemas.microsoft.com/office/drawing/2014/main" id="{B86A35E3-2CFC-9E8A-78A3-4131D6163F74}"/>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0" name="直线连接符 13009">
                <a:extLst>
                  <a:ext uri="{FF2B5EF4-FFF2-40B4-BE49-F238E27FC236}">
                    <a16:creationId xmlns:a16="http://schemas.microsoft.com/office/drawing/2014/main" id="{B08DB539-BC91-B109-27A0-BD34C753E5EE}"/>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1" name="直线连接符 13010">
                <a:extLst>
                  <a:ext uri="{FF2B5EF4-FFF2-40B4-BE49-F238E27FC236}">
                    <a16:creationId xmlns:a16="http://schemas.microsoft.com/office/drawing/2014/main" id="{41FFB73C-5D89-15D2-4A82-C111F8A7DDBC}"/>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2" name="直线连接符 13011">
                <a:extLst>
                  <a:ext uri="{FF2B5EF4-FFF2-40B4-BE49-F238E27FC236}">
                    <a16:creationId xmlns:a16="http://schemas.microsoft.com/office/drawing/2014/main" id="{D1FF52C4-4F99-B879-539A-7F02B6F74939}"/>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3" name="直线连接符 13012">
                <a:extLst>
                  <a:ext uri="{FF2B5EF4-FFF2-40B4-BE49-F238E27FC236}">
                    <a16:creationId xmlns:a16="http://schemas.microsoft.com/office/drawing/2014/main" id="{E52D8DCA-2461-FFF5-1FC0-2BC4EA080E4D}"/>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4" name="直线连接符 13013">
                <a:extLst>
                  <a:ext uri="{FF2B5EF4-FFF2-40B4-BE49-F238E27FC236}">
                    <a16:creationId xmlns:a16="http://schemas.microsoft.com/office/drawing/2014/main" id="{2D1D1DEF-9E44-D756-1E49-F8F074A5632F}"/>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5" name="直线连接符 13014">
                <a:extLst>
                  <a:ext uri="{FF2B5EF4-FFF2-40B4-BE49-F238E27FC236}">
                    <a16:creationId xmlns:a16="http://schemas.microsoft.com/office/drawing/2014/main" id="{68BD7B50-FFE6-B6C0-774D-8B1195379CCE}"/>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6" name="直线连接符 13015">
                <a:extLst>
                  <a:ext uri="{FF2B5EF4-FFF2-40B4-BE49-F238E27FC236}">
                    <a16:creationId xmlns:a16="http://schemas.microsoft.com/office/drawing/2014/main" id="{25683399-6AA0-7BBB-1242-DB82590DD45B}"/>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7" name="直线连接符 13016">
                <a:extLst>
                  <a:ext uri="{FF2B5EF4-FFF2-40B4-BE49-F238E27FC236}">
                    <a16:creationId xmlns:a16="http://schemas.microsoft.com/office/drawing/2014/main" id="{C61B4FC1-D4B0-45A2-FB99-40A98C9F23AE}"/>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8" name="直线连接符 13017">
                <a:extLst>
                  <a:ext uri="{FF2B5EF4-FFF2-40B4-BE49-F238E27FC236}">
                    <a16:creationId xmlns:a16="http://schemas.microsoft.com/office/drawing/2014/main" id="{FBB47FF9-7A66-FCC4-EF18-1FE645EF51BD}"/>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19" name="直线连接符 13018">
                <a:extLst>
                  <a:ext uri="{FF2B5EF4-FFF2-40B4-BE49-F238E27FC236}">
                    <a16:creationId xmlns:a16="http://schemas.microsoft.com/office/drawing/2014/main" id="{9DB21E83-3E31-E62F-3507-B8821F06F364}"/>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20" name="直线连接符 13019">
                <a:extLst>
                  <a:ext uri="{FF2B5EF4-FFF2-40B4-BE49-F238E27FC236}">
                    <a16:creationId xmlns:a16="http://schemas.microsoft.com/office/drawing/2014/main" id="{500B67EE-9562-F929-04FB-CE4999B1C7AC}"/>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21" name="直线连接符 13020">
                <a:extLst>
                  <a:ext uri="{FF2B5EF4-FFF2-40B4-BE49-F238E27FC236}">
                    <a16:creationId xmlns:a16="http://schemas.microsoft.com/office/drawing/2014/main" id="{BD262435-C491-E79C-3ECF-C35639B48E6C}"/>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22" name="直线连接符 13021">
                <a:extLst>
                  <a:ext uri="{FF2B5EF4-FFF2-40B4-BE49-F238E27FC236}">
                    <a16:creationId xmlns:a16="http://schemas.microsoft.com/office/drawing/2014/main" id="{87DF69E3-33F0-8536-A91E-69C4039A2049}"/>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023" name="直线连接符 13022">
                <a:extLst>
                  <a:ext uri="{FF2B5EF4-FFF2-40B4-BE49-F238E27FC236}">
                    <a16:creationId xmlns:a16="http://schemas.microsoft.com/office/drawing/2014/main" id="{BBE7AA15-76FA-9DCE-D84C-BECCA69D627F}"/>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024" name="直线连接符 13023">
                <a:extLst>
                  <a:ext uri="{FF2B5EF4-FFF2-40B4-BE49-F238E27FC236}">
                    <a16:creationId xmlns:a16="http://schemas.microsoft.com/office/drawing/2014/main" id="{769F9787-A01B-B123-6ED3-5D0322AF100F}"/>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952" name="椭圆 12951">
              <a:extLst>
                <a:ext uri="{FF2B5EF4-FFF2-40B4-BE49-F238E27FC236}">
                  <a16:creationId xmlns:a16="http://schemas.microsoft.com/office/drawing/2014/main" id="{9822946D-77DD-DB59-15D9-B02C99735215}"/>
                </a:ext>
              </a:extLst>
            </p:cNvPr>
            <p:cNvSpPr/>
            <p:nvPr/>
          </p:nvSpPr>
          <p:spPr>
            <a:xfrm>
              <a:off x="-604218" y="9679148"/>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53" name="流程图: 接点 556">
              <a:extLst>
                <a:ext uri="{FF2B5EF4-FFF2-40B4-BE49-F238E27FC236}">
                  <a16:creationId xmlns:a16="http://schemas.microsoft.com/office/drawing/2014/main" id="{4FBBECE5-D849-9E74-EC2B-41D012F62E60}"/>
                </a:ext>
              </a:extLst>
            </p:cNvPr>
            <p:cNvSpPr/>
            <p:nvPr/>
          </p:nvSpPr>
          <p:spPr>
            <a:xfrm>
              <a:off x="-479230" y="9300615"/>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954" name="组合 12953">
              <a:extLst>
                <a:ext uri="{FF2B5EF4-FFF2-40B4-BE49-F238E27FC236}">
                  <a16:creationId xmlns:a16="http://schemas.microsoft.com/office/drawing/2014/main" id="{57D23515-6F85-11A2-D3D4-86CBD624DB00}"/>
                </a:ext>
              </a:extLst>
            </p:cNvPr>
            <p:cNvGrpSpPr/>
            <p:nvPr/>
          </p:nvGrpSpPr>
          <p:grpSpPr>
            <a:xfrm>
              <a:off x="-758345" y="9573977"/>
              <a:ext cx="419388" cy="487204"/>
              <a:chOff x="5768619" y="3058692"/>
              <a:chExt cx="419388" cy="487204"/>
            </a:xfrm>
          </p:grpSpPr>
          <p:sp>
            <p:nvSpPr>
              <p:cNvPr id="12988" name="流程图: 接点 571">
                <a:extLst>
                  <a:ext uri="{FF2B5EF4-FFF2-40B4-BE49-F238E27FC236}">
                    <a16:creationId xmlns:a16="http://schemas.microsoft.com/office/drawing/2014/main" id="{A6C63154-7A6E-2B2B-6D42-A0913B79FA0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89" name="流程图: 接点 572">
                <a:extLst>
                  <a:ext uri="{FF2B5EF4-FFF2-40B4-BE49-F238E27FC236}">
                    <a16:creationId xmlns:a16="http://schemas.microsoft.com/office/drawing/2014/main" id="{CFB04338-1D9A-A7F8-67EB-0B581CAF59A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990" name="直线连接符 12989">
                <a:extLst>
                  <a:ext uri="{FF2B5EF4-FFF2-40B4-BE49-F238E27FC236}">
                    <a16:creationId xmlns:a16="http://schemas.microsoft.com/office/drawing/2014/main" id="{E65E2471-6A4B-8AE0-1CED-1098DD60DA07}"/>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1" name="直线连接符 12990">
                <a:extLst>
                  <a:ext uri="{FF2B5EF4-FFF2-40B4-BE49-F238E27FC236}">
                    <a16:creationId xmlns:a16="http://schemas.microsoft.com/office/drawing/2014/main" id="{3682BA69-EBD6-A92D-AA72-A3F4FDF0CCE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2" name="直线连接符 12991">
                <a:extLst>
                  <a:ext uri="{FF2B5EF4-FFF2-40B4-BE49-F238E27FC236}">
                    <a16:creationId xmlns:a16="http://schemas.microsoft.com/office/drawing/2014/main" id="{98B6AC1A-E180-B7C8-C0D1-C1723E358FA4}"/>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3" name="直线连接符 12992">
                <a:extLst>
                  <a:ext uri="{FF2B5EF4-FFF2-40B4-BE49-F238E27FC236}">
                    <a16:creationId xmlns:a16="http://schemas.microsoft.com/office/drawing/2014/main" id="{91DA104B-BD62-851B-FB46-4FC4797CE51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4" name="直线连接符 12993">
                <a:extLst>
                  <a:ext uri="{FF2B5EF4-FFF2-40B4-BE49-F238E27FC236}">
                    <a16:creationId xmlns:a16="http://schemas.microsoft.com/office/drawing/2014/main" id="{E973CEB4-7FC0-CF11-A5C1-8421E6F2C1D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5" name="直线连接符 12994">
                <a:extLst>
                  <a:ext uri="{FF2B5EF4-FFF2-40B4-BE49-F238E27FC236}">
                    <a16:creationId xmlns:a16="http://schemas.microsoft.com/office/drawing/2014/main" id="{CB4C46E1-9286-5004-9C00-EAFAC07C758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6" name="直线连接符 12995">
                <a:extLst>
                  <a:ext uri="{FF2B5EF4-FFF2-40B4-BE49-F238E27FC236}">
                    <a16:creationId xmlns:a16="http://schemas.microsoft.com/office/drawing/2014/main" id="{729EC3F8-3742-A260-49B1-CBD3434EA1A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7" name="直线连接符 12996">
                <a:extLst>
                  <a:ext uri="{FF2B5EF4-FFF2-40B4-BE49-F238E27FC236}">
                    <a16:creationId xmlns:a16="http://schemas.microsoft.com/office/drawing/2014/main" id="{7378E583-276B-D65B-50C6-F37DCF282E3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8" name="直线连接符 12997">
                <a:extLst>
                  <a:ext uri="{FF2B5EF4-FFF2-40B4-BE49-F238E27FC236}">
                    <a16:creationId xmlns:a16="http://schemas.microsoft.com/office/drawing/2014/main" id="{A7D77B7D-B20C-B4E3-1DDF-B7276DF3A5D2}"/>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99" name="直线连接符 12998">
                <a:extLst>
                  <a:ext uri="{FF2B5EF4-FFF2-40B4-BE49-F238E27FC236}">
                    <a16:creationId xmlns:a16="http://schemas.microsoft.com/office/drawing/2014/main" id="{304748E5-827E-F999-3BD2-6895B8E629D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00" name="直线连接符 12999">
                <a:extLst>
                  <a:ext uri="{FF2B5EF4-FFF2-40B4-BE49-F238E27FC236}">
                    <a16:creationId xmlns:a16="http://schemas.microsoft.com/office/drawing/2014/main" id="{65615841-175F-7AB3-3009-F05BD601337B}"/>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01" name="直线连接符 13000">
                <a:extLst>
                  <a:ext uri="{FF2B5EF4-FFF2-40B4-BE49-F238E27FC236}">
                    <a16:creationId xmlns:a16="http://schemas.microsoft.com/office/drawing/2014/main" id="{0A896BE3-D3CD-6ABA-77DB-BA6FE228902A}"/>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02" name="直线连接符 13001">
                <a:extLst>
                  <a:ext uri="{FF2B5EF4-FFF2-40B4-BE49-F238E27FC236}">
                    <a16:creationId xmlns:a16="http://schemas.microsoft.com/office/drawing/2014/main" id="{2C81C0CD-53A6-AF2A-4EF9-067934AC862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03" name="直线连接符 13002">
                <a:extLst>
                  <a:ext uri="{FF2B5EF4-FFF2-40B4-BE49-F238E27FC236}">
                    <a16:creationId xmlns:a16="http://schemas.microsoft.com/office/drawing/2014/main" id="{30DBC1D2-1724-6378-1077-A1C66E0B1A39}"/>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04" name="直线连接符 13003">
                <a:extLst>
                  <a:ext uri="{FF2B5EF4-FFF2-40B4-BE49-F238E27FC236}">
                    <a16:creationId xmlns:a16="http://schemas.microsoft.com/office/drawing/2014/main" id="{BADA4CB7-2534-3335-D9A9-C98612DF085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005" name="直线连接符 13004">
                <a:extLst>
                  <a:ext uri="{FF2B5EF4-FFF2-40B4-BE49-F238E27FC236}">
                    <a16:creationId xmlns:a16="http://schemas.microsoft.com/office/drawing/2014/main" id="{4FA2E4D6-06C4-FE7B-8E60-5D0122361EF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006" name="直线连接符 13005">
                <a:extLst>
                  <a:ext uri="{FF2B5EF4-FFF2-40B4-BE49-F238E27FC236}">
                    <a16:creationId xmlns:a16="http://schemas.microsoft.com/office/drawing/2014/main" id="{71CFD3B4-C17A-2A31-6EB2-416CCA36352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955" name="组合 12954">
              <a:extLst>
                <a:ext uri="{FF2B5EF4-FFF2-40B4-BE49-F238E27FC236}">
                  <a16:creationId xmlns:a16="http://schemas.microsoft.com/office/drawing/2014/main" id="{23F338ED-BF6C-C5B9-26BC-515AA2A69600}"/>
                </a:ext>
              </a:extLst>
            </p:cNvPr>
            <p:cNvGrpSpPr/>
            <p:nvPr/>
          </p:nvGrpSpPr>
          <p:grpSpPr>
            <a:xfrm>
              <a:off x="390892" y="9567050"/>
              <a:ext cx="419388" cy="487204"/>
              <a:chOff x="5768619" y="3058692"/>
              <a:chExt cx="419388" cy="487204"/>
            </a:xfrm>
          </p:grpSpPr>
          <p:sp>
            <p:nvSpPr>
              <p:cNvPr id="12969" name="流程图: 接点 571">
                <a:extLst>
                  <a:ext uri="{FF2B5EF4-FFF2-40B4-BE49-F238E27FC236}">
                    <a16:creationId xmlns:a16="http://schemas.microsoft.com/office/drawing/2014/main" id="{4F82412B-7420-88E3-AE6F-FA624062734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70" name="流程图: 接点 572">
                <a:extLst>
                  <a:ext uri="{FF2B5EF4-FFF2-40B4-BE49-F238E27FC236}">
                    <a16:creationId xmlns:a16="http://schemas.microsoft.com/office/drawing/2014/main" id="{CA85551E-DE87-705C-E325-6A5EC63885F4}"/>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971" name="直线连接符 12970">
                <a:extLst>
                  <a:ext uri="{FF2B5EF4-FFF2-40B4-BE49-F238E27FC236}">
                    <a16:creationId xmlns:a16="http://schemas.microsoft.com/office/drawing/2014/main" id="{BFD799E4-7269-B17F-9D1E-D9406833B4B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2" name="直线连接符 12971">
                <a:extLst>
                  <a:ext uri="{FF2B5EF4-FFF2-40B4-BE49-F238E27FC236}">
                    <a16:creationId xmlns:a16="http://schemas.microsoft.com/office/drawing/2014/main" id="{4CA5B866-57ED-35DD-2AFE-EE54F5C8FBA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3" name="直线连接符 12972">
                <a:extLst>
                  <a:ext uri="{FF2B5EF4-FFF2-40B4-BE49-F238E27FC236}">
                    <a16:creationId xmlns:a16="http://schemas.microsoft.com/office/drawing/2014/main" id="{05A1336F-53A4-F046-D852-AD1ECB108E4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4" name="直线连接符 12973">
                <a:extLst>
                  <a:ext uri="{FF2B5EF4-FFF2-40B4-BE49-F238E27FC236}">
                    <a16:creationId xmlns:a16="http://schemas.microsoft.com/office/drawing/2014/main" id="{CFA29B03-8434-5E02-CD98-50AE6A8F2D4B}"/>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5" name="直线连接符 12974">
                <a:extLst>
                  <a:ext uri="{FF2B5EF4-FFF2-40B4-BE49-F238E27FC236}">
                    <a16:creationId xmlns:a16="http://schemas.microsoft.com/office/drawing/2014/main" id="{9DB14052-87BC-E8D5-27C1-A10278EA32A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6" name="直线连接符 12975">
                <a:extLst>
                  <a:ext uri="{FF2B5EF4-FFF2-40B4-BE49-F238E27FC236}">
                    <a16:creationId xmlns:a16="http://schemas.microsoft.com/office/drawing/2014/main" id="{BBFE1F3F-6937-5699-18A1-C5E408F1B66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7" name="直线连接符 12976">
                <a:extLst>
                  <a:ext uri="{FF2B5EF4-FFF2-40B4-BE49-F238E27FC236}">
                    <a16:creationId xmlns:a16="http://schemas.microsoft.com/office/drawing/2014/main" id="{9F3AE5FA-ED63-7B04-18B6-9B80306CB152}"/>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8" name="直线连接符 12977">
                <a:extLst>
                  <a:ext uri="{FF2B5EF4-FFF2-40B4-BE49-F238E27FC236}">
                    <a16:creationId xmlns:a16="http://schemas.microsoft.com/office/drawing/2014/main" id="{09F13D33-6345-D903-E47D-8936515157CA}"/>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79" name="直线连接符 12978">
                <a:extLst>
                  <a:ext uri="{FF2B5EF4-FFF2-40B4-BE49-F238E27FC236}">
                    <a16:creationId xmlns:a16="http://schemas.microsoft.com/office/drawing/2014/main" id="{68417876-ADA5-CE70-FD6C-73A30694E345}"/>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80" name="直线连接符 12979">
                <a:extLst>
                  <a:ext uri="{FF2B5EF4-FFF2-40B4-BE49-F238E27FC236}">
                    <a16:creationId xmlns:a16="http://schemas.microsoft.com/office/drawing/2014/main" id="{2B258D62-3072-7F60-90EA-D8D6D63B2E03}"/>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81" name="直线连接符 12980">
                <a:extLst>
                  <a:ext uri="{FF2B5EF4-FFF2-40B4-BE49-F238E27FC236}">
                    <a16:creationId xmlns:a16="http://schemas.microsoft.com/office/drawing/2014/main" id="{C140C170-65C7-5496-4996-AA58A9C40E50}"/>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82" name="直线连接符 12981">
                <a:extLst>
                  <a:ext uri="{FF2B5EF4-FFF2-40B4-BE49-F238E27FC236}">
                    <a16:creationId xmlns:a16="http://schemas.microsoft.com/office/drawing/2014/main" id="{CA2AB83B-8C61-9B03-D396-7974AC226E9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83" name="直线连接符 12982">
                <a:extLst>
                  <a:ext uri="{FF2B5EF4-FFF2-40B4-BE49-F238E27FC236}">
                    <a16:creationId xmlns:a16="http://schemas.microsoft.com/office/drawing/2014/main" id="{4550ABE9-341A-2A07-CF74-03088EFB8F66}"/>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84" name="直线连接符 12983">
                <a:extLst>
                  <a:ext uri="{FF2B5EF4-FFF2-40B4-BE49-F238E27FC236}">
                    <a16:creationId xmlns:a16="http://schemas.microsoft.com/office/drawing/2014/main" id="{69F6F255-E15D-B60A-EC00-8F930C49CE0F}"/>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85" name="直线连接符 12984">
                <a:extLst>
                  <a:ext uri="{FF2B5EF4-FFF2-40B4-BE49-F238E27FC236}">
                    <a16:creationId xmlns:a16="http://schemas.microsoft.com/office/drawing/2014/main" id="{77950B57-AA08-B713-C54E-F3F1A278EC81}"/>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986" name="直线连接符 12985">
                <a:extLst>
                  <a:ext uri="{FF2B5EF4-FFF2-40B4-BE49-F238E27FC236}">
                    <a16:creationId xmlns:a16="http://schemas.microsoft.com/office/drawing/2014/main" id="{85C2B664-4A22-5745-61BC-A1F8531E603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987" name="直线连接符 12986">
                <a:extLst>
                  <a:ext uri="{FF2B5EF4-FFF2-40B4-BE49-F238E27FC236}">
                    <a16:creationId xmlns:a16="http://schemas.microsoft.com/office/drawing/2014/main" id="{8AB1ED31-2C87-EDAC-BB30-916AAD8F78E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2956" name="组合 12955">
              <a:extLst>
                <a:ext uri="{FF2B5EF4-FFF2-40B4-BE49-F238E27FC236}">
                  <a16:creationId xmlns:a16="http://schemas.microsoft.com/office/drawing/2014/main" id="{F4E16646-A52F-E6D3-600D-BD13AA037FF2}"/>
                </a:ext>
              </a:extLst>
            </p:cNvPr>
            <p:cNvGrpSpPr/>
            <p:nvPr/>
          </p:nvGrpSpPr>
          <p:grpSpPr>
            <a:xfrm>
              <a:off x="-968005" y="8464292"/>
              <a:ext cx="1973841" cy="1732229"/>
              <a:chOff x="7707547" y="3116283"/>
              <a:chExt cx="2913493" cy="2493706"/>
            </a:xfrm>
          </p:grpSpPr>
          <p:sp>
            <p:nvSpPr>
              <p:cNvPr id="12965" name="流程图: 接点 567">
                <a:extLst>
                  <a:ext uri="{FF2B5EF4-FFF2-40B4-BE49-F238E27FC236}">
                    <a16:creationId xmlns:a16="http://schemas.microsoft.com/office/drawing/2014/main" id="{9645201D-40FA-596C-3AFC-141336930D15}"/>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66" name="流程图: 接点 568">
                <a:extLst>
                  <a:ext uri="{FF2B5EF4-FFF2-40B4-BE49-F238E27FC236}">
                    <a16:creationId xmlns:a16="http://schemas.microsoft.com/office/drawing/2014/main" id="{1BF83A96-44AB-12D8-8DDF-857D77B1CA66}"/>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60000" lon="0" rev="2154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67" name="椭圆 12966">
                <a:extLst>
                  <a:ext uri="{FF2B5EF4-FFF2-40B4-BE49-F238E27FC236}">
                    <a16:creationId xmlns:a16="http://schemas.microsoft.com/office/drawing/2014/main" id="{5BA7229E-DA09-06DC-6BEC-0D62C1C86FDD}"/>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68" name="椭圆 12967">
                <a:extLst>
                  <a:ext uri="{FF2B5EF4-FFF2-40B4-BE49-F238E27FC236}">
                    <a16:creationId xmlns:a16="http://schemas.microsoft.com/office/drawing/2014/main" id="{4FCA9E8A-128C-898C-A2C4-7AA5ECE256AC}"/>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957" name="组合 12956">
              <a:extLst>
                <a:ext uri="{FF2B5EF4-FFF2-40B4-BE49-F238E27FC236}">
                  <a16:creationId xmlns:a16="http://schemas.microsoft.com/office/drawing/2014/main" id="{7BC9AE90-A6AD-3876-B7E5-EA2BFBFD0B20}"/>
                </a:ext>
              </a:extLst>
            </p:cNvPr>
            <p:cNvGrpSpPr/>
            <p:nvPr/>
          </p:nvGrpSpPr>
          <p:grpSpPr>
            <a:xfrm>
              <a:off x="-601937" y="7949429"/>
              <a:ext cx="1057515" cy="1052178"/>
              <a:chOff x="4635551" y="1841034"/>
              <a:chExt cx="875815" cy="967650"/>
            </a:xfrm>
            <a:scene3d>
              <a:camera prst="orthographicFront">
                <a:rot lat="600000" lon="8550000" rev="21540000"/>
              </a:camera>
              <a:lightRig rig="threePt" dir="t"/>
            </a:scene3d>
          </p:grpSpPr>
          <p:grpSp>
            <p:nvGrpSpPr>
              <p:cNvPr id="12961" name="组合 12960">
                <a:extLst>
                  <a:ext uri="{FF2B5EF4-FFF2-40B4-BE49-F238E27FC236}">
                    <a16:creationId xmlns:a16="http://schemas.microsoft.com/office/drawing/2014/main" id="{F6690A9A-8C92-C0CE-860F-681D76115A69}"/>
                  </a:ext>
                </a:extLst>
              </p:cNvPr>
              <p:cNvGrpSpPr/>
              <p:nvPr/>
            </p:nvGrpSpPr>
            <p:grpSpPr>
              <a:xfrm>
                <a:off x="4635566" y="1841034"/>
                <a:ext cx="875800" cy="951265"/>
                <a:chOff x="5798446" y="1841604"/>
                <a:chExt cx="1527262" cy="1731253"/>
              </a:xfrm>
              <a:solidFill>
                <a:schemeClr val="tx1">
                  <a:lumMod val="65000"/>
                  <a:lumOff val="35000"/>
                </a:schemeClr>
              </a:solidFill>
            </p:grpSpPr>
            <p:sp>
              <p:nvSpPr>
                <p:cNvPr id="12963" name="流程图: 延期 565">
                  <a:extLst>
                    <a:ext uri="{FF2B5EF4-FFF2-40B4-BE49-F238E27FC236}">
                      <a16:creationId xmlns:a16="http://schemas.microsoft.com/office/drawing/2014/main" id="{DA745DD6-A42C-2827-EC1F-C7AD5FA418F8}"/>
                    </a:ext>
                  </a:extLst>
                </p:cNvPr>
                <p:cNvSpPr/>
                <p:nvPr/>
              </p:nvSpPr>
              <p:spPr>
                <a:xfrm rot="16200000">
                  <a:off x="5696450" y="1943600"/>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64" name="流程图: 接点 566">
                  <a:extLst>
                    <a:ext uri="{FF2B5EF4-FFF2-40B4-BE49-F238E27FC236}">
                      <a16:creationId xmlns:a16="http://schemas.microsoft.com/office/drawing/2014/main" id="{33BF0A61-B3B4-66A1-2AE7-6E3506250443}"/>
                    </a:ext>
                  </a:extLst>
                </p:cNvPr>
                <p:cNvSpPr/>
                <p:nvPr/>
              </p:nvSpPr>
              <p:spPr>
                <a:xfrm>
                  <a:off x="6000844" y="2037294"/>
                  <a:ext cx="1122471"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962" name="矩形 12961">
                <a:extLst>
                  <a:ext uri="{FF2B5EF4-FFF2-40B4-BE49-F238E27FC236}">
                    <a16:creationId xmlns:a16="http://schemas.microsoft.com/office/drawing/2014/main" id="{0EFD6341-D850-17F4-F7D7-5E98B2095CB7}"/>
                  </a:ext>
                </a:extLst>
              </p:cNvPr>
              <p:cNvSpPr/>
              <p:nvPr/>
            </p:nvSpPr>
            <p:spPr>
              <a:xfrm>
                <a:off x="4635551" y="254724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958" name="组合 12957">
              <a:extLst>
                <a:ext uri="{FF2B5EF4-FFF2-40B4-BE49-F238E27FC236}">
                  <a16:creationId xmlns:a16="http://schemas.microsoft.com/office/drawing/2014/main" id="{D7EA6927-D2AA-96EC-DAD1-758885704B74}"/>
                </a:ext>
              </a:extLst>
            </p:cNvPr>
            <p:cNvGrpSpPr/>
            <p:nvPr/>
          </p:nvGrpSpPr>
          <p:grpSpPr>
            <a:xfrm>
              <a:off x="-20081" y="9205363"/>
              <a:ext cx="238182" cy="238003"/>
              <a:chOff x="5145960" y="4201202"/>
              <a:chExt cx="150892" cy="141375"/>
            </a:xfrm>
            <a:scene3d>
              <a:camera prst="orthographicFront">
                <a:rot lat="0" lon="21150000" rev="0"/>
              </a:camera>
              <a:lightRig rig="threePt" dir="t">
                <a:rot lat="0" lon="0" rev="0"/>
              </a:lightRig>
            </a:scene3d>
          </p:grpSpPr>
          <p:sp>
            <p:nvSpPr>
              <p:cNvPr id="12959" name="Oval 15540">
                <a:extLst>
                  <a:ext uri="{FF2B5EF4-FFF2-40B4-BE49-F238E27FC236}">
                    <a16:creationId xmlns:a16="http://schemas.microsoft.com/office/drawing/2014/main" id="{B7675EB2-5162-C76A-F785-019B86B959D5}"/>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2960" name="Line 15541">
                <a:extLst>
                  <a:ext uri="{FF2B5EF4-FFF2-40B4-BE49-F238E27FC236}">
                    <a16:creationId xmlns:a16="http://schemas.microsoft.com/office/drawing/2014/main" id="{4F543595-35BD-1290-F91A-238926EC9B96}"/>
                  </a:ext>
                </a:extLst>
              </p:cNvPr>
              <p:cNvCxnSpPr>
                <a:cxnSpLocks/>
                <a:stCxn id="12959" idx="1"/>
                <a:endCxn id="12959"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3046" name="组合 13045">
            <a:extLst>
              <a:ext uri="{FF2B5EF4-FFF2-40B4-BE49-F238E27FC236}">
                <a16:creationId xmlns:a16="http://schemas.microsoft.com/office/drawing/2014/main" id="{27B6BD72-7BFD-6A60-EB3C-6DA3C53A79E8}"/>
              </a:ext>
            </a:extLst>
          </p:cNvPr>
          <p:cNvGrpSpPr/>
          <p:nvPr/>
        </p:nvGrpSpPr>
        <p:grpSpPr>
          <a:xfrm>
            <a:off x="565952" y="1862745"/>
            <a:ext cx="1973841" cy="3039186"/>
            <a:chOff x="1300267" y="7979263"/>
            <a:chExt cx="1973841" cy="3039186"/>
          </a:xfrm>
        </p:grpSpPr>
        <p:grpSp>
          <p:nvGrpSpPr>
            <p:cNvPr id="13047" name="组合 13046">
              <a:extLst>
                <a:ext uri="{FF2B5EF4-FFF2-40B4-BE49-F238E27FC236}">
                  <a16:creationId xmlns:a16="http://schemas.microsoft.com/office/drawing/2014/main" id="{5BB3D967-0814-AE0F-C2D6-D91486D00662}"/>
                </a:ext>
              </a:extLst>
            </p:cNvPr>
            <p:cNvGrpSpPr/>
            <p:nvPr/>
          </p:nvGrpSpPr>
          <p:grpSpPr>
            <a:xfrm rot="16200000" flipV="1">
              <a:off x="1420653" y="9993746"/>
              <a:ext cx="304542" cy="264297"/>
              <a:chOff x="572796" y="3385249"/>
              <a:chExt cx="419388" cy="368973"/>
            </a:xfrm>
          </p:grpSpPr>
          <p:grpSp>
            <p:nvGrpSpPr>
              <p:cNvPr id="13125" name="组合 13124">
                <a:extLst>
                  <a:ext uri="{FF2B5EF4-FFF2-40B4-BE49-F238E27FC236}">
                    <a16:creationId xmlns:a16="http://schemas.microsoft.com/office/drawing/2014/main" id="{04B2C770-61B0-4911-F8E3-32C5A67AC1C2}"/>
                  </a:ext>
                </a:extLst>
              </p:cNvPr>
              <p:cNvGrpSpPr/>
              <p:nvPr/>
            </p:nvGrpSpPr>
            <p:grpSpPr>
              <a:xfrm>
                <a:off x="572796" y="3385249"/>
                <a:ext cx="419388" cy="368973"/>
                <a:chOff x="3493877" y="4587241"/>
                <a:chExt cx="619038" cy="531171"/>
              </a:xfrm>
            </p:grpSpPr>
            <p:sp>
              <p:nvSpPr>
                <p:cNvPr id="13142" name="流程图: 接点 571">
                  <a:extLst>
                    <a:ext uri="{FF2B5EF4-FFF2-40B4-BE49-F238E27FC236}">
                      <a16:creationId xmlns:a16="http://schemas.microsoft.com/office/drawing/2014/main" id="{E327BBDA-4225-3B67-15BA-830C169D3FFB}"/>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43" name="流程图: 接点 572">
                  <a:extLst>
                    <a:ext uri="{FF2B5EF4-FFF2-40B4-BE49-F238E27FC236}">
                      <a16:creationId xmlns:a16="http://schemas.microsoft.com/office/drawing/2014/main" id="{FAA70230-2E6B-B973-B1D3-80C78CEC70F2}"/>
                    </a:ext>
                  </a:extLst>
                </p:cNvPr>
                <p:cNvSpPr/>
                <p:nvPr/>
              </p:nvSpPr>
              <p:spPr>
                <a:xfrm>
                  <a:off x="3677255" y="4587241"/>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126" name="直线连接符 13125">
                <a:extLst>
                  <a:ext uri="{FF2B5EF4-FFF2-40B4-BE49-F238E27FC236}">
                    <a16:creationId xmlns:a16="http://schemas.microsoft.com/office/drawing/2014/main" id="{0CCDF476-8EFB-B30A-BBC7-0D917486E7D5}"/>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27" name="直线连接符 13126">
                <a:extLst>
                  <a:ext uri="{FF2B5EF4-FFF2-40B4-BE49-F238E27FC236}">
                    <a16:creationId xmlns:a16="http://schemas.microsoft.com/office/drawing/2014/main" id="{9A83ADF0-4DC3-5FEE-9A7A-3411DB3E0474}"/>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28" name="直线连接符 13127">
                <a:extLst>
                  <a:ext uri="{FF2B5EF4-FFF2-40B4-BE49-F238E27FC236}">
                    <a16:creationId xmlns:a16="http://schemas.microsoft.com/office/drawing/2014/main" id="{FE1B41FD-B050-F261-A89D-B80530349B4B}"/>
                  </a:ext>
                </a:extLst>
              </p:cNvPr>
              <p:cNvCxnSpPr>
                <a:cxnSpLocks/>
              </p:cNvCxnSpPr>
              <p:nvPr/>
            </p:nvCxnSpPr>
            <p:spPr>
              <a:xfrm>
                <a:off x="929910" y="350225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29" name="直线连接符 13128">
                <a:extLst>
                  <a:ext uri="{FF2B5EF4-FFF2-40B4-BE49-F238E27FC236}">
                    <a16:creationId xmlns:a16="http://schemas.microsoft.com/office/drawing/2014/main" id="{CA27F30C-B6D3-DBCB-545E-A9734060CCE4}"/>
                  </a:ext>
                </a:extLst>
              </p:cNvPr>
              <p:cNvCxnSpPr>
                <a:cxnSpLocks/>
              </p:cNvCxnSpPr>
              <p:nvPr/>
            </p:nvCxnSpPr>
            <p:spPr>
              <a:xfrm>
                <a:off x="904054" y="350566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0" name="直线连接符 13129">
                <a:extLst>
                  <a:ext uri="{FF2B5EF4-FFF2-40B4-BE49-F238E27FC236}">
                    <a16:creationId xmlns:a16="http://schemas.microsoft.com/office/drawing/2014/main" id="{66C79DAE-0846-598F-605B-2DD01BB9B2CB}"/>
                  </a:ext>
                </a:extLst>
              </p:cNvPr>
              <p:cNvCxnSpPr>
                <a:cxnSpLocks/>
              </p:cNvCxnSpPr>
              <p:nvPr/>
            </p:nvCxnSpPr>
            <p:spPr>
              <a:xfrm>
                <a:off x="876845" y="351150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1" name="直线连接符 13130">
                <a:extLst>
                  <a:ext uri="{FF2B5EF4-FFF2-40B4-BE49-F238E27FC236}">
                    <a16:creationId xmlns:a16="http://schemas.microsoft.com/office/drawing/2014/main" id="{12CA112D-5777-2333-9A8B-B2DD5550A1A9}"/>
                  </a:ext>
                </a:extLst>
              </p:cNvPr>
              <p:cNvCxnSpPr>
                <a:cxnSpLocks/>
              </p:cNvCxnSpPr>
              <p:nvPr/>
            </p:nvCxnSpPr>
            <p:spPr>
              <a:xfrm>
                <a:off x="847576"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2" name="直线连接符 13131">
                <a:extLst>
                  <a:ext uri="{FF2B5EF4-FFF2-40B4-BE49-F238E27FC236}">
                    <a16:creationId xmlns:a16="http://schemas.microsoft.com/office/drawing/2014/main" id="{BD2E52CE-8FE0-6647-B9CA-9ADB43B94B25}"/>
                  </a:ext>
                </a:extLst>
              </p:cNvPr>
              <p:cNvCxnSpPr>
                <a:cxnSpLocks/>
              </p:cNvCxnSpPr>
              <p:nvPr/>
            </p:nvCxnSpPr>
            <p:spPr>
              <a:xfrm>
                <a:off x="821015" y="351471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3" name="直线连接符 13132">
                <a:extLst>
                  <a:ext uri="{FF2B5EF4-FFF2-40B4-BE49-F238E27FC236}">
                    <a16:creationId xmlns:a16="http://schemas.microsoft.com/office/drawing/2014/main" id="{4CBF9615-4E68-0466-9696-FA74A0E68A81}"/>
                  </a:ext>
                </a:extLst>
              </p:cNvPr>
              <p:cNvCxnSpPr>
                <a:cxnSpLocks/>
              </p:cNvCxnSpPr>
              <p:nvPr/>
            </p:nvCxnSpPr>
            <p:spPr>
              <a:xfrm>
                <a:off x="756664" y="35174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4" name="直线连接符 13133">
                <a:extLst>
                  <a:ext uri="{FF2B5EF4-FFF2-40B4-BE49-F238E27FC236}">
                    <a16:creationId xmlns:a16="http://schemas.microsoft.com/office/drawing/2014/main" id="{B445E320-3555-A7B0-A34C-131AE22F4032}"/>
                  </a:ext>
                </a:extLst>
              </p:cNvPr>
              <p:cNvCxnSpPr>
                <a:cxnSpLocks/>
              </p:cNvCxnSpPr>
              <p:nvPr/>
            </p:nvCxnSpPr>
            <p:spPr>
              <a:xfrm>
                <a:off x="791449" y="351469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5" name="直线连接符 13134">
                <a:extLst>
                  <a:ext uri="{FF2B5EF4-FFF2-40B4-BE49-F238E27FC236}">
                    <a16:creationId xmlns:a16="http://schemas.microsoft.com/office/drawing/2014/main" id="{F414EAFF-1450-4C41-C3FD-9068F29FF94F}"/>
                  </a:ext>
                </a:extLst>
              </p:cNvPr>
              <p:cNvCxnSpPr>
                <a:cxnSpLocks/>
              </p:cNvCxnSpPr>
              <p:nvPr/>
            </p:nvCxnSpPr>
            <p:spPr>
              <a:xfrm>
                <a:off x="727879" y="351471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6" name="直线连接符 13135">
                <a:extLst>
                  <a:ext uri="{FF2B5EF4-FFF2-40B4-BE49-F238E27FC236}">
                    <a16:creationId xmlns:a16="http://schemas.microsoft.com/office/drawing/2014/main" id="{A5CA2F67-05C4-242C-043B-97506A89053D}"/>
                  </a:ext>
                </a:extLst>
              </p:cNvPr>
              <p:cNvCxnSpPr>
                <a:cxnSpLocks/>
              </p:cNvCxnSpPr>
              <p:nvPr/>
            </p:nvCxnSpPr>
            <p:spPr>
              <a:xfrm>
                <a:off x="702589" y="350950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7" name="直线连接符 13136">
                <a:extLst>
                  <a:ext uri="{FF2B5EF4-FFF2-40B4-BE49-F238E27FC236}">
                    <a16:creationId xmlns:a16="http://schemas.microsoft.com/office/drawing/2014/main" id="{CEC6197F-40B0-7A34-9F8B-EC11A49D2561}"/>
                  </a:ext>
                </a:extLst>
              </p:cNvPr>
              <p:cNvCxnSpPr>
                <a:cxnSpLocks/>
              </p:cNvCxnSpPr>
              <p:nvPr/>
            </p:nvCxnSpPr>
            <p:spPr>
              <a:xfrm>
                <a:off x="669942" y="350683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8" name="直线连接符 13137">
                <a:extLst>
                  <a:ext uri="{FF2B5EF4-FFF2-40B4-BE49-F238E27FC236}">
                    <a16:creationId xmlns:a16="http://schemas.microsoft.com/office/drawing/2014/main" id="{1BBD865C-6F97-815D-886F-C4E5B17F9E66}"/>
                  </a:ext>
                </a:extLst>
              </p:cNvPr>
              <p:cNvCxnSpPr>
                <a:cxnSpLocks/>
              </p:cNvCxnSpPr>
              <p:nvPr/>
            </p:nvCxnSpPr>
            <p:spPr>
              <a:xfrm>
                <a:off x="648401" y="350678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39" name="直线连接符 13138">
                <a:extLst>
                  <a:ext uri="{FF2B5EF4-FFF2-40B4-BE49-F238E27FC236}">
                    <a16:creationId xmlns:a16="http://schemas.microsoft.com/office/drawing/2014/main" id="{BABA96CB-4289-8E4C-44A1-23D844B6DD2C}"/>
                  </a:ext>
                </a:extLst>
              </p:cNvPr>
              <p:cNvCxnSpPr>
                <a:cxnSpLocks/>
              </p:cNvCxnSpPr>
              <p:nvPr/>
            </p:nvCxnSpPr>
            <p:spPr>
              <a:xfrm>
                <a:off x="621539" y="3500833"/>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140" name="直线连接符 13139">
                <a:extLst>
                  <a:ext uri="{FF2B5EF4-FFF2-40B4-BE49-F238E27FC236}">
                    <a16:creationId xmlns:a16="http://schemas.microsoft.com/office/drawing/2014/main" id="{E52684F9-883F-D79D-3A47-86075DC0E6E7}"/>
                  </a:ext>
                </a:extLst>
              </p:cNvPr>
              <p:cNvCxnSpPr>
                <a:cxnSpLocks/>
              </p:cNvCxnSpPr>
              <p:nvPr/>
            </p:nvCxnSpPr>
            <p:spPr>
              <a:xfrm>
                <a:off x="598299" y="3493954"/>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141" name="直线连接符 13140">
                <a:extLst>
                  <a:ext uri="{FF2B5EF4-FFF2-40B4-BE49-F238E27FC236}">
                    <a16:creationId xmlns:a16="http://schemas.microsoft.com/office/drawing/2014/main" id="{7E9A7D0C-A238-6399-41BB-20BFDCE8E5C3}"/>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048" name="流程图: 接点 554">
              <a:extLst>
                <a:ext uri="{FF2B5EF4-FFF2-40B4-BE49-F238E27FC236}">
                  <a16:creationId xmlns:a16="http://schemas.microsoft.com/office/drawing/2014/main" id="{3E68B387-70E3-A526-2547-79508AACE27A}"/>
                </a:ext>
              </a:extLst>
            </p:cNvPr>
            <p:cNvSpPr/>
            <p:nvPr/>
          </p:nvSpPr>
          <p:spPr>
            <a:xfrm>
              <a:off x="1835415" y="1014320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49" name="椭圆 13048">
              <a:extLst>
                <a:ext uri="{FF2B5EF4-FFF2-40B4-BE49-F238E27FC236}">
                  <a16:creationId xmlns:a16="http://schemas.microsoft.com/office/drawing/2014/main" id="{D1A525D1-F17A-A75B-09ED-88DD18CE9A85}"/>
                </a:ext>
              </a:extLst>
            </p:cNvPr>
            <p:cNvSpPr/>
            <p:nvPr/>
          </p:nvSpPr>
          <p:spPr>
            <a:xfrm>
              <a:off x="1664054" y="969645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050" name="组合 13049">
              <a:extLst>
                <a:ext uri="{FF2B5EF4-FFF2-40B4-BE49-F238E27FC236}">
                  <a16:creationId xmlns:a16="http://schemas.microsoft.com/office/drawing/2014/main" id="{187EDB15-4955-9376-DFE2-D64F2169B63D}"/>
                </a:ext>
              </a:extLst>
            </p:cNvPr>
            <p:cNvGrpSpPr/>
            <p:nvPr/>
          </p:nvGrpSpPr>
          <p:grpSpPr>
            <a:xfrm>
              <a:off x="2233637" y="9427365"/>
              <a:ext cx="419388" cy="377446"/>
              <a:chOff x="572796" y="3376774"/>
              <a:chExt cx="419388" cy="377446"/>
            </a:xfrm>
          </p:grpSpPr>
          <p:grpSp>
            <p:nvGrpSpPr>
              <p:cNvPr id="13105" name="组合 13104">
                <a:extLst>
                  <a:ext uri="{FF2B5EF4-FFF2-40B4-BE49-F238E27FC236}">
                    <a16:creationId xmlns:a16="http://schemas.microsoft.com/office/drawing/2014/main" id="{1945129B-3BA6-BC14-8AEF-159D607C41A4}"/>
                  </a:ext>
                </a:extLst>
              </p:cNvPr>
              <p:cNvGrpSpPr/>
              <p:nvPr/>
            </p:nvGrpSpPr>
            <p:grpSpPr>
              <a:xfrm>
                <a:off x="572796" y="3376774"/>
                <a:ext cx="419388" cy="377446"/>
                <a:chOff x="3493877" y="4575043"/>
                <a:chExt cx="619038" cy="543369"/>
              </a:xfrm>
            </p:grpSpPr>
            <p:sp>
              <p:nvSpPr>
                <p:cNvPr id="13123" name="流程图: 接点 571">
                  <a:extLst>
                    <a:ext uri="{FF2B5EF4-FFF2-40B4-BE49-F238E27FC236}">
                      <a16:creationId xmlns:a16="http://schemas.microsoft.com/office/drawing/2014/main" id="{F2817976-8411-D0D7-C699-8694820245C5}"/>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24" name="流程图: 接点 572">
                  <a:extLst>
                    <a:ext uri="{FF2B5EF4-FFF2-40B4-BE49-F238E27FC236}">
                      <a16:creationId xmlns:a16="http://schemas.microsoft.com/office/drawing/2014/main" id="{62256683-6E6C-4731-3DC9-26CBE63BD3D3}"/>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106" name="直线连接符 13105">
                <a:extLst>
                  <a:ext uri="{FF2B5EF4-FFF2-40B4-BE49-F238E27FC236}">
                    <a16:creationId xmlns:a16="http://schemas.microsoft.com/office/drawing/2014/main" id="{E9ED2A45-57B8-96A9-6C8E-7E6BA28D7A3C}"/>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07" name="直线连接符 13106">
                <a:extLst>
                  <a:ext uri="{FF2B5EF4-FFF2-40B4-BE49-F238E27FC236}">
                    <a16:creationId xmlns:a16="http://schemas.microsoft.com/office/drawing/2014/main" id="{06D158E9-CD6E-6739-433D-380C4B388E17}"/>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08" name="直线连接符 13107">
                <a:extLst>
                  <a:ext uri="{FF2B5EF4-FFF2-40B4-BE49-F238E27FC236}">
                    <a16:creationId xmlns:a16="http://schemas.microsoft.com/office/drawing/2014/main" id="{EDDE552A-DF2C-2D4D-7CE7-05730FFFD3D8}"/>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09" name="直线连接符 13108">
                <a:extLst>
                  <a:ext uri="{FF2B5EF4-FFF2-40B4-BE49-F238E27FC236}">
                    <a16:creationId xmlns:a16="http://schemas.microsoft.com/office/drawing/2014/main" id="{4A467CF0-80BE-5EB6-FDB4-63EA2EBB8E0D}"/>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0" name="直线连接符 13109">
                <a:extLst>
                  <a:ext uri="{FF2B5EF4-FFF2-40B4-BE49-F238E27FC236}">
                    <a16:creationId xmlns:a16="http://schemas.microsoft.com/office/drawing/2014/main" id="{3B93DEA0-F747-36CC-1715-48CFD5E7850C}"/>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1" name="直线连接符 13110">
                <a:extLst>
                  <a:ext uri="{FF2B5EF4-FFF2-40B4-BE49-F238E27FC236}">
                    <a16:creationId xmlns:a16="http://schemas.microsoft.com/office/drawing/2014/main" id="{DCA930A3-4C5F-1A33-7446-4CD9C18C34A6}"/>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2" name="直线连接符 13111">
                <a:extLst>
                  <a:ext uri="{FF2B5EF4-FFF2-40B4-BE49-F238E27FC236}">
                    <a16:creationId xmlns:a16="http://schemas.microsoft.com/office/drawing/2014/main" id="{2D1EDC10-0019-D15B-7787-C5D58CFC58B4}"/>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3" name="直线连接符 13112">
                <a:extLst>
                  <a:ext uri="{FF2B5EF4-FFF2-40B4-BE49-F238E27FC236}">
                    <a16:creationId xmlns:a16="http://schemas.microsoft.com/office/drawing/2014/main" id="{5DF2E067-9040-F711-4D22-7DCF708EAC3A}"/>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4" name="直线连接符 13113">
                <a:extLst>
                  <a:ext uri="{FF2B5EF4-FFF2-40B4-BE49-F238E27FC236}">
                    <a16:creationId xmlns:a16="http://schemas.microsoft.com/office/drawing/2014/main" id="{95C16373-BF4F-0D6A-E43B-27B00BB46912}"/>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5" name="直线连接符 13114">
                <a:extLst>
                  <a:ext uri="{FF2B5EF4-FFF2-40B4-BE49-F238E27FC236}">
                    <a16:creationId xmlns:a16="http://schemas.microsoft.com/office/drawing/2014/main" id="{1561DB6C-374F-9086-3344-CF060D4C42BE}"/>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6" name="直线连接符 13115">
                <a:extLst>
                  <a:ext uri="{FF2B5EF4-FFF2-40B4-BE49-F238E27FC236}">
                    <a16:creationId xmlns:a16="http://schemas.microsoft.com/office/drawing/2014/main" id="{C120D9F6-CA06-C4FE-2849-54DE5C1FC69A}"/>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7" name="直线连接符 13116">
                <a:extLst>
                  <a:ext uri="{FF2B5EF4-FFF2-40B4-BE49-F238E27FC236}">
                    <a16:creationId xmlns:a16="http://schemas.microsoft.com/office/drawing/2014/main" id="{149A37BB-5DEB-F633-32E1-7826D1C69630}"/>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8" name="直线连接符 13117">
                <a:extLst>
                  <a:ext uri="{FF2B5EF4-FFF2-40B4-BE49-F238E27FC236}">
                    <a16:creationId xmlns:a16="http://schemas.microsoft.com/office/drawing/2014/main" id="{0FD8158B-9EBB-239A-4263-55C07CA791F1}"/>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19" name="直线连接符 13118">
                <a:extLst>
                  <a:ext uri="{FF2B5EF4-FFF2-40B4-BE49-F238E27FC236}">
                    <a16:creationId xmlns:a16="http://schemas.microsoft.com/office/drawing/2014/main" id="{BA866C2C-2148-3FE3-531C-EBAC03F18768}"/>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20" name="直线连接符 13119">
                <a:extLst>
                  <a:ext uri="{FF2B5EF4-FFF2-40B4-BE49-F238E27FC236}">
                    <a16:creationId xmlns:a16="http://schemas.microsoft.com/office/drawing/2014/main" id="{171CF5D2-82A3-A8CD-ABA4-B3E326935DD8}"/>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121" name="直线连接符 13120">
                <a:extLst>
                  <a:ext uri="{FF2B5EF4-FFF2-40B4-BE49-F238E27FC236}">
                    <a16:creationId xmlns:a16="http://schemas.microsoft.com/office/drawing/2014/main" id="{F2038D85-2DFC-4A11-5FD3-0E8266C74050}"/>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122" name="直线连接符 13121">
                <a:extLst>
                  <a:ext uri="{FF2B5EF4-FFF2-40B4-BE49-F238E27FC236}">
                    <a16:creationId xmlns:a16="http://schemas.microsoft.com/office/drawing/2014/main" id="{340A9F58-E09F-A64C-8105-536C06FDD5CC}"/>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051" name="流程图: 接点 556">
              <a:extLst>
                <a:ext uri="{FF2B5EF4-FFF2-40B4-BE49-F238E27FC236}">
                  <a16:creationId xmlns:a16="http://schemas.microsoft.com/office/drawing/2014/main" id="{270875E5-8DD6-D8DD-65E3-E15D24B19DFE}"/>
                </a:ext>
              </a:extLst>
            </p:cNvPr>
            <p:cNvSpPr/>
            <p:nvPr/>
          </p:nvSpPr>
          <p:spPr>
            <a:xfrm>
              <a:off x="1789042" y="931792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052" name="组合 13051">
              <a:extLst>
                <a:ext uri="{FF2B5EF4-FFF2-40B4-BE49-F238E27FC236}">
                  <a16:creationId xmlns:a16="http://schemas.microsoft.com/office/drawing/2014/main" id="{F341D760-DC27-F616-E801-5E648C5AD4B9}"/>
                </a:ext>
              </a:extLst>
            </p:cNvPr>
            <p:cNvGrpSpPr/>
            <p:nvPr/>
          </p:nvGrpSpPr>
          <p:grpSpPr>
            <a:xfrm>
              <a:off x="1568820" y="9610983"/>
              <a:ext cx="419388" cy="487204"/>
              <a:chOff x="5768619" y="3058692"/>
              <a:chExt cx="419388" cy="487204"/>
            </a:xfrm>
          </p:grpSpPr>
          <p:sp>
            <p:nvSpPr>
              <p:cNvPr id="13086" name="流程图: 接点 571">
                <a:extLst>
                  <a:ext uri="{FF2B5EF4-FFF2-40B4-BE49-F238E27FC236}">
                    <a16:creationId xmlns:a16="http://schemas.microsoft.com/office/drawing/2014/main" id="{632DA09F-CED1-2694-C718-F4CD2DE42439}"/>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87" name="流程图: 接点 572">
                <a:extLst>
                  <a:ext uri="{FF2B5EF4-FFF2-40B4-BE49-F238E27FC236}">
                    <a16:creationId xmlns:a16="http://schemas.microsoft.com/office/drawing/2014/main" id="{B60B881A-D60E-3CF7-131C-5395D0790101}"/>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88" name="直线连接符 13087">
                <a:extLst>
                  <a:ext uri="{FF2B5EF4-FFF2-40B4-BE49-F238E27FC236}">
                    <a16:creationId xmlns:a16="http://schemas.microsoft.com/office/drawing/2014/main" id="{074DDC98-A716-A871-4DB3-383D14887C57}"/>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89" name="直线连接符 13088">
                <a:extLst>
                  <a:ext uri="{FF2B5EF4-FFF2-40B4-BE49-F238E27FC236}">
                    <a16:creationId xmlns:a16="http://schemas.microsoft.com/office/drawing/2014/main" id="{D29635A7-8EDB-233C-729D-FAA50954F07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0" name="直线连接符 13089">
                <a:extLst>
                  <a:ext uri="{FF2B5EF4-FFF2-40B4-BE49-F238E27FC236}">
                    <a16:creationId xmlns:a16="http://schemas.microsoft.com/office/drawing/2014/main" id="{5C85E736-120C-985A-1C2E-ACEFB7657A0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1" name="直线连接符 13090">
                <a:extLst>
                  <a:ext uri="{FF2B5EF4-FFF2-40B4-BE49-F238E27FC236}">
                    <a16:creationId xmlns:a16="http://schemas.microsoft.com/office/drawing/2014/main" id="{9FEB83E0-BF06-573C-555A-41CCD3BEEB1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2" name="直线连接符 13091">
                <a:extLst>
                  <a:ext uri="{FF2B5EF4-FFF2-40B4-BE49-F238E27FC236}">
                    <a16:creationId xmlns:a16="http://schemas.microsoft.com/office/drawing/2014/main" id="{1B22496D-1172-AB6C-6FBA-456263960128}"/>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3" name="直线连接符 13092">
                <a:extLst>
                  <a:ext uri="{FF2B5EF4-FFF2-40B4-BE49-F238E27FC236}">
                    <a16:creationId xmlns:a16="http://schemas.microsoft.com/office/drawing/2014/main" id="{B96F6B63-51BD-7ED2-0E2C-099F6473A37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4" name="直线连接符 13093">
                <a:extLst>
                  <a:ext uri="{FF2B5EF4-FFF2-40B4-BE49-F238E27FC236}">
                    <a16:creationId xmlns:a16="http://schemas.microsoft.com/office/drawing/2014/main" id="{EEAE9BEB-FC24-41AC-EAE5-A7EC1D8771E7}"/>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5" name="直线连接符 13094">
                <a:extLst>
                  <a:ext uri="{FF2B5EF4-FFF2-40B4-BE49-F238E27FC236}">
                    <a16:creationId xmlns:a16="http://schemas.microsoft.com/office/drawing/2014/main" id="{FBFEF8FF-C3EE-BAD6-82F6-ACCBCF96F3C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6" name="直线连接符 13095">
                <a:extLst>
                  <a:ext uri="{FF2B5EF4-FFF2-40B4-BE49-F238E27FC236}">
                    <a16:creationId xmlns:a16="http://schemas.microsoft.com/office/drawing/2014/main" id="{CD0D7FFC-F831-0646-FD12-1CC236B6733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7" name="直线连接符 13096">
                <a:extLst>
                  <a:ext uri="{FF2B5EF4-FFF2-40B4-BE49-F238E27FC236}">
                    <a16:creationId xmlns:a16="http://schemas.microsoft.com/office/drawing/2014/main" id="{BFCF8F65-29CE-1095-8AA1-86A65434893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8" name="直线连接符 13097">
                <a:extLst>
                  <a:ext uri="{FF2B5EF4-FFF2-40B4-BE49-F238E27FC236}">
                    <a16:creationId xmlns:a16="http://schemas.microsoft.com/office/drawing/2014/main" id="{906B8EEA-9517-A5F9-FBC3-0232B7C692DC}"/>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99" name="直线连接符 13098">
                <a:extLst>
                  <a:ext uri="{FF2B5EF4-FFF2-40B4-BE49-F238E27FC236}">
                    <a16:creationId xmlns:a16="http://schemas.microsoft.com/office/drawing/2014/main" id="{45D13608-EE5C-D714-1E2A-9B3BCC4FD24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00" name="直线连接符 13099">
                <a:extLst>
                  <a:ext uri="{FF2B5EF4-FFF2-40B4-BE49-F238E27FC236}">
                    <a16:creationId xmlns:a16="http://schemas.microsoft.com/office/drawing/2014/main" id="{3DC6ACAC-3E94-7C2D-CAAE-93B69FC3F8B6}"/>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01" name="直线连接符 13100">
                <a:extLst>
                  <a:ext uri="{FF2B5EF4-FFF2-40B4-BE49-F238E27FC236}">
                    <a16:creationId xmlns:a16="http://schemas.microsoft.com/office/drawing/2014/main" id="{DEA46DC7-C484-3A22-27DD-426FA4E93FF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02" name="直线连接符 13101">
                <a:extLst>
                  <a:ext uri="{FF2B5EF4-FFF2-40B4-BE49-F238E27FC236}">
                    <a16:creationId xmlns:a16="http://schemas.microsoft.com/office/drawing/2014/main" id="{6EDC87BB-681D-B50C-4940-85F10FA67D9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103" name="直线连接符 13102">
                <a:extLst>
                  <a:ext uri="{FF2B5EF4-FFF2-40B4-BE49-F238E27FC236}">
                    <a16:creationId xmlns:a16="http://schemas.microsoft.com/office/drawing/2014/main" id="{86C0252D-CF2D-D54F-A359-A9012383CAED}"/>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104" name="直线连接符 13103">
                <a:extLst>
                  <a:ext uri="{FF2B5EF4-FFF2-40B4-BE49-F238E27FC236}">
                    <a16:creationId xmlns:a16="http://schemas.microsoft.com/office/drawing/2014/main" id="{35D0F0EB-BFEB-C26A-44B1-EF3B5A48682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053" name="组合 13052">
              <a:extLst>
                <a:ext uri="{FF2B5EF4-FFF2-40B4-BE49-F238E27FC236}">
                  <a16:creationId xmlns:a16="http://schemas.microsoft.com/office/drawing/2014/main" id="{C5193F72-E73C-CCCA-EDF6-C38EC4C2F290}"/>
                </a:ext>
              </a:extLst>
            </p:cNvPr>
            <p:cNvGrpSpPr/>
            <p:nvPr/>
          </p:nvGrpSpPr>
          <p:grpSpPr>
            <a:xfrm>
              <a:off x="2716751" y="9571231"/>
              <a:ext cx="419388" cy="487204"/>
              <a:chOff x="5768619" y="3058692"/>
              <a:chExt cx="419388" cy="487204"/>
            </a:xfrm>
          </p:grpSpPr>
          <p:sp>
            <p:nvSpPr>
              <p:cNvPr id="13067" name="流程图: 接点 571">
                <a:extLst>
                  <a:ext uri="{FF2B5EF4-FFF2-40B4-BE49-F238E27FC236}">
                    <a16:creationId xmlns:a16="http://schemas.microsoft.com/office/drawing/2014/main" id="{6F5F58BB-927C-F7B9-CEBD-FE187A86C9B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68" name="流程图: 接点 572">
                <a:extLst>
                  <a:ext uri="{FF2B5EF4-FFF2-40B4-BE49-F238E27FC236}">
                    <a16:creationId xmlns:a16="http://schemas.microsoft.com/office/drawing/2014/main" id="{C8C12DB7-9A20-FABC-1D0A-BD02CB4C572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69" name="直线连接符 13068">
                <a:extLst>
                  <a:ext uri="{FF2B5EF4-FFF2-40B4-BE49-F238E27FC236}">
                    <a16:creationId xmlns:a16="http://schemas.microsoft.com/office/drawing/2014/main" id="{2BCBAFCB-3164-C07E-8C55-C117B9CC9CF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0" name="直线连接符 13069">
                <a:extLst>
                  <a:ext uri="{FF2B5EF4-FFF2-40B4-BE49-F238E27FC236}">
                    <a16:creationId xmlns:a16="http://schemas.microsoft.com/office/drawing/2014/main" id="{F4DC71B5-87FA-E7BA-0844-ADDC01B8034A}"/>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1" name="直线连接符 13070">
                <a:extLst>
                  <a:ext uri="{FF2B5EF4-FFF2-40B4-BE49-F238E27FC236}">
                    <a16:creationId xmlns:a16="http://schemas.microsoft.com/office/drawing/2014/main" id="{0683264D-C63A-75BD-1686-D948EED2FF0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2" name="直线连接符 13071">
                <a:extLst>
                  <a:ext uri="{FF2B5EF4-FFF2-40B4-BE49-F238E27FC236}">
                    <a16:creationId xmlns:a16="http://schemas.microsoft.com/office/drawing/2014/main" id="{B4534094-C2CA-A86A-4392-41DAB5383E0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3" name="直线连接符 13072">
                <a:extLst>
                  <a:ext uri="{FF2B5EF4-FFF2-40B4-BE49-F238E27FC236}">
                    <a16:creationId xmlns:a16="http://schemas.microsoft.com/office/drawing/2014/main" id="{B5524F19-F401-5D4A-CAA5-044C4F44D42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4" name="直线连接符 13073">
                <a:extLst>
                  <a:ext uri="{FF2B5EF4-FFF2-40B4-BE49-F238E27FC236}">
                    <a16:creationId xmlns:a16="http://schemas.microsoft.com/office/drawing/2014/main" id="{AF4C947F-9FFF-BAB2-1C88-370583AE828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5" name="直线连接符 13074">
                <a:extLst>
                  <a:ext uri="{FF2B5EF4-FFF2-40B4-BE49-F238E27FC236}">
                    <a16:creationId xmlns:a16="http://schemas.microsoft.com/office/drawing/2014/main" id="{6404A1A6-323F-7D89-C574-B5F8C0C1FD90}"/>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6" name="直线连接符 13075">
                <a:extLst>
                  <a:ext uri="{FF2B5EF4-FFF2-40B4-BE49-F238E27FC236}">
                    <a16:creationId xmlns:a16="http://schemas.microsoft.com/office/drawing/2014/main" id="{DEA30AD7-B6FD-321A-80BC-63BF701F1A27}"/>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7" name="直线连接符 13076">
                <a:extLst>
                  <a:ext uri="{FF2B5EF4-FFF2-40B4-BE49-F238E27FC236}">
                    <a16:creationId xmlns:a16="http://schemas.microsoft.com/office/drawing/2014/main" id="{69D258A5-7059-BE2B-CA4A-483B189401F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8" name="直线连接符 13077">
                <a:extLst>
                  <a:ext uri="{FF2B5EF4-FFF2-40B4-BE49-F238E27FC236}">
                    <a16:creationId xmlns:a16="http://schemas.microsoft.com/office/drawing/2014/main" id="{4F81133C-4162-DA11-01BC-8E04D29E599A}"/>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79" name="直线连接符 13078">
                <a:extLst>
                  <a:ext uri="{FF2B5EF4-FFF2-40B4-BE49-F238E27FC236}">
                    <a16:creationId xmlns:a16="http://schemas.microsoft.com/office/drawing/2014/main" id="{C2585F00-AAC7-B85C-E2C2-876DAECB33C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80" name="直线连接符 13079">
                <a:extLst>
                  <a:ext uri="{FF2B5EF4-FFF2-40B4-BE49-F238E27FC236}">
                    <a16:creationId xmlns:a16="http://schemas.microsoft.com/office/drawing/2014/main" id="{C2ED050C-7D99-8E23-3213-F11E970FB858}"/>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81" name="直线连接符 13080">
                <a:extLst>
                  <a:ext uri="{FF2B5EF4-FFF2-40B4-BE49-F238E27FC236}">
                    <a16:creationId xmlns:a16="http://schemas.microsoft.com/office/drawing/2014/main" id="{67A1B26E-98C2-5DFC-2149-83DDA3A00860}"/>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82" name="直线连接符 13081">
                <a:extLst>
                  <a:ext uri="{FF2B5EF4-FFF2-40B4-BE49-F238E27FC236}">
                    <a16:creationId xmlns:a16="http://schemas.microsoft.com/office/drawing/2014/main" id="{160B05C3-CD4A-439B-D075-A108C3E681DE}"/>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83" name="直线连接符 13082">
                <a:extLst>
                  <a:ext uri="{FF2B5EF4-FFF2-40B4-BE49-F238E27FC236}">
                    <a16:creationId xmlns:a16="http://schemas.microsoft.com/office/drawing/2014/main" id="{2751B9F1-FBC2-895C-7703-0F63A34A4A2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084" name="直线连接符 13083">
                <a:extLst>
                  <a:ext uri="{FF2B5EF4-FFF2-40B4-BE49-F238E27FC236}">
                    <a16:creationId xmlns:a16="http://schemas.microsoft.com/office/drawing/2014/main" id="{28D6DD30-E2E4-1CD9-472B-99869CF168EB}"/>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085" name="直线连接符 13084">
                <a:extLst>
                  <a:ext uri="{FF2B5EF4-FFF2-40B4-BE49-F238E27FC236}">
                    <a16:creationId xmlns:a16="http://schemas.microsoft.com/office/drawing/2014/main" id="{97433C24-38B5-E302-C43E-B10E079C4CD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054" name="组合 13053">
              <a:extLst>
                <a:ext uri="{FF2B5EF4-FFF2-40B4-BE49-F238E27FC236}">
                  <a16:creationId xmlns:a16="http://schemas.microsoft.com/office/drawing/2014/main" id="{436A7820-FC4D-BBE6-079B-B4C8B20240E0}"/>
                </a:ext>
              </a:extLst>
            </p:cNvPr>
            <p:cNvGrpSpPr/>
            <p:nvPr/>
          </p:nvGrpSpPr>
          <p:grpSpPr>
            <a:xfrm>
              <a:off x="1300267" y="8481599"/>
              <a:ext cx="1973841" cy="1732229"/>
              <a:chOff x="7707547" y="3116283"/>
              <a:chExt cx="2913493" cy="2493706"/>
            </a:xfrm>
          </p:grpSpPr>
          <p:sp>
            <p:nvSpPr>
              <p:cNvPr id="13063" name="流程图: 接点 567">
                <a:extLst>
                  <a:ext uri="{FF2B5EF4-FFF2-40B4-BE49-F238E27FC236}">
                    <a16:creationId xmlns:a16="http://schemas.microsoft.com/office/drawing/2014/main" id="{06E0821E-DF00-4A6C-CADB-35BC1E5F540C}"/>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64" name="流程图: 接点 568">
                <a:extLst>
                  <a:ext uri="{FF2B5EF4-FFF2-40B4-BE49-F238E27FC236}">
                    <a16:creationId xmlns:a16="http://schemas.microsoft.com/office/drawing/2014/main" id="{2C776C1A-4C8D-9091-FAD2-50325A541382}"/>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60000" lon="0" rev="2154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65" name="椭圆 13064">
                <a:extLst>
                  <a:ext uri="{FF2B5EF4-FFF2-40B4-BE49-F238E27FC236}">
                    <a16:creationId xmlns:a16="http://schemas.microsoft.com/office/drawing/2014/main" id="{AF84BB53-95D9-6327-BBC9-580A85D9B561}"/>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66" name="椭圆 13065">
                <a:extLst>
                  <a:ext uri="{FF2B5EF4-FFF2-40B4-BE49-F238E27FC236}">
                    <a16:creationId xmlns:a16="http://schemas.microsoft.com/office/drawing/2014/main" id="{1B6DF253-27B2-5B97-29BE-33DAAC1E1162}"/>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54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055" name="组合 13054">
              <a:extLst>
                <a:ext uri="{FF2B5EF4-FFF2-40B4-BE49-F238E27FC236}">
                  <a16:creationId xmlns:a16="http://schemas.microsoft.com/office/drawing/2014/main" id="{5B5AB234-7461-4509-C230-A6EB716CE708}"/>
                </a:ext>
              </a:extLst>
            </p:cNvPr>
            <p:cNvGrpSpPr/>
            <p:nvPr/>
          </p:nvGrpSpPr>
          <p:grpSpPr>
            <a:xfrm>
              <a:off x="1620872" y="7979263"/>
              <a:ext cx="1057517" cy="1052177"/>
              <a:chOff x="4604429" y="1852555"/>
              <a:chExt cx="875817" cy="967649"/>
            </a:xfrm>
            <a:scene3d>
              <a:camera prst="orthographicFront">
                <a:rot lat="600000" lon="8100000" rev="21540000"/>
              </a:camera>
              <a:lightRig rig="threePt" dir="t"/>
            </a:scene3d>
          </p:grpSpPr>
          <p:grpSp>
            <p:nvGrpSpPr>
              <p:cNvPr id="13059" name="组合 13058">
                <a:extLst>
                  <a:ext uri="{FF2B5EF4-FFF2-40B4-BE49-F238E27FC236}">
                    <a16:creationId xmlns:a16="http://schemas.microsoft.com/office/drawing/2014/main" id="{3238068D-2CC6-9055-5CA9-3016EAD912E0}"/>
                  </a:ext>
                </a:extLst>
              </p:cNvPr>
              <p:cNvGrpSpPr/>
              <p:nvPr/>
            </p:nvGrpSpPr>
            <p:grpSpPr>
              <a:xfrm>
                <a:off x="4604446" y="1852555"/>
                <a:ext cx="875800" cy="951265"/>
                <a:chOff x="5744177" y="1862571"/>
                <a:chExt cx="1527262" cy="1731253"/>
              </a:xfrm>
              <a:solidFill>
                <a:schemeClr val="tx1">
                  <a:lumMod val="65000"/>
                  <a:lumOff val="35000"/>
                </a:schemeClr>
              </a:solidFill>
            </p:grpSpPr>
            <p:sp>
              <p:nvSpPr>
                <p:cNvPr id="13061" name="流程图: 延期 565">
                  <a:extLst>
                    <a:ext uri="{FF2B5EF4-FFF2-40B4-BE49-F238E27FC236}">
                      <a16:creationId xmlns:a16="http://schemas.microsoft.com/office/drawing/2014/main" id="{4BE556C1-42FF-E5EA-8B41-473F63FB963D}"/>
                    </a:ext>
                  </a:extLst>
                </p:cNvPr>
                <p:cNvSpPr/>
                <p:nvPr/>
              </p:nvSpPr>
              <p:spPr>
                <a:xfrm rot="16200000">
                  <a:off x="5642181" y="1964567"/>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062" name="流程图: 接点 566">
                  <a:extLst>
                    <a:ext uri="{FF2B5EF4-FFF2-40B4-BE49-F238E27FC236}">
                      <a16:creationId xmlns:a16="http://schemas.microsoft.com/office/drawing/2014/main" id="{690D0FFC-EA2B-C2E4-9CE7-5F34310B19E8}"/>
                    </a:ext>
                  </a:extLst>
                </p:cNvPr>
                <p:cNvSpPr/>
                <p:nvPr/>
              </p:nvSpPr>
              <p:spPr>
                <a:xfrm>
                  <a:off x="5946574" y="2058260"/>
                  <a:ext cx="1122470"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060" name="矩形 13059">
                <a:extLst>
                  <a:ext uri="{FF2B5EF4-FFF2-40B4-BE49-F238E27FC236}">
                    <a16:creationId xmlns:a16="http://schemas.microsoft.com/office/drawing/2014/main" id="{C4B8459E-203F-1F5E-B5A2-6A47E223EBBE}"/>
                  </a:ext>
                </a:extLst>
              </p:cNvPr>
              <p:cNvSpPr/>
              <p:nvPr/>
            </p:nvSpPr>
            <p:spPr>
              <a:xfrm>
                <a:off x="4604429"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056" name="组合 13055">
              <a:extLst>
                <a:ext uri="{FF2B5EF4-FFF2-40B4-BE49-F238E27FC236}">
                  <a16:creationId xmlns:a16="http://schemas.microsoft.com/office/drawing/2014/main" id="{6F32ABCC-6BCD-DB2F-3CFA-360AD1195C50}"/>
                </a:ext>
              </a:extLst>
            </p:cNvPr>
            <p:cNvGrpSpPr/>
            <p:nvPr/>
          </p:nvGrpSpPr>
          <p:grpSpPr>
            <a:xfrm>
              <a:off x="2364117" y="9215074"/>
              <a:ext cx="238182" cy="238003"/>
              <a:chOff x="5145960" y="4201202"/>
              <a:chExt cx="150892" cy="141375"/>
            </a:xfrm>
            <a:scene3d>
              <a:camera prst="orthographicFront">
                <a:rot lat="0" lon="20700000" rev="0"/>
              </a:camera>
              <a:lightRig rig="threePt" dir="t">
                <a:rot lat="0" lon="0" rev="0"/>
              </a:lightRig>
            </a:scene3d>
          </p:grpSpPr>
          <p:sp>
            <p:nvSpPr>
              <p:cNvPr id="13057" name="Oval 15540">
                <a:extLst>
                  <a:ext uri="{FF2B5EF4-FFF2-40B4-BE49-F238E27FC236}">
                    <a16:creationId xmlns:a16="http://schemas.microsoft.com/office/drawing/2014/main" id="{7F04F8D0-F280-27AE-E2D9-695ABAF4E0C4}"/>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058" name="Line 15541">
                <a:extLst>
                  <a:ext uri="{FF2B5EF4-FFF2-40B4-BE49-F238E27FC236}">
                    <a16:creationId xmlns:a16="http://schemas.microsoft.com/office/drawing/2014/main" id="{04F80A43-0389-AEDA-5A0B-1A55B2D44EF0}"/>
                  </a:ext>
                </a:extLst>
              </p:cNvPr>
              <p:cNvCxnSpPr>
                <a:cxnSpLocks/>
                <a:stCxn id="13057" idx="1"/>
                <a:endCxn id="13057"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3144" name="组合 13143">
            <a:extLst>
              <a:ext uri="{FF2B5EF4-FFF2-40B4-BE49-F238E27FC236}">
                <a16:creationId xmlns:a16="http://schemas.microsoft.com/office/drawing/2014/main" id="{90479CF1-C108-F47D-1497-D54AA94C97B0}"/>
              </a:ext>
            </a:extLst>
          </p:cNvPr>
          <p:cNvGrpSpPr/>
          <p:nvPr/>
        </p:nvGrpSpPr>
        <p:grpSpPr>
          <a:xfrm>
            <a:off x="565952" y="1854861"/>
            <a:ext cx="1973841" cy="3047070"/>
            <a:chOff x="3782498" y="7957566"/>
            <a:chExt cx="1973841" cy="3047070"/>
          </a:xfrm>
        </p:grpSpPr>
        <p:grpSp>
          <p:nvGrpSpPr>
            <p:cNvPr id="13145" name="组合 13144">
              <a:extLst>
                <a:ext uri="{FF2B5EF4-FFF2-40B4-BE49-F238E27FC236}">
                  <a16:creationId xmlns:a16="http://schemas.microsoft.com/office/drawing/2014/main" id="{6940E08A-6D66-C986-2B3E-5B21DDFDDC9C}"/>
                </a:ext>
              </a:extLst>
            </p:cNvPr>
            <p:cNvGrpSpPr/>
            <p:nvPr/>
          </p:nvGrpSpPr>
          <p:grpSpPr>
            <a:xfrm rot="16200000" flipV="1">
              <a:off x="3869724" y="9988984"/>
              <a:ext cx="304542" cy="273822"/>
              <a:chOff x="572797" y="3394121"/>
              <a:chExt cx="419388" cy="382270"/>
            </a:xfrm>
          </p:grpSpPr>
          <p:grpSp>
            <p:nvGrpSpPr>
              <p:cNvPr id="13223" name="组合 13222">
                <a:extLst>
                  <a:ext uri="{FF2B5EF4-FFF2-40B4-BE49-F238E27FC236}">
                    <a16:creationId xmlns:a16="http://schemas.microsoft.com/office/drawing/2014/main" id="{42D18883-15A5-E659-9A67-877DF82F543C}"/>
                  </a:ext>
                </a:extLst>
              </p:cNvPr>
              <p:cNvGrpSpPr/>
              <p:nvPr/>
            </p:nvGrpSpPr>
            <p:grpSpPr>
              <a:xfrm>
                <a:off x="572797" y="3394121"/>
                <a:ext cx="419388" cy="382270"/>
                <a:chOff x="3493878" y="4600004"/>
                <a:chExt cx="619038" cy="550312"/>
              </a:xfrm>
            </p:grpSpPr>
            <p:sp>
              <p:nvSpPr>
                <p:cNvPr id="13240" name="流程图: 接点 571">
                  <a:extLst>
                    <a:ext uri="{FF2B5EF4-FFF2-40B4-BE49-F238E27FC236}">
                      <a16:creationId xmlns:a16="http://schemas.microsoft.com/office/drawing/2014/main" id="{8B263ED9-EF1B-94BF-142B-16815BE3AD3F}"/>
                    </a:ext>
                  </a:extLst>
                </p:cNvPr>
                <p:cNvSpPr/>
                <p:nvPr/>
              </p:nvSpPr>
              <p:spPr>
                <a:xfrm>
                  <a:off x="3493878" y="4658952"/>
                  <a:ext cx="619038" cy="491364"/>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546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41" name="流程图: 接点 572">
                  <a:extLst>
                    <a:ext uri="{FF2B5EF4-FFF2-40B4-BE49-F238E27FC236}">
                      <a16:creationId xmlns:a16="http://schemas.microsoft.com/office/drawing/2014/main" id="{135D12E2-4880-0EC0-75C3-320846B6D14A}"/>
                    </a:ext>
                  </a:extLst>
                </p:cNvPr>
                <p:cNvSpPr/>
                <p:nvPr/>
              </p:nvSpPr>
              <p:spPr>
                <a:xfrm>
                  <a:off x="3677257" y="4600004"/>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546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224" name="直线连接符 13223">
                <a:extLst>
                  <a:ext uri="{FF2B5EF4-FFF2-40B4-BE49-F238E27FC236}">
                    <a16:creationId xmlns:a16="http://schemas.microsoft.com/office/drawing/2014/main" id="{DACDE771-C92A-A749-1B6C-973C76FF99C6}"/>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25" name="直线连接符 13224">
                <a:extLst>
                  <a:ext uri="{FF2B5EF4-FFF2-40B4-BE49-F238E27FC236}">
                    <a16:creationId xmlns:a16="http://schemas.microsoft.com/office/drawing/2014/main" id="{F6C1C7DE-F038-0AE5-D398-531AD7F0F779}"/>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26" name="直线连接符 13225">
                <a:extLst>
                  <a:ext uri="{FF2B5EF4-FFF2-40B4-BE49-F238E27FC236}">
                    <a16:creationId xmlns:a16="http://schemas.microsoft.com/office/drawing/2014/main" id="{3C301014-3738-03B8-407D-FC215F0A2D00}"/>
                  </a:ext>
                </a:extLst>
              </p:cNvPr>
              <p:cNvCxnSpPr>
                <a:cxnSpLocks/>
              </p:cNvCxnSpPr>
              <p:nvPr/>
            </p:nvCxnSpPr>
            <p:spPr>
              <a:xfrm>
                <a:off x="929910" y="34889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27" name="直线连接符 13226">
                <a:extLst>
                  <a:ext uri="{FF2B5EF4-FFF2-40B4-BE49-F238E27FC236}">
                    <a16:creationId xmlns:a16="http://schemas.microsoft.com/office/drawing/2014/main" id="{4DEC4963-8BD1-8FB0-B806-66E1FD26EB2D}"/>
                  </a:ext>
                </a:extLst>
              </p:cNvPr>
              <p:cNvCxnSpPr>
                <a:cxnSpLocks/>
              </p:cNvCxnSpPr>
              <p:nvPr/>
            </p:nvCxnSpPr>
            <p:spPr>
              <a:xfrm>
                <a:off x="904055" y="349236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28" name="直线连接符 13227">
                <a:extLst>
                  <a:ext uri="{FF2B5EF4-FFF2-40B4-BE49-F238E27FC236}">
                    <a16:creationId xmlns:a16="http://schemas.microsoft.com/office/drawing/2014/main" id="{7B87811F-4990-8FD4-309D-74E96D71E988}"/>
                  </a:ext>
                </a:extLst>
              </p:cNvPr>
              <p:cNvCxnSpPr>
                <a:cxnSpLocks/>
              </p:cNvCxnSpPr>
              <p:nvPr/>
            </p:nvCxnSpPr>
            <p:spPr>
              <a:xfrm>
                <a:off x="876844" y="3489339"/>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29" name="直线连接符 13228">
                <a:extLst>
                  <a:ext uri="{FF2B5EF4-FFF2-40B4-BE49-F238E27FC236}">
                    <a16:creationId xmlns:a16="http://schemas.microsoft.com/office/drawing/2014/main" id="{3EC0C364-A262-16E2-F3D5-2D677555FA1B}"/>
                  </a:ext>
                </a:extLst>
              </p:cNvPr>
              <p:cNvCxnSpPr>
                <a:cxnSpLocks/>
              </p:cNvCxnSpPr>
              <p:nvPr/>
            </p:nvCxnSpPr>
            <p:spPr>
              <a:xfrm>
                <a:off x="847577"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0" name="直线连接符 13229">
                <a:extLst>
                  <a:ext uri="{FF2B5EF4-FFF2-40B4-BE49-F238E27FC236}">
                    <a16:creationId xmlns:a16="http://schemas.microsoft.com/office/drawing/2014/main" id="{E78AD0E0-9C7E-50B5-2F68-1C750DC9BC66}"/>
                  </a:ext>
                </a:extLst>
              </p:cNvPr>
              <p:cNvCxnSpPr>
                <a:cxnSpLocks/>
              </p:cNvCxnSpPr>
              <p:nvPr/>
            </p:nvCxnSpPr>
            <p:spPr>
              <a:xfrm>
                <a:off x="821015" y="34925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1" name="直线连接符 13230">
                <a:extLst>
                  <a:ext uri="{FF2B5EF4-FFF2-40B4-BE49-F238E27FC236}">
                    <a16:creationId xmlns:a16="http://schemas.microsoft.com/office/drawing/2014/main" id="{10CD2BA5-B0DE-2F6F-6488-50B5D89C3677}"/>
                  </a:ext>
                </a:extLst>
              </p:cNvPr>
              <p:cNvCxnSpPr>
                <a:cxnSpLocks/>
              </p:cNvCxnSpPr>
              <p:nvPr/>
            </p:nvCxnSpPr>
            <p:spPr>
              <a:xfrm>
                <a:off x="756664" y="3495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2" name="直线连接符 13231">
                <a:extLst>
                  <a:ext uri="{FF2B5EF4-FFF2-40B4-BE49-F238E27FC236}">
                    <a16:creationId xmlns:a16="http://schemas.microsoft.com/office/drawing/2014/main" id="{2BC5FD00-311C-B3E1-561D-9538CD9D126B}"/>
                  </a:ext>
                </a:extLst>
              </p:cNvPr>
              <p:cNvCxnSpPr>
                <a:cxnSpLocks/>
              </p:cNvCxnSpPr>
              <p:nvPr/>
            </p:nvCxnSpPr>
            <p:spPr>
              <a:xfrm>
                <a:off x="791448" y="34925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3" name="直线连接符 13232">
                <a:extLst>
                  <a:ext uri="{FF2B5EF4-FFF2-40B4-BE49-F238E27FC236}">
                    <a16:creationId xmlns:a16="http://schemas.microsoft.com/office/drawing/2014/main" id="{91BA31D3-B9F3-C4BD-06CB-C54ED05C76C8}"/>
                  </a:ext>
                </a:extLst>
              </p:cNvPr>
              <p:cNvCxnSpPr>
                <a:cxnSpLocks/>
              </p:cNvCxnSpPr>
              <p:nvPr/>
            </p:nvCxnSpPr>
            <p:spPr>
              <a:xfrm>
                <a:off x="727880"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4" name="直线连接符 13233">
                <a:extLst>
                  <a:ext uri="{FF2B5EF4-FFF2-40B4-BE49-F238E27FC236}">
                    <a16:creationId xmlns:a16="http://schemas.microsoft.com/office/drawing/2014/main" id="{100FF19E-AFA1-5507-F902-C4F6A09D10BE}"/>
                  </a:ext>
                </a:extLst>
              </p:cNvPr>
              <p:cNvCxnSpPr>
                <a:cxnSpLocks/>
              </p:cNvCxnSpPr>
              <p:nvPr/>
            </p:nvCxnSpPr>
            <p:spPr>
              <a:xfrm>
                <a:off x="702589" y="349177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5" name="直线连接符 13234">
                <a:extLst>
                  <a:ext uri="{FF2B5EF4-FFF2-40B4-BE49-F238E27FC236}">
                    <a16:creationId xmlns:a16="http://schemas.microsoft.com/office/drawing/2014/main" id="{FF621B61-41DF-7F49-E782-05823CEB0985}"/>
                  </a:ext>
                </a:extLst>
              </p:cNvPr>
              <p:cNvCxnSpPr>
                <a:cxnSpLocks/>
              </p:cNvCxnSpPr>
              <p:nvPr/>
            </p:nvCxnSpPr>
            <p:spPr>
              <a:xfrm>
                <a:off x="669942" y="348910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6" name="直线连接符 13235">
                <a:extLst>
                  <a:ext uri="{FF2B5EF4-FFF2-40B4-BE49-F238E27FC236}">
                    <a16:creationId xmlns:a16="http://schemas.microsoft.com/office/drawing/2014/main" id="{29852F8F-5416-F088-3A49-2069C0A44E33}"/>
                  </a:ext>
                </a:extLst>
              </p:cNvPr>
              <p:cNvCxnSpPr>
                <a:cxnSpLocks/>
              </p:cNvCxnSpPr>
              <p:nvPr/>
            </p:nvCxnSpPr>
            <p:spPr>
              <a:xfrm>
                <a:off x="648401" y="348905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37" name="直线连接符 13236">
                <a:extLst>
                  <a:ext uri="{FF2B5EF4-FFF2-40B4-BE49-F238E27FC236}">
                    <a16:creationId xmlns:a16="http://schemas.microsoft.com/office/drawing/2014/main" id="{F545847E-71B3-E449-0C6C-1A773E49D641}"/>
                  </a:ext>
                </a:extLst>
              </p:cNvPr>
              <p:cNvCxnSpPr>
                <a:cxnSpLocks/>
              </p:cNvCxnSpPr>
              <p:nvPr/>
            </p:nvCxnSpPr>
            <p:spPr>
              <a:xfrm>
                <a:off x="621539" y="349196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238" name="直线连接符 13237">
                <a:extLst>
                  <a:ext uri="{FF2B5EF4-FFF2-40B4-BE49-F238E27FC236}">
                    <a16:creationId xmlns:a16="http://schemas.microsoft.com/office/drawing/2014/main" id="{53B4C077-74DC-9107-7F5B-BF3F0A322763}"/>
                  </a:ext>
                </a:extLst>
              </p:cNvPr>
              <p:cNvCxnSpPr>
                <a:cxnSpLocks/>
              </p:cNvCxnSpPr>
              <p:nvPr/>
            </p:nvCxnSpPr>
            <p:spPr>
              <a:xfrm>
                <a:off x="598299" y="348952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239" name="直线连接符 13238">
                <a:extLst>
                  <a:ext uri="{FF2B5EF4-FFF2-40B4-BE49-F238E27FC236}">
                    <a16:creationId xmlns:a16="http://schemas.microsoft.com/office/drawing/2014/main" id="{D643A4D3-7AB6-FA29-AB0E-BABEE7565CE5}"/>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146" name="组合 13145">
              <a:extLst>
                <a:ext uri="{FF2B5EF4-FFF2-40B4-BE49-F238E27FC236}">
                  <a16:creationId xmlns:a16="http://schemas.microsoft.com/office/drawing/2014/main" id="{25196CF7-12BB-0254-D1A7-FC10CF786A92}"/>
                </a:ext>
              </a:extLst>
            </p:cNvPr>
            <p:cNvGrpSpPr/>
            <p:nvPr/>
          </p:nvGrpSpPr>
          <p:grpSpPr>
            <a:xfrm>
              <a:off x="4644921" y="9413552"/>
              <a:ext cx="419388" cy="377446"/>
              <a:chOff x="572796" y="3376774"/>
              <a:chExt cx="419388" cy="377446"/>
            </a:xfrm>
          </p:grpSpPr>
          <p:grpSp>
            <p:nvGrpSpPr>
              <p:cNvPr id="13203" name="组合 13202">
                <a:extLst>
                  <a:ext uri="{FF2B5EF4-FFF2-40B4-BE49-F238E27FC236}">
                    <a16:creationId xmlns:a16="http://schemas.microsoft.com/office/drawing/2014/main" id="{EC325B81-57CC-A796-92C9-A3E9DD5F5104}"/>
                  </a:ext>
                </a:extLst>
              </p:cNvPr>
              <p:cNvGrpSpPr/>
              <p:nvPr/>
            </p:nvGrpSpPr>
            <p:grpSpPr>
              <a:xfrm>
                <a:off x="572796" y="3376774"/>
                <a:ext cx="419388" cy="377446"/>
                <a:chOff x="3493877" y="4575043"/>
                <a:chExt cx="619038" cy="543369"/>
              </a:xfrm>
            </p:grpSpPr>
            <p:sp>
              <p:nvSpPr>
                <p:cNvPr id="13221" name="流程图: 接点 571">
                  <a:extLst>
                    <a:ext uri="{FF2B5EF4-FFF2-40B4-BE49-F238E27FC236}">
                      <a16:creationId xmlns:a16="http://schemas.microsoft.com/office/drawing/2014/main" id="{A1B9DFE1-A6CC-B6FF-5614-CD2963B358A4}"/>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22" name="流程图: 接点 572">
                  <a:extLst>
                    <a:ext uri="{FF2B5EF4-FFF2-40B4-BE49-F238E27FC236}">
                      <a16:creationId xmlns:a16="http://schemas.microsoft.com/office/drawing/2014/main" id="{6E174C5E-EA09-2B26-6AE4-03A6FBEF2FC0}"/>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204" name="直线连接符 13203">
                <a:extLst>
                  <a:ext uri="{FF2B5EF4-FFF2-40B4-BE49-F238E27FC236}">
                    <a16:creationId xmlns:a16="http://schemas.microsoft.com/office/drawing/2014/main" id="{E785C9AE-1196-2368-E462-49CC6F4A1C9B}"/>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05" name="直线连接符 13204">
                <a:extLst>
                  <a:ext uri="{FF2B5EF4-FFF2-40B4-BE49-F238E27FC236}">
                    <a16:creationId xmlns:a16="http://schemas.microsoft.com/office/drawing/2014/main" id="{F1B1F558-C780-D856-447B-70B32273053D}"/>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06" name="直线连接符 13205">
                <a:extLst>
                  <a:ext uri="{FF2B5EF4-FFF2-40B4-BE49-F238E27FC236}">
                    <a16:creationId xmlns:a16="http://schemas.microsoft.com/office/drawing/2014/main" id="{61422C4E-F5FE-2E85-D558-03492B01F522}"/>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07" name="直线连接符 13206">
                <a:extLst>
                  <a:ext uri="{FF2B5EF4-FFF2-40B4-BE49-F238E27FC236}">
                    <a16:creationId xmlns:a16="http://schemas.microsoft.com/office/drawing/2014/main" id="{7E3F10E6-77CF-F2B6-8FFD-57D62488FBAD}"/>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08" name="直线连接符 13207">
                <a:extLst>
                  <a:ext uri="{FF2B5EF4-FFF2-40B4-BE49-F238E27FC236}">
                    <a16:creationId xmlns:a16="http://schemas.microsoft.com/office/drawing/2014/main" id="{E085A2FC-B2A5-E5D4-7403-E976D13611F0}"/>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09" name="直线连接符 13208">
                <a:extLst>
                  <a:ext uri="{FF2B5EF4-FFF2-40B4-BE49-F238E27FC236}">
                    <a16:creationId xmlns:a16="http://schemas.microsoft.com/office/drawing/2014/main" id="{B2435099-8483-E7CB-BD94-28F8A4BE6A66}"/>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0" name="直线连接符 13209">
                <a:extLst>
                  <a:ext uri="{FF2B5EF4-FFF2-40B4-BE49-F238E27FC236}">
                    <a16:creationId xmlns:a16="http://schemas.microsoft.com/office/drawing/2014/main" id="{E96ACBCD-1A55-3357-A97D-5173E71F1C37}"/>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1" name="直线连接符 13210">
                <a:extLst>
                  <a:ext uri="{FF2B5EF4-FFF2-40B4-BE49-F238E27FC236}">
                    <a16:creationId xmlns:a16="http://schemas.microsoft.com/office/drawing/2014/main" id="{42E3C724-271D-9BD0-4206-4A0972FFEFE3}"/>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2" name="直线连接符 13211">
                <a:extLst>
                  <a:ext uri="{FF2B5EF4-FFF2-40B4-BE49-F238E27FC236}">
                    <a16:creationId xmlns:a16="http://schemas.microsoft.com/office/drawing/2014/main" id="{F8F5F21F-A036-37F7-6E0A-A51A5AE00971}"/>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3" name="直线连接符 13212">
                <a:extLst>
                  <a:ext uri="{FF2B5EF4-FFF2-40B4-BE49-F238E27FC236}">
                    <a16:creationId xmlns:a16="http://schemas.microsoft.com/office/drawing/2014/main" id="{2CCDD60F-B693-C592-ADE2-4B71A7C0205A}"/>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4" name="直线连接符 13213">
                <a:extLst>
                  <a:ext uri="{FF2B5EF4-FFF2-40B4-BE49-F238E27FC236}">
                    <a16:creationId xmlns:a16="http://schemas.microsoft.com/office/drawing/2014/main" id="{D1207AD0-CA06-0209-F689-D2CAF23D96B3}"/>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5" name="直线连接符 13214">
                <a:extLst>
                  <a:ext uri="{FF2B5EF4-FFF2-40B4-BE49-F238E27FC236}">
                    <a16:creationId xmlns:a16="http://schemas.microsoft.com/office/drawing/2014/main" id="{C320C6C8-BC79-983F-4C80-697F6FC5D0C2}"/>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6" name="直线连接符 13215">
                <a:extLst>
                  <a:ext uri="{FF2B5EF4-FFF2-40B4-BE49-F238E27FC236}">
                    <a16:creationId xmlns:a16="http://schemas.microsoft.com/office/drawing/2014/main" id="{E195F78D-0257-29DC-0F89-8599B31557D0}"/>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7" name="直线连接符 13216">
                <a:extLst>
                  <a:ext uri="{FF2B5EF4-FFF2-40B4-BE49-F238E27FC236}">
                    <a16:creationId xmlns:a16="http://schemas.microsoft.com/office/drawing/2014/main" id="{D22B75C3-52E9-5AEF-8ED2-35992494511C}"/>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18" name="直线连接符 13217">
                <a:extLst>
                  <a:ext uri="{FF2B5EF4-FFF2-40B4-BE49-F238E27FC236}">
                    <a16:creationId xmlns:a16="http://schemas.microsoft.com/office/drawing/2014/main" id="{CD4CCD5F-E700-89B6-63C0-C4CEA77FA1BF}"/>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219" name="直线连接符 13218">
                <a:extLst>
                  <a:ext uri="{FF2B5EF4-FFF2-40B4-BE49-F238E27FC236}">
                    <a16:creationId xmlns:a16="http://schemas.microsoft.com/office/drawing/2014/main" id="{D5857EAC-D068-0853-1300-CFC252F6B6EE}"/>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220" name="直线连接符 13219">
                <a:extLst>
                  <a:ext uri="{FF2B5EF4-FFF2-40B4-BE49-F238E27FC236}">
                    <a16:creationId xmlns:a16="http://schemas.microsoft.com/office/drawing/2014/main" id="{3112ABA1-80EB-1EB3-0BD0-D88C2F755A7E}"/>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147" name="流程图: 接点 554">
              <a:extLst>
                <a:ext uri="{FF2B5EF4-FFF2-40B4-BE49-F238E27FC236}">
                  <a16:creationId xmlns:a16="http://schemas.microsoft.com/office/drawing/2014/main" id="{BF959CCC-5991-E6BC-FCEC-86C19E1A2153}"/>
                </a:ext>
              </a:extLst>
            </p:cNvPr>
            <p:cNvSpPr/>
            <p:nvPr/>
          </p:nvSpPr>
          <p:spPr>
            <a:xfrm>
              <a:off x="4317646" y="10129389"/>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48" name="椭圆 13147">
              <a:extLst>
                <a:ext uri="{FF2B5EF4-FFF2-40B4-BE49-F238E27FC236}">
                  <a16:creationId xmlns:a16="http://schemas.microsoft.com/office/drawing/2014/main" id="{9A314EAA-BA25-7215-92E8-26CF5140DF1D}"/>
                </a:ext>
              </a:extLst>
            </p:cNvPr>
            <p:cNvSpPr/>
            <p:nvPr/>
          </p:nvSpPr>
          <p:spPr>
            <a:xfrm>
              <a:off x="4146285" y="9682642"/>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49" name="流程图: 接点 556">
              <a:extLst>
                <a:ext uri="{FF2B5EF4-FFF2-40B4-BE49-F238E27FC236}">
                  <a16:creationId xmlns:a16="http://schemas.microsoft.com/office/drawing/2014/main" id="{8DECDD7E-8834-9F27-5103-AF3D58E44C86}"/>
                </a:ext>
              </a:extLst>
            </p:cNvPr>
            <p:cNvSpPr/>
            <p:nvPr/>
          </p:nvSpPr>
          <p:spPr>
            <a:xfrm>
              <a:off x="4271273" y="9304109"/>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150" name="组合 13149">
              <a:extLst>
                <a:ext uri="{FF2B5EF4-FFF2-40B4-BE49-F238E27FC236}">
                  <a16:creationId xmlns:a16="http://schemas.microsoft.com/office/drawing/2014/main" id="{C8CDC01D-6D84-CFA5-F1EB-D9264901C4CA}"/>
                </a:ext>
              </a:extLst>
            </p:cNvPr>
            <p:cNvGrpSpPr/>
            <p:nvPr/>
          </p:nvGrpSpPr>
          <p:grpSpPr>
            <a:xfrm>
              <a:off x="4123166" y="9617910"/>
              <a:ext cx="419388" cy="487204"/>
              <a:chOff x="5768619" y="3058692"/>
              <a:chExt cx="419388" cy="487204"/>
            </a:xfrm>
          </p:grpSpPr>
          <p:sp>
            <p:nvSpPr>
              <p:cNvPr id="13184" name="流程图: 接点 571">
                <a:extLst>
                  <a:ext uri="{FF2B5EF4-FFF2-40B4-BE49-F238E27FC236}">
                    <a16:creationId xmlns:a16="http://schemas.microsoft.com/office/drawing/2014/main" id="{9622F601-0B90-6153-FAD9-F46228597CB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85" name="流程图: 接点 572">
                <a:extLst>
                  <a:ext uri="{FF2B5EF4-FFF2-40B4-BE49-F238E27FC236}">
                    <a16:creationId xmlns:a16="http://schemas.microsoft.com/office/drawing/2014/main" id="{97E529B1-D357-3845-F62D-52E3DF830E6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186" name="直线连接符 13185">
                <a:extLst>
                  <a:ext uri="{FF2B5EF4-FFF2-40B4-BE49-F238E27FC236}">
                    <a16:creationId xmlns:a16="http://schemas.microsoft.com/office/drawing/2014/main" id="{3210CE0E-11FB-943E-AF61-D266AC67D77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87" name="直线连接符 13186">
                <a:extLst>
                  <a:ext uri="{FF2B5EF4-FFF2-40B4-BE49-F238E27FC236}">
                    <a16:creationId xmlns:a16="http://schemas.microsoft.com/office/drawing/2014/main" id="{4F757398-DED2-0D32-8BDE-2775793C7F7D}"/>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88" name="直线连接符 13187">
                <a:extLst>
                  <a:ext uri="{FF2B5EF4-FFF2-40B4-BE49-F238E27FC236}">
                    <a16:creationId xmlns:a16="http://schemas.microsoft.com/office/drawing/2014/main" id="{05DB8122-4FF6-687B-16D9-129C576EB13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89" name="直线连接符 13188">
                <a:extLst>
                  <a:ext uri="{FF2B5EF4-FFF2-40B4-BE49-F238E27FC236}">
                    <a16:creationId xmlns:a16="http://schemas.microsoft.com/office/drawing/2014/main" id="{46AAD9A7-709C-87B5-47E4-B114274270D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0" name="直线连接符 13189">
                <a:extLst>
                  <a:ext uri="{FF2B5EF4-FFF2-40B4-BE49-F238E27FC236}">
                    <a16:creationId xmlns:a16="http://schemas.microsoft.com/office/drawing/2014/main" id="{F9EA24FD-C602-7CA8-BC71-7614971250C5}"/>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1" name="直线连接符 13190">
                <a:extLst>
                  <a:ext uri="{FF2B5EF4-FFF2-40B4-BE49-F238E27FC236}">
                    <a16:creationId xmlns:a16="http://schemas.microsoft.com/office/drawing/2014/main" id="{54C9D4D7-E17A-5ABC-7348-B5FB4B8838A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2" name="直线连接符 13191">
                <a:extLst>
                  <a:ext uri="{FF2B5EF4-FFF2-40B4-BE49-F238E27FC236}">
                    <a16:creationId xmlns:a16="http://schemas.microsoft.com/office/drawing/2014/main" id="{86ACC005-A7D9-02FD-B1F7-4F4590FD5DC1}"/>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3" name="直线连接符 13192">
                <a:extLst>
                  <a:ext uri="{FF2B5EF4-FFF2-40B4-BE49-F238E27FC236}">
                    <a16:creationId xmlns:a16="http://schemas.microsoft.com/office/drawing/2014/main" id="{FF82F362-0746-DAED-9CEC-B6DD0C31D7A1}"/>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4" name="直线连接符 13193">
                <a:extLst>
                  <a:ext uri="{FF2B5EF4-FFF2-40B4-BE49-F238E27FC236}">
                    <a16:creationId xmlns:a16="http://schemas.microsoft.com/office/drawing/2014/main" id="{C2A4E2C5-D908-E8D0-977B-39DBB7D8593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5" name="直线连接符 13194">
                <a:extLst>
                  <a:ext uri="{FF2B5EF4-FFF2-40B4-BE49-F238E27FC236}">
                    <a16:creationId xmlns:a16="http://schemas.microsoft.com/office/drawing/2014/main" id="{A560FBA0-165D-087C-CA2A-9C62A0917EF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6" name="直线连接符 13195">
                <a:extLst>
                  <a:ext uri="{FF2B5EF4-FFF2-40B4-BE49-F238E27FC236}">
                    <a16:creationId xmlns:a16="http://schemas.microsoft.com/office/drawing/2014/main" id="{86F5A89E-77A9-5DCC-9A17-F6B00011EE59}"/>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7" name="直线连接符 13196">
                <a:extLst>
                  <a:ext uri="{FF2B5EF4-FFF2-40B4-BE49-F238E27FC236}">
                    <a16:creationId xmlns:a16="http://schemas.microsoft.com/office/drawing/2014/main" id="{958AF8F1-7E86-7088-4EC1-3CB3E4B489B9}"/>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8" name="直线连接符 13197">
                <a:extLst>
                  <a:ext uri="{FF2B5EF4-FFF2-40B4-BE49-F238E27FC236}">
                    <a16:creationId xmlns:a16="http://schemas.microsoft.com/office/drawing/2014/main" id="{914DCA55-C8CD-A1B3-BBB0-9231662F740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99" name="直线连接符 13198">
                <a:extLst>
                  <a:ext uri="{FF2B5EF4-FFF2-40B4-BE49-F238E27FC236}">
                    <a16:creationId xmlns:a16="http://schemas.microsoft.com/office/drawing/2014/main" id="{F9FD9958-45DA-71C5-BCD8-4DA6099FF7EA}"/>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00" name="直线连接符 13199">
                <a:extLst>
                  <a:ext uri="{FF2B5EF4-FFF2-40B4-BE49-F238E27FC236}">
                    <a16:creationId xmlns:a16="http://schemas.microsoft.com/office/drawing/2014/main" id="{B5FEB983-4B93-8282-842B-03A921E1D35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201" name="直线连接符 13200">
                <a:extLst>
                  <a:ext uri="{FF2B5EF4-FFF2-40B4-BE49-F238E27FC236}">
                    <a16:creationId xmlns:a16="http://schemas.microsoft.com/office/drawing/2014/main" id="{371666C6-84AE-EF4E-035B-81CDB44ECDF7}"/>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202" name="直线连接符 13201">
                <a:extLst>
                  <a:ext uri="{FF2B5EF4-FFF2-40B4-BE49-F238E27FC236}">
                    <a16:creationId xmlns:a16="http://schemas.microsoft.com/office/drawing/2014/main" id="{48BE7153-8D6A-05FE-44E0-468221EFFDB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151" name="组合 13150">
              <a:extLst>
                <a:ext uri="{FF2B5EF4-FFF2-40B4-BE49-F238E27FC236}">
                  <a16:creationId xmlns:a16="http://schemas.microsoft.com/office/drawing/2014/main" id="{7565947C-ABD7-DD29-C990-EA15DF1DA46C}"/>
                </a:ext>
              </a:extLst>
            </p:cNvPr>
            <p:cNvGrpSpPr/>
            <p:nvPr/>
          </p:nvGrpSpPr>
          <p:grpSpPr>
            <a:xfrm>
              <a:off x="5259509" y="9548467"/>
              <a:ext cx="419388" cy="487204"/>
              <a:chOff x="5768619" y="3058692"/>
              <a:chExt cx="419388" cy="487204"/>
            </a:xfrm>
          </p:grpSpPr>
          <p:sp>
            <p:nvSpPr>
              <p:cNvPr id="13165" name="流程图: 接点 571">
                <a:extLst>
                  <a:ext uri="{FF2B5EF4-FFF2-40B4-BE49-F238E27FC236}">
                    <a16:creationId xmlns:a16="http://schemas.microsoft.com/office/drawing/2014/main" id="{C2D054FD-DF0B-4784-6079-BCDE39CD58C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66" name="流程图: 接点 572">
                <a:extLst>
                  <a:ext uri="{FF2B5EF4-FFF2-40B4-BE49-F238E27FC236}">
                    <a16:creationId xmlns:a16="http://schemas.microsoft.com/office/drawing/2014/main" id="{42FA133C-88A9-4BE3-C328-2F57A178C63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167" name="直线连接符 13166">
                <a:extLst>
                  <a:ext uri="{FF2B5EF4-FFF2-40B4-BE49-F238E27FC236}">
                    <a16:creationId xmlns:a16="http://schemas.microsoft.com/office/drawing/2014/main" id="{8AE184C1-5709-5E04-4C02-6280360AC61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68" name="直线连接符 13167">
                <a:extLst>
                  <a:ext uri="{FF2B5EF4-FFF2-40B4-BE49-F238E27FC236}">
                    <a16:creationId xmlns:a16="http://schemas.microsoft.com/office/drawing/2014/main" id="{405A212E-EECA-98FD-FE0C-2F260F16837F}"/>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69" name="直线连接符 13168">
                <a:extLst>
                  <a:ext uri="{FF2B5EF4-FFF2-40B4-BE49-F238E27FC236}">
                    <a16:creationId xmlns:a16="http://schemas.microsoft.com/office/drawing/2014/main" id="{02AF288C-F8D8-68B8-1643-5667CCBF918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0" name="直线连接符 13169">
                <a:extLst>
                  <a:ext uri="{FF2B5EF4-FFF2-40B4-BE49-F238E27FC236}">
                    <a16:creationId xmlns:a16="http://schemas.microsoft.com/office/drawing/2014/main" id="{7A36CF00-44C4-AB07-C747-9E392D928F45}"/>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1" name="直线连接符 13170">
                <a:extLst>
                  <a:ext uri="{FF2B5EF4-FFF2-40B4-BE49-F238E27FC236}">
                    <a16:creationId xmlns:a16="http://schemas.microsoft.com/office/drawing/2014/main" id="{ED4C9DA6-FB67-E02E-9664-1DDB948B1DD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2" name="直线连接符 13171">
                <a:extLst>
                  <a:ext uri="{FF2B5EF4-FFF2-40B4-BE49-F238E27FC236}">
                    <a16:creationId xmlns:a16="http://schemas.microsoft.com/office/drawing/2014/main" id="{6986B93D-9C5A-3795-22F4-93C6BA0DC64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3" name="直线连接符 13172">
                <a:extLst>
                  <a:ext uri="{FF2B5EF4-FFF2-40B4-BE49-F238E27FC236}">
                    <a16:creationId xmlns:a16="http://schemas.microsoft.com/office/drawing/2014/main" id="{F1EBB4DE-B993-CF64-5B68-0A0E29E2BCA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4" name="直线连接符 13173">
                <a:extLst>
                  <a:ext uri="{FF2B5EF4-FFF2-40B4-BE49-F238E27FC236}">
                    <a16:creationId xmlns:a16="http://schemas.microsoft.com/office/drawing/2014/main" id="{94B92DFE-F4D4-6B32-909F-5F6346773D23}"/>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5" name="直线连接符 13174">
                <a:extLst>
                  <a:ext uri="{FF2B5EF4-FFF2-40B4-BE49-F238E27FC236}">
                    <a16:creationId xmlns:a16="http://schemas.microsoft.com/office/drawing/2014/main" id="{FE84ABC4-8136-98B9-D59D-5AA551F61DC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6" name="直线连接符 13175">
                <a:extLst>
                  <a:ext uri="{FF2B5EF4-FFF2-40B4-BE49-F238E27FC236}">
                    <a16:creationId xmlns:a16="http://schemas.microsoft.com/office/drawing/2014/main" id="{F5746E00-B1DB-1445-1C9B-258BB7DC8E79}"/>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7" name="直线连接符 13176">
                <a:extLst>
                  <a:ext uri="{FF2B5EF4-FFF2-40B4-BE49-F238E27FC236}">
                    <a16:creationId xmlns:a16="http://schemas.microsoft.com/office/drawing/2014/main" id="{5A3B95C7-8A24-2917-968B-FF1184B0096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8" name="直线连接符 13177">
                <a:extLst>
                  <a:ext uri="{FF2B5EF4-FFF2-40B4-BE49-F238E27FC236}">
                    <a16:creationId xmlns:a16="http://schemas.microsoft.com/office/drawing/2014/main" id="{92A35B9B-1F6F-5A80-6D85-7F1E51666D9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79" name="直线连接符 13178">
                <a:extLst>
                  <a:ext uri="{FF2B5EF4-FFF2-40B4-BE49-F238E27FC236}">
                    <a16:creationId xmlns:a16="http://schemas.microsoft.com/office/drawing/2014/main" id="{46F387C2-E45F-654C-6AA2-845900ABFD0A}"/>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80" name="直线连接符 13179">
                <a:extLst>
                  <a:ext uri="{FF2B5EF4-FFF2-40B4-BE49-F238E27FC236}">
                    <a16:creationId xmlns:a16="http://schemas.microsoft.com/office/drawing/2014/main" id="{37FE65D7-1DAD-AAA7-6A62-5554EE064D8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81" name="直线连接符 13180">
                <a:extLst>
                  <a:ext uri="{FF2B5EF4-FFF2-40B4-BE49-F238E27FC236}">
                    <a16:creationId xmlns:a16="http://schemas.microsoft.com/office/drawing/2014/main" id="{F28F39F0-CED7-B64E-0E73-06C512BD2D76}"/>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182" name="直线连接符 13181">
                <a:extLst>
                  <a:ext uri="{FF2B5EF4-FFF2-40B4-BE49-F238E27FC236}">
                    <a16:creationId xmlns:a16="http://schemas.microsoft.com/office/drawing/2014/main" id="{4A614B94-6612-1925-7F99-5DC845113068}"/>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183" name="直线连接符 13182">
                <a:extLst>
                  <a:ext uri="{FF2B5EF4-FFF2-40B4-BE49-F238E27FC236}">
                    <a16:creationId xmlns:a16="http://schemas.microsoft.com/office/drawing/2014/main" id="{092A5EBF-5A8E-A5C5-A377-63A31FE8A74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152" name="组合 13151">
              <a:extLst>
                <a:ext uri="{FF2B5EF4-FFF2-40B4-BE49-F238E27FC236}">
                  <a16:creationId xmlns:a16="http://schemas.microsoft.com/office/drawing/2014/main" id="{D61E3835-B155-9F2F-B73F-50348DEE69C0}"/>
                </a:ext>
              </a:extLst>
            </p:cNvPr>
            <p:cNvGrpSpPr/>
            <p:nvPr/>
          </p:nvGrpSpPr>
          <p:grpSpPr>
            <a:xfrm>
              <a:off x="3782498" y="8467786"/>
              <a:ext cx="1973841" cy="1732229"/>
              <a:chOff x="7707547" y="3116283"/>
              <a:chExt cx="2913493" cy="2493706"/>
            </a:xfrm>
          </p:grpSpPr>
          <p:sp>
            <p:nvSpPr>
              <p:cNvPr id="13161" name="流程图: 接点 567">
                <a:extLst>
                  <a:ext uri="{FF2B5EF4-FFF2-40B4-BE49-F238E27FC236}">
                    <a16:creationId xmlns:a16="http://schemas.microsoft.com/office/drawing/2014/main" id="{B0012374-98BF-4009-A8BB-9ACB0184F449}"/>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62" name="流程图: 接点 568">
                <a:extLst>
                  <a:ext uri="{FF2B5EF4-FFF2-40B4-BE49-F238E27FC236}">
                    <a16:creationId xmlns:a16="http://schemas.microsoft.com/office/drawing/2014/main" id="{BAA4A0A3-6AC4-4144-C3D3-66E1DB8D2141}"/>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60000" lon="0" rev="214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63" name="椭圆 13162">
                <a:extLst>
                  <a:ext uri="{FF2B5EF4-FFF2-40B4-BE49-F238E27FC236}">
                    <a16:creationId xmlns:a16="http://schemas.microsoft.com/office/drawing/2014/main" id="{35C04B00-3545-AAE5-EEF9-7EAE040A0113}"/>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4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64" name="椭圆 13163">
                <a:extLst>
                  <a:ext uri="{FF2B5EF4-FFF2-40B4-BE49-F238E27FC236}">
                    <a16:creationId xmlns:a16="http://schemas.microsoft.com/office/drawing/2014/main" id="{4228BB01-1333-3D93-F43A-3BF19631F52B}"/>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4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153" name="组合 13152">
              <a:extLst>
                <a:ext uri="{FF2B5EF4-FFF2-40B4-BE49-F238E27FC236}">
                  <a16:creationId xmlns:a16="http://schemas.microsoft.com/office/drawing/2014/main" id="{7FC4C2A8-759A-CAA0-7894-5E33B571C444}"/>
                </a:ext>
              </a:extLst>
            </p:cNvPr>
            <p:cNvGrpSpPr/>
            <p:nvPr/>
          </p:nvGrpSpPr>
          <p:grpSpPr>
            <a:xfrm>
              <a:off x="4087388" y="7957566"/>
              <a:ext cx="1057508" cy="1052178"/>
              <a:chOff x="4604429" y="1852554"/>
              <a:chExt cx="875802" cy="967650"/>
            </a:xfrm>
            <a:scene3d>
              <a:camera prst="orthographicFront">
                <a:rot lat="600000" lon="7650000" rev="21480000"/>
              </a:camera>
              <a:lightRig rig="threePt" dir="t"/>
            </a:scene3d>
          </p:grpSpPr>
          <p:grpSp>
            <p:nvGrpSpPr>
              <p:cNvPr id="13157" name="组合 13156">
                <a:extLst>
                  <a:ext uri="{FF2B5EF4-FFF2-40B4-BE49-F238E27FC236}">
                    <a16:creationId xmlns:a16="http://schemas.microsoft.com/office/drawing/2014/main" id="{B9F801AD-7CD4-721F-31BC-E946CA0E7EE9}"/>
                  </a:ext>
                </a:extLst>
              </p:cNvPr>
              <p:cNvGrpSpPr/>
              <p:nvPr/>
            </p:nvGrpSpPr>
            <p:grpSpPr>
              <a:xfrm>
                <a:off x="4604431" y="1852554"/>
                <a:ext cx="875800" cy="951265"/>
                <a:chOff x="5744160" y="1862568"/>
                <a:chExt cx="1527262" cy="1731253"/>
              </a:xfrm>
              <a:solidFill>
                <a:schemeClr val="tx1">
                  <a:lumMod val="65000"/>
                  <a:lumOff val="35000"/>
                </a:schemeClr>
              </a:solidFill>
            </p:grpSpPr>
            <p:sp>
              <p:nvSpPr>
                <p:cNvPr id="13159" name="流程图: 延期 565">
                  <a:extLst>
                    <a:ext uri="{FF2B5EF4-FFF2-40B4-BE49-F238E27FC236}">
                      <a16:creationId xmlns:a16="http://schemas.microsoft.com/office/drawing/2014/main" id="{3916F693-1E5A-5071-A1E2-D4DEC6893A60}"/>
                    </a:ext>
                  </a:extLst>
                </p:cNvPr>
                <p:cNvSpPr/>
                <p:nvPr/>
              </p:nvSpPr>
              <p:spPr>
                <a:xfrm rot="16200000">
                  <a:off x="5642164" y="1964564"/>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160" name="流程图: 接点 566">
                  <a:extLst>
                    <a:ext uri="{FF2B5EF4-FFF2-40B4-BE49-F238E27FC236}">
                      <a16:creationId xmlns:a16="http://schemas.microsoft.com/office/drawing/2014/main" id="{DF86B49A-C714-E4A0-70B9-47BF4CAADDE5}"/>
                    </a:ext>
                  </a:extLst>
                </p:cNvPr>
                <p:cNvSpPr/>
                <p:nvPr/>
              </p:nvSpPr>
              <p:spPr>
                <a:xfrm>
                  <a:off x="5946552" y="2058258"/>
                  <a:ext cx="1122468" cy="1059755"/>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158" name="矩形 13157">
                <a:extLst>
                  <a:ext uri="{FF2B5EF4-FFF2-40B4-BE49-F238E27FC236}">
                    <a16:creationId xmlns:a16="http://schemas.microsoft.com/office/drawing/2014/main" id="{54BB7AFC-D516-481F-89A1-1272D70CB6E6}"/>
                  </a:ext>
                </a:extLst>
              </p:cNvPr>
              <p:cNvSpPr/>
              <p:nvPr/>
            </p:nvSpPr>
            <p:spPr>
              <a:xfrm>
                <a:off x="4604429"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154" name="组合 13153">
              <a:extLst>
                <a:ext uri="{FF2B5EF4-FFF2-40B4-BE49-F238E27FC236}">
                  <a16:creationId xmlns:a16="http://schemas.microsoft.com/office/drawing/2014/main" id="{5139862B-B1C2-08BE-7B4F-BE93CE904A19}"/>
                </a:ext>
              </a:extLst>
            </p:cNvPr>
            <p:cNvGrpSpPr/>
            <p:nvPr/>
          </p:nvGrpSpPr>
          <p:grpSpPr>
            <a:xfrm>
              <a:off x="4911818" y="9188286"/>
              <a:ext cx="238182" cy="238003"/>
              <a:chOff x="5145960" y="4201202"/>
              <a:chExt cx="150892" cy="141375"/>
            </a:xfrm>
            <a:scene3d>
              <a:camera prst="orthographicFront">
                <a:rot lat="0" lon="20250000" rev="0"/>
              </a:camera>
              <a:lightRig rig="threePt" dir="t">
                <a:rot lat="0" lon="0" rev="0"/>
              </a:lightRig>
            </a:scene3d>
          </p:grpSpPr>
          <p:sp>
            <p:nvSpPr>
              <p:cNvPr id="13155" name="Oval 15540">
                <a:extLst>
                  <a:ext uri="{FF2B5EF4-FFF2-40B4-BE49-F238E27FC236}">
                    <a16:creationId xmlns:a16="http://schemas.microsoft.com/office/drawing/2014/main" id="{8536C6E7-DC27-E0CB-E6B5-EB7F64E021B9}"/>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156" name="Line 15541">
                <a:extLst>
                  <a:ext uri="{FF2B5EF4-FFF2-40B4-BE49-F238E27FC236}">
                    <a16:creationId xmlns:a16="http://schemas.microsoft.com/office/drawing/2014/main" id="{42788452-C335-F0C7-B18A-20626B1E7C95}"/>
                  </a:ext>
                </a:extLst>
              </p:cNvPr>
              <p:cNvCxnSpPr>
                <a:cxnSpLocks/>
                <a:stCxn id="13155" idx="1"/>
                <a:endCxn id="13155"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3242" name="组合 13241">
            <a:extLst>
              <a:ext uri="{FF2B5EF4-FFF2-40B4-BE49-F238E27FC236}">
                <a16:creationId xmlns:a16="http://schemas.microsoft.com/office/drawing/2014/main" id="{B022E1B7-8737-509D-ED35-61C085F53EDA}"/>
              </a:ext>
            </a:extLst>
          </p:cNvPr>
          <p:cNvGrpSpPr/>
          <p:nvPr/>
        </p:nvGrpSpPr>
        <p:grpSpPr>
          <a:xfrm>
            <a:off x="565952" y="1845718"/>
            <a:ext cx="1973841" cy="3056213"/>
            <a:chOff x="6092898" y="8051860"/>
            <a:chExt cx="1973841" cy="3056213"/>
          </a:xfrm>
        </p:grpSpPr>
        <p:grpSp>
          <p:nvGrpSpPr>
            <p:cNvPr id="13243" name="组合 13242">
              <a:extLst>
                <a:ext uri="{FF2B5EF4-FFF2-40B4-BE49-F238E27FC236}">
                  <a16:creationId xmlns:a16="http://schemas.microsoft.com/office/drawing/2014/main" id="{CED97E3C-77BB-5841-3A06-5191EB5C9AB4}"/>
                </a:ext>
              </a:extLst>
            </p:cNvPr>
            <p:cNvGrpSpPr/>
            <p:nvPr/>
          </p:nvGrpSpPr>
          <p:grpSpPr>
            <a:xfrm rot="16200000" flipV="1">
              <a:off x="6144253" y="10038018"/>
              <a:ext cx="304542" cy="273822"/>
              <a:chOff x="572797" y="3394121"/>
              <a:chExt cx="419388" cy="382270"/>
            </a:xfrm>
          </p:grpSpPr>
          <p:grpSp>
            <p:nvGrpSpPr>
              <p:cNvPr id="13321" name="组合 13320">
                <a:extLst>
                  <a:ext uri="{FF2B5EF4-FFF2-40B4-BE49-F238E27FC236}">
                    <a16:creationId xmlns:a16="http://schemas.microsoft.com/office/drawing/2014/main" id="{D3E877BE-8E7C-E376-A3D0-B4210B0075F8}"/>
                  </a:ext>
                </a:extLst>
              </p:cNvPr>
              <p:cNvGrpSpPr/>
              <p:nvPr/>
            </p:nvGrpSpPr>
            <p:grpSpPr>
              <a:xfrm>
                <a:off x="572797" y="3394121"/>
                <a:ext cx="419388" cy="382270"/>
                <a:chOff x="3493878" y="4600004"/>
                <a:chExt cx="619038" cy="550312"/>
              </a:xfrm>
            </p:grpSpPr>
            <p:sp>
              <p:nvSpPr>
                <p:cNvPr id="13338" name="流程图: 接点 571">
                  <a:extLst>
                    <a:ext uri="{FF2B5EF4-FFF2-40B4-BE49-F238E27FC236}">
                      <a16:creationId xmlns:a16="http://schemas.microsoft.com/office/drawing/2014/main" id="{FF85B2BB-E338-0342-A358-5A3A083F02C4}"/>
                    </a:ext>
                  </a:extLst>
                </p:cNvPr>
                <p:cNvSpPr/>
                <p:nvPr/>
              </p:nvSpPr>
              <p:spPr>
                <a:xfrm>
                  <a:off x="3493878" y="4658952"/>
                  <a:ext cx="619038" cy="491364"/>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546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39" name="流程图: 接点 572">
                  <a:extLst>
                    <a:ext uri="{FF2B5EF4-FFF2-40B4-BE49-F238E27FC236}">
                      <a16:creationId xmlns:a16="http://schemas.microsoft.com/office/drawing/2014/main" id="{110D922B-B6D1-799D-943E-90AFDFED33E9}"/>
                    </a:ext>
                  </a:extLst>
                </p:cNvPr>
                <p:cNvSpPr/>
                <p:nvPr/>
              </p:nvSpPr>
              <p:spPr>
                <a:xfrm>
                  <a:off x="3677257" y="4600004"/>
                  <a:ext cx="246540" cy="230174"/>
                </a:xfrm>
                <a:prstGeom prst="flowChartConnector">
                  <a:avLst/>
                </a:prstGeom>
                <a:solidFill>
                  <a:schemeClr val="tx1">
                    <a:lumMod val="50000"/>
                    <a:lumOff val="50000"/>
                  </a:schemeClr>
                </a:solidFill>
                <a:ln>
                  <a:solidFill>
                    <a:schemeClr val="bg1">
                      <a:lumMod val="95000"/>
                    </a:schemeClr>
                  </a:solidFill>
                </a:ln>
                <a:scene3d>
                  <a:camera prst="orthographicFront">
                    <a:rot lat="546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322" name="直线连接符 13321">
                <a:extLst>
                  <a:ext uri="{FF2B5EF4-FFF2-40B4-BE49-F238E27FC236}">
                    <a16:creationId xmlns:a16="http://schemas.microsoft.com/office/drawing/2014/main" id="{667F3300-EC36-9425-25C3-125B83613A01}"/>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23" name="直线连接符 13322">
                <a:extLst>
                  <a:ext uri="{FF2B5EF4-FFF2-40B4-BE49-F238E27FC236}">
                    <a16:creationId xmlns:a16="http://schemas.microsoft.com/office/drawing/2014/main" id="{5A210E95-4C79-72CD-B578-5B2A0EA05B30}"/>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24" name="直线连接符 13323">
                <a:extLst>
                  <a:ext uri="{FF2B5EF4-FFF2-40B4-BE49-F238E27FC236}">
                    <a16:creationId xmlns:a16="http://schemas.microsoft.com/office/drawing/2014/main" id="{06899721-BE49-C361-A254-9CA045AD9FBA}"/>
                  </a:ext>
                </a:extLst>
              </p:cNvPr>
              <p:cNvCxnSpPr>
                <a:cxnSpLocks/>
              </p:cNvCxnSpPr>
              <p:nvPr/>
            </p:nvCxnSpPr>
            <p:spPr>
              <a:xfrm>
                <a:off x="929910" y="34889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25" name="直线连接符 13324">
                <a:extLst>
                  <a:ext uri="{FF2B5EF4-FFF2-40B4-BE49-F238E27FC236}">
                    <a16:creationId xmlns:a16="http://schemas.microsoft.com/office/drawing/2014/main" id="{C42240AC-E248-D464-DC8B-807AF1A02A90}"/>
                  </a:ext>
                </a:extLst>
              </p:cNvPr>
              <p:cNvCxnSpPr>
                <a:cxnSpLocks/>
              </p:cNvCxnSpPr>
              <p:nvPr/>
            </p:nvCxnSpPr>
            <p:spPr>
              <a:xfrm>
                <a:off x="904055" y="349236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26" name="直线连接符 13325">
                <a:extLst>
                  <a:ext uri="{FF2B5EF4-FFF2-40B4-BE49-F238E27FC236}">
                    <a16:creationId xmlns:a16="http://schemas.microsoft.com/office/drawing/2014/main" id="{705663E4-AE88-C708-8989-E54CDBC2CA13}"/>
                  </a:ext>
                </a:extLst>
              </p:cNvPr>
              <p:cNvCxnSpPr>
                <a:cxnSpLocks/>
              </p:cNvCxnSpPr>
              <p:nvPr/>
            </p:nvCxnSpPr>
            <p:spPr>
              <a:xfrm>
                <a:off x="876844" y="3489339"/>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27" name="直线连接符 13326">
                <a:extLst>
                  <a:ext uri="{FF2B5EF4-FFF2-40B4-BE49-F238E27FC236}">
                    <a16:creationId xmlns:a16="http://schemas.microsoft.com/office/drawing/2014/main" id="{CBC9C6C8-6116-0C57-957B-0DDCD5F705EC}"/>
                  </a:ext>
                </a:extLst>
              </p:cNvPr>
              <p:cNvCxnSpPr>
                <a:cxnSpLocks/>
              </p:cNvCxnSpPr>
              <p:nvPr/>
            </p:nvCxnSpPr>
            <p:spPr>
              <a:xfrm>
                <a:off x="847577"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28" name="直线连接符 13327">
                <a:extLst>
                  <a:ext uri="{FF2B5EF4-FFF2-40B4-BE49-F238E27FC236}">
                    <a16:creationId xmlns:a16="http://schemas.microsoft.com/office/drawing/2014/main" id="{66D50754-7DE1-3D5D-2A30-6EF15D0BC508}"/>
                  </a:ext>
                </a:extLst>
              </p:cNvPr>
              <p:cNvCxnSpPr>
                <a:cxnSpLocks/>
              </p:cNvCxnSpPr>
              <p:nvPr/>
            </p:nvCxnSpPr>
            <p:spPr>
              <a:xfrm>
                <a:off x="821015" y="34925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29" name="直线连接符 13328">
                <a:extLst>
                  <a:ext uri="{FF2B5EF4-FFF2-40B4-BE49-F238E27FC236}">
                    <a16:creationId xmlns:a16="http://schemas.microsoft.com/office/drawing/2014/main" id="{E10D3C07-EC72-1D33-D2F8-D7D2F740312C}"/>
                  </a:ext>
                </a:extLst>
              </p:cNvPr>
              <p:cNvCxnSpPr>
                <a:cxnSpLocks/>
              </p:cNvCxnSpPr>
              <p:nvPr/>
            </p:nvCxnSpPr>
            <p:spPr>
              <a:xfrm>
                <a:off x="756664" y="3495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30" name="直线连接符 13329">
                <a:extLst>
                  <a:ext uri="{FF2B5EF4-FFF2-40B4-BE49-F238E27FC236}">
                    <a16:creationId xmlns:a16="http://schemas.microsoft.com/office/drawing/2014/main" id="{63BA02EE-FE21-105B-69CF-2210E66562ED}"/>
                  </a:ext>
                </a:extLst>
              </p:cNvPr>
              <p:cNvCxnSpPr>
                <a:cxnSpLocks/>
              </p:cNvCxnSpPr>
              <p:nvPr/>
            </p:nvCxnSpPr>
            <p:spPr>
              <a:xfrm>
                <a:off x="791448" y="34925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31" name="直线连接符 13330">
                <a:extLst>
                  <a:ext uri="{FF2B5EF4-FFF2-40B4-BE49-F238E27FC236}">
                    <a16:creationId xmlns:a16="http://schemas.microsoft.com/office/drawing/2014/main" id="{5FC86D68-A3C6-1B02-BE58-00428DC8AC39}"/>
                  </a:ext>
                </a:extLst>
              </p:cNvPr>
              <p:cNvCxnSpPr>
                <a:cxnSpLocks/>
              </p:cNvCxnSpPr>
              <p:nvPr/>
            </p:nvCxnSpPr>
            <p:spPr>
              <a:xfrm>
                <a:off x="727880"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32" name="直线连接符 13331">
                <a:extLst>
                  <a:ext uri="{FF2B5EF4-FFF2-40B4-BE49-F238E27FC236}">
                    <a16:creationId xmlns:a16="http://schemas.microsoft.com/office/drawing/2014/main" id="{A0E36672-0C7A-DDBA-242A-70DAB24D9D80}"/>
                  </a:ext>
                </a:extLst>
              </p:cNvPr>
              <p:cNvCxnSpPr>
                <a:cxnSpLocks/>
              </p:cNvCxnSpPr>
              <p:nvPr/>
            </p:nvCxnSpPr>
            <p:spPr>
              <a:xfrm>
                <a:off x="702589" y="349177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33" name="直线连接符 13332">
                <a:extLst>
                  <a:ext uri="{FF2B5EF4-FFF2-40B4-BE49-F238E27FC236}">
                    <a16:creationId xmlns:a16="http://schemas.microsoft.com/office/drawing/2014/main" id="{20FBA683-C4B9-CACE-9A8D-5F9211EE9AD5}"/>
                  </a:ext>
                </a:extLst>
              </p:cNvPr>
              <p:cNvCxnSpPr>
                <a:cxnSpLocks/>
              </p:cNvCxnSpPr>
              <p:nvPr/>
            </p:nvCxnSpPr>
            <p:spPr>
              <a:xfrm>
                <a:off x="669942" y="348910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34" name="直线连接符 13333">
                <a:extLst>
                  <a:ext uri="{FF2B5EF4-FFF2-40B4-BE49-F238E27FC236}">
                    <a16:creationId xmlns:a16="http://schemas.microsoft.com/office/drawing/2014/main" id="{922E8CC7-C685-4CEE-2110-79245F568D0F}"/>
                  </a:ext>
                </a:extLst>
              </p:cNvPr>
              <p:cNvCxnSpPr>
                <a:cxnSpLocks/>
              </p:cNvCxnSpPr>
              <p:nvPr/>
            </p:nvCxnSpPr>
            <p:spPr>
              <a:xfrm>
                <a:off x="648401" y="348905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35" name="直线连接符 13334">
                <a:extLst>
                  <a:ext uri="{FF2B5EF4-FFF2-40B4-BE49-F238E27FC236}">
                    <a16:creationId xmlns:a16="http://schemas.microsoft.com/office/drawing/2014/main" id="{044EFD3B-7A73-4EA8-C6DB-DD3CAA030A95}"/>
                  </a:ext>
                </a:extLst>
              </p:cNvPr>
              <p:cNvCxnSpPr>
                <a:cxnSpLocks/>
              </p:cNvCxnSpPr>
              <p:nvPr/>
            </p:nvCxnSpPr>
            <p:spPr>
              <a:xfrm>
                <a:off x="621539" y="349196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336" name="直线连接符 13335">
                <a:extLst>
                  <a:ext uri="{FF2B5EF4-FFF2-40B4-BE49-F238E27FC236}">
                    <a16:creationId xmlns:a16="http://schemas.microsoft.com/office/drawing/2014/main" id="{E861DD15-B1BE-4711-673A-2A561738F924}"/>
                  </a:ext>
                </a:extLst>
              </p:cNvPr>
              <p:cNvCxnSpPr>
                <a:cxnSpLocks/>
              </p:cNvCxnSpPr>
              <p:nvPr/>
            </p:nvCxnSpPr>
            <p:spPr>
              <a:xfrm>
                <a:off x="598299" y="348952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337" name="直线连接符 13336">
                <a:extLst>
                  <a:ext uri="{FF2B5EF4-FFF2-40B4-BE49-F238E27FC236}">
                    <a16:creationId xmlns:a16="http://schemas.microsoft.com/office/drawing/2014/main" id="{E44612CB-2D81-F822-3D89-6B2FC0461A54}"/>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244" name="组合 13243">
              <a:extLst>
                <a:ext uri="{FF2B5EF4-FFF2-40B4-BE49-F238E27FC236}">
                  <a16:creationId xmlns:a16="http://schemas.microsoft.com/office/drawing/2014/main" id="{81510959-FEC2-A1F4-E9D0-688F99F19CE5}"/>
                </a:ext>
              </a:extLst>
            </p:cNvPr>
            <p:cNvGrpSpPr/>
            <p:nvPr/>
          </p:nvGrpSpPr>
          <p:grpSpPr>
            <a:xfrm>
              <a:off x="6955321" y="9516989"/>
              <a:ext cx="419388" cy="377446"/>
              <a:chOff x="572796" y="3376774"/>
              <a:chExt cx="419388" cy="377446"/>
            </a:xfrm>
          </p:grpSpPr>
          <p:grpSp>
            <p:nvGrpSpPr>
              <p:cNvPr id="13301" name="组合 13300">
                <a:extLst>
                  <a:ext uri="{FF2B5EF4-FFF2-40B4-BE49-F238E27FC236}">
                    <a16:creationId xmlns:a16="http://schemas.microsoft.com/office/drawing/2014/main" id="{6E664D9D-C15C-72CC-E355-9DE9F3C29247}"/>
                  </a:ext>
                </a:extLst>
              </p:cNvPr>
              <p:cNvGrpSpPr/>
              <p:nvPr/>
            </p:nvGrpSpPr>
            <p:grpSpPr>
              <a:xfrm>
                <a:off x="572796" y="3376774"/>
                <a:ext cx="419388" cy="377446"/>
                <a:chOff x="3493877" y="4575043"/>
                <a:chExt cx="619038" cy="543369"/>
              </a:xfrm>
            </p:grpSpPr>
            <p:sp>
              <p:nvSpPr>
                <p:cNvPr id="13319" name="流程图: 接点 571">
                  <a:extLst>
                    <a:ext uri="{FF2B5EF4-FFF2-40B4-BE49-F238E27FC236}">
                      <a16:creationId xmlns:a16="http://schemas.microsoft.com/office/drawing/2014/main" id="{EBA9511D-BB6F-9AF0-8F11-A6058EB4C492}"/>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20" name="流程图: 接点 572">
                  <a:extLst>
                    <a:ext uri="{FF2B5EF4-FFF2-40B4-BE49-F238E27FC236}">
                      <a16:creationId xmlns:a16="http://schemas.microsoft.com/office/drawing/2014/main" id="{520EE250-153A-F135-120D-DA2B4D69DEC7}"/>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302" name="直线连接符 13301">
                <a:extLst>
                  <a:ext uri="{FF2B5EF4-FFF2-40B4-BE49-F238E27FC236}">
                    <a16:creationId xmlns:a16="http://schemas.microsoft.com/office/drawing/2014/main" id="{39A8C19B-6149-3553-BB06-8937F9675D89}"/>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03" name="直线连接符 13302">
                <a:extLst>
                  <a:ext uri="{FF2B5EF4-FFF2-40B4-BE49-F238E27FC236}">
                    <a16:creationId xmlns:a16="http://schemas.microsoft.com/office/drawing/2014/main" id="{58CC507F-8025-3FCA-7A0A-9CBFEF7D5932}"/>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04" name="直线连接符 13303">
                <a:extLst>
                  <a:ext uri="{FF2B5EF4-FFF2-40B4-BE49-F238E27FC236}">
                    <a16:creationId xmlns:a16="http://schemas.microsoft.com/office/drawing/2014/main" id="{78BE48AC-D6E7-9441-BD1C-04DFC5C9F945}"/>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05" name="直线连接符 13304">
                <a:extLst>
                  <a:ext uri="{FF2B5EF4-FFF2-40B4-BE49-F238E27FC236}">
                    <a16:creationId xmlns:a16="http://schemas.microsoft.com/office/drawing/2014/main" id="{5FA106EB-3D59-3DCB-88C3-5BF00C4D329D}"/>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06" name="直线连接符 13305">
                <a:extLst>
                  <a:ext uri="{FF2B5EF4-FFF2-40B4-BE49-F238E27FC236}">
                    <a16:creationId xmlns:a16="http://schemas.microsoft.com/office/drawing/2014/main" id="{4E60508E-3C9C-275D-7D0F-6F4846139881}"/>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07" name="直线连接符 13306">
                <a:extLst>
                  <a:ext uri="{FF2B5EF4-FFF2-40B4-BE49-F238E27FC236}">
                    <a16:creationId xmlns:a16="http://schemas.microsoft.com/office/drawing/2014/main" id="{4DF2E0EC-FAE0-6DD4-D1C0-06F578758AE4}"/>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08" name="直线连接符 13307">
                <a:extLst>
                  <a:ext uri="{FF2B5EF4-FFF2-40B4-BE49-F238E27FC236}">
                    <a16:creationId xmlns:a16="http://schemas.microsoft.com/office/drawing/2014/main" id="{4919B5FE-9B9E-9230-B953-1096C65FB392}"/>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09" name="直线连接符 13308">
                <a:extLst>
                  <a:ext uri="{FF2B5EF4-FFF2-40B4-BE49-F238E27FC236}">
                    <a16:creationId xmlns:a16="http://schemas.microsoft.com/office/drawing/2014/main" id="{640165A4-9406-EEEE-0DBF-2B499A960A7B}"/>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10" name="直线连接符 13309">
                <a:extLst>
                  <a:ext uri="{FF2B5EF4-FFF2-40B4-BE49-F238E27FC236}">
                    <a16:creationId xmlns:a16="http://schemas.microsoft.com/office/drawing/2014/main" id="{B739246D-1DD3-810F-3ED3-F340E9D30463}"/>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11" name="直线连接符 13310">
                <a:extLst>
                  <a:ext uri="{FF2B5EF4-FFF2-40B4-BE49-F238E27FC236}">
                    <a16:creationId xmlns:a16="http://schemas.microsoft.com/office/drawing/2014/main" id="{B9490B3E-7FAA-BF31-F519-C9DA57C37CE6}"/>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12" name="直线连接符 13311">
                <a:extLst>
                  <a:ext uri="{FF2B5EF4-FFF2-40B4-BE49-F238E27FC236}">
                    <a16:creationId xmlns:a16="http://schemas.microsoft.com/office/drawing/2014/main" id="{14C1BED8-64D1-E131-D323-B16495D2CBD8}"/>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13" name="直线连接符 13312">
                <a:extLst>
                  <a:ext uri="{FF2B5EF4-FFF2-40B4-BE49-F238E27FC236}">
                    <a16:creationId xmlns:a16="http://schemas.microsoft.com/office/drawing/2014/main" id="{89C0B241-97B1-7E60-8D81-F54BB85645EE}"/>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14" name="直线连接符 13313">
                <a:extLst>
                  <a:ext uri="{FF2B5EF4-FFF2-40B4-BE49-F238E27FC236}">
                    <a16:creationId xmlns:a16="http://schemas.microsoft.com/office/drawing/2014/main" id="{6FF2D280-97B6-1005-28F6-D235FA987E21}"/>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15" name="直线连接符 13314">
                <a:extLst>
                  <a:ext uri="{FF2B5EF4-FFF2-40B4-BE49-F238E27FC236}">
                    <a16:creationId xmlns:a16="http://schemas.microsoft.com/office/drawing/2014/main" id="{244CC36E-417B-AE58-395F-C90CDC8554E5}"/>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16" name="直线连接符 13315">
                <a:extLst>
                  <a:ext uri="{FF2B5EF4-FFF2-40B4-BE49-F238E27FC236}">
                    <a16:creationId xmlns:a16="http://schemas.microsoft.com/office/drawing/2014/main" id="{17F79935-3DC7-1568-65DE-E7F2A549CD86}"/>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317" name="直线连接符 13316">
                <a:extLst>
                  <a:ext uri="{FF2B5EF4-FFF2-40B4-BE49-F238E27FC236}">
                    <a16:creationId xmlns:a16="http://schemas.microsoft.com/office/drawing/2014/main" id="{F2E98465-0624-7079-36F9-FD9B2EA6710D}"/>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318" name="直线连接符 13317">
                <a:extLst>
                  <a:ext uri="{FF2B5EF4-FFF2-40B4-BE49-F238E27FC236}">
                    <a16:creationId xmlns:a16="http://schemas.microsoft.com/office/drawing/2014/main" id="{6331903F-343B-A4CC-6FE7-69FAB4D9BEC6}"/>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245" name="流程图: 接点 554">
              <a:extLst>
                <a:ext uri="{FF2B5EF4-FFF2-40B4-BE49-F238E27FC236}">
                  <a16:creationId xmlns:a16="http://schemas.microsoft.com/office/drawing/2014/main" id="{19FB2FAB-2DF1-8DF0-A463-F41B58CE8117}"/>
                </a:ext>
              </a:extLst>
            </p:cNvPr>
            <p:cNvSpPr/>
            <p:nvPr/>
          </p:nvSpPr>
          <p:spPr>
            <a:xfrm>
              <a:off x="6628046" y="10232826"/>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46" name="椭圆 13245">
              <a:extLst>
                <a:ext uri="{FF2B5EF4-FFF2-40B4-BE49-F238E27FC236}">
                  <a16:creationId xmlns:a16="http://schemas.microsoft.com/office/drawing/2014/main" id="{278CED7A-C76E-F088-97BE-764C504A6C3B}"/>
                </a:ext>
              </a:extLst>
            </p:cNvPr>
            <p:cNvSpPr/>
            <p:nvPr/>
          </p:nvSpPr>
          <p:spPr>
            <a:xfrm>
              <a:off x="6456685" y="9786079"/>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47" name="流程图: 接点 556">
              <a:extLst>
                <a:ext uri="{FF2B5EF4-FFF2-40B4-BE49-F238E27FC236}">
                  <a16:creationId xmlns:a16="http://schemas.microsoft.com/office/drawing/2014/main" id="{A66D4945-392C-0A09-C0EA-2DC1753B0F12}"/>
                </a:ext>
              </a:extLst>
            </p:cNvPr>
            <p:cNvSpPr/>
            <p:nvPr/>
          </p:nvSpPr>
          <p:spPr>
            <a:xfrm>
              <a:off x="6581673" y="9407546"/>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248" name="组合 13247">
              <a:extLst>
                <a:ext uri="{FF2B5EF4-FFF2-40B4-BE49-F238E27FC236}">
                  <a16:creationId xmlns:a16="http://schemas.microsoft.com/office/drawing/2014/main" id="{107BDDC4-F0CD-4675-ACE5-D6187F48E220}"/>
                </a:ext>
              </a:extLst>
            </p:cNvPr>
            <p:cNvGrpSpPr/>
            <p:nvPr/>
          </p:nvGrpSpPr>
          <p:grpSpPr>
            <a:xfrm>
              <a:off x="6519338" y="9741370"/>
              <a:ext cx="419388" cy="487204"/>
              <a:chOff x="5768619" y="3058692"/>
              <a:chExt cx="419388" cy="487204"/>
            </a:xfrm>
          </p:grpSpPr>
          <p:sp>
            <p:nvSpPr>
              <p:cNvPr id="13282" name="流程图: 接点 571">
                <a:extLst>
                  <a:ext uri="{FF2B5EF4-FFF2-40B4-BE49-F238E27FC236}">
                    <a16:creationId xmlns:a16="http://schemas.microsoft.com/office/drawing/2014/main" id="{98E1EC98-6A0E-1B69-D071-4B9942BE4BCB}"/>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83" name="流程图: 接点 572">
                <a:extLst>
                  <a:ext uri="{FF2B5EF4-FFF2-40B4-BE49-F238E27FC236}">
                    <a16:creationId xmlns:a16="http://schemas.microsoft.com/office/drawing/2014/main" id="{FF04DB66-5411-1BD1-F86F-C4056FDDCC32}"/>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284" name="直线连接符 13283">
                <a:extLst>
                  <a:ext uri="{FF2B5EF4-FFF2-40B4-BE49-F238E27FC236}">
                    <a16:creationId xmlns:a16="http://schemas.microsoft.com/office/drawing/2014/main" id="{FD04A4FF-869D-01CC-C4B8-7A557B71E756}"/>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85" name="直线连接符 13284">
                <a:extLst>
                  <a:ext uri="{FF2B5EF4-FFF2-40B4-BE49-F238E27FC236}">
                    <a16:creationId xmlns:a16="http://schemas.microsoft.com/office/drawing/2014/main" id="{4D134263-1AF5-EC7B-9FE8-5E52FE2D6A3E}"/>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86" name="直线连接符 13285">
                <a:extLst>
                  <a:ext uri="{FF2B5EF4-FFF2-40B4-BE49-F238E27FC236}">
                    <a16:creationId xmlns:a16="http://schemas.microsoft.com/office/drawing/2014/main" id="{B306B742-06AA-F430-CFCB-9E39C6BEA2E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87" name="直线连接符 13286">
                <a:extLst>
                  <a:ext uri="{FF2B5EF4-FFF2-40B4-BE49-F238E27FC236}">
                    <a16:creationId xmlns:a16="http://schemas.microsoft.com/office/drawing/2014/main" id="{27258992-3266-917C-6EE8-055C0A570AC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88" name="直线连接符 13287">
                <a:extLst>
                  <a:ext uri="{FF2B5EF4-FFF2-40B4-BE49-F238E27FC236}">
                    <a16:creationId xmlns:a16="http://schemas.microsoft.com/office/drawing/2014/main" id="{51CD906C-48A6-E01F-A575-05DABC8B56E4}"/>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89" name="直线连接符 13288">
                <a:extLst>
                  <a:ext uri="{FF2B5EF4-FFF2-40B4-BE49-F238E27FC236}">
                    <a16:creationId xmlns:a16="http://schemas.microsoft.com/office/drawing/2014/main" id="{8971D774-52D9-F78F-8910-440E7341582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0" name="直线连接符 13289">
                <a:extLst>
                  <a:ext uri="{FF2B5EF4-FFF2-40B4-BE49-F238E27FC236}">
                    <a16:creationId xmlns:a16="http://schemas.microsoft.com/office/drawing/2014/main" id="{60567EA5-3D14-ABF8-C650-236F9CEB949E}"/>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1" name="直线连接符 13290">
                <a:extLst>
                  <a:ext uri="{FF2B5EF4-FFF2-40B4-BE49-F238E27FC236}">
                    <a16:creationId xmlns:a16="http://schemas.microsoft.com/office/drawing/2014/main" id="{CD1991E5-EDEB-483A-3A4E-E0F5818FE7A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2" name="直线连接符 13291">
                <a:extLst>
                  <a:ext uri="{FF2B5EF4-FFF2-40B4-BE49-F238E27FC236}">
                    <a16:creationId xmlns:a16="http://schemas.microsoft.com/office/drawing/2014/main" id="{7EC09497-C8AD-B652-1674-E9767DB1C06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3" name="直线连接符 13292">
                <a:extLst>
                  <a:ext uri="{FF2B5EF4-FFF2-40B4-BE49-F238E27FC236}">
                    <a16:creationId xmlns:a16="http://schemas.microsoft.com/office/drawing/2014/main" id="{A7B99475-E73A-BD0C-0352-21CBB5477533}"/>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4" name="直线连接符 13293">
                <a:extLst>
                  <a:ext uri="{FF2B5EF4-FFF2-40B4-BE49-F238E27FC236}">
                    <a16:creationId xmlns:a16="http://schemas.microsoft.com/office/drawing/2014/main" id="{53A40003-39C6-8650-9916-66739B6751B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5" name="直线连接符 13294">
                <a:extLst>
                  <a:ext uri="{FF2B5EF4-FFF2-40B4-BE49-F238E27FC236}">
                    <a16:creationId xmlns:a16="http://schemas.microsoft.com/office/drawing/2014/main" id="{BE313308-1047-63BA-A602-9E6766F5AD41}"/>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6" name="直线连接符 13295">
                <a:extLst>
                  <a:ext uri="{FF2B5EF4-FFF2-40B4-BE49-F238E27FC236}">
                    <a16:creationId xmlns:a16="http://schemas.microsoft.com/office/drawing/2014/main" id="{E3799006-BF54-C6A5-51EC-6C14668E8557}"/>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7" name="直线连接符 13296">
                <a:extLst>
                  <a:ext uri="{FF2B5EF4-FFF2-40B4-BE49-F238E27FC236}">
                    <a16:creationId xmlns:a16="http://schemas.microsoft.com/office/drawing/2014/main" id="{DABB5777-3689-8EBE-23AB-CA4576DAF82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98" name="直线连接符 13297">
                <a:extLst>
                  <a:ext uri="{FF2B5EF4-FFF2-40B4-BE49-F238E27FC236}">
                    <a16:creationId xmlns:a16="http://schemas.microsoft.com/office/drawing/2014/main" id="{2BACD3D4-CE4A-02A2-AC7F-6B7D5D5AB78E}"/>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299" name="直线连接符 13298">
                <a:extLst>
                  <a:ext uri="{FF2B5EF4-FFF2-40B4-BE49-F238E27FC236}">
                    <a16:creationId xmlns:a16="http://schemas.microsoft.com/office/drawing/2014/main" id="{0918B1B9-4CBA-BF9C-16E5-B486E468A2B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300" name="直线连接符 13299">
                <a:extLst>
                  <a:ext uri="{FF2B5EF4-FFF2-40B4-BE49-F238E27FC236}">
                    <a16:creationId xmlns:a16="http://schemas.microsoft.com/office/drawing/2014/main" id="{BB4609A1-087B-E602-49C1-89086EE855A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249" name="组合 13248">
              <a:extLst>
                <a:ext uri="{FF2B5EF4-FFF2-40B4-BE49-F238E27FC236}">
                  <a16:creationId xmlns:a16="http://schemas.microsoft.com/office/drawing/2014/main" id="{7E48D11A-6C59-9BE7-F932-37AD8FD41F8F}"/>
                </a:ext>
              </a:extLst>
            </p:cNvPr>
            <p:cNvGrpSpPr/>
            <p:nvPr/>
          </p:nvGrpSpPr>
          <p:grpSpPr>
            <a:xfrm>
              <a:off x="7627665" y="9631764"/>
              <a:ext cx="419388" cy="487204"/>
              <a:chOff x="5768619" y="3058692"/>
              <a:chExt cx="419388" cy="487204"/>
            </a:xfrm>
          </p:grpSpPr>
          <p:sp>
            <p:nvSpPr>
              <p:cNvPr id="13263" name="流程图: 接点 571">
                <a:extLst>
                  <a:ext uri="{FF2B5EF4-FFF2-40B4-BE49-F238E27FC236}">
                    <a16:creationId xmlns:a16="http://schemas.microsoft.com/office/drawing/2014/main" id="{03901727-406E-9648-F19B-F8847D8BE345}"/>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64" name="流程图: 接点 572">
                <a:extLst>
                  <a:ext uri="{FF2B5EF4-FFF2-40B4-BE49-F238E27FC236}">
                    <a16:creationId xmlns:a16="http://schemas.microsoft.com/office/drawing/2014/main" id="{D1C3C85A-3E89-CAEF-DA16-196B2F8D3199}"/>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265" name="直线连接符 13264">
                <a:extLst>
                  <a:ext uri="{FF2B5EF4-FFF2-40B4-BE49-F238E27FC236}">
                    <a16:creationId xmlns:a16="http://schemas.microsoft.com/office/drawing/2014/main" id="{C541304E-10DC-397E-C422-2050226DBA72}"/>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66" name="直线连接符 13265">
                <a:extLst>
                  <a:ext uri="{FF2B5EF4-FFF2-40B4-BE49-F238E27FC236}">
                    <a16:creationId xmlns:a16="http://schemas.microsoft.com/office/drawing/2014/main" id="{EB38D895-F63D-EFD2-429D-860A4526A709}"/>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67" name="直线连接符 13266">
                <a:extLst>
                  <a:ext uri="{FF2B5EF4-FFF2-40B4-BE49-F238E27FC236}">
                    <a16:creationId xmlns:a16="http://schemas.microsoft.com/office/drawing/2014/main" id="{119DF05F-0772-E458-A3D6-62BDB3DFD2C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68" name="直线连接符 13267">
                <a:extLst>
                  <a:ext uri="{FF2B5EF4-FFF2-40B4-BE49-F238E27FC236}">
                    <a16:creationId xmlns:a16="http://schemas.microsoft.com/office/drawing/2014/main" id="{D957B2E5-612B-178F-EDF9-5AF2C6FF6AB2}"/>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69" name="直线连接符 13268">
                <a:extLst>
                  <a:ext uri="{FF2B5EF4-FFF2-40B4-BE49-F238E27FC236}">
                    <a16:creationId xmlns:a16="http://schemas.microsoft.com/office/drawing/2014/main" id="{E758383D-5A4C-1B42-2FCA-71414996B649}"/>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0" name="直线连接符 13269">
                <a:extLst>
                  <a:ext uri="{FF2B5EF4-FFF2-40B4-BE49-F238E27FC236}">
                    <a16:creationId xmlns:a16="http://schemas.microsoft.com/office/drawing/2014/main" id="{F23C4BBE-A996-29FF-0DD7-2CAB68919D91}"/>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1" name="直线连接符 13270">
                <a:extLst>
                  <a:ext uri="{FF2B5EF4-FFF2-40B4-BE49-F238E27FC236}">
                    <a16:creationId xmlns:a16="http://schemas.microsoft.com/office/drawing/2014/main" id="{E69AC305-FA8F-0982-FEA8-14798F345DFC}"/>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2" name="直线连接符 13271">
                <a:extLst>
                  <a:ext uri="{FF2B5EF4-FFF2-40B4-BE49-F238E27FC236}">
                    <a16:creationId xmlns:a16="http://schemas.microsoft.com/office/drawing/2014/main" id="{0711268B-BAC2-7DB7-5535-D7C7298ED2D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3" name="直线连接符 13272">
                <a:extLst>
                  <a:ext uri="{FF2B5EF4-FFF2-40B4-BE49-F238E27FC236}">
                    <a16:creationId xmlns:a16="http://schemas.microsoft.com/office/drawing/2014/main" id="{8466F732-00B4-54F7-7845-D4E89B4A3D56}"/>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4" name="直线连接符 13273">
                <a:extLst>
                  <a:ext uri="{FF2B5EF4-FFF2-40B4-BE49-F238E27FC236}">
                    <a16:creationId xmlns:a16="http://schemas.microsoft.com/office/drawing/2014/main" id="{518250A3-AEBA-7D88-3761-D53C780239B4}"/>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5" name="直线连接符 13274">
                <a:extLst>
                  <a:ext uri="{FF2B5EF4-FFF2-40B4-BE49-F238E27FC236}">
                    <a16:creationId xmlns:a16="http://schemas.microsoft.com/office/drawing/2014/main" id="{D1153F98-2506-2E5D-4D1F-3095B396B669}"/>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6" name="直线连接符 13275">
                <a:extLst>
                  <a:ext uri="{FF2B5EF4-FFF2-40B4-BE49-F238E27FC236}">
                    <a16:creationId xmlns:a16="http://schemas.microsoft.com/office/drawing/2014/main" id="{1850D593-F495-97C8-4362-3E5A44D23825}"/>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7" name="直线连接符 13276">
                <a:extLst>
                  <a:ext uri="{FF2B5EF4-FFF2-40B4-BE49-F238E27FC236}">
                    <a16:creationId xmlns:a16="http://schemas.microsoft.com/office/drawing/2014/main" id="{2C80FE87-63CB-9FCB-E50B-E74B10C8604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8" name="直线连接符 13277">
                <a:extLst>
                  <a:ext uri="{FF2B5EF4-FFF2-40B4-BE49-F238E27FC236}">
                    <a16:creationId xmlns:a16="http://schemas.microsoft.com/office/drawing/2014/main" id="{89AC12F0-6BCF-4EA5-2730-8BEC01CDD0B1}"/>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79" name="直线连接符 13278">
                <a:extLst>
                  <a:ext uri="{FF2B5EF4-FFF2-40B4-BE49-F238E27FC236}">
                    <a16:creationId xmlns:a16="http://schemas.microsoft.com/office/drawing/2014/main" id="{1A130BE0-4A14-664C-ABA0-AE75B29E08E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280" name="直线连接符 13279">
                <a:extLst>
                  <a:ext uri="{FF2B5EF4-FFF2-40B4-BE49-F238E27FC236}">
                    <a16:creationId xmlns:a16="http://schemas.microsoft.com/office/drawing/2014/main" id="{E78936EE-F4EB-6E77-8E78-5F6064B5210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281" name="直线连接符 13280">
                <a:extLst>
                  <a:ext uri="{FF2B5EF4-FFF2-40B4-BE49-F238E27FC236}">
                    <a16:creationId xmlns:a16="http://schemas.microsoft.com/office/drawing/2014/main" id="{12C314E2-4E7C-213D-C72A-E0913A7ABC9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250" name="组合 13249">
              <a:extLst>
                <a:ext uri="{FF2B5EF4-FFF2-40B4-BE49-F238E27FC236}">
                  <a16:creationId xmlns:a16="http://schemas.microsoft.com/office/drawing/2014/main" id="{4D35BC3C-973D-3DEE-4F5E-DD226A507104}"/>
                </a:ext>
              </a:extLst>
            </p:cNvPr>
            <p:cNvGrpSpPr/>
            <p:nvPr/>
          </p:nvGrpSpPr>
          <p:grpSpPr>
            <a:xfrm>
              <a:off x="6092898" y="8571223"/>
              <a:ext cx="1973841" cy="1732229"/>
              <a:chOff x="7707547" y="3116283"/>
              <a:chExt cx="2913493" cy="2493706"/>
            </a:xfrm>
          </p:grpSpPr>
          <p:sp>
            <p:nvSpPr>
              <p:cNvPr id="13259" name="流程图: 接点 567">
                <a:extLst>
                  <a:ext uri="{FF2B5EF4-FFF2-40B4-BE49-F238E27FC236}">
                    <a16:creationId xmlns:a16="http://schemas.microsoft.com/office/drawing/2014/main" id="{E530FA54-E126-7300-355A-70FD943E4C1B}"/>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60" name="流程图: 接点 568">
                <a:extLst>
                  <a:ext uri="{FF2B5EF4-FFF2-40B4-BE49-F238E27FC236}">
                    <a16:creationId xmlns:a16="http://schemas.microsoft.com/office/drawing/2014/main" id="{8D091FB4-5BEC-5BE7-7977-B8B4B6079978}"/>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60000" lon="0" rev="214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61" name="椭圆 13260">
                <a:extLst>
                  <a:ext uri="{FF2B5EF4-FFF2-40B4-BE49-F238E27FC236}">
                    <a16:creationId xmlns:a16="http://schemas.microsoft.com/office/drawing/2014/main" id="{65489319-C070-05F0-C641-C3C771D1EFD5}"/>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4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62" name="椭圆 13261">
                <a:extLst>
                  <a:ext uri="{FF2B5EF4-FFF2-40B4-BE49-F238E27FC236}">
                    <a16:creationId xmlns:a16="http://schemas.microsoft.com/office/drawing/2014/main" id="{00D2696B-EB80-8B65-D2D8-08229F1C00F4}"/>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4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251" name="组合 13250">
              <a:extLst>
                <a:ext uri="{FF2B5EF4-FFF2-40B4-BE49-F238E27FC236}">
                  <a16:creationId xmlns:a16="http://schemas.microsoft.com/office/drawing/2014/main" id="{67441E1B-011E-7CB6-8585-9F6B1E0A3AAB}"/>
                </a:ext>
              </a:extLst>
            </p:cNvPr>
            <p:cNvGrpSpPr/>
            <p:nvPr/>
          </p:nvGrpSpPr>
          <p:grpSpPr>
            <a:xfrm>
              <a:off x="6357828" y="8051860"/>
              <a:ext cx="1057509" cy="1052177"/>
              <a:chOff x="4594054" y="1852555"/>
              <a:chExt cx="875803" cy="967649"/>
            </a:xfrm>
            <a:scene3d>
              <a:camera prst="orthographicFront">
                <a:rot lat="600000" lon="7200000" rev="21480000"/>
              </a:camera>
              <a:lightRig rig="threePt" dir="t"/>
            </a:scene3d>
          </p:grpSpPr>
          <p:grpSp>
            <p:nvGrpSpPr>
              <p:cNvPr id="13255" name="组合 13254">
                <a:extLst>
                  <a:ext uri="{FF2B5EF4-FFF2-40B4-BE49-F238E27FC236}">
                    <a16:creationId xmlns:a16="http://schemas.microsoft.com/office/drawing/2014/main" id="{ACFA94F5-FE2E-1491-2168-9E7FD4355511}"/>
                  </a:ext>
                </a:extLst>
              </p:cNvPr>
              <p:cNvGrpSpPr/>
              <p:nvPr/>
            </p:nvGrpSpPr>
            <p:grpSpPr>
              <a:xfrm>
                <a:off x="4594057" y="1852555"/>
                <a:ext cx="875800" cy="951265"/>
                <a:chOff x="5726070" y="1862570"/>
                <a:chExt cx="1527262" cy="1731253"/>
              </a:xfrm>
              <a:solidFill>
                <a:schemeClr val="tx1">
                  <a:lumMod val="65000"/>
                  <a:lumOff val="35000"/>
                </a:schemeClr>
              </a:solidFill>
            </p:grpSpPr>
            <p:sp>
              <p:nvSpPr>
                <p:cNvPr id="13257" name="流程图: 延期 565">
                  <a:extLst>
                    <a:ext uri="{FF2B5EF4-FFF2-40B4-BE49-F238E27FC236}">
                      <a16:creationId xmlns:a16="http://schemas.microsoft.com/office/drawing/2014/main" id="{7121C8AA-AA5B-F249-2824-1B516A40D425}"/>
                    </a:ext>
                  </a:extLst>
                </p:cNvPr>
                <p:cNvSpPr/>
                <p:nvPr/>
              </p:nvSpPr>
              <p:spPr>
                <a:xfrm rot="16200000">
                  <a:off x="562407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58" name="流程图: 接点 566">
                  <a:extLst>
                    <a:ext uri="{FF2B5EF4-FFF2-40B4-BE49-F238E27FC236}">
                      <a16:creationId xmlns:a16="http://schemas.microsoft.com/office/drawing/2014/main" id="{6383C0C6-B16C-D3C8-7755-9C4CB5499718}"/>
                    </a:ext>
                  </a:extLst>
                </p:cNvPr>
                <p:cNvSpPr/>
                <p:nvPr/>
              </p:nvSpPr>
              <p:spPr>
                <a:xfrm>
                  <a:off x="5928462" y="2058259"/>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256" name="矩形 13255">
                <a:extLst>
                  <a:ext uri="{FF2B5EF4-FFF2-40B4-BE49-F238E27FC236}">
                    <a16:creationId xmlns:a16="http://schemas.microsoft.com/office/drawing/2014/main" id="{07F61BEB-B7C6-56E3-28ED-63FD2466D554}"/>
                  </a:ext>
                </a:extLst>
              </p:cNvPr>
              <p:cNvSpPr/>
              <p:nvPr/>
            </p:nvSpPr>
            <p:spPr>
              <a:xfrm>
                <a:off x="4594054"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252" name="组合 13251">
              <a:extLst>
                <a:ext uri="{FF2B5EF4-FFF2-40B4-BE49-F238E27FC236}">
                  <a16:creationId xmlns:a16="http://schemas.microsoft.com/office/drawing/2014/main" id="{2EA30003-2D4D-0457-E9FF-DDB66BCA82A4}"/>
                </a:ext>
              </a:extLst>
            </p:cNvPr>
            <p:cNvGrpSpPr/>
            <p:nvPr/>
          </p:nvGrpSpPr>
          <p:grpSpPr>
            <a:xfrm>
              <a:off x="7317610" y="9286943"/>
              <a:ext cx="238182" cy="238003"/>
              <a:chOff x="5145960" y="4201202"/>
              <a:chExt cx="150892" cy="141375"/>
            </a:xfrm>
            <a:scene3d>
              <a:camera prst="orthographicFront">
                <a:rot lat="0" lon="19800000" rev="0"/>
              </a:camera>
              <a:lightRig rig="threePt" dir="t">
                <a:rot lat="0" lon="0" rev="0"/>
              </a:lightRig>
            </a:scene3d>
          </p:grpSpPr>
          <p:sp>
            <p:nvSpPr>
              <p:cNvPr id="13253" name="Oval 15540">
                <a:extLst>
                  <a:ext uri="{FF2B5EF4-FFF2-40B4-BE49-F238E27FC236}">
                    <a16:creationId xmlns:a16="http://schemas.microsoft.com/office/drawing/2014/main" id="{4B88F8F5-9629-EBED-073A-A7C24419BD19}"/>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254" name="Line 15541">
                <a:extLst>
                  <a:ext uri="{FF2B5EF4-FFF2-40B4-BE49-F238E27FC236}">
                    <a16:creationId xmlns:a16="http://schemas.microsoft.com/office/drawing/2014/main" id="{3B0A5A5D-C20F-6531-261F-52E93C886B07}"/>
                  </a:ext>
                </a:extLst>
              </p:cNvPr>
              <p:cNvCxnSpPr>
                <a:cxnSpLocks/>
                <a:stCxn id="13253" idx="1"/>
                <a:endCxn id="13253"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3340" name="组合 13339">
            <a:extLst>
              <a:ext uri="{FF2B5EF4-FFF2-40B4-BE49-F238E27FC236}">
                <a16:creationId xmlns:a16="http://schemas.microsoft.com/office/drawing/2014/main" id="{1DA21557-5404-1B3C-495A-D9F4ECFCABAB}"/>
              </a:ext>
            </a:extLst>
          </p:cNvPr>
          <p:cNvGrpSpPr/>
          <p:nvPr/>
        </p:nvGrpSpPr>
        <p:grpSpPr>
          <a:xfrm>
            <a:off x="565952" y="1858244"/>
            <a:ext cx="1973841" cy="3043687"/>
            <a:chOff x="8450023" y="8046403"/>
            <a:chExt cx="1973841" cy="3043687"/>
          </a:xfrm>
        </p:grpSpPr>
        <p:grpSp>
          <p:nvGrpSpPr>
            <p:cNvPr id="13341" name="组合 13340">
              <a:extLst>
                <a:ext uri="{FF2B5EF4-FFF2-40B4-BE49-F238E27FC236}">
                  <a16:creationId xmlns:a16="http://schemas.microsoft.com/office/drawing/2014/main" id="{6D824111-8053-D032-C965-C618B59EA095}"/>
                </a:ext>
              </a:extLst>
            </p:cNvPr>
            <p:cNvGrpSpPr/>
            <p:nvPr/>
          </p:nvGrpSpPr>
          <p:grpSpPr>
            <a:xfrm>
              <a:off x="8916775" y="9502766"/>
              <a:ext cx="419388" cy="487204"/>
              <a:chOff x="5768619" y="3058692"/>
              <a:chExt cx="419388" cy="487204"/>
            </a:xfrm>
          </p:grpSpPr>
          <p:sp>
            <p:nvSpPr>
              <p:cNvPr id="13418" name="流程图: 接点 571">
                <a:extLst>
                  <a:ext uri="{FF2B5EF4-FFF2-40B4-BE49-F238E27FC236}">
                    <a16:creationId xmlns:a16="http://schemas.microsoft.com/office/drawing/2014/main" id="{1C29F29B-D7C1-BCD0-B210-C7012B48598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19" name="流程图: 接点 572">
                <a:extLst>
                  <a:ext uri="{FF2B5EF4-FFF2-40B4-BE49-F238E27FC236}">
                    <a16:creationId xmlns:a16="http://schemas.microsoft.com/office/drawing/2014/main" id="{33693439-9112-FF6B-FE8B-8C1DB83D890B}"/>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420" name="直线连接符 13419">
                <a:extLst>
                  <a:ext uri="{FF2B5EF4-FFF2-40B4-BE49-F238E27FC236}">
                    <a16:creationId xmlns:a16="http://schemas.microsoft.com/office/drawing/2014/main" id="{35FD303B-1CE7-04B7-7506-26065C0EA4EC}"/>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1" name="直线连接符 13420">
                <a:extLst>
                  <a:ext uri="{FF2B5EF4-FFF2-40B4-BE49-F238E27FC236}">
                    <a16:creationId xmlns:a16="http://schemas.microsoft.com/office/drawing/2014/main" id="{08DBD24C-1A76-16BD-DF2F-CCAF837B86A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2" name="直线连接符 13421">
                <a:extLst>
                  <a:ext uri="{FF2B5EF4-FFF2-40B4-BE49-F238E27FC236}">
                    <a16:creationId xmlns:a16="http://schemas.microsoft.com/office/drawing/2014/main" id="{1664DE3D-4AC9-AF00-5BFF-B7A5F5A8DB49}"/>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3" name="直线连接符 13422">
                <a:extLst>
                  <a:ext uri="{FF2B5EF4-FFF2-40B4-BE49-F238E27FC236}">
                    <a16:creationId xmlns:a16="http://schemas.microsoft.com/office/drawing/2014/main" id="{E12E94F8-3F58-EC45-B526-9A2BE22864A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4" name="直线连接符 13423">
                <a:extLst>
                  <a:ext uri="{FF2B5EF4-FFF2-40B4-BE49-F238E27FC236}">
                    <a16:creationId xmlns:a16="http://schemas.microsoft.com/office/drawing/2014/main" id="{BCB9713A-D56A-FC30-4844-85AC7E635E8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5" name="直线连接符 13424">
                <a:extLst>
                  <a:ext uri="{FF2B5EF4-FFF2-40B4-BE49-F238E27FC236}">
                    <a16:creationId xmlns:a16="http://schemas.microsoft.com/office/drawing/2014/main" id="{A33CC7E1-558E-C0CF-65C8-2304EAC210C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6" name="直线连接符 13425">
                <a:extLst>
                  <a:ext uri="{FF2B5EF4-FFF2-40B4-BE49-F238E27FC236}">
                    <a16:creationId xmlns:a16="http://schemas.microsoft.com/office/drawing/2014/main" id="{1820935E-DEAB-BDBA-FEBF-D87F77C781A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7" name="直线连接符 13426">
                <a:extLst>
                  <a:ext uri="{FF2B5EF4-FFF2-40B4-BE49-F238E27FC236}">
                    <a16:creationId xmlns:a16="http://schemas.microsoft.com/office/drawing/2014/main" id="{8E2A40C4-9F3E-9041-8C13-D304DF32CEDC}"/>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8" name="直线连接符 13427">
                <a:extLst>
                  <a:ext uri="{FF2B5EF4-FFF2-40B4-BE49-F238E27FC236}">
                    <a16:creationId xmlns:a16="http://schemas.microsoft.com/office/drawing/2014/main" id="{3F37B4A8-0740-1DE0-359F-469756C02297}"/>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29" name="直线连接符 13428">
                <a:extLst>
                  <a:ext uri="{FF2B5EF4-FFF2-40B4-BE49-F238E27FC236}">
                    <a16:creationId xmlns:a16="http://schemas.microsoft.com/office/drawing/2014/main" id="{C2F14012-09A7-B7D3-7DBC-8DDF7CBCD25D}"/>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30" name="直线连接符 13429">
                <a:extLst>
                  <a:ext uri="{FF2B5EF4-FFF2-40B4-BE49-F238E27FC236}">
                    <a16:creationId xmlns:a16="http://schemas.microsoft.com/office/drawing/2014/main" id="{70E5A189-CBB5-0096-BAF5-DDAA16330F0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31" name="直线连接符 13430">
                <a:extLst>
                  <a:ext uri="{FF2B5EF4-FFF2-40B4-BE49-F238E27FC236}">
                    <a16:creationId xmlns:a16="http://schemas.microsoft.com/office/drawing/2014/main" id="{1FD9900C-28E4-1638-0531-B9EB500C2005}"/>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32" name="直线连接符 13431">
                <a:extLst>
                  <a:ext uri="{FF2B5EF4-FFF2-40B4-BE49-F238E27FC236}">
                    <a16:creationId xmlns:a16="http://schemas.microsoft.com/office/drawing/2014/main" id="{E207AB35-FC5E-DE9B-8D49-34E4121DEAC7}"/>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33" name="直线连接符 13432">
                <a:extLst>
                  <a:ext uri="{FF2B5EF4-FFF2-40B4-BE49-F238E27FC236}">
                    <a16:creationId xmlns:a16="http://schemas.microsoft.com/office/drawing/2014/main" id="{A3F39714-E5A4-2260-B9FA-DB674F12DD88}"/>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34" name="直线连接符 13433">
                <a:extLst>
                  <a:ext uri="{FF2B5EF4-FFF2-40B4-BE49-F238E27FC236}">
                    <a16:creationId xmlns:a16="http://schemas.microsoft.com/office/drawing/2014/main" id="{8D0F6535-E689-A233-924E-C288733BE28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435" name="直线连接符 13434">
                <a:extLst>
                  <a:ext uri="{FF2B5EF4-FFF2-40B4-BE49-F238E27FC236}">
                    <a16:creationId xmlns:a16="http://schemas.microsoft.com/office/drawing/2014/main" id="{52E0C98C-1739-CD11-5827-0A2FF88E232E}"/>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436" name="直线连接符 13435">
                <a:extLst>
                  <a:ext uri="{FF2B5EF4-FFF2-40B4-BE49-F238E27FC236}">
                    <a16:creationId xmlns:a16="http://schemas.microsoft.com/office/drawing/2014/main" id="{41CA4397-7371-41FF-A4B7-972DA575DD87}"/>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342" name="流程图: 接点 554">
              <a:extLst>
                <a:ext uri="{FF2B5EF4-FFF2-40B4-BE49-F238E27FC236}">
                  <a16:creationId xmlns:a16="http://schemas.microsoft.com/office/drawing/2014/main" id="{DBEF56AB-2099-4377-6683-FD7EE1BED8C4}"/>
                </a:ext>
              </a:extLst>
            </p:cNvPr>
            <p:cNvSpPr/>
            <p:nvPr/>
          </p:nvSpPr>
          <p:spPr>
            <a:xfrm>
              <a:off x="8985171" y="10214843"/>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43" name="椭圆 13342">
              <a:extLst>
                <a:ext uri="{FF2B5EF4-FFF2-40B4-BE49-F238E27FC236}">
                  <a16:creationId xmlns:a16="http://schemas.microsoft.com/office/drawing/2014/main" id="{B34C7BC0-B608-0528-87DF-CB2DCD8FFD50}"/>
                </a:ext>
              </a:extLst>
            </p:cNvPr>
            <p:cNvSpPr/>
            <p:nvPr/>
          </p:nvSpPr>
          <p:spPr>
            <a:xfrm>
              <a:off x="8813810" y="9768096"/>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44" name="流程图: 接点 556">
              <a:extLst>
                <a:ext uri="{FF2B5EF4-FFF2-40B4-BE49-F238E27FC236}">
                  <a16:creationId xmlns:a16="http://schemas.microsoft.com/office/drawing/2014/main" id="{4FFA20DC-C384-60EF-09AB-01F1C3670D0F}"/>
                </a:ext>
              </a:extLst>
            </p:cNvPr>
            <p:cNvSpPr/>
            <p:nvPr/>
          </p:nvSpPr>
          <p:spPr>
            <a:xfrm>
              <a:off x="8938798" y="9389563"/>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345" name="组合 13344">
              <a:extLst>
                <a:ext uri="{FF2B5EF4-FFF2-40B4-BE49-F238E27FC236}">
                  <a16:creationId xmlns:a16="http://schemas.microsoft.com/office/drawing/2014/main" id="{F34B3DE0-649B-79E4-EA10-1D5CBEBEF823}"/>
                </a:ext>
              </a:extLst>
            </p:cNvPr>
            <p:cNvGrpSpPr/>
            <p:nvPr/>
          </p:nvGrpSpPr>
          <p:grpSpPr>
            <a:xfrm>
              <a:off x="8912598" y="9720712"/>
              <a:ext cx="419388" cy="487204"/>
              <a:chOff x="5768619" y="3058692"/>
              <a:chExt cx="419388" cy="487204"/>
            </a:xfrm>
          </p:grpSpPr>
          <p:sp>
            <p:nvSpPr>
              <p:cNvPr id="13399" name="流程图: 接点 571">
                <a:extLst>
                  <a:ext uri="{FF2B5EF4-FFF2-40B4-BE49-F238E27FC236}">
                    <a16:creationId xmlns:a16="http://schemas.microsoft.com/office/drawing/2014/main" id="{97F5BA33-3ED9-B009-2C6C-E9F803DFC20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00" name="流程图: 接点 572">
                <a:extLst>
                  <a:ext uri="{FF2B5EF4-FFF2-40B4-BE49-F238E27FC236}">
                    <a16:creationId xmlns:a16="http://schemas.microsoft.com/office/drawing/2014/main" id="{9034E235-3116-1465-9909-17F6292344B3}"/>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401" name="直线连接符 13400">
                <a:extLst>
                  <a:ext uri="{FF2B5EF4-FFF2-40B4-BE49-F238E27FC236}">
                    <a16:creationId xmlns:a16="http://schemas.microsoft.com/office/drawing/2014/main" id="{E4C36B2A-1ABD-11D7-17E4-4B64C41EE86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2" name="直线连接符 13401">
                <a:extLst>
                  <a:ext uri="{FF2B5EF4-FFF2-40B4-BE49-F238E27FC236}">
                    <a16:creationId xmlns:a16="http://schemas.microsoft.com/office/drawing/2014/main" id="{9D52CB0C-83D2-85FC-3BCE-A835FFE11AF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3" name="直线连接符 13402">
                <a:extLst>
                  <a:ext uri="{FF2B5EF4-FFF2-40B4-BE49-F238E27FC236}">
                    <a16:creationId xmlns:a16="http://schemas.microsoft.com/office/drawing/2014/main" id="{2FE07BD2-DA7E-031D-814A-61A298CB39F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4" name="直线连接符 13403">
                <a:extLst>
                  <a:ext uri="{FF2B5EF4-FFF2-40B4-BE49-F238E27FC236}">
                    <a16:creationId xmlns:a16="http://schemas.microsoft.com/office/drawing/2014/main" id="{AEAA28F5-9184-F752-0F3D-01342876C42C}"/>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5" name="直线连接符 13404">
                <a:extLst>
                  <a:ext uri="{FF2B5EF4-FFF2-40B4-BE49-F238E27FC236}">
                    <a16:creationId xmlns:a16="http://schemas.microsoft.com/office/drawing/2014/main" id="{F546B68F-6265-F6DD-A88E-FED4CDFF5F6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6" name="直线连接符 13405">
                <a:extLst>
                  <a:ext uri="{FF2B5EF4-FFF2-40B4-BE49-F238E27FC236}">
                    <a16:creationId xmlns:a16="http://schemas.microsoft.com/office/drawing/2014/main" id="{26E84378-65CE-5456-2B27-95487E68D3E8}"/>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7" name="直线连接符 13406">
                <a:extLst>
                  <a:ext uri="{FF2B5EF4-FFF2-40B4-BE49-F238E27FC236}">
                    <a16:creationId xmlns:a16="http://schemas.microsoft.com/office/drawing/2014/main" id="{3DA9BEE5-3B7E-16C6-519C-3477628C5946}"/>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8" name="直线连接符 13407">
                <a:extLst>
                  <a:ext uri="{FF2B5EF4-FFF2-40B4-BE49-F238E27FC236}">
                    <a16:creationId xmlns:a16="http://schemas.microsoft.com/office/drawing/2014/main" id="{A3485400-38D5-3E9F-8441-7A9CD7B4CF48}"/>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09" name="直线连接符 13408">
                <a:extLst>
                  <a:ext uri="{FF2B5EF4-FFF2-40B4-BE49-F238E27FC236}">
                    <a16:creationId xmlns:a16="http://schemas.microsoft.com/office/drawing/2014/main" id="{D3A2B17E-539C-0712-8D02-D341696A3686}"/>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10" name="直线连接符 13409">
                <a:extLst>
                  <a:ext uri="{FF2B5EF4-FFF2-40B4-BE49-F238E27FC236}">
                    <a16:creationId xmlns:a16="http://schemas.microsoft.com/office/drawing/2014/main" id="{EED49036-9DF6-A8C4-22A2-6EA532B0D7C2}"/>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11" name="直线连接符 13410">
                <a:extLst>
                  <a:ext uri="{FF2B5EF4-FFF2-40B4-BE49-F238E27FC236}">
                    <a16:creationId xmlns:a16="http://schemas.microsoft.com/office/drawing/2014/main" id="{F1744F10-E19F-5752-D924-538D2F14D5C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12" name="直线连接符 13411">
                <a:extLst>
                  <a:ext uri="{FF2B5EF4-FFF2-40B4-BE49-F238E27FC236}">
                    <a16:creationId xmlns:a16="http://schemas.microsoft.com/office/drawing/2014/main" id="{E8CF2CAB-456F-6BB7-21FD-624F66E96A2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13" name="直线连接符 13412">
                <a:extLst>
                  <a:ext uri="{FF2B5EF4-FFF2-40B4-BE49-F238E27FC236}">
                    <a16:creationId xmlns:a16="http://schemas.microsoft.com/office/drawing/2014/main" id="{A5D78E2E-99A2-CE37-8421-18E9F77DA431}"/>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14" name="直线连接符 13413">
                <a:extLst>
                  <a:ext uri="{FF2B5EF4-FFF2-40B4-BE49-F238E27FC236}">
                    <a16:creationId xmlns:a16="http://schemas.microsoft.com/office/drawing/2014/main" id="{EB488DD7-FA0D-5F0C-8CD1-E168A88B1B0D}"/>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15" name="直线连接符 13414">
                <a:extLst>
                  <a:ext uri="{FF2B5EF4-FFF2-40B4-BE49-F238E27FC236}">
                    <a16:creationId xmlns:a16="http://schemas.microsoft.com/office/drawing/2014/main" id="{5EB299F1-7859-7A87-6751-2A26FD76C93C}"/>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416" name="直线连接符 13415">
                <a:extLst>
                  <a:ext uri="{FF2B5EF4-FFF2-40B4-BE49-F238E27FC236}">
                    <a16:creationId xmlns:a16="http://schemas.microsoft.com/office/drawing/2014/main" id="{0F4DC197-17F2-CBE8-F6BC-6DDA887D666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417" name="直线连接符 13416">
                <a:extLst>
                  <a:ext uri="{FF2B5EF4-FFF2-40B4-BE49-F238E27FC236}">
                    <a16:creationId xmlns:a16="http://schemas.microsoft.com/office/drawing/2014/main" id="{619A1586-A789-DB51-923F-0BAEA5840D6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346" name="组合 13345">
              <a:extLst>
                <a:ext uri="{FF2B5EF4-FFF2-40B4-BE49-F238E27FC236}">
                  <a16:creationId xmlns:a16="http://schemas.microsoft.com/office/drawing/2014/main" id="{0BE1302D-AFC6-1389-B3BE-98B7AE8FB7D9}"/>
                </a:ext>
              </a:extLst>
            </p:cNvPr>
            <p:cNvGrpSpPr/>
            <p:nvPr/>
          </p:nvGrpSpPr>
          <p:grpSpPr>
            <a:xfrm>
              <a:off x="9955500" y="9612349"/>
              <a:ext cx="419388" cy="487204"/>
              <a:chOff x="5768619" y="3058692"/>
              <a:chExt cx="419388" cy="487204"/>
            </a:xfrm>
          </p:grpSpPr>
          <p:sp>
            <p:nvSpPr>
              <p:cNvPr id="13380" name="流程图: 接点 571">
                <a:extLst>
                  <a:ext uri="{FF2B5EF4-FFF2-40B4-BE49-F238E27FC236}">
                    <a16:creationId xmlns:a16="http://schemas.microsoft.com/office/drawing/2014/main" id="{E883D07F-033A-02D6-B348-AFA256E50642}"/>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81" name="流程图: 接点 572">
                <a:extLst>
                  <a:ext uri="{FF2B5EF4-FFF2-40B4-BE49-F238E27FC236}">
                    <a16:creationId xmlns:a16="http://schemas.microsoft.com/office/drawing/2014/main" id="{8E2DC78D-D563-C445-0B15-31BBAF0C32E0}"/>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382" name="直线连接符 13381">
                <a:extLst>
                  <a:ext uri="{FF2B5EF4-FFF2-40B4-BE49-F238E27FC236}">
                    <a16:creationId xmlns:a16="http://schemas.microsoft.com/office/drawing/2014/main" id="{87F032B1-5F02-D8D3-EAFC-02D6CF1B011F}"/>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83" name="直线连接符 13382">
                <a:extLst>
                  <a:ext uri="{FF2B5EF4-FFF2-40B4-BE49-F238E27FC236}">
                    <a16:creationId xmlns:a16="http://schemas.microsoft.com/office/drawing/2014/main" id="{B6161E6E-7603-252A-FF4F-218413C6CAA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84" name="直线连接符 13383">
                <a:extLst>
                  <a:ext uri="{FF2B5EF4-FFF2-40B4-BE49-F238E27FC236}">
                    <a16:creationId xmlns:a16="http://schemas.microsoft.com/office/drawing/2014/main" id="{75902424-6406-11C4-134D-B50F4417073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85" name="直线连接符 13384">
                <a:extLst>
                  <a:ext uri="{FF2B5EF4-FFF2-40B4-BE49-F238E27FC236}">
                    <a16:creationId xmlns:a16="http://schemas.microsoft.com/office/drawing/2014/main" id="{51F896D3-1893-85F8-D339-9A170D8685A6}"/>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86" name="直线连接符 13385">
                <a:extLst>
                  <a:ext uri="{FF2B5EF4-FFF2-40B4-BE49-F238E27FC236}">
                    <a16:creationId xmlns:a16="http://schemas.microsoft.com/office/drawing/2014/main" id="{54ED1CF9-7266-0B01-90DC-FD254CBE9427}"/>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87" name="直线连接符 13386">
                <a:extLst>
                  <a:ext uri="{FF2B5EF4-FFF2-40B4-BE49-F238E27FC236}">
                    <a16:creationId xmlns:a16="http://schemas.microsoft.com/office/drawing/2014/main" id="{26772148-B656-9FA7-B583-5FF381D4E28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88" name="直线连接符 13387">
                <a:extLst>
                  <a:ext uri="{FF2B5EF4-FFF2-40B4-BE49-F238E27FC236}">
                    <a16:creationId xmlns:a16="http://schemas.microsoft.com/office/drawing/2014/main" id="{061B58DB-72B9-2426-604E-DAAEC565882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89" name="直线连接符 13388">
                <a:extLst>
                  <a:ext uri="{FF2B5EF4-FFF2-40B4-BE49-F238E27FC236}">
                    <a16:creationId xmlns:a16="http://schemas.microsoft.com/office/drawing/2014/main" id="{2399AFF9-5643-B02C-43AC-F8CE8515934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90" name="直线连接符 13389">
                <a:extLst>
                  <a:ext uri="{FF2B5EF4-FFF2-40B4-BE49-F238E27FC236}">
                    <a16:creationId xmlns:a16="http://schemas.microsoft.com/office/drawing/2014/main" id="{0F022E04-F121-FA37-FE92-AF8B39961299}"/>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91" name="直线连接符 13390">
                <a:extLst>
                  <a:ext uri="{FF2B5EF4-FFF2-40B4-BE49-F238E27FC236}">
                    <a16:creationId xmlns:a16="http://schemas.microsoft.com/office/drawing/2014/main" id="{A7DB7F2E-830A-3768-FAC3-2E9FB72A53DB}"/>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92" name="直线连接符 13391">
                <a:extLst>
                  <a:ext uri="{FF2B5EF4-FFF2-40B4-BE49-F238E27FC236}">
                    <a16:creationId xmlns:a16="http://schemas.microsoft.com/office/drawing/2014/main" id="{44381E12-A066-61ED-A355-7A8309770D74}"/>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93" name="直线连接符 13392">
                <a:extLst>
                  <a:ext uri="{FF2B5EF4-FFF2-40B4-BE49-F238E27FC236}">
                    <a16:creationId xmlns:a16="http://schemas.microsoft.com/office/drawing/2014/main" id="{53679A49-219F-0950-0BDE-0308D0F7EC17}"/>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94" name="直线连接符 13393">
                <a:extLst>
                  <a:ext uri="{FF2B5EF4-FFF2-40B4-BE49-F238E27FC236}">
                    <a16:creationId xmlns:a16="http://schemas.microsoft.com/office/drawing/2014/main" id="{EA29E03A-DE4D-BADD-9F21-B8E22530845F}"/>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95" name="直线连接符 13394">
                <a:extLst>
                  <a:ext uri="{FF2B5EF4-FFF2-40B4-BE49-F238E27FC236}">
                    <a16:creationId xmlns:a16="http://schemas.microsoft.com/office/drawing/2014/main" id="{7EE9076C-0819-34D8-8A44-4C03EAA20090}"/>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96" name="直线连接符 13395">
                <a:extLst>
                  <a:ext uri="{FF2B5EF4-FFF2-40B4-BE49-F238E27FC236}">
                    <a16:creationId xmlns:a16="http://schemas.microsoft.com/office/drawing/2014/main" id="{D68D20C3-86F4-B688-7DAF-BCA0D2F5D040}"/>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397" name="直线连接符 13396">
                <a:extLst>
                  <a:ext uri="{FF2B5EF4-FFF2-40B4-BE49-F238E27FC236}">
                    <a16:creationId xmlns:a16="http://schemas.microsoft.com/office/drawing/2014/main" id="{0A3EF694-C90E-A874-BFA3-7368AD2AC2B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398" name="直线连接符 13397">
                <a:extLst>
                  <a:ext uri="{FF2B5EF4-FFF2-40B4-BE49-F238E27FC236}">
                    <a16:creationId xmlns:a16="http://schemas.microsoft.com/office/drawing/2014/main" id="{2E2635E1-21A5-E2F7-064E-2A59AAC5925B}"/>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347" name="组合 13346">
              <a:extLst>
                <a:ext uri="{FF2B5EF4-FFF2-40B4-BE49-F238E27FC236}">
                  <a16:creationId xmlns:a16="http://schemas.microsoft.com/office/drawing/2014/main" id="{0FC0BA6C-836C-BFDA-E38C-E209D8F4F19A}"/>
                </a:ext>
              </a:extLst>
            </p:cNvPr>
            <p:cNvGrpSpPr/>
            <p:nvPr/>
          </p:nvGrpSpPr>
          <p:grpSpPr>
            <a:xfrm>
              <a:off x="8450023" y="8553240"/>
              <a:ext cx="1973841" cy="1732229"/>
              <a:chOff x="7707547" y="3116283"/>
              <a:chExt cx="2913493" cy="2493706"/>
            </a:xfrm>
          </p:grpSpPr>
          <p:sp>
            <p:nvSpPr>
              <p:cNvPr id="13376" name="流程图: 接点 567">
                <a:extLst>
                  <a:ext uri="{FF2B5EF4-FFF2-40B4-BE49-F238E27FC236}">
                    <a16:creationId xmlns:a16="http://schemas.microsoft.com/office/drawing/2014/main" id="{2879B26D-71FC-E821-905B-AE4465E3221E}"/>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77" name="流程图: 接点 568">
                <a:extLst>
                  <a:ext uri="{FF2B5EF4-FFF2-40B4-BE49-F238E27FC236}">
                    <a16:creationId xmlns:a16="http://schemas.microsoft.com/office/drawing/2014/main" id="{381ADD60-C27C-26C9-41A2-ADF3518E7BCD}"/>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214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78" name="椭圆 13377">
                <a:extLst>
                  <a:ext uri="{FF2B5EF4-FFF2-40B4-BE49-F238E27FC236}">
                    <a16:creationId xmlns:a16="http://schemas.microsoft.com/office/drawing/2014/main" id="{0935AE64-6536-6491-D770-725A3DCDB48B}"/>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4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79" name="椭圆 13378">
                <a:extLst>
                  <a:ext uri="{FF2B5EF4-FFF2-40B4-BE49-F238E27FC236}">
                    <a16:creationId xmlns:a16="http://schemas.microsoft.com/office/drawing/2014/main" id="{A9DECF97-D633-6166-7EE5-CC566E0293DE}"/>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4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348" name="组合 13347">
              <a:extLst>
                <a:ext uri="{FF2B5EF4-FFF2-40B4-BE49-F238E27FC236}">
                  <a16:creationId xmlns:a16="http://schemas.microsoft.com/office/drawing/2014/main" id="{046CB654-9B94-104E-212A-88C537B402A3}"/>
                </a:ext>
              </a:extLst>
            </p:cNvPr>
            <p:cNvGrpSpPr/>
            <p:nvPr/>
          </p:nvGrpSpPr>
          <p:grpSpPr>
            <a:xfrm>
              <a:off x="8739977" y="8046403"/>
              <a:ext cx="1057502" cy="1052177"/>
              <a:chOff x="4832657" y="1852555"/>
              <a:chExt cx="875802" cy="967649"/>
            </a:xfrm>
            <a:scene3d>
              <a:camera prst="orthographicFront">
                <a:rot lat="600000" lon="6750000" rev="21480000"/>
              </a:camera>
              <a:lightRig rig="threePt" dir="t"/>
            </a:scene3d>
          </p:grpSpPr>
          <p:grpSp>
            <p:nvGrpSpPr>
              <p:cNvPr id="13372" name="组合 13371">
                <a:extLst>
                  <a:ext uri="{FF2B5EF4-FFF2-40B4-BE49-F238E27FC236}">
                    <a16:creationId xmlns:a16="http://schemas.microsoft.com/office/drawing/2014/main" id="{BD41660B-4FDE-20FF-F341-F1B4B047BCB6}"/>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3374" name="流程图: 延期 565">
                  <a:extLst>
                    <a:ext uri="{FF2B5EF4-FFF2-40B4-BE49-F238E27FC236}">
                      <a16:creationId xmlns:a16="http://schemas.microsoft.com/office/drawing/2014/main" id="{8A02B4F2-9403-A3AD-F486-31E8EC4968E9}"/>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75" name="流程图: 接点 566">
                  <a:extLst>
                    <a:ext uri="{FF2B5EF4-FFF2-40B4-BE49-F238E27FC236}">
                      <a16:creationId xmlns:a16="http://schemas.microsoft.com/office/drawing/2014/main" id="{063990DB-7257-367F-CD99-8E2E82C8D24D}"/>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373" name="矩形 13372">
                <a:extLst>
                  <a:ext uri="{FF2B5EF4-FFF2-40B4-BE49-F238E27FC236}">
                    <a16:creationId xmlns:a16="http://schemas.microsoft.com/office/drawing/2014/main" id="{17775624-57AA-2166-2E66-890A7BA4DCA4}"/>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349" name="组合 13348">
              <a:extLst>
                <a:ext uri="{FF2B5EF4-FFF2-40B4-BE49-F238E27FC236}">
                  <a16:creationId xmlns:a16="http://schemas.microsoft.com/office/drawing/2014/main" id="{CE472FFE-4866-9F8A-5480-F375EF80269E}"/>
                </a:ext>
              </a:extLst>
            </p:cNvPr>
            <p:cNvGrpSpPr/>
            <p:nvPr/>
          </p:nvGrpSpPr>
          <p:grpSpPr>
            <a:xfrm>
              <a:off x="9744839" y="9260823"/>
              <a:ext cx="238182" cy="238003"/>
              <a:chOff x="5145960" y="4201202"/>
              <a:chExt cx="150892" cy="141375"/>
            </a:xfrm>
            <a:scene3d>
              <a:camera prst="orthographicFront">
                <a:rot lat="0" lon="19350000" rev="0"/>
              </a:camera>
              <a:lightRig rig="threePt" dir="t">
                <a:rot lat="0" lon="0" rev="0"/>
              </a:lightRig>
            </a:scene3d>
          </p:grpSpPr>
          <p:sp>
            <p:nvSpPr>
              <p:cNvPr id="13370" name="Oval 15540">
                <a:extLst>
                  <a:ext uri="{FF2B5EF4-FFF2-40B4-BE49-F238E27FC236}">
                    <a16:creationId xmlns:a16="http://schemas.microsoft.com/office/drawing/2014/main" id="{6F362F98-96D2-DB0B-04EA-6859F6DD433D}"/>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371" name="Line 15541">
                <a:extLst>
                  <a:ext uri="{FF2B5EF4-FFF2-40B4-BE49-F238E27FC236}">
                    <a16:creationId xmlns:a16="http://schemas.microsoft.com/office/drawing/2014/main" id="{F379823A-0C5A-E863-6CB1-26DE0CF5747E}"/>
                  </a:ext>
                </a:extLst>
              </p:cNvPr>
              <p:cNvCxnSpPr>
                <a:cxnSpLocks/>
                <a:stCxn id="13370" idx="1"/>
                <a:endCxn id="13370"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3350" name="组合 13349">
              <a:extLst>
                <a:ext uri="{FF2B5EF4-FFF2-40B4-BE49-F238E27FC236}">
                  <a16:creationId xmlns:a16="http://schemas.microsoft.com/office/drawing/2014/main" id="{6F20BF67-193A-B920-1A41-95E7BB5D4345}"/>
                </a:ext>
              </a:extLst>
            </p:cNvPr>
            <p:cNvGrpSpPr/>
            <p:nvPr/>
          </p:nvGrpSpPr>
          <p:grpSpPr>
            <a:xfrm rot="16200000" flipV="1">
              <a:off x="8526615" y="10056739"/>
              <a:ext cx="304542" cy="244492"/>
              <a:chOff x="572797" y="3435077"/>
              <a:chExt cx="419388" cy="341323"/>
            </a:xfrm>
          </p:grpSpPr>
          <p:grpSp>
            <p:nvGrpSpPr>
              <p:cNvPr id="13351" name="组合 13350">
                <a:extLst>
                  <a:ext uri="{FF2B5EF4-FFF2-40B4-BE49-F238E27FC236}">
                    <a16:creationId xmlns:a16="http://schemas.microsoft.com/office/drawing/2014/main" id="{71C645AC-6FAC-12D6-1A06-D9E357D8C1D2}"/>
                  </a:ext>
                </a:extLst>
              </p:cNvPr>
              <p:cNvGrpSpPr/>
              <p:nvPr/>
            </p:nvGrpSpPr>
            <p:grpSpPr>
              <a:xfrm>
                <a:off x="572797" y="3435077"/>
                <a:ext cx="419388" cy="341323"/>
                <a:chOff x="3493878" y="4658952"/>
                <a:chExt cx="619038" cy="491364"/>
              </a:xfrm>
            </p:grpSpPr>
            <p:sp>
              <p:nvSpPr>
                <p:cNvPr id="13368" name="流程图: 接点 571">
                  <a:extLst>
                    <a:ext uri="{FF2B5EF4-FFF2-40B4-BE49-F238E27FC236}">
                      <a16:creationId xmlns:a16="http://schemas.microsoft.com/office/drawing/2014/main" id="{F28995A1-6528-8119-5FA7-022E1465ADF1}"/>
                    </a:ext>
                  </a:extLst>
                </p:cNvPr>
                <p:cNvSpPr/>
                <p:nvPr/>
              </p:nvSpPr>
              <p:spPr>
                <a:xfrm>
                  <a:off x="3493878" y="4658952"/>
                  <a:ext cx="619038" cy="491364"/>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546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69" name="流程图: 接点 572">
                  <a:extLst>
                    <a:ext uri="{FF2B5EF4-FFF2-40B4-BE49-F238E27FC236}">
                      <a16:creationId xmlns:a16="http://schemas.microsoft.com/office/drawing/2014/main" id="{72D64497-B2EC-4058-9193-87986B9DA5E7}"/>
                    </a:ext>
                  </a:extLst>
                </p:cNvPr>
                <p:cNvSpPr/>
                <p:nvPr/>
              </p:nvSpPr>
              <p:spPr>
                <a:xfrm>
                  <a:off x="3677258" y="4667350"/>
                  <a:ext cx="246540" cy="230173"/>
                </a:xfrm>
                <a:prstGeom prst="flowChartConnector">
                  <a:avLst/>
                </a:prstGeom>
                <a:solidFill>
                  <a:schemeClr val="tx1">
                    <a:lumMod val="50000"/>
                    <a:lumOff val="50000"/>
                  </a:schemeClr>
                </a:solidFill>
                <a:ln>
                  <a:solidFill>
                    <a:schemeClr val="bg1">
                      <a:lumMod val="95000"/>
                    </a:schemeClr>
                  </a:solidFill>
                </a:ln>
                <a:scene3d>
                  <a:camera prst="orthographicFront">
                    <a:rot lat="546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352" name="直线连接符 13351">
                <a:extLst>
                  <a:ext uri="{FF2B5EF4-FFF2-40B4-BE49-F238E27FC236}">
                    <a16:creationId xmlns:a16="http://schemas.microsoft.com/office/drawing/2014/main" id="{1B4F7A18-2930-16C3-42E4-6542D044356B}"/>
                  </a:ext>
                </a:extLst>
              </p:cNvPr>
              <p:cNvCxnSpPr>
                <a:cxnSpLocks/>
              </p:cNvCxnSpPr>
              <p:nvPr/>
            </p:nvCxnSpPr>
            <p:spPr>
              <a:xfrm>
                <a:off x="985037" y="348527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53" name="直线连接符 13352">
                <a:extLst>
                  <a:ext uri="{FF2B5EF4-FFF2-40B4-BE49-F238E27FC236}">
                    <a16:creationId xmlns:a16="http://schemas.microsoft.com/office/drawing/2014/main" id="{2E29A032-353B-F003-9B1D-A68FD2193017}"/>
                  </a:ext>
                </a:extLst>
              </p:cNvPr>
              <p:cNvCxnSpPr>
                <a:cxnSpLocks/>
              </p:cNvCxnSpPr>
              <p:nvPr/>
            </p:nvCxnSpPr>
            <p:spPr>
              <a:xfrm>
                <a:off x="957394" y="349314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54" name="直线连接符 13353">
                <a:extLst>
                  <a:ext uri="{FF2B5EF4-FFF2-40B4-BE49-F238E27FC236}">
                    <a16:creationId xmlns:a16="http://schemas.microsoft.com/office/drawing/2014/main" id="{4E3AA27E-AD62-2D40-D798-493C137FFE75}"/>
                  </a:ext>
                </a:extLst>
              </p:cNvPr>
              <p:cNvCxnSpPr>
                <a:cxnSpLocks/>
              </p:cNvCxnSpPr>
              <p:nvPr/>
            </p:nvCxnSpPr>
            <p:spPr>
              <a:xfrm>
                <a:off x="929910" y="34889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55" name="直线连接符 13354">
                <a:extLst>
                  <a:ext uri="{FF2B5EF4-FFF2-40B4-BE49-F238E27FC236}">
                    <a16:creationId xmlns:a16="http://schemas.microsoft.com/office/drawing/2014/main" id="{7201C2FC-4009-A596-AEDA-8490648C2A79}"/>
                  </a:ext>
                </a:extLst>
              </p:cNvPr>
              <p:cNvCxnSpPr>
                <a:cxnSpLocks/>
              </p:cNvCxnSpPr>
              <p:nvPr/>
            </p:nvCxnSpPr>
            <p:spPr>
              <a:xfrm>
                <a:off x="904055" y="349236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56" name="直线连接符 13355">
                <a:extLst>
                  <a:ext uri="{FF2B5EF4-FFF2-40B4-BE49-F238E27FC236}">
                    <a16:creationId xmlns:a16="http://schemas.microsoft.com/office/drawing/2014/main" id="{DBA4B062-9244-FE2C-7583-B4CD4B6668D9}"/>
                  </a:ext>
                </a:extLst>
              </p:cNvPr>
              <p:cNvCxnSpPr>
                <a:cxnSpLocks/>
              </p:cNvCxnSpPr>
              <p:nvPr/>
            </p:nvCxnSpPr>
            <p:spPr>
              <a:xfrm>
                <a:off x="876844" y="3489339"/>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57" name="直线连接符 13356">
                <a:extLst>
                  <a:ext uri="{FF2B5EF4-FFF2-40B4-BE49-F238E27FC236}">
                    <a16:creationId xmlns:a16="http://schemas.microsoft.com/office/drawing/2014/main" id="{96DAD9C8-66FD-D2E2-9801-8E587EDBF052}"/>
                  </a:ext>
                </a:extLst>
              </p:cNvPr>
              <p:cNvCxnSpPr>
                <a:cxnSpLocks/>
              </p:cNvCxnSpPr>
              <p:nvPr/>
            </p:nvCxnSpPr>
            <p:spPr>
              <a:xfrm>
                <a:off x="847577"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58" name="直线连接符 13357">
                <a:extLst>
                  <a:ext uri="{FF2B5EF4-FFF2-40B4-BE49-F238E27FC236}">
                    <a16:creationId xmlns:a16="http://schemas.microsoft.com/office/drawing/2014/main" id="{35FBB0BA-0E4A-6A68-0053-76F7B670348F}"/>
                  </a:ext>
                </a:extLst>
              </p:cNvPr>
              <p:cNvCxnSpPr>
                <a:cxnSpLocks/>
              </p:cNvCxnSpPr>
              <p:nvPr/>
            </p:nvCxnSpPr>
            <p:spPr>
              <a:xfrm>
                <a:off x="821015" y="34925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59" name="直线连接符 13358">
                <a:extLst>
                  <a:ext uri="{FF2B5EF4-FFF2-40B4-BE49-F238E27FC236}">
                    <a16:creationId xmlns:a16="http://schemas.microsoft.com/office/drawing/2014/main" id="{D85A2871-1365-ECB4-F816-B3702DE99549}"/>
                  </a:ext>
                </a:extLst>
              </p:cNvPr>
              <p:cNvCxnSpPr>
                <a:cxnSpLocks/>
              </p:cNvCxnSpPr>
              <p:nvPr/>
            </p:nvCxnSpPr>
            <p:spPr>
              <a:xfrm>
                <a:off x="756664" y="349528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60" name="直线连接符 13359">
                <a:extLst>
                  <a:ext uri="{FF2B5EF4-FFF2-40B4-BE49-F238E27FC236}">
                    <a16:creationId xmlns:a16="http://schemas.microsoft.com/office/drawing/2014/main" id="{77DCB7A4-D8FD-6EB7-804B-3B403382A232}"/>
                  </a:ext>
                </a:extLst>
              </p:cNvPr>
              <p:cNvCxnSpPr>
                <a:cxnSpLocks/>
              </p:cNvCxnSpPr>
              <p:nvPr/>
            </p:nvCxnSpPr>
            <p:spPr>
              <a:xfrm>
                <a:off x="791448" y="3492532"/>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61" name="直线连接符 13360">
                <a:extLst>
                  <a:ext uri="{FF2B5EF4-FFF2-40B4-BE49-F238E27FC236}">
                    <a16:creationId xmlns:a16="http://schemas.microsoft.com/office/drawing/2014/main" id="{D44FD4E1-C677-2FE3-B2FA-622C207B23AA}"/>
                  </a:ext>
                </a:extLst>
              </p:cNvPr>
              <p:cNvCxnSpPr>
                <a:cxnSpLocks/>
              </p:cNvCxnSpPr>
              <p:nvPr/>
            </p:nvCxnSpPr>
            <p:spPr>
              <a:xfrm>
                <a:off x="727880" y="348811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62" name="直线连接符 13361">
                <a:extLst>
                  <a:ext uri="{FF2B5EF4-FFF2-40B4-BE49-F238E27FC236}">
                    <a16:creationId xmlns:a16="http://schemas.microsoft.com/office/drawing/2014/main" id="{FDF20C0A-FDD6-D69B-1767-C9CCCBC98FFD}"/>
                  </a:ext>
                </a:extLst>
              </p:cNvPr>
              <p:cNvCxnSpPr>
                <a:cxnSpLocks/>
              </p:cNvCxnSpPr>
              <p:nvPr/>
            </p:nvCxnSpPr>
            <p:spPr>
              <a:xfrm>
                <a:off x="702589" y="3491774"/>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63" name="直线连接符 13362">
                <a:extLst>
                  <a:ext uri="{FF2B5EF4-FFF2-40B4-BE49-F238E27FC236}">
                    <a16:creationId xmlns:a16="http://schemas.microsoft.com/office/drawing/2014/main" id="{7E1FF5E6-B0CE-497B-3B68-897918FDB0AB}"/>
                  </a:ext>
                </a:extLst>
              </p:cNvPr>
              <p:cNvCxnSpPr>
                <a:cxnSpLocks/>
              </p:cNvCxnSpPr>
              <p:nvPr/>
            </p:nvCxnSpPr>
            <p:spPr>
              <a:xfrm>
                <a:off x="669942" y="348910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64" name="直线连接符 13363">
                <a:extLst>
                  <a:ext uri="{FF2B5EF4-FFF2-40B4-BE49-F238E27FC236}">
                    <a16:creationId xmlns:a16="http://schemas.microsoft.com/office/drawing/2014/main" id="{B7419F49-07E9-E978-845C-26596D169D6D}"/>
                  </a:ext>
                </a:extLst>
              </p:cNvPr>
              <p:cNvCxnSpPr>
                <a:cxnSpLocks/>
              </p:cNvCxnSpPr>
              <p:nvPr/>
            </p:nvCxnSpPr>
            <p:spPr>
              <a:xfrm>
                <a:off x="648401" y="3489053"/>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65" name="直线连接符 13364">
                <a:extLst>
                  <a:ext uri="{FF2B5EF4-FFF2-40B4-BE49-F238E27FC236}">
                    <a16:creationId xmlns:a16="http://schemas.microsoft.com/office/drawing/2014/main" id="{C6776549-B165-00AD-8800-05CE59C92E7F}"/>
                  </a:ext>
                </a:extLst>
              </p:cNvPr>
              <p:cNvCxnSpPr>
                <a:cxnSpLocks/>
              </p:cNvCxnSpPr>
              <p:nvPr/>
            </p:nvCxnSpPr>
            <p:spPr>
              <a:xfrm>
                <a:off x="621539" y="349196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366" name="直线连接符 13365">
                <a:extLst>
                  <a:ext uri="{FF2B5EF4-FFF2-40B4-BE49-F238E27FC236}">
                    <a16:creationId xmlns:a16="http://schemas.microsoft.com/office/drawing/2014/main" id="{D6FDAD63-F036-23B2-A0DC-6B93C259034D}"/>
                  </a:ext>
                </a:extLst>
              </p:cNvPr>
              <p:cNvCxnSpPr>
                <a:cxnSpLocks/>
              </p:cNvCxnSpPr>
              <p:nvPr/>
            </p:nvCxnSpPr>
            <p:spPr>
              <a:xfrm>
                <a:off x="598299" y="3489522"/>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367" name="直线连接符 13366">
                <a:extLst>
                  <a:ext uri="{FF2B5EF4-FFF2-40B4-BE49-F238E27FC236}">
                    <a16:creationId xmlns:a16="http://schemas.microsoft.com/office/drawing/2014/main" id="{DCA26219-6DAD-E0FF-FEBC-5FE93CFC263A}"/>
                  </a:ext>
                </a:extLst>
              </p:cNvPr>
              <p:cNvCxnSpPr>
                <a:cxnSpLocks/>
              </p:cNvCxnSpPr>
              <p:nvPr/>
            </p:nvCxnSpPr>
            <p:spPr>
              <a:xfrm>
                <a:off x="578116" y="3487005"/>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3437" name="组合 13436">
            <a:extLst>
              <a:ext uri="{FF2B5EF4-FFF2-40B4-BE49-F238E27FC236}">
                <a16:creationId xmlns:a16="http://schemas.microsoft.com/office/drawing/2014/main" id="{38D37058-4393-E49C-F791-F3B1D361F962}"/>
              </a:ext>
            </a:extLst>
          </p:cNvPr>
          <p:cNvGrpSpPr/>
          <p:nvPr/>
        </p:nvGrpSpPr>
        <p:grpSpPr>
          <a:xfrm>
            <a:off x="565952" y="1863824"/>
            <a:ext cx="1973841" cy="3038107"/>
            <a:chOff x="10925805" y="7902487"/>
            <a:chExt cx="1973841" cy="3038107"/>
          </a:xfrm>
        </p:grpSpPr>
        <p:sp>
          <p:nvSpPr>
            <p:cNvPr id="13438" name="流程图: 接点 554">
              <a:extLst>
                <a:ext uri="{FF2B5EF4-FFF2-40B4-BE49-F238E27FC236}">
                  <a16:creationId xmlns:a16="http://schemas.microsoft.com/office/drawing/2014/main" id="{3241C8C8-DB51-68D4-54FC-5D489558A2B5}"/>
                </a:ext>
              </a:extLst>
            </p:cNvPr>
            <p:cNvSpPr/>
            <p:nvPr/>
          </p:nvSpPr>
          <p:spPr>
            <a:xfrm>
              <a:off x="11460953" y="10065347"/>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39" name="椭圆 13438">
              <a:extLst>
                <a:ext uri="{FF2B5EF4-FFF2-40B4-BE49-F238E27FC236}">
                  <a16:creationId xmlns:a16="http://schemas.microsoft.com/office/drawing/2014/main" id="{B12C0D8D-470C-3227-9C1A-8FE724CA49AF}"/>
                </a:ext>
              </a:extLst>
            </p:cNvPr>
            <p:cNvSpPr/>
            <p:nvPr/>
          </p:nvSpPr>
          <p:spPr>
            <a:xfrm>
              <a:off x="11289592" y="9618600"/>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440" name="组合 13439">
              <a:extLst>
                <a:ext uri="{FF2B5EF4-FFF2-40B4-BE49-F238E27FC236}">
                  <a16:creationId xmlns:a16="http://schemas.microsoft.com/office/drawing/2014/main" id="{CE8F173A-CA63-D693-90EC-2B8F61C83237}"/>
                </a:ext>
              </a:extLst>
            </p:cNvPr>
            <p:cNvGrpSpPr/>
            <p:nvPr/>
          </p:nvGrpSpPr>
          <p:grpSpPr>
            <a:xfrm>
              <a:off x="12396607" y="9442896"/>
              <a:ext cx="419388" cy="487204"/>
              <a:chOff x="5768619" y="3058692"/>
              <a:chExt cx="419388" cy="487204"/>
            </a:xfrm>
          </p:grpSpPr>
          <p:sp>
            <p:nvSpPr>
              <p:cNvPr id="13515" name="流程图: 接点 571">
                <a:extLst>
                  <a:ext uri="{FF2B5EF4-FFF2-40B4-BE49-F238E27FC236}">
                    <a16:creationId xmlns:a16="http://schemas.microsoft.com/office/drawing/2014/main" id="{2A702054-ABAA-4B47-731D-5212E8A276FE}"/>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16" name="流程图: 接点 572">
                <a:extLst>
                  <a:ext uri="{FF2B5EF4-FFF2-40B4-BE49-F238E27FC236}">
                    <a16:creationId xmlns:a16="http://schemas.microsoft.com/office/drawing/2014/main" id="{45717CA7-92A1-B2D2-7410-018043A08C0E}"/>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17" name="直线连接符 13516">
                <a:extLst>
                  <a:ext uri="{FF2B5EF4-FFF2-40B4-BE49-F238E27FC236}">
                    <a16:creationId xmlns:a16="http://schemas.microsoft.com/office/drawing/2014/main" id="{3A2E9B27-2022-F460-1473-C5257AD798E8}"/>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18" name="直线连接符 13517">
                <a:extLst>
                  <a:ext uri="{FF2B5EF4-FFF2-40B4-BE49-F238E27FC236}">
                    <a16:creationId xmlns:a16="http://schemas.microsoft.com/office/drawing/2014/main" id="{39FBB0D3-6C9B-98A2-4BAE-7D98E35A85B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19" name="直线连接符 13518">
                <a:extLst>
                  <a:ext uri="{FF2B5EF4-FFF2-40B4-BE49-F238E27FC236}">
                    <a16:creationId xmlns:a16="http://schemas.microsoft.com/office/drawing/2014/main" id="{88A89561-09A7-77C1-E7A4-3B9CC55314A8}"/>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0" name="直线连接符 13519">
                <a:extLst>
                  <a:ext uri="{FF2B5EF4-FFF2-40B4-BE49-F238E27FC236}">
                    <a16:creationId xmlns:a16="http://schemas.microsoft.com/office/drawing/2014/main" id="{BE98D52C-6E4B-221D-0DC7-D096FF97E14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1" name="直线连接符 13520">
                <a:extLst>
                  <a:ext uri="{FF2B5EF4-FFF2-40B4-BE49-F238E27FC236}">
                    <a16:creationId xmlns:a16="http://schemas.microsoft.com/office/drawing/2014/main" id="{F324A0E4-6D4B-3894-8B50-C79059E5515C}"/>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2" name="直线连接符 13521">
                <a:extLst>
                  <a:ext uri="{FF2B5EF4-FFF2-40B4-BE49-F238E27FC236}">
                    <a16:creationId xmlns:a16="http://schemas.microsoft.com/office/drawing/2014/main" id="{B053E223-A4F9-48C1-21B5-20E942D6D214}"/>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3" name="直线连接符 13522">
                <a:extLst>
                  <a:ext uri="{FF2B5EF4-FFF2-40B4-BE49-F238E27FC236}">
                    <a16:creationId xmlns:a16="http://schemas.microsoft.com/office/drawing/2014/main" id="{BE17772D-1577-1213-4F10-E8AB2EDE2097}"/>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4" name="直线连接符 13523">
                <a:extLst>
                  <a:ext uri="{FF2B5EF4-FFF2-40B4-BE49-F238E27FC236}">
                    <a16:creationId xmlns:a16="http://schemas.microsoft.com/office/drawing/2014/main" id="{1B3BF996-C12D-86FD-6361-934DF2FABE80}"/>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5" name="直线连接符 13524">
                <a:extLst>
                  <a:ext uri="{FF2B5EF4-FFF2-40B4-BE49-F238E27FC236}">
                    <a16:creationId xmlns:a16="http://schemas.microsoft.com/office/drawing/2014/main" id="{DC620B01-4C2F-6BCC-97E5-2A0C5BECDD48}"/>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6" name="直线连接符 13525">
                <a:extLst>
                  <a:ext uri="{FF2B5EF4-FFF2-40B4-BE49-F238E27FC236}">
                    <a16:creationId xmlns:a16="http://schemas.microsoft.com/office/drawing/2014/main" id="{6960E05C-18AC-CB1F-4DA6-19E4044109ED}"/>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7" name="直线连接符 13526">
                <a:extLst>
                  <a:ext uri="{FF2B5EF4-FFF2-40B4-BE49-F238E27FC236}">
                    <a16:creationId xmlns:a16="http://schemas.microsoft.com/office/drawing/2014/main" id="{840E2182-79F0-3EF7-81A9-6023A35928BF}"/>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8" name="直线连接符 13527">
                <a:extLst>
                  <a:ext uri="{FF2B5EF4-FFF2-40B4-BE49-F238E27FC236}">
                    <a16:creationId xmlns:a16="http://schemas.microsoft.com/office/drawing/2014/main" id="{4EACF83C-A774-DCFB-B5B1-137F67C2693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29" name="直线连接符 13528">
                <a:extLst>
                  <a:ext uri="{FF2B5EF4-FFF2-40B4-BE49-F238E27FC236}">
                    <a16:creationId xmlns:a16="http://schemas.microsoft.com/office/drawing/2014/main" id="{9F38649A-B70E-A53B-C409-234485B7ACC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30" name="直线连接符 13529">
                <a:extLst>
                  <a:ext uri="{FF2B5EF4-FFF2-40B4-BE49-F238E27FC236}">
                    <a16:creationId xmlns:a16="http://schemas.microsoft.com/office/drawing/2014/main" id="{0D8F8A8A-7510-EC5B-BAC1-31B3547F694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31" name="直线连接符 13530">
                <a:extLst>
                  <a:ext uri="{FF2B5EF4-FFF2-40B4-BE49-F238E27FC236}">
                    <a16:creationId xmlns:a16="http://schemas.microsoft.com/office/drawing/2014/main" id="{1FA2C9CB-3353-AAFB-8D6B-10CB8CB44C16}"/>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532" name="直线连接符 13531">
                <a:extLst>
                  <a:ext uri="{FF2B5EF4-FFF2-40B4-BE49-F238E27FC236}">
                    <a16:creationId xmlns:a16="http://schemas.microsoft.com/office/drawing/2014/main" id="{A0F046A3-1FBE-C7DC-0D77-256CAABA478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533" name="直线连接符 13532">
                <a:extLst>
                  <a:ext uri="{FF2B5EF4-FFF2-40B4-BE49-F238E27FC236}">
                    <a16:creationId xmlns:a16="http://schemas.microsoft.com/office/drawing/2014/main" id="{58292148-2CB7-4F79-FCD3-54435822C729}"/>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441" name="组合 13440">
              <a:extLst>
                <a:ext uri="{FF2B5EF4-FFF2-40B4-BE49-F238E27FC236}">
                  <a16:creationId xmlns:a16="http://schemas.microsoft.com/office/drawing/2014/main" id="{05E5FF3A-3654-B1FC-044C-BFBB649225C8}"/>
                </a:ext>
              </a:extLst>
            </p:cNvPr>
            <p:cNvGrpSpPr/>
            <p:nvPr/>
          </p:nvGrpSpPr>
          <p:grpSpPr>
            <a:xfrm>
              <a:off x="11327383" y="9356917"/>
              <a:ext cx="419388" cy="487204"/>
              <a:chOff x="5768619" y="3058692"/>
              <a:chExt cx="419388" cy="487204"/>
            </a:xfrm>
          </p:grpSpPr>
          <p:sp>
            <p:nvSpPr>
              <p:cNvPr id="13496" name="流程图: 接点 571">
                <a:extLst>
                  <a:ext uri="{FF2B5EF4-FFF2-40B4-BE49-F238E27FC236}">
                    <a16:creationId xmlns:a16="http://schemas.microsoft.com/office/drawing/2014/main" id="{C10E8C6D-0C4E-85BA-53EA-592F6CDE5F2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97" name="流程图: 接点 572">
                <a:extLst>
                  <a:ext uri="{FF2B5EF4-FFF2-40B4-BE49-F238E27FC236}">
                    <a16:creationId xmlns:a16="http://schemas.microsoft.com/office/drawing/2014/main" id="{77FFC7F5-F0FC-2F73-8526-393121E99FF6}"/>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498" name="直线连接符 13497">
                <a:extLst>
                  <a:ext uri="{FF2B5EF4-FFF2-40B4-BE49-F238E27FC236}">
                    <a16:creationId xmlns:a16="http://schemas.microsoft.com/office/drawing/2014/main" id="{8265BBCB-45C0-9040-CDED-AF2A7D650AD0}"/>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99" name="直线连接符 13498">
                <a:extLst>
                  <a:ext uri="{FF2B5EF4-FFF2-40B4-BE49-F238E27FC236}">
                    <a16:creationId xmlns:a16="http://schemas.microsoft.com/office/drawing/2014/main" id="{4C1B12F8-7A56-D948-D727-EBBD6C659A23}"/>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0" name="直线连接符 13499">
                <a:extLst>
                  <a:ext uri="{FF2B5EF4-FFF2-40B4-BE49-F238E27FC236}">
                    <a16:creationId xmlns:a16="http://schemas.microsoft.com/office/drawing/2014/main" id="{24563578-A1C2-610B-9059-E51F60090617}"/>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1" name="直线连接符 13500">
                <a:extLst>
                  <a:ext uri="{FF2B5EF4-FFF2-40B4-BE49-F238E27FC236}">
                    <a16:creationId xmlns:a16="http://schemas.microsoft.com/office/drawing/2014/main" id="{BA4C8291-F08C-5B74-B508-AFF0C80D136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2" name="直线连接符 13501">
                <a:extLst>
                  <a:ext uri="{FF2B5EF4-FFF2-40B4-BE49-F238E27FC236}">
                    <a16:creationId xmlns:a16="http://schemas.microsoft.com/office/drawing/2014/main" id="{1C416CC0-9F68-4507-7E78-4AB8BC165943}"/>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3" name="直线连接符 13502">
                <a:extLst>
                  <a:ext uri="{FF2B5EF4-FFF2-40B4-BE49-F238E27FC236}">
                    <a16:creationId xmlns:a16="http://schemas.microsoft.com/office/drawing/2014/main" id="{94A76F8C-3A27-7100-0962-8A1CADA3295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4" name="直线连接符 13503">
                <a:extLst>
                  <a:ext uri="{FF2B5EF4-FFF2-40B4-BE49-F238E27FC236}">
                    <a16:creationId xmlns:a16="http://schemas.microsoft.com/office/drawing/2014/main" id="{4B0F8056-DFA9-1073-96DC-421C3657E538}"/>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5" name="直线连接符 13504">
                <a:extLst>
                  <a:ext uri="{FF2B5EF4-FFF2-40B4-BE49-F238E27FC236}">
                    <a16:creationId xmlns:a16="http://schemas.microsoft.com/office/drawing/2014/main" id="{03C92AC4-A431-67F2-453E-A5D776CCB486}"/>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6" name="直线连接符 13505">
                <a:extLst>
                  <a:ext uri="{FF2B5EF4-FFF2-40B4-BE49-F238E27FC236}">
                    <a16:creationId xmlns:a16="http://schemas.microsoft.com/office/drawing/2014/main" id="{0CED4D23-95D6-2716-99CC-5B171139C5FC}"/>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7" name="直线连接符 13506">
                <a:extLst>
                  <a:ext uri="{FF2B5EF4-FFF2-40B4-BE49-F238E27FC236}">
                    <a16:creationId xmlns:a16="http://schemas.microsoft.com/office/drawing/2014/main" id="{D2716B85-3CB6-5BC9-91E3-57CAFAEC0A2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8" name="直线连接符 13507">
                <a:extLst>
                  <a:ext uri="{FF2B5EF4-FFF2-40B4-BE49-F238E27FC236}">
                    <a16:creationId xmlns:a16="http://schemas.microsoft.com/office/drawing/2014/main" id="{F69D2EEC-3E05-29A0-F61E-7738D11FCD69}"/>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09" name="直线连接符 13508">
                <a:extLst>
                  <a:ext uri="{FF2B5EF4-FFF2-40B4-BE49-F238E27FC236}">
                    <a16:creationId xmlns:a16="http://schemas.microsoft.com/office/drawing/2014/main" id="{487882D3-E0AA-97F1-7F05-C89973687E1F}"/>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10" name="直线连接符 13509">
                <a:extLst>
                  <a:ext uri="{FF2B5EF4-FFF2-40B4-BE49-F238E27FC236}">
                    <a16:creationId xmlns:a16="http://schemas.microsoft.com/office/drawing/2014/main" id="{E9329503-7656-00CB-06AD-13A4C10202A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11" name="直线连接符 13510">
                <a:extLst>
                  <a:ext uri="{FF2B5EF4-FFF2-40B4-BE49-F238E27FC236}">
                    <a16:creationId xmlns:a16="http://schemas.microsoft.com/office/drawing/2014/main" id="{CE2121A1-1539-77D0-02F9-E83DE12FEAB4}"/>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12" name="直线连接符 13511">
                <a:extLst>
                  <a:ext uri="{FF2B5EF4-FFF2-40B4-BE49-F238E27FC236}">
                    <a16:creationId xmlns:a16="http://schemas.microsoft.com/office/drawing/2014/main" id="{A5D34A02-1B83-B1CD-B549-01CA2FB4946A}"/>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513" name="直线连接符 13512">
                <a:extLst>
                  <a:ext uri="{FF2B5EF4-FFF2-40B4-BE49-F238E27FC236}">
                    <a16:creationId xmlns:a16="http://schemas.microsoft.com/office/drawing/2014/main" id="{2AFC9ECC-CEFB-4CDA-FBB9-1BE7F2A95091}"/>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514" name="直线连接符 13513">
                <a:extLst>
                  <a:ext uri="{FF2B5EF4-FFF2-40B4-BE49-F238E27FC236}">
                    <a16:creationId xmlns:a16="http://schemas.microsoft.com/office/drawing/2014/main" id="{29B68CBC-E76D-616B-FA0C-00EFCCC936B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442" name="流程图: 接点 556">
              <a:extLst>
                <a:ext uri="{FF2B5EF4-FFF2-40B4-BE49-F238E27FC236}">
                  <a16:creationId xmlns:a16="http://schemas.microsoft.com/office/drawing/2014/main" id="{EFF799A5-5BBE-74EB-E9BB-4F604FE5D890}"/>
                </a:ext>
              </a:extLst>
            </p:cNvPr>
            <p:cNvSpPr/>
            <p:nvPr/>
          </p:nvSpPr>
          <p:spPr>
            <a:xfrm>
              <a:off x="11414580" y="9240067"/>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443" name="组合 13442">
              <a:extLst>
                <a:ext uri="{FF2B5EF4-FFF2-40B4-BE49-F238E27FC236}">
                  <a16:creationId xmlns:a16="http://schemas.microsoft.com/office/drawing/2014/main" id="{1FB0A773-B835-4792-C9B7-DC7EDD2DF67D}"/>
                </a:ext>
              </a:extLst>
            </p:cNvPr>
            <p:cNvGrpSpPr/>
            <p:nvPr/>
          </p:nvGrpSpPr>
          <p:grpSpPr>
            <a:xfrm>
              <a:off x="11499718" y="9583020"/>
              <a:ext cx="419388" cy="487204"/>
              <a:chOff x="5768619" y="3058692"/>
              <a:chExt cx="419388" cy="487204"/>
            </a:xfrm>
          </p:grpSpPr>
          <p:sp>
            <p:nvSpPr>
              <p:cNvPr id="13477" name="流程图: 接点 571">
                <a:extLst>
                  <a:ext uri="{FF2B5EF4-FFF2-40B4-BE49-F238E27FC236}">
                    <a16:creationId xmlns:a16="http://schemas.microsoft.com/office/drawing/2014/main" id="{3848FD53-7104-845B-D4A5-BF4CB0E3BF9A}"/>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78" name="流程图: 接点 572">
                <a:extLst>
                  <a:ext uri="{FF2B5EF4-FFF2-40B4-BE49-F238E27FC236}">
                    <a16:creationId xmlns:a16="http://schemas.microsoft.com/office/drawing/2014/main" id="{F6D05695-F951-8881-C2DD-FCBBD6BAB9DA}"/>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479" name="直线连接符 13478">
                <a:extLst>
                  <a:ext uri="{FF2B5EF4-FFF2-40B4-BE49-F238E27FC236}">
                    <a16:creationId xmlns:a16="http://schemas.microsoft.com/office/drawing/2014/main" id="{C93182B3-E636-6903-B707-79F167C6BB3B}"/>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0" name="直线连接符 13479">
                <a:extLst>
                  <a:ext uri="{FF2B5EF4-FFF2-40B4-BE49-F238E27FC236}">
                    <a16:creationId xmlns:a16="http://schemas.microsoft.com/office/drawing/2014/main" id="{F0335E65-2D1F-1DB7-BF08-7CDC5FE74AB4}"/>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1" name="直线连接符 13480">
                <a:extLst>
                  <a:ext uri="{FF2B5EF4-FFF2-40B4-BE49-F238E27FC236}">
                    <a16:creationId xmlns:a16="http://schemas.microsoft.com/office/drawing/2014/main" id="{D99182C7-CF0D-C2C9-6E26-7E2CCDC0002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2" name="直线连接符 13481">
                <a:extLst>
                  <a:ext uri="{FF2B5EF4-FFF2-40B4-BE49-F238E27FC236}">
                    <a16:creationId xmlns:a16="http://schemas.microsoft.com/office/drawing/2014/main" id="{87F2B31B-A2DB-2F42-229F-96A9DEED54A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3" name="直线连接符 13482">
                <a:extLst>
                  <a:ext uri="{FF2B5EF4-FFF2-40B4-BE49-F238E27FC236}">
                    <a16:creationId xmlns:a16="http://schemas.microsoft.com/office/drawing/2014/main" id="{5F68CA4D-36BB-EA49-9B7E-9EC3347D08A1}"/>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4" name="直线连接符 13483">
                <a:extLst>
                  <a:ext uri="{FF2B5EF4-FFF2-40B4-BE49-F238E27FC236}">
                    <a16:creationId xmlns:a16="http://schemas.microsoft.com/office/drawing/2014/main" id="{820942CF-EDA1-2352-3B9A-A7CDBCA4157F}"/>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5" name="直线连接符 13484">
                <a:extLst>
                  <a:ext uri="{FF2B5EF4-FFF2-40B4-BE49-F238E27FC236}">
                    <a16:creationId xmlns:a16="http://schemas.microsoft.com/office/drawing/2014/main" id="{44F9BDD5-246A-E694-1486-FBFE76E22D5D}"/>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6" name="直线连接符 13485">
                <a:extLst>
                  <a:ext uri="{FF2B5EF4-FFF2-40B4-BE49-F238E27FC236}">
                    <a16:creationId xmlns:a16="http://schemas.microsoft.com/office/drawing/2014/main" id="{FDB8101E-7DB5-66EC-A871-20D89FEB344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7" name="直线连接符 13486">
                <a:extLst>
                  <a:ext uri="{FF2B5EF4-FFF2-40B4-BE49-F238E27FC236}">
                    <a16:creationId xmlns:a16="http://schemas.microsoft.com/office/drawing/2014/main" id="{31CFCC67-435A-7E0F-37B0-B7FA0104F04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8" name="直线连接符 13487">
                <a:extLst>
                  <a:ext uri="{FF2B5EF4-FFF2-40B4-BE49-F238E27FC236}">
                    <a16:creationId xmlns:a16="http://schemas.microsoft.com/office/drawing/2014/main" id="{94C0009B-1828-A7C7-4240-4DC319A066A3}"/>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89" name="直线连接符 13488">
                <a:extLst>
                  <a:ext uri="{FF2B5EF4-FFF2-40B4-BE49-F238E27FC236}">
                    <a16:creationId xmlns:a16="http://schemas.microsoft.com/office/drawing/2014/main" id="{7F25A0F7-B705-AD41-7B6C-5DBD98ABD7B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90" name="直线连接符 13489">
                <a:extLst>
                  <a:ext uri="{FF2B5EF4-FFF2-40B4-BE49-F238E27FC236}">
                    <a16:creationId xmlns:a16="http://schemas.microsoft.com/office/drawing/2014/main" id="{8656A620-9FA9-6E49-7249-D4088D065020}"/>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91" name="直线连接符 13490">
                <a:extLst>
                  <a:ext uri="{FF2B5EF4-FFF2-40B4-BE49-F238E27FC236}">
                    <a16:creationId xmlns:a16="http://schemas.microsoft.com/office/drawing/2014/main" id="{577ECACD-CD2E-22E1-C90B-EB33F3D33BA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92" name="直线连接符 13491">
                <a:extLst>
                  <a:ext uri="{FF2B5EF4-FFF2-40B4-BE49-F238E27FC236}">
                    <a16:creationId xmlns:a16="http://schemas.microsoft.com/office/drawing/2014/main" id="{3D5BF549-4839-E1CC-FE39-5280A2ACB385}"/>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93" name="直线连接符 13492">
                <a:extLst>
                  <a:ext uri="{FF2B5EF4-FFF2-40B4-BE49-F238E27FC236}">
                    <a16:creationId xmlns:a16="http://schemas.microsoft.com/office/drawing/2014/main" id="{C2AEFD6B-78E2-820C-E799-5AA289D77995}"/>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494" name="直线连接符 13493">
                <a:extLst>
                  <a:ext uri="{FF2B5EF4-FFF2-40B4-BE49-F238E27FC236}">
                    <a16:creationId xmlns:a16="http://schemas.microsoft.com/office/drawing/2014/main" id="{935CC09C-FF88-74AB-1ED3-13E1E0E5C95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495" name="直线连接符 13494">
                <a:extLst>
                  <a:ext uri="{FF2B5EF4-FFF2-40B4-BE49-F238E27FC236}">
                    <a16:creationId xmlns:a16="http://schemas.microsoft.com/office/drawing/2014/main" id="{6AF18A8C-337B-4E39-0E86-58EE08FE173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444" name="组合 13443">
              <a:extLst>
                <a:ext uri="{FF2B5EF4-FFF2-40B4-BE49-F238E27FC236}">
                  <a16:creationId xmlns:a16="http://schemas.microsoft.com/office/drawing/2014/main" id="{7621BC13-17A5-1A67-3EED-FC27BF92FABB}"/>
                </a:ext>
              </a:extLst>
            </p:cNvPr>
            <p:cNvGrpSpPr/>
            <p:nvPr/>
          </p:nvGrpSpPr>
          <p:grpSpPr>
            <a:xfrm>
              <a:off x="10925805" y="8403744"/>
              <a:ext cx="1973841" cy="1732229"/>
              <a:chOff x="7707547" y="3116283"/>
              <a:chExt cx="2913493" cy="2493706"/>
            </a:xfrm>
          </p:grpSpPr>
          <p:sp>
            <p:nvSpPr>
              <p:cNvPr id="13473" name="流程图: 接点 567">
                <a:extLst>
                  <a:ext uri="{FF2B5EF4-FFF2-40B4-BE49-F238E27FC236}">
                    <a16:creationId xmlns:a16="http://schemas.microsoft.com/office/drawing/2014/main" id="{97D52CE5-16DF-5BC6-C7EC-54136926048A}"/>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74" name="流程图: 接点 568">
                <a:extLst>
                  <a:ext uri="{FF2B5EF4-FFF2-40B4-BE49-F238E27FC236}">
                    <a16:creationId xmlns:a16="http://schemas.microsoft.com/office/drawing/2014/main" id="{9B3565BE-06AC-A297-9C3B-9067357718E4}"/>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2142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75" name="椭圆 13474">
                <a:extLst>
                  <a:ext uri="{FF2B5EF4-FFF2-40B4-BE49-F238E27FC236}">
                    <a16:creationId xmlns:a16="http://schemas.microsoft.com/office/drawing/2014/main" id="{D0D682A9-3F39-6050-7D12-CB16CAF6B750}"/>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4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76" name="椭圆 13475">
                <a:extLst>
                  <a:ext uri="{FF2B5EF4-FFF2-40B4-BE49-F238E27FC236}">
                    <a16:creationId xmlns:a16="http://schemas.microsoft.com/office/drawing/2014/main" id="{853D4A8D-BCA5-93B0-EEA2-693A3D87C48E}"/>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4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445" name="组合 13444">
              <a:extLst>
                <a:ext uri="{FF2B5EF4-FFF2-40B4-BE49-F238E27FC236}">
                  <a16:creationId xmlns:a16="http://schemas.microsoft.com/office/drawing/2014/main" id="{B470BE02-E8F7-E34D-86A0-A602F4BCF81C}"/>
                </a:ext>
              </a:extLst>
            </p:cNvPr>
            <p:cNvGrpSpPr/>
            <p:nvPr/>
          </p:nvGrpSpPr>
          <p:grpSpPr>
            <a:xfrm>
              <a:off x="11288692" y="7902487"/>
              <a:ext cx="1057502" cy="1052177"/>
              <a:chOff x="4832657" y="1852555"/>
              <a:chExt cx="875802" cy="967649"/>
            </a:xfrm>
            <a:scene3d>
              <a:camera prst="orthographicFront">
                <a:rot lat="600000" lon="6300000" rev="21420000"/>
              </a:camera>
              <a:lightRig rig="threePt" dir="t"/>
            </a:scene3d>
          </p:grpSpPr>
          <p:grpSp>
            <p:nvGrpSpPr>
              <p:cNvPr id="13469" name="组合 13468">
                <a:extLst>
                  <a:ext uri="{FF2B5EF4-FFF2-40B4-BE49-F238E27FC236}">
                    <a16:creationId xmlns:a16="http://schemas.microsoft.com/office/drawing/2014/main" id="{0477D671-F795-0321-83FC-170555A91A80}"/>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3471" name="流程图: 延期 565">
                  <a:extLst>
                    <a:ext uri="{FF2B5EF4-FFF2-40B4-BE49-F238E27FC236}">
                      <a16:creationId xmlns:a16="http://schemas.microsoft.com/office/drawing/2014/main" id="{A12207A2-ECD4-6939-6C4B-03E7EC452909}"/>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72" name="流程图: 接点 566">
                  <a:extLst>
                    <a:ext uri="{FF2B5EF4-FFF2-40B4-BE49-F238E27FC236}">
                      <a16:creationId xmlns:a16="http://schemas.microsoft.com/office/drawing/2014/main" id="{6D7D5D99-8D35-5BFB-8CDD-EF90AD6B6602}"/>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470" name="矩形 13469">
                <a:extLst>
                  <a:ext uri="{FF2B5EF4-FFF2-40B4-BE49-F238E27FC236}">
                    <a16:creationId xmlns:a16="http://schemas.microsoft.com/office/drawing/2014/main" id="{4E9F38C0-4FE8-AC8A-262C-F326B9FD356B}"/>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446" name="组合 13445">
              <a:extLst>
                <a:ext uri="{FF2B5EF4-FFF2-40B4-BE49-F238E27FC236}">
                  <a16:creationId xmlns:a16="http://schemas.microsoft.com/office/drawing/2014/main" id="{5FE2BFE9-E7AB-C235-4382-E403369ADBE5}"/>
                </a:ext>
              </a:extLst>
            </p:cNvPr>
            <p:cNvGrpSpPr/>
            <p:nvPr/>
          </p:nvGrpSpPr>
          <p:grpSpPr>
            <a:xfrm>
              <a:off x="12353412" y="9118850"/>
              <a:ext cx="238182" cy="238003"/>
              <a:chOff x="5145960" y="4201202"/>
              <a:chExt cx="150892" cy="141375"/>
            </a:xfrm>
            <a:scene3d>
              <a:camera prst="orthographicFront">
                <a:rot lat="0" lon="18900000" rev="0"/>
              </a:camera>
              <a:lightRig rig="threePt" dir="t">
                <a:rot lat="0" lon="0" rev="0"/>
              </a:lightRig>
            </a:scene3d>
          </p:grpSpPr>
          <p:sp>
            <p:nvSpPr>
              <p:cNvPr id="13467" name="Oval 15540">
                <a:extLst>
                  <a:ext uri="{FF2B5EF4-FFF2-40B4-BE49-F238E27FC236}">
                    <a16:creationId xmlns:a16="http://schemas.microsoft.com/office/drawing/2014/main" id="{0B98310A-10B1-D42A-3DC7-D9827039A7CB}"/>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468" name="Line 15541">
                <a:extLst>
                  <a:ext uri="{FF2B5EF4-FFF2-40B4-BE49-F238E27FC236}">
                    <a16:creationId xmlns:a16="http://schemas.microsoft.com/office/drawing/2014/main" id="{FB3332D8-D8E1-B835-8DFF-5221E917FF47}"/>
                  </a:ext>
                </a:extLst>
              </p:cNvPr>
              <p:cNvCxnSpPr>
                <a:cxnSpLocks/>
                <a:stCxn id="13467" idx="1"/>
                <a:endCxn id="13467"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3447" name="组合 13446">
              <a:extLst>
                <a:ext uri="{FF2B5EF4-FFF2-40B4-BE49-F238E27FC236}">
                  <a16:creationId xmlns:a16="http://schemas.microsoft.com/office/drawing/2014/main" id="{D92EB8F6-F5A5-E46E-B3EA-B887D5BE6DA2}"/>
                </a:ext>
              </a:extLst>
            </p:cNvPr>
            <p:cNvGrpSpPr/>
            <p:nvPr/>
          </p:nvGrpSpPr>
          <p:grpSpPr>
            <a:xfrm rot="5400000">
              <a:off x="11120192" y="9892824"/>
              <a:ext cx="304285" cy="273854"/>
              <a:chOff x="572796" y="3376774"/>
              <a:chExt cx="419388" cy="377446"/>
            </a:xfrm>
          </p:grpSpPr>
          <p:grpSp>
            <p:nvGrpSpPr>
              <p:cNvPr id="13448" name="组合 13447">
                <a:extLst>
                  <a:ext uri="{FF2B5EF4-FFF2-40B4-BE49-F238E27FC236}">
                    <a16:creationId xmlns:a16="http://schemas.microsoft.com/office/drawing/2014/main" id="{EFDE5699-07DE-3417-6DB4-E15BB30D98A5}"/>
                  </a:ext>
                </a:extLst>
              </p:cNvPr>
              <p:cNvGrpSpPr/>
              <p:nvPr/>
            </p:nvGrpSpPr>
            <p:grpSpPr>
              <a:xfrm>
                <a:off x="572796" y="3376774"/>
                <a:ext cx="419388" cy="377446"/>
                <a:chOff x="3493877" y="4575043"/>
                <a:chExt cx="619038" cy="543369"/>
              </a:xfrm>
            </p:grpSpPr>
            <p:sp>
              <p:nvSpPr>
                <p:cNvPr id="13465" name="流程图: 接点 572">
                  <a:extLst>
                    <a:ext uri="{FF2B5EF4-FFF2-40B4-BE49-F238E27FC236}">
                      <a16:creationId xmlns:a16="http://schemas.microsoft.com/office/drawing/2014/main" id="{BAA8067E-189A-36ED-8EBD-8ABA88FC9C9E}"/>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66" name="流程图: 接点 571">
                  <a:extLst>
                    <a:ext uri="{FF2B5EF4-FFF2-40B4-BE49-F238E27FC236}">
                      <a16:creationId xmlns:a16="http://schemas.microsoft.com/office/drawing/2014/main" id="{44298FD3-896C-BC30-F16F-58E91734DE98}"/>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13449" name="直线连接符 13448">
                <a:extLst>
                  <a:ext uri="{FF2B5EF4-FFF2-40B4-BE49-F238E27FC236}">
                    <a16:creationId xmlns:a16="http://schemas.microsoft.com/office/drawing/2014/main" id="{837C5052-B376-489F-0059-EBE256E0CA7E}"/>
                  </a:ext>
                </a:extLst>
              </p:cNvPr>
              <p:cNvCxnSpPr>
                <a:cxnSpLocks/>
              </p:cNvCxnSpPr>
              <p:nvPr/>
            </p:nvCxnSpPr>
            <p:spPr>
              <a:xfrm>
                <a:off x="985036" y="356673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0" name="直线连接符 13449">
                <a:extLst>
                  <a:ext uri="{FF2B5EF4-FFF2-40B4-BE49-F238E27FC236}">
                    <a16:creationId xmlns:a16="http://schemas.microsoft.com/office/drawing/2014/main" id="{F00119AA-E479-8631-310D-5DB6975D050F}"/>
                  </a:ext>
                </a:extLst>
              </p:cNvPr>
              <p:cNvCxnSpPr>
                <a:cxnSpLocks/>
              </p:cNvCxnSpPr>
              <p:nvPr/>
            </p:nvCxnSpPr>
            <p:spPr>
              <a:xfrm>
                <a:off x="957394" y="355767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1" name="直线连接符 13450">
                <a:extLst>
                  <a:ext uri="{FF2B5EF4-FFF2-40B4-BE49-F238E27FC236}">
                    <a16:creationId xmlns:a16="http://schemas.microsoft.com/office/drawing/2014/main" id="{E266DCEE-5CC6-736E-1FEE-D7767B7E943C}"/>
                  </a:ext>
                </a:extLst>
              </p:cNvPr>
              <p:cNvCxnSpPr>
                <a:cxnSpLocks/>
              </p:cNvCxnSpPr>
              <p:nvPr/>
            </p:nvCxnSpPr>
            <p:spPr>
              <a:xfrm>
                <a:off x="929910" y="35510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2" name="直线连接符 13451">
                <a:extLst>
                  <a:ext uri="{FF2B5EF4-FFF2-40B4-BE49-F238E27FC236}">
                    <a16:creationId xmlns:a16="http://schemas.microsoft.com/office/drawing/2014/main" id="{598555DE-2C22-F069-6E2C-ECF2220B202E}"/>
                  </a:ext>
                </a:extLst>
              </p:cNvPr>
              <p:cNvCxnSpPr>
                <a:cxnSpLocks/>
              </p:cNvCxnSpPr>
              <p:nvPr/>
            </p:nvCxnSpPr>
            <p:spPr>
              <a:xfrm>
                <a:off x="904055" y="354639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3" name="直线连接符 13452">
                <a:extLst>
                  <a:ext uri="{FF2B5EF4-FFF2-40B4-BE49-F238E27FC236}">
                    <a16:creationId xmlns:a16="http://schemas.microsoft.com/office/drawing/2014/main" id="{86EB6E6C-D991-B2B1-3D69-236A4C973345}"/>
                  </a:ext>
                </a:extLst>
              </p:cNvPr>
              <p:cNvCxnSpPr>
                <a:cxnSpLocks/>
              </p:cNvCxnSpPr>
              <p:nvPr/>
            </p:nvCxnSpPr>
            <p:spPr>
              <a:xfrm>
                <a:off x="876846"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4" name="直线连接符 13453">
                <a:extLst>
                  <a:ext uri="{FF2B5EF4-FFF2-40B4-BE49-F238E27FC236}">
                    <a16:creationId xmlns:a16="http://schemas.microsoft.com/office/drawing/2014/main" id="{AA1488F8-99E0-2EB1-09F7-CCEA339D2CFC}"/>
                  </a:ext>
                </a:extLst>
              </p:cNvPr>
              <p:cNvCxnSpPr>
                <a:cxnSpLocks/>
              </p:cNvCxnSpPr>
              <p:nvPr/>
            </p:nvCxnSpPr>
            <p:spPr>
              <a:xfrm>
                <a:off x="847576"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5" name="直线连接符 13454">
                <a:extLst>
                  <a:ext uri="{FF2B5EF4-FFF2-40B4-BE49-F238E27FC236}">
                    <a16:creationId xmlns:a16="http://schemas.microsoft.com/office/drawing/2014/main" id="{663C57C8-8B30-D953-EDBF-1E0AFC4A27BB}"/>
                  </a:ext>
                </a:extLst>
              </p:cNvPr>
              <p:cNvCxnSpPr>
                <a:cxnSpLocks/>
              </p:cNvCxnSpPr>
              <p:nvPr/>
            </p:nvCxnSpPr>
            <p:spPr>
              <a:xfrm>
                <a:off x="821015" y="353687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6" name="直线连接符 13455">
                <a:extLst>
                  <a:ext uri="{FF2B5EF4-FFF2-40B4-BE49-F238E27FC236}">
                    <a16:creationId xmlns:a16="http://schemas.microsoft.com/office/drawing/2014/main" id="{3FEBCE41-716F-E70D-CFFA-E2498819D8EF}"/>
                  </a:ext>
                </a:extLst>
              </p:cNvPr>
              <p:cNvCxnSpPr>
                <a:cxnSpLocks/>
              </p:cNvCxnSpPr>
              <p:nvPr/>
            </p:nvCxnSpPr>
            <p:spPr>
              <a:xfrm>
                <a:off x="756664" y="353518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7" name="直线连接符 13456">
                <a:extLst>
                  <a:ext uri="{FF2B5EF4-FFF2-40B4-BE49-F238E27FC236}">
                    <a16:creationId xmlns:a16="http://schemas.microsoft.com/office/drawing/2014/main" id="{8780793C-AF91-12C4-4BB5-9C38F86F77FE}"/>
                  </a:ext>
                </a:extLst>
              </p:cNvPr>
              <p:cNvCxnSpPr>
                <a:cxnSpLocks/>
              </p:cNvCxnSpPr>
              <p:nvPr/>
            </p:nvCxnSpPr>
            <p:spPr>
              <a:xfrm>
                <a:off x="791450" y="35368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8" name="直线连接符 13457">
                <a:extLst>
                  <a:ext uri="{FF2B5EF4-FFF2-40B4-BE49-F238E27FC236}">
                    <a16:creationId xmlns:a16="http://schemas.microsoft.com/office/drawing/2014/main" id="{F6176524-8608-16D6-DF74-7C5988377A54}"/>
                  </a:ext>
                </a:extLst>
              </p:cNvPr>
              <p:cNvCxnSpPr>
                <a:cxnSpLocks/>
              </p:cNvCxnSpPr>
              <p:nvPr/>
            </p:nvCxnSpPr>
            <p:spPr>
              <a:xfrm>
                <a:off x="727879"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59" name="直线连接符 13458">
                <a:extLst>
                  <a:ext uri="{FF2B5EF4-FFF2-40B4-BE49-F238E27FC236}">
                    <a16:creationId xmlns:a16="http://schemas.microsoft.com/office/drawing/2014/main" id="{663E9460-C952-27CD-E926-4893B4339427}"/>
                  </a:ext>
                </a:extLst>
              </p:cNvPr>
              <p:cNvCxnSpPr>
                <a:cxnSpLocks/>
              </p:cNvCxnSpPr>
              <p:nvPr/>
            </p:nvCxnSpPr>
            <p:spPr>
              <a:xfrm>
                <a:off x="702588"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60" name="直线连接符 13459">
                <a:extLst>
                  <a:ext uri="{FF2B5EF4-FFF2-40B4-BE49-F238E27FC236}">
                    <a16:creationId xmlns:a16="http://schemas.microsoft.com/office/drawing/2014/main" id="{725C2B81-9055-D1DD-A5AC-CEF4124A70F2}"/>
                  </a:ext>
                </a:extLst>
              </p:cNvPr>
              <p:cNvCxnSpPr>
                <a:cxnSpLocks/>
              </p:cNvCxnSpPr>
              <p:nvPr/>
            </p:nvCxnSpPr>
            <p:spPr>
              <a:xfrm>
                <a:off x="669942" y="35422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61" name="直线连接符 13460">
                <a:extLst>
                  <a:ext uri="{FF2B5EF4-FFF2-40B4-BE49-F238E27FC236}">
                    <a16:creationId xmlns:a16="http://schemas.microsoft.com/office/drawing/2014/main" id="{7FF3DD85-B38B-D4F6-6B84-6C99E6C9BEFD}"/>
                  </a:ext>
                </a:extLst>
              </p:cNvPr>
              <p:cNvCxnSpPr>
                <a:cxnSpLocks/>
              </p:cNvCxnSpPr>
              <p:nvPr/>
            </p:nvCxnSpPr>
            <p:spPr>
              <a:xfrm>
                <a:off x="648401" y="3546675"/>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62" name="直线连接符 13461">
                <a:extLst>
                  <a:ext uri="{FF2B5EF4-FFF2-40B4-BE49-F238E27FC236}">
                    <a16:creationId xmlns:a16="http://schemas.microsoft.com/office/drawing/2014/main" id="{9EF946FA-1868-3941-8643-8E62692F9259}"/>
                  </a:ext>
                </a:extLst>
              </p:cNvPr>
              <p:cNvCxnSpPr>
                <a:cxnSpLocks/>
              </p:cNvCxnSpPr>
              <p:nvPr/>
            </p:nvCxnSpPr>
            <p:spPr>
              <a:xfrm>
                <a:off x="621538" y="3549590"/>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463" name="直线连接符 13462">
                <a:extLst>
                  <a:ext uri="{FF2B5EF4-FFF2-40B4-BE49-F238E27FC236}">
                    <a16:creationId xmlns:a16="http://schemas.microsoft.com/office/drawing/2014/main" id="{26AD5E70-4A34-7BFF-C42D-12A0E544F3CB}"/>
                  </a:ext>
                </a:extLst>
              </p:cNvPr>
              <p:cNvCxnSpPr>
                <a:cxnSpLocks/>
              </p:cNvCxnSpPr>
              <p:nvPr/>
            </p:nvCxnSpPr>
            <p:spPr>
              <a:xfrm>
                <a:off x="598299" y="355600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464" name="直线连接符 13463">
                <a:extLst>
                  <a:ext uri="{FF2B5EF4-FFF2-40B4-BE49-F238E27FC236}">
                    <a16:creationId xmlns:a16="http://schemas.microsoft.com/office/drawing/2014/main" id="{81E696AD-51D2-D906-607D-F74428F1CC1A}"/>
                  </a:ext>
                </a:extLst>
              </p:cNvPr>
              <p:cNvCxnSpPr>
                <a:cxnSpLocks/>
              </p:cNvCxnSpPr>
              <p:nvPr/>
            </p:nvCxnSpPr>
            <p:spPr>
              <a:xfrm>
                <a:off x="578115" y="3562357"/>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3534" name="组合 13533">
            <a:extLst>
              <a:ext uri="{FF2B5EF4-FFF2-40B4-BE49-F238E27FC236}">
                <a16:creationId xmlns:a16="http://schemas.microsoft.com/office/drawing/2014/main" id="{74714402-01FC-5075-BE2F-53A0804083A4}"/>
              </a:ext>
            </a:extLst>
          </p:cNvPr>
          <p:cNvGrpSpPr/>
          <p:nvPr/>
        </p:nvGrpSpPr>
        <p:grpSpPr>
          <a:xfrm>
            <a:off x="431927" y="1857286"/>
            <a:ext cx="2111270" cy="3038114"/>
            <a:chOff x="-5762936" y="4668561"/>
            <a:chExt cx="2111270" cy="3038114"/>
          </a:xfrm>
        </p:grpSpPr>
        <p:sp>
          <p:nvSpPr>
            <p:cNvPr id="13535" name="流程图: 接点 554">
              <a:extLst>
                <a:ext uri="{FF2B5EF4-FFF2-40B4-BE49-F238E27FC236}">
                  <a16:creationId xmlns:a16="http://schemas.microsoft.com/office/drawing/2014/main" id="{21387D27-7D7C-7490-0C5E-637BD3EE81CB}"/>
                </a:ext>
              </a:extLst>
            </p:cNvPr>
            <p:cNvSpPr/>
            <p:nvPr/>
          </p:nvSpPr>
          <p:spPr>
            <a:xfrm>
              <a:off x="-5090359" y="6831428"/>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36" name="椭圆 13535">
              <a:extLst>
                <a:ext uri="{FF2B5EF4-FFF2-40B4-BE49-F238E27FC236}">
                  <a16:creationId xmlns:a16="http://schemas.microsoft.com/office/drawing/2014/main" id="{86C55B42-7723-49E4-4502-8109F5299BC1}"/>
                </a:ext>
              </a:extLst>
            </p:cNvPr>
            <p:cNvSpPr/>
            <p:nvPr/>
          </p:nvSpPr>
          <p:spPr>
            <a:xfrm>
              <a:off x="-5261720" y="6384681"/>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537" name="组合 13536">
              <a:extLst>
                <a:ext uri="{FF2B5EF4-FFF2-40B4-BE49-F238E27FC236}">
                  <a16:creationId xmlns:a16="http://schemas.microsoft.com/office/drawing/2014/main" id="{DE3109C8-9872-6052-FE42-1CE212DBF40C}"/>
                </a:ext>
              </a:extLst>
            </p:cNvPr>
            <p:cNvGrpSpPr/>
            <p:nvPr/>
          </p:nvGrpSpPr>
          <p:grpSpPr>
            <a:xfrm>
              <a:off x="-4149747" y="6210556"/>
              <a:ext cx="419388" cy="487204"/>
              <a:chOff x="5768619" y="3058692"/>
              <a:chExt cx="419388" cy="487204"/>
            </a:xfrm>
          </p:grpSpPr>
          <p:sp>
            <p:nvSpPr>
              <p:cNvPr id="13592" name="流程图: 接点 571">
                <a:extLst>
                  <a:ext uri="{FF2B5EF4-FFF2-40B4-BE49-F238E27FC236}">
                    <a16:creationId xmlns:a16="http://schemas.microsoft.com/office/drawing/2014/main" id="{A4F83941-A64B-A5D3-DFEB-BF12B173D6F3}"/>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93" name="流程图: 接点 572">
                <a:extLst>
                  <a:ext uri="{FF2B5EF4-FFF2-40B4-BE49-F238E27FC236}">
                    <a16:creationId xmlns:a16="http://schemas.microsoft.com/office/drawing/2014/main" id="{90377C12-BF95-2FC1-0E0B-209C77F4C4D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94" name="直线连接符 13593">
                <a:extLst>
                  <a:ext uri="{FF2B5EF4-FFF2-40B4-BE49-F238E27FC236}">
                    <a16:creationId xmlns:a16="http://schemas.microsoft.com/office/drawing/2014/main" id="{E4E30299-F93E-5299-F25F-019B7D51870B}"/>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95" name="直线连接符 13594">
                <a:extLst>
                  <a:ext uri="{FF2B5EF4-FFF2-40B4-BE49-F238E27FC236}">
                    <a16:creationId xmlns:a16="http://schemas.microsoft.com/office/drawing/2014/main" id="{BC3BFD3A-5137-319B-4DCA-5B214BDA32E5}"/>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96" name="直线连接符 13595">
                <a:extLst>
                  <a:ext uri="{FF2B5EF4-FFF2-40B4-BE49-F238E27FC236}">
                    <a16:creationId xmlns:a16="http://schemas.microsoft.com/office/drawing/2014/main" id="{3C8ABF5C-C0EA-15BF-72BF-3FF732AD425C}"/>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97" name="直线连接符 13596">
                <a:extLst>
                  <a:ext uri="{FF2B5EF4-FFF2-40B4-BE49-F238E27FC236}">
                    <a16:creationId xmlns:a16="http://schemas.microsoft.com/office/drawing/2014/main" id="{BD565EF9-54B1-E2ED-1B87-969F9FF4A2E1}"/>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98" name="直线连接符 13597">
                <a:extLst>
                  <a:ext uri="{FF2B5EF4-FFF2-40B4-BE49-F238E27FC236}">
                    <a16:creationId xmlns:a16="http://schemas.microsoft.com/office/drawing/2014/main" id="{89DEF88C-8BB1-7B5F-D301-C61D9BBC4576}"/>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99" name="直线连接符 13598">
                <a:extLst>
                  <a:ext uri="{FF2B5EF4-FFF2-40B4-BE49-F238E27FC236}">
                    <a16:creationId xmlns:a16="http://schemas.microsoft.com/office/drawing/2014/main" id="{6F253E14-CE85-DAB2-92BC-1B6471F1035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0" name="直线连接符 13599">
                <a:extLst>
                  <a:ext uri="{FF2B5EF4-FFF2-40B4-BE49-F238E27FC236}">
                    <a16:creationId xmlns:a16="http://schemas.microsoft.com/office/drawing/2014/main" id="{044B861A-2149-BEF4-E6B5-640477E4A12B}"/>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1" name="直线连接符 13600">
                <a:extLst>
                  <a:ext uri="{FF2B5EF4-FFF2-40B4-BE49-F238E27FC236}">
                    <a16:creationId xmlns:a16="http://schemas.microsoft.com/office/drawing/2014/main" id="{486B8F01-1FFA-971B-E7F2-A2B8A5F615B7}"/>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2" name="直线连接符 13601">
                <a:extLst>
                  <a:ext uri="{FF2B5EF4-FFF2-40B4-BE49-F238E27FC236}">
                    <a16:creationId xmlns:a16="http://schemas.microsoft.com/office/drawing/2014/main" id="{93DA78EC-E6A4-7436-1E20-DF4A9A68238A}"/>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3" name="直线连接符 13602">
                <a:extLst>
                  <a:ext uri="{FF2B5EF4-FFF2-40B4-BE49-F238E27FC236}">
                    <a16:creationId xmlns:a16="http://schemas.microsoft.com/office/drawing/2014/main" id="{47162FFA-2454-2877-F0BB-D18709B86EDD}"/>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4" name="直线连接符 13603">
                <a:extLst>
                  <a:ext uri="{FF2B5EF4-FFF2-40B4-BE49-F238E27FC236}">
                    <a16:creationId xmlns:a16="http://schemas.microsoft.com/office/drawing/2014/main" id="{AADABA44-B8FF-A49B-6AC5-B929944F2D95}"/>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5" name="直线连接符 13604">
                <a:extLst>
                  <a:ext uri="{FF2B5EF4-FFF2-40B4-BE49-F238E27FC236}">
                    <a16:creationId xmlns:a16="http://schemas.microsoft.com/office/drawing/2014/main" id="{1E4F1484-54A8-B693-C6FB-11703F5C92BD}"/>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6" name="直线连接符 13605">
                <a:extLst>
                  <a:ext uri="{FF2B5EF4-FFF2-40B4-BE49-F238E27FC236}">
                    <a16:creationId xmlns:a16="http://schemas.microsoft.com/office/drawing/2014/main" id="{60BB03BF-33B9-3B91-DB0F-D1CA60ABEBC2}"/>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7" name="直线连接符 13606">
                <a:extLst>
                  <a:ext uri="{FF2B5EF4-FFF2-40B4-BE49-F238E27FC236}">
                    <a16:creationId xmlns:a16="http://schemas.microsoft.com/office/drawing/2014/main" id="{D4457178-D7A4-3FDA-81C2-E57ABDB089C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08" name="直线连接符 13607">
                <a:extLst>
                  <a:ext uri="{FF2B5EF4-FFF2-40B4-BE49-F238E27FC236}">
                    <a16:creationId xmlns:a16="http://schemas.microsoft.com/office/drawing/2014/main" id="{B260DB02-674A-5FB2-839D-141DDDB8F8F3}"/>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609" name="直线连接符 13608">
                <a:extLst>
                  <a:ext uri="{FF2B5EF4-FFF2-40B4-BE49-F238E27FC236}">
                    <a16:creationId xmlns:a16="http://schemas.microsoft.com/office/drawing/2014/main" id="{1ECE862D-F560-DB38-424E-F61B5F2899B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610" name="直线连接符 13609">
                <a:extLst>
                  <a:ext uri="{FF2B5EF4-FFF2-40B4-BE49-F238E27FC236}">
                    <a16:creationId xmlns:a16="http://schemas.microsoft.com/office/drawing/2014/main" id="{D904036E-0BEF-EBDE-97CD-2804BB56A3A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538" name="组合 13537">
              <a:extLst>
                <a:ext uri="{FF2B5EF4-FFF2-40B4-BE49-F238E27FC236}">
                  <a16:creationId xmlns:a16="http://schemas.microsoft.com/office/drawing/2014/main" id="{84D457EB-01F7-CF38-8917-E656827665CC}"/>
                </a:ext>
              </a:extLst>
            </p:cNvPr>
            <p:cNvGrpSpPr/>
            <p:nvPr/>
          </p:nvGrpSpPr>
          <p:grpSpPr>
            <a:xfrm>
              <a:off x="-5268700" y="6127831"/>
              <a:ext cx="419388" cy="487204"/>
              <a:chOff x="5768619" y="3058692"/>
              <a:chExt cx="419388" cy="487204"/>
            </a:xfrm>
          </p:grpSpPr>
          <p:sp>
            <p:nvSpPr>
              <p:cNvPr id="13573" name="流程图: 接点 571">
                <a:extLst>
                  <a:ext uri="{FF2B5EF4-FFF2-40B4-BE49-F238E27FC236}">
                    <a16:creationId xmlns:a16="http://schemas.microsoft.com/office/drawing/2014/main" id="{65D1E8E8-EB05-DB84-0E18-2C4A4F7791EA}"/>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74" name="流程图: 接点 572">
                <a:extLst>
                  <a:ext uri="{FF2B5EF4-FFF2-40B4-BE49-F238E27FC236}">
                    <a16:creationId xmlns:a16="http://schemas.microsoft.com/office/drawing/2014/main" id="{3AE0D3EB-0868-1F49-0C4B-ED046026A24F}"/>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75" name="直线连接符 13574">
                <a:extLst>
                  <a:ext uri="{FF2B5EF4-FFF2-40B4-BE49-F238E27FC236}">
                    <a16:creationId xmlns:a16="http://schemas.microsoft.com/office/drawing/2014/main" id="{2FB531F2-5EBD-E12E-30ED-5F2F40CBDD1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76" name="直线连接符 13575">
                <a:extLst>
                  <a:ext uri="{FF2B5EF4-FFF2-40B4-BE49-F238E27FC236}">
                    <a16:creationId xmlns:a16="http://schemas.microsoft.com/office/drawing/2014/main" id="{46F7AA53-31E5-083F-7FCA-E6061F82C4D0}"/>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77" name="直线连接符 13576">
                <a:extLst>
                  <a:ext uri="{FF2B5EF4-FFF2-40B4-BE49-F238E27FC236}">
                    <a16:creationId xmlns:a16="http://schemas.microsoft.com/office/drawing/2014/main" id="{9E079E78-6590-3060-C043-C7D1269B49ED}"/>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78" name="直线连接符 13577">
                <a:extLst>
                  <a:ext uri="{FF2B5EF4-FFF2-40B4-BE49-F238E27FC236}">
                    <a16:creationId xmlns:a16="http://schemas.microsoft.com/office/drawing/2014/main" id="{EC210495-A209-FF23-DD39-BB0504EC9EBD}"/>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79" name="直线连接符 13578">
                <a:extLst>
                  <a:ext uri="{FF2B5EF4-FFF2-40B4-BE49-F238E27FC236}">
                    <a16:creationId xmlns:a16="http://schemas.microsoft.com/office/drawing/2014/main" id="{7AFCEB0B-EE90-12AB-EBE2-2037B6B05CF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0" name="直线连接符 13579">
                <a:extLst>
                  <a:ext uri="{FF2B5EF4-FFF2-40B4-BE49-F238E27FC236}">
                    <a16:creationId xmlns:a16="http://schemas.microsoft.com/office/drawing/2014/main" id="{3188796E-E643-5FE4-D831-488967EE495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1" name="直线连接符 13580">
                <a:extLst>
                  <a:ext uri="{FF2B5EF4-FFF2-40B4-BE49-F238E27FC236}">
                    <a16:creationId xmlns:a16="http://schemas.microsoft.com/office/drawing/2014/main" id="{003B1F36-93C1-9F5B-8433-9045DA09BC41}"/>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2" name="直线连接符 13581">
                <a:extLst>
                  <a:ext uri="{FF2B5EF4-FFF2-40B4-BE49-F238E27FC236}">
                    <a16:creationId xmlns:a16="http://schemas.microsoft.com/office/drawing/2014/main" id="{455996EB-3338-B987-50C8-FEB20E4DCCB5}"/>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3" name="直线连接符 13582">
                <a:extLst>
                  <a:ext uri="{FF2B5EF4-FFF2-40B4-BE49-F238E27FC236}">
                    <a16:creationId xmlns:a16="http://schemas.microsoft.com/office/drawing/2014/main" id="{DEBBC6B2-DF12-9F87-B0BF-40E1E14A40A3}"/>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4" name="直线连接符 13583">
                <a:extLst>
                  <a:ext uri="{FF2B5EF4-FFF2-40B4-BE49-F238E27FC236}">
                    <a16:creationId xmlns:a16="http://schemas.microsoft.com/office/drawing/2014/main" id="{4C6B142F-93A4-A8F9-2A9A-DD4D67ED141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5" name="直线连接符 13584">
                <a:extLst>
                  <a:ext uri="{FF2B5EF4-FFF2-40B4-BE49-F238E27FC236}">
                    <a16:creationId xmlns:a16="http://schemas.microsoft.com/office/drawing/2014/main" id="{5F78FEBE-E1D0-B906-4A3F-0465084CAC1A}"/>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6" name="直线连接符 13585">
                <a:extLst>
                  <a:ext uri="{FF2B5EF4-FFF2-40B4-BE49-F238E27FC236}">
                    <a16:creationId xmlns:a16="http://schemas.microsoft.com/office/drawing/2014/main" id="{34781382-C00C-F93D-8D26-0321995CBE6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7" name="直线连接符 13586">
                <a:extLst>
                  <a:ext uri="{FF2B5EF4-FFF2-40B4-BE49-F238E27FC236}">
                    <a16:creationId xmlns:a16="http://schemas.microsoft.com/office/drawing/2014/main" id="{36CC16A9-F8D0-074F-C057-DF9318501C0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8" name="直线连接符 13587">
                <a:extLst>
                  <a:ext uri="{FF2B5EF4-FFF2-40B4-BE49-F238E27FC236}">
                    <a16:creationId xmlns:a16="http://schemas.microsoft.com/office/drawing/2014/main" id="{BFA4E19B-E4E9-892A-B887-DE37F35A1A9A}"/>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89" name="直线连接符 13588">
                <a:extLst>
                  <a:ext uri="{FF2B5EF4-FFF2-40B4-BE49-F238E27FC236}">
                    <a16:creationId xmlns:a16="http://schemas.microsoft.com/office/drawing/2014/main" id="{D0061857-BF69-71CD-75B4-61718F81D3DD}"/>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590" name="直线连接符 13589">
                <a:extLst>
                  <a:ext uri="{FF2B5EF4-FFF2-40B4-BE49-F238E27FC236}">
                    <a16:creationId xmlns:a16="http://schemas.microsoft.com/office/drawing/2014/main" id="{E8A42C99-A19B-719C-D899-15D478622282}"/>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591" name="直线连接符 13590">
                <a:extLst>
                  <a:ext uri="{FF2B5EF4-FFF2-40B4-BE49-F238E27FC236}">
                    <a16:creationId xmlns:a16="http://schemas.microsoft.com/office/drawing/2014/main" id="{837F283F-BBDE-86F6-132F-CE489449489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539" name="流程图: 接点 556">
              <a:extLst>
                <a:ext uri="{FF2B5EF4-FFF2-40B4-BE49-F238E27FC236}">
                  <a16:creationId xmlns:a16="http://schemas.microsoft.com/office/drawing/2014/main" id="{6F7F5A0E-744F-3FB5-7E13-ED2DA843FBE9}"/>
                </a:ext>
              </a:extLst>
            </p:cNvPr>
            <p:cNvSpPr/>
            <p:nvPr/>
          </p:nvSpPr>
          <p:spPr>
            <a:xfrm>
              <a:off x="-5136732" y="6006148"/>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540" name="组合 13539">
              <a:extLst>
                <a:ext uri="{FF2B5EF4-FFF2-40B4-BE49-F238E27FC236}">
                  <a16:creationId xmlns:a16="http://schemas.microsoft.com/office/drawing/2014/main" id="{D9B25D01-B8C1-A331-4175-DC5A3725069B}"/>
                </a:ext>
              </a:extLst>
            </p:cNvPr>
            <p:cNvGrpSpPr/>
            <p:nvPr/>
          </p:nvGrpSpPr>
          <p:grpSpPr>
            <a:xfrm>
              <a:off x="-5011665" y="6337830"/>
              <a:ext cx="419388" cy="487204"/>
              <a:chOff x="5768619" y="3058692"/>
              <a:chExt cx="419388" cy="487204"/>
            </a:xfrm>
          </p:grpSpPr>
          <p:sp>
            <p:nvSpPr>
              <p:cNvPr id="13554" name="流程图: 接点 571">
                <a:extLst>
                  <a:ext uri="{FF2B5EF4-FFF2-40B4-BE49-F238E27FC236}">
                    <a16:creationId xmlns:a16="http://schemas.microsoft.com/office/drawing/2014/main" id="{1CEEA351-0C43-FAE1-0F21-30CE1432D6FE}"/>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55" name="流程图: 接点 572">
                <a:extLst>
                  <a:ext uri="{FF2B5EF4-FFF2-40B4-BE49-F238E27FC236}">
                    <a16:creationId xmlns:a16="http://schemas.microsoft.com/office/drawing/2014/main" id="{0E7A8C16-1FD1-9B27-0814-ED1EF79F1F15}"/>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56" name="直线连接符 13555">
                <a:extLst>
                  <a:ext uri="{FF2B5EF4-FFF2-40B4-BE49-F238E27FC236}">
                    <a16:creationId xmlns:a16="http://schemas.microsoft.com/office/drawing/2014/main" id="{EB7EE684-9821-A0EC-E9F0-991FE1B66977}"/>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57" name="直线连接符 13556">
                <a:extLst>
                  <a:ext uri="{FF2B5EF4-FFF2-40B4-BE49-F238E27FC236}">
                    <a16:creationId xmlns:a16="http://schemas.microsoft.com/office/drawing/2014/main" id="{63479276-ECA6-515F-934A-D99E75B9A6E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58" name="直线连接符 13557">
                <a:extLst>
                  <a:ext uri="{FF2B5EF4-FFF2-40B4-BE49-F238E27FC236}">
                    <a16:creationId xmlns:a16="http://schemas.microsoft.com/office/drawing/2014/main" id="{3B8C8C11-0899-47A3-435E-1C01376B71E6}"/>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59" name="直线连接符 13558">
                <a:extLst>
                  <a:ext uri="{FF2B5EF4-FFF2-40B4-BE49-F238E27FC236}">
                    <a16:creationId xmlns:a16="http://schemas.microsoft.com/office/drawing/2014/main" id="{85C0B0D8-B434-8198-9FD7-28E9466C86F9}"/>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0" name="直线连接符 13559">
                <a:extLst>
                  <a:ext uri="{FF2B5EF4-FFF2-40B4-BE49-F238E27FC236}">
                    <a16:creationId xmlns:a16="http://schemas.microsoft.com/office/drawing/2014/main" id="{B077D620-F64F-4D79-D3D2-B3E7FF2DDFFA}"/>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1" name="直线连接符 13560">
                <a:extLst>
                  <a:ext uri="{FF2B5EF4-FFF2-40B4-BE49-F238E27FC236}">
                    <a16:creationId xmlns:a16="http://schemas.microsoft.com/office/drawing/2014/main" id="{7CF563F6-83C1-B33B-6823-DEB36C87DD25}"/>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2" name="直线连接符 13561">
                <a:extLst>
                  <a:ext uri="{FF2B5EF4-FFF2-40B4-BE49-F238E27FC236}">
                    <a16:creationId xmlns:a16="http://schemas.microsoft.com/office/drawing/2014/main" id="{A9139988-1AD7-035C-8D46-33A871A47F97}"/>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3" name="直线连接符 13562">
                <a:extLst>
                  <a:ext uri="{FF2B5EF4-FFF2-40B4-BE49-F238E27FC236}">
                    <a16:creationId xmlns:a16="http://schemas.microsoft.com/office/drawing/2014/main" id="{B18E1E03-9FAF-E71F-B2D3-6CA24A78E95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4" name="直线连接符 13563">
                <a:extLst>
                  <a:ext uri="{FF2B5EF4-FFF2-40B4-BE49-F238E27FC236}">
                    <a16:creationId xmlns:a16="http://schemas.microsoft.com/office/drawing/2014/main" id="{69887C3C-5CEF-E486-C9FF-3E58DA8B449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5" name="直线连接符 13564">
                <a:extLst>
                  <a:ext uri="{FF2B5EF4-FFF2-40B4-BE49-F238E27FC236}">
                    <a16:creationId xmlns:a16="http://schemas.microsoft.com/office/drawing/2014/main" id="{F4E9BB25-E50C-8D30-F7C8-F7CD9EBE7D96}"/>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6" name="直线连接符 13565">
                <a:extLst>
                  <a:ext uri="{FF2B5EF4-FFF2-40B4-BE49-F238E27FC236}">
                    <a16:creationId xmlns:a16="http://schemas.microsoft.com/office/drawing/2014/main" id="{EBB1BA2F-EEE0-8E90-C4BC-28C914CC5CD6}"/>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7" name="直线连接符 13566">
                <a:extLst>
                  <a:ext uri="{FF2B5EF4-FFF2-40B4-BE49-F238E27FC236}">
                    <a16:creationId xmlns:a16="http://schemas.microsoft.com/office/drawing/2014/main" id="{9A833DBC-3A5E-30D7-1A1F-036590D38A8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8" name="直线连接符 13567">
                <a:extLst>
                  <a:ext uri="{FF2B5EF4-FFF2-40B4-BE49-F238E27FC236}">
                    <a16:creationId xmlns:a16="http://schemas.microsoft.com/office/drawing/2014/main" id="{D97CE252-9049-0161-6BB2-B62B3DB6BA68}"/>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69" name="直线连接符 13568">
                <a:extLst>
                  <a:ext uri="{FF2B5EF4-FFF2-40B4-BE49-F238E27FC236}">
                    <a16:creationId xmlns:a16="http://schemas.microsoft.com/office/drawing/2014/main" id="{3007EB03-FF99-0E67-9610-6DE2F7A25C5B}"/>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70" name="直线连接符 13569">
                <a:extLst>
                  <a:ext uri="{FF2B5EF4-FFF2-40B4-BE49-F238E27FC236}">
                    <a16:creationId xmlns:a16="http://schemas.microsoft.com/office/drawing/2014/main" id="{9F330AD9-A0A2-CED0-5DB2-8580B91AFE6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571" name="直线连接符 13570">
                <a:extLst>
                  <a:ext uri="{FF2B5EF4-FFF2-40B4-BE49-F238E27FC236}">
                    <a16:creationId xmlns:a16="http://schemas.microsoft.com/office/drawing/2014/main" id="{4A989A44-2A3E-D8AE-0AF8-C36F6C97C8B3}"/>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572" name="直线连接符 13571">
                <a:extLst>
                  <a:ext uri="{FF2B5EF4-FFF2-40B4-BE49-F238E27FC236}">
                    <a16:creationId xmlns:a16="http://schemas.microsoft.com/office/drawing/2014/main" id="{08907B58-6604-065F-BD30-A5F6AA9601A4}"/>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541" name="组合 13540">
              <a:extLst>
                <a:ext uri="{FF2B5EF4-FFF2-40B4-BE49-F238E27FC236}">
                  <a16:creationId xmlns:a16="http://schemas.microsoft.com/office/drawing/2014/main" id="{A71A100E-8E5D-0F75-1ED2-503A7CD55A7F}"/>
                </a:ext>
              </a:extLst>
            </p:cNvPr>
            <p:cNvGrpSpPr/>
            <p:nvPr/>
          </p:nvGrpSpPr>
          <p:grpSpPr>
            <a:xfrm>
              <a:off x="-5625507" y="5169825"/>
              <a:ext cx="1973841" cy="1732229"/>
              <a:chOff x="7707547" y="3116283"/>
              <a:chExt cx="2913493" cy="2493706"/>
            </a:xfrm>
          </p:grpSpPr>
          <p:sp>
            <p:nvSpPr>
              <p:cNvPr id="13550" name="流程图: 接点 567">
                <a:extLst>
                  <a:ext uri="{FF2B5EF4-FFF2-40B4-BE49-F238E27FC236}">
                    <a16:creationId xmlns:a16="http://schemas.microsoft.com/office/drawing/2014/main" id="{F89044F3-14D1-42EB-D26A-07E2974A088F}"/>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51" name="流程图: 接点 568">
                <a:extLst>
                  <a:ext uri="{FF2B5EF4-FFF2-40B4-BE49-F238E27FC236}">
                    <a16:creationId xmlns:a16="http://schemas.microsoft.com/office/drawing/2014/main" id="{7996523D-B66C-45C2-1466-81537028E8E8}"/>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12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52" name="椭圆 13551">
                <a:extLst>
                  <a:ext uri="{FF2B5EF4-FFF2-40B4-BE49-F238E27FC236}">
                    <a16:creationId xmlns:a16="http://schemas.microsoft.com/office/drawing/2014/main" id="{61453BE4-5B38-ED04-DDD2-B6BDEB841A00}"/>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53" name="椭圆 13552">
                <a:extLst>
                  <a:ext uri="{FF2B5EF4-FFF2-40B4-BE49-F238E27FC236}">
                    <a16:creationId xmlns:a16="http://schemas.microsoft.com/office/drawing/2014/main" id="{CEA73641-C9EC-A509-F0F7-AA7E301C9510}"/>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542" name="组合 13541">
              <a:extLst>
                <a:ext uri="{FF2B5EF4-FFF2-40B4-BE49-F238E27FC236}">
                  <a16:creationId xmlns:a16="http://schemas.microsoft.com/office/drawing/2014/main" id="{488E9C2C-ACF1-EB58-0F92-9D7268E1643D}"/>
                </a:ext>
              </a:extLst>
            </p:cNvPr>
            <p:cNvGrpSpPr/>
            <p:nvPr/>
          </p:nvGrpSpPr>
          <p:grpSpPr>
            <a:xfrm>
              <a:off x="-5054275" y="4668561"/>
              <a:ext cx="1057503" cy="1052173"/>
              <a:chOff x="4832657" y="1810509"/>
              <a:chExt cx="875803" cy="967645"/>
            </a:xfrm>
            <a:scene3d>
              <a:camera prst="orthographicFront">
                <a:rot lat="600000" lon="13950000" rev="120000"/>
              </a:camera>
              <a:lightRig rig="threePt" dir="t"/>
            </a:scene3d>
          </p:grpSpPr>
          <p:grpSp>
            <p:nvGrpSpPr>
              <p:cNvPr id="13546" name="组合 13545">
                <a:extLst>
                  <a:ext uri="{FF2B5EF4-FFF2-40B4-BE49-F238E27FC236}">
                    <a16:creationId xmlns:a16="http://schemas.microsoft.com/office/drawing/2014/main" id="{19E139F7-D175-E819-FF4F-A53D796C39F8}"/>
                  </a:ext>
                </a:extLst>
              </p:cNvPr>
              <p:cNvGrpSpPr/>
              <p:nvPr/>
            </p:nvGrpSpPr>
            <p:grpSpPr>
              <a:xfrm>
                <a:off x="4832660" y="1810509"/>
                <a:ext cx="875800" cy="951265"/>
                <a:chOff x="6142141" y="1786049"/>
                <a:chExt cx="1527262" cy="1731253"/>
              </a:xfrm>
              <a:solidFill>
                <a:schemeClr val="tx1">
                  <a:lumMod val="65000"/>
                  <a:lumOff val="35000"/>
                </a:schemeClr>
              </a:solidFill>
            </p:grpSpPr>
            <p:sp>
              <p:nvSpPr>
                <p:cNvPr id="13548" name="流程图: 延期 565">
                  <a:extLst>
                    <a:ext uri="{FF2B5EF4-FFF2-40B4-BE49-F238E27FC236}">
                      <a16:creationId xmlns:a16="http://schemas.microsoft.com/office/drawing/2014/main" id="{69266330-3D3E-5FC1-F1D4-B6454D61A290}"/>
                    </a:ext>
                  </a:extLst>
                </p:cNvPr>
                <p:cNvSpPr/>
                <p:nvPr/>
              </p:nvSpPr>
              <p:spPr>
                <a:xfrm rot="16200000">
                  <a:off x="6040145" y="1888045"/>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49" name="流程图: 接点 566">
                  <a:extLst>
                    <a:ext uri="{FF2B5EF4-FFF2-40B4-BE49-F238E27FC236}">
                      <a16:creationId xmlns:a16="http://schemas.microsoft.com/office/drawing/2014/main" id="{E4A8EC30-F46B-A720-45CA-C7F7CDED0899}"/>
                    </a:ext>
                  </a:extLst>
                </p:cNvPr>
                <p:cNvSpPr/>
                <p:nvPr/>
              </p:nvSpPr>
              <p:spPr>
                <a:xfrm>
                  <a:off x="6344533" y="1981737"/>
                  <a:ext cx="1122469"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547" name="矩形 13546">
                <a:extLst>
                  <a:ext uri="{FF2B5EF4-FFF2-40B4-BE49-F238E27FC236}">
                    <a16:creationId xmlns:a16="http://schemas.microsoft.com/office/drawing/2014/main" id="{3BF0DCBE-3C16-4AC9-0F86-50A95B22C6C9}"/>
                  </a:ext>
                </a:extLst>
              </p:cNvPr>
              <p:cNvSpPr/>
              <p:nvPr/>
            </p:nvSpPr>
            <p:spPr>
              <a:xfrm>
                <a:off x="4832657" y="251671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543" name="组合 13542">
              <a:extLst>
                <a:ext uri="{FF2B5EF4-FFF2-40B4-BE49-F238E27FC236}">
                  <a16:creationId xmlns:a16="http://schemas.microsoft.com/office/drawing/2014/main" id="{7E107CEC-BCFE-7475-4395-5E7CDD9E8E97}"/>
                </a:ext>
              </a:extLst>
            </p:cNvPr>
            <p:cNvGrpSpPr/>
            <p:nvPr/>
          </p:nvGrpSpPr>
          <p:grpSpPr>
            <a:xfrm>
              <a:off x="-5762936" y="5775328"/>
              <a:ext cx="238182" cy="238003"/>
              <a:chOff x="5145960" y="4201202"/>
              <a:chExt cx="150892" cy="141375"/>
            </a:xfrm>
            <a:scene3d>
              <a:camera prst="orthographicFront">
                <a:rot lat="600000" lon="4950000" rev="0"/>
              </a:camera>
              <a:lightRig rig="threePt" dir="t">
                <a:rot lat="0" lon="0" rev="0"/>
              </a:lightRig>
            </a:scene3d>
          </p:grpSpPr>
          <p:sp>
            <p:nvSpPr>
              <p:cNvPr id="13544" name="Oval 15540">
                <a:extLst>
                  <a:ext uri="{FF2B5EF4-FFF2-40B4-BE49-F238E27FC236}">
                    <a16:creationId xmlns:a16="http://schemas.microsoft.com/office/drawing/2014/main" id="{691999F6-668C-859F-7DC1-B08054DA304B}"/>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545" name="Line 15541">
                <a:extLst>
                  <a:ext uri="{FF2B5EF4-FFF2-40B4-BE49-F238E27FC236}">
                    <a16:creationId xmlns:a16="http://schemas.microsoft.com/office/drawing/2014/main" id="{B84435B8-50E6-F3A4-F1A2-CA0E852B7988}"/>
                  </a:ext>
                </a:extLst>
              </p:cNvPr>
              <p:cNvCxnSpPr>
                <a:cxnSpLocks/>
                <a:stCxn id="13544" idx="1"/>
                <a:endCxn id="13544"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3611" name="组合 13610">
            <a:extLst>
              <a:ext uri="{FF2B5EF4-FFF2-40B4-BE49-F238E27FC236}">
                <a16:creationId xmlns:a16="http://schemas.microsoft.com/office/drawing/2014/main" id="{BCFB3FA9-9757-1418-95F0-8BE205F4EE1B}"/>
              </a:ext>
            </a:extLst>
          </p:cNvPr>
          <p:cNvGrpSpPr/>
          <p:nvPr/>
        </p:nvGrpSpPr>
        <p:grpSpPr>
          <a:xfrm>
            <a:off x="565952" y="1845718"/>
            <a:ext cx="1973841" cy="3056213"/>
            <a:chOff x="13275602" y="7845748"/>
            <a:chExt cx="1973841" cy="3056213"/>
          </a:xfrm>
        </p:grpSpPr>
        <p:sp>
          <p:nvSpPr>
            <p:cNvPr id="13612" name="流程图: 接点 554">
              <a:extLst>
                <a:ext uri="{FF2B5EF4-FFF2-40B4-BE49-F238E27FC236}">
                  <a16:creationId xmlns:a16="http://schemas.microsoft.com/office/drawing/2014/main" id="{10ABB991-61B4-A8C6-4428-F74E4F906401}"/>
                </a:ext>
              </a:extLst>
            </p:cNvPr>
            <p:cNvSpPr/>
            <p:nvPr/>
          </p:nvSpPr>
          <p:spPr>
            <a:xfrm>
              <a:off x="13810750" y="10026714"/>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13" name="椭圆 13612">
              <a:extLst>
                <a:ext uri="{FF2B5EF4-FFF2-40B4-BE49-F238E27FC236}">
                  <a16:creationId xmlns:a16="http://schemas.microsoft.com/office/drawing/2014/main" id="{D7673E0A-1C52-E49C-F818-95C45A39083E}"/>
                </a:ext>
              </a:extLst>
            </p:cNvPr>
            <p:cNvSpPr/>
            <p:nvPr/>
          </p:nvSpPr>
          <p:spPr>
            <a:xfrm>
              <a:off x="13639389" y="9579967"/>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614" name="组合 13613">
              <a:extLst>
                <a:ext uri="{FF2B5EF4-FFF2-40B4-BE49-F238E27FC236}">
                  <a16:creationId xmlns:a16="http://schemas.microsoft.com/office/drawing/2014/main" id="{67D2D1DE-027A-9FAE-AA15-76440787FFDE}"/>
                </a:ext>
              </a:extLst>
            </p:cNvPr>
            <p:cNvGrpSpPr/>
            <p:nvPr/>
          </p:nvGrpSpPr>
          <p:grpSpPr>
            <a:xfrm>
              <a:off x="13606323" y="9336919"/>
              <a:ext cx="419388" cy="487204"/>
              <a:chOff x="5768619" y="3058692"/>
              <a:chExt cx="419388" cy="487204"/>
            </a:xfrm>
          </p:grpSpPr>
          <p:sp>
            <p:nvSpPr>
              <p:cNvPr id="13689" name="流程图: 接点 571">
                <a:extLst>
                  <a:ext uri="{FF2B5EF4-FFF2-40B4-BE49-F238E27FC236}">
                    <a16:creationId xmlns:a16="http://schemas.microsoft.com/office/drawing/2014/main" id="{2A51640B-BB9A-B3CB-B184-4713D39BE8D6}"/>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90" name="流程图: 接点 572">
                <a:extLst>
                  <a:ext uri="{FF2B5EF4-FFF2-40B4-BE49-F238E27FC236}">
                    <a16:creationId xmlns:a16="http://schemas.microsoft.com/office/drawing/2014/main" id="{EDC5FB58-6949-4E3D-AF94-CA71DB978217}"/>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691" name="直线连接符 13690">
                <a:extLst>
                  <a:ext uri="{FF2B5EF4-FFF2-40B4-BE49-F238E27FC236}">
                    <a16:creationId xmlns:a16="http://schemas.microsoft.com/office/drawing/2014/main" id="{5368D5AC-F9D5-63C6-F69D-C81EA49EE45F}"/>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2" name="直线连接符 13691">
                <a:extLst>
                  <a:ext uri="{FF2B5EF4-FFF2-40B4-BE49-F238E27FC236}">
                    <a16:creationId xmlns:a16="http://schemas.microsoft.com/office/drawing/2014/main" id="{E20C4187-B0B5-B5DC-39A9-A6D450FDADAC}"/>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3" name="直线连接符 13692">
                <a:extLst>
                  <a:ext uri="{FF2B5EF4-FFF2-40B4-BE49-F238E27FC236}">
                    <a16:creationId xmlns:a16="http://schemas.microsoft.com/office/drawing/2014/main" id="{10497104-A7AA-84AC-72D8-42A82A7104B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4" name="直线连接符 13693">
                <a:extLst>
                  <a:ext uri="{FF2B5EF4-FFF2-40B4-BE49-F238E27FC236}">
                    <a16:creationId xmlns:a16="http://schemas.microsoft.com/office/drawing/2014/main" id="{3DBD193F-A20D-DB89-23B8-B6D45A29DFC0}"/>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5" name="直线连接符 13694">
                <a:extLst>
                  <a:ext uri="{FF2B5EF4-FFF2-40B4-BE49-F238E27FC236}">
                    <a16:creationId xmlns:a16="http://schemas.microsoft.com/office/drawing/2014/main" id="{56522027-0F7F-7749-C1C4-713A0FF14DC4}"/>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6" name="直线连接符 13695">
                <a:extLst>
                  <a:ext uri="{FF2B5EF4-FFF2-40B4-BE49-F238E27FC236}">
                    <a16:creationId xmlns:a16="http://schemas.microsoft.com/office/drawing/2014/main" id="{5D419908-E40E-8ED4-6DB0-038FE78315E9}"/>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7" name="直线连接符 13696">
                <a:extLst>
                  <a:ext uri="{FF2B5EF4-FFF2-40B4-BE49-F238E27FC236}">
                    <a16:creationId xmlns:a16="http://schemas.microsoft.com/office/drawing/2014/main" id="{1049EF9A-EF9D-2838-3764-B6C7F5D29F5F}"/>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8" name="直线连接符 13697">
                <a:extLst>
                  <a:ext uri="{FF2B5EF4-FFF2-40B4-BE49-F238E27FC236}">
                    <a16:creationId xmlns:a16="http://schemas.microsoft.com/office/drawing/2014/main" id="{165CD50D-CE0C-91AA-0462-709744C0D861}"/>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99" name="直线连接符 13698">
                <a:extLst>
                  <a:ext uri="{FF2B5EF4-FFF2-40B4-BE49-F238E27FC236}">
                    <a16:creationId xmlns:a16="http://schemas.microsoft.com/office/drawing/2014/main" id="{C562B2D7-420C-7A94-A9CF-966468A809AE}"/>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00" name="直线连接符 13699">
                <a:extLst>
                  <a:ext uri="{FF2B5EF4-FFF2-40B4-BE49-F238E27FC236}">
                    <a16:creationId xmlns:a16="http://schemas.microsoft.com/office/drawing/2014/main" id="{D078B17B-1CC1-62F1-B457-565C1468BEE1}"/>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01" name="直线连接符 13700">
                <a:extLst>
                  <a:ext uri="{FF2B5EF4-FFF2-40B4-BE49-F238E27FC236}">
                    <a16:creationId xmlns:a16="http://schemas.microsoft.com/office/drawing/2014/main" id="{35180045-84E0-9CD3-AB6D-962163A8ACAE}"/>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02" name="直线连接符 13701">
                <a:extLst>
                  <a:ext uri="{FF2B5EF4-FFF2-40B4-BE49-F238E27FC236}">
                    <a16:creationId xmlns:a16="http://schemas.microsoft.com/office/drawing/2014/main" id="{1B1429D5-D5BA-A57C-4F20-F8F8CA14F4DE}"/>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03" name="直线连接符 13702">
                <a:extLst>
                  <a:ext uri="{FF2B5EF4-FFF2-40B4-BE49-F238E27FC236}">
                    <a16:creationId xmlns:a16="http://schemas.microsoft.com/office/drawing/2014/main" id="{4DE597FF-816D-2DA4-4603-02E1EE473725}"/>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04" name="直线连接符 13703">
                <a:extLst>
                  <a:ext uri="{FF2B5EF4-FFF2-40B4-BE49-F238E27FC236}">
                    <a16:creationId xmlns:a16="http://schemas.microsoft.com/office/drawing/2014/main" id="{10B9CE9A-1465-E454-45E2-4F53CFFBEFF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05" name="直线连接符 13704">
                <a:extLst>
                  <a:ext uri="{FF2B5EF4-FFF2-40B4-BE49-F238E27FC236}">
                    <a16:creationId xmlns:a16="http://schemas.microsoft.com/office/drawing/2014/main" id="{0881E456-4B88-29ED-8018-D62154C40E9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706" name="直线连接符 13705">
                <a:extLst>
                  <a:ext uri="{FF2B5EF4-FFF2-40B4-BE49-F238E27FC236}">
                    <a16:creationId xmlns:a16="http://schemas.microsoft.com/office/drawing/2014/main" id="{74CAB25B-634E-B6FE-0280-E672DC6F50C4}"/>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707" name="直线连接符 13706">
                <a:extLst>
                  <a:ext uri="{FF2B5EF4-FFF2-40B4-BE49-F238E27FC236}">
                    <a16:creationId xmlns:a16="http://schemas.microsoft.com/office/drawing/2014/main" id="{A89371EE-D294-955A-87C9-5B8FFCA32963}"/>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615" name="组合 13614">
              <a:extLst>
                <a:ext uri="{FF2B5EF4-FFF2-40B4-BE49-F238E27FC236}">
                  <a16:creationId xmlns:a16="http://schemas.microsoft.com/office/drawing/2014/main" id="{5A3D0C02-9C0B-AFC7-3780-CE95C7909040}"/>
                </a:ext>
              </a:extLst>
            </p:cNvPr>
            <p:cNvGrpSpPr/>
            <p:nvPr/>
          </p:nvGrpSpPr>
          <p:grpSpPr>
            <a:xfrm>
              <a:off x="14687757" y="9355780"/>
              <a:ext cx="419388" cy="487204"/>
              <a:chOff x="5768619" y="3058692"/>
              <a:chExt cx="419388" cy="487204"/>
            </a:xfrm>
          </p:grpSpPr>
          <p:sp>
            <p:nvSpPr>
              <p:cNvPr id="13670" name="流程图: 接点 571">
                <a:extLst>
                  <a:ext uri="{FF2B5EF4-FFF2-40B4-BE49-F238E27FC236}">
                    <a16:creationId xmlns:a16="http://schemas.microsoft.com/office/drawing/2014/main" id="{28C04241-BB88-A77B-095C-BAFBC76CB14D}"/>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71" name="流程图: 接点 572">
                <a:extLst>
                  <a:ext uri="{FF2B5EF4-FFF2-40B4-BE49-F238E27FC236}">
                    <a16:creationId xmlns:a16="http://schemas.microsoft.com/office/drawing/2014/main" id="{10BC8D79-DFA5-3A38-7C7B-AD58BD90064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672" name="直线连接符 13671">
                <a:extLst>
                  <a:ext uri="{FF2B5EF4-FFF2-40B4-BE49-F238E27FC236}">
                    <a16:creationId xmlns:a16="http://schemas.microsoft.com/office/drawing/2014/main" id="{5C96D126-0881-279C-AA69-C90B650472F5}"/>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73" name="直线连接符 13672">
                <a:extLst>
                  <a:ext uri="{FF2B5EF4-FFF2-40B4-BE49-F238E27FC236}">
                    <a16:creationId xmlns:a16="http://schemas.microsoft.com/office/drawing/2014/main" id="{6B39F4ED-DD7B-AAA6-1197-0AB3B5DA3F88}"/>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74" name="直线连接符 13673">
                <a:extLst>
                  <a:ext uri="{FF2B5EF4-FFF2-40B4-BE49-F238E27FC236}">
                    <a16:creationId xmlns:a16="http://schemas.microsoft.com/office/drawing/2014/main" id="{05B931CE-1866-B2D9-118E-5FE9FCEED64E}"/>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75" name="直线连接符 13674">
                <a:extLst>
                  <a:ext uri="{FF2B5EF4-FFF2-40B4-BE49-F238E27FC236}">
                    <a16:creationId xmlns:a16="http://schemas.microsoft.com/office/drawing/2014/main" id="{BEC31AD0-AA9E-3155-2F3B-D5E80AA4F868}"/>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76" name="直线连接符 13675">
                <a:extLst>
                  <a:ext uri="{FF2B5EF4-FFF2-40B4-BE49-F238E27FC236}">
                    <a16:creationId xmlns:a16="http://schemas.microsoft.com/office/drawing/2014/main" id="{CC3A977A-A1A2-A903-323E-F8741AE6245B}"/>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77" name="直线连接符 13676">
                <a:extLst>
                  <a:ext uri="{FF2B5EF4-FFF2-40B4-BE49-F238E27FC236}">
                    <a16:creationId xmlns:a16="http://schemas.microsoft.com/office/drawing/2014/main" id="{DD57169E-EDB0-06A4-1341-A1AFA91BB4CB}"/>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78" name="直线连接符 13677">
                <a:extLst>
                  <a:ext uri="{FF2B5EF4-FFF2-40B4-BE49-F238E27FC236}">
                    <a16:creationId xmlns:a16="http://schemas.microsoft.com/office/drawing/2014/main" id="{A4A10D54-BFBB-B000-9F38-A85539B80415}"/>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79" name="直线连接符 13678">
                <a:extLst>
                  <a:ext uri="{FF2B5EF4-FFF2-40B4-BE49-F238E27FC236}">
                    <a16:creationId xmlns:a16="http://schemas.microsoft.com/office/drawing/2014/main" id="{BCE364B5-B0E6-E975-650D-E27B6B46686F}"/>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80" name="直线连接符 13679">
                <a:extLst>
                  <a:ext uri="{FF2B5EF4-FFF2-40B4-BE49-F238E27FC236}">
                    <a16:creationId xmlns:a16="http://schemas.microsoft.com/office/drawing/2014/main" id="{AA90C24C-5FD1-9188-94DA-F2A83E71DD91}"/>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81" name="直线连接符 13680">
                <a:extLst>
                  <a:ext uri="{FF2B5EF4-FFF2-40B4-BE49-F238E27FC236}">
                    <a16:creationId xmlns:a16="http://schemas.microsoft.com/office/drawing/2014/main" id="{EB68D925-9FB8-5BDC-5C3D-DB30788D37C7}"/>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82" name="直线连接符 13681">
                <a:extLst>
                  <a:ext uri="{FF2B5EF4-FFF2-40B4-BE49-F238E27FC236}">
                    <a16:creationId xmlns:a16="http://schemas.microsoft.com/office/drawing/2014/main" id="{6467C10E-15FB-B2AF-0CFB-1FF24DC7DD53}"/>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83" name="直线连接符 13682">
                <a:extLst>
                  <a:ext uri="{FF2B5EF4-FFF2-40B4-BE49-F238E27FC236}">
                    <a16:creationId xmlns:a16="http://schemas.microsoft.com/office/drawing/2014/main" id="{242284A0-34FB-C853-4FEF-360FB9F98325}"/>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84" name="直线连接符 13683">
                <a:extLst>
                  <a:ext uri="{FF2B5EF4-FFF2-40B4-BE49-F238E27FC236}">
                    <a16:creationId xmlns:a16="http://schemas.microsoft.com/office/drawing/2014/main" id="{9A3F589B-4676-F25A-2325-8E51DC95D3E9}"/>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85" name="直线连接符 13684">
                <a:extLst>
                  <a:ext uri="{FF2B5EF4-FFF2-40B4-BE49-F238E27FC236}">
                    <a16:creationId xmlns:a16="http://schemas.microsoft.com/office/drawing/2014/main" id="{4D400ECA-785D-8FB5-3340-86FB349F2DC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86" name="直线连接符 13685">
                <a:extLst>
                  <a:ext uri="{FF2B5EF4-FFF2-40B4-BE49-F238E27FC236}">
                    <a16:creationId xmlns:a16="http://schemas.microsoft.com/office/drawing/2014/main" id="{04E55562-4581-0834-18CB-C4AF45945934}"/>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687" name="直线连接符 13686">
                <a:extLst>
                  <a:ext uri="{FF2B5EF4-FFF2-40B4-BE49-F238E27FC236}">
                    <a16:creationId xmlns:a16="http://schemas.microsoft.com/office/drawing/2014/main" id="{A0BF2C90-F2E6-F9AE-F390-6FA6AAA5CC3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688" name="直线连接符 13687">
                <a:extLst>
                  <a:ext uri="{FF2B5EF4-FFF2-40B4-BE49-F238E27FC236}">
                    <a16:creationId xmlns:a16="http://schemas.microsoft.com/office/drawing/2014/main" id="{84C51F2F-F6D9-F2D5-FAEE-06911D273639}"/>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616" name="流程图: 接点 556">
              <a:extLst>
                <a:ext uri="{FF2B5EF4-FFF2-40B4-BE49-F238E27FC236}">
                  <a16:creationId xmlns:a16="http://schemas.microsoft.com/office/drawing/2014/main" id="{9CEFD2E7-7A60-9681-EF3E-A95DFDC205E5}"/>
                </a:ext>
              </a:extLst>
            </p:cNvPr>
            <p:cNvSpPr/>
            <p:nvPr/>
          </p:nvSpPr>
          <p:spPr>
            <a:xfrm>
              <a:off x="13764377" y="9201434"/>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617" name="组合 13616">
              <a:extLst>
                <a:ext uri="{FF2B5EF4-FFF2-40B4-BE49-F238E27FC236}">
                  <a16:creationId xmlns:a16="http://schemas.microsoft.com/office/drawing/2014/main" id="{A19EE8F8-EE80-9395-E34C-4426947D9A7F}"/>
                </a:ext>
              </a:extLst>
            </p:cNvPr>
            <p:cNvGrpSpPr/>
            <p:nvPr/>
          </p:nvGrpSpPr>
          <p:grpSpPr>
            <a:xfrm>
              <a:off x="13915012" y="9537621"/>
              <a:ext cx="419388" cy="487204"/>
              <a:chOff x="5768619" y="3058692"/>
              <a:chExt cx="419388" cy="487204"/>
            </a:xfrm>
          </p:grpSpPr>
          <p:sp>
            <p:nvSpPr>
              <p:cNvPr id="13651" name="流程图: 接点 571">
                <a:extLst>
                  <a:ext uri="{FF2B5EF4-FFF2-40B4-BE49-F238E27FC236}">
                    <a16:creationId xmlns:a16="http://schemas.microsoft.com/office/drawing/2014/main" id="{A4E29FE1-5A7E-4967-E6B6-6B962CB7FE0E}"/>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52" name="流程图: 接点 572">
                <a:extLst>
                  <a:ext uri="{FF2B5EF4-FFF2-40B4-BE49-F238E27FC236}">
                    <a16:creationId xmlns:a16="http://schemas.microsoft.com/office/drawing/2014/main" id="{2B82FA8E-E79B-8351-95EF-CC7EFC2F3C9C}"/>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653" name="直线连接符 13652">
                <a:extLst>
                  <a:ext uri="{FF2B5EF4-FFF2-40B4-BE49-F238E27FC236}">
                    <a16:creationId xmlns:a16="http://schemas.microsoft.com/office/drawing/2014/main" id="{468EB66D-7A65-DC14-FDB4-8481A5AD0E1D}"/>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54" name="直线连接符 13653">
                <a:extLst>
                  <a:ext uri="{FF2B5EF4-FFF2-40B4-BE49-F238E27FC236}">
                    <a16:creationId xmlns:a16="http://schemas.microsoft.com/office/drawing/2014/main" id="{31A8AC50-7D39-C67A-3FEE-EE56D555B441}"/>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55" name="直线连接符 13654">
                <a:extLst>
                  <a:ext uri="{FF2B5EF4-FFF2-40B4-BE49-F238E27FC236}">
                    <a16:creationId xmlns:a16="http://schemas.microsoft.com/office/drawing/2014/main" id="{92E96C5D-34C1-70D9-D91F-679D85E69DB1}"/>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56" name="直线连接符 13655">
                <a:extLst>
                  <a:ext uri="{FF2B5EF4-FFF2-40B4-BE49-F238E27FC236}">
                    <a16:creationId xmlns:a16="http://schemas.microsoft.com/office/drawing/2014/main" id="{83800C65-6719-D2A7-FE12-CC852F03E123}"/>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57" name="直线连接符 13656">
                <a:extLst>
                  <a:ext uri="{FF2B5EF4-FFF2-40B4-BE49-F238E27FC236}">
                    <a16:creationId xmlns:a16="http://schemas.microsoft.com/office/drawing/2014/main" id="{B5DE6F82-143D-3A0F-685F-0656846F5AF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58" name="直线连接符 13657">
                <a:extLst>
                  <a:ext uri="{FF2B5EF4-FFF2-40B4-BE49-F238E27FC236}">
                    <a16:creationId xmlns:a16="http://schemas.microsoft.com/office/drawing/2014/main" id="{22102697-7808-A2C9-96D4-5E480FCB4B13}"/>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59" name="直线连接符 13658">
                <a:extLst>
                  <a:ext uri="{FF2B5EF4-FFF2-40B4-BE49-F238E27FC236}">
                    <a16:creationId xmlns:a16="http://schemas.microsoft.com/office/drawing/2014/main" id="{A42EEE46-5C87-4138-170B-14F37D194463}"/>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0" name="直线连接符 13659">
                <a:extLst>
                  <a:ext uri="{FF2B5EF4-FFF2-40B4-BE49-F238E27FC236}">
                    <a16:creationId xmlns:a16="http://schemas.microsoft.com/office/drawing/2014/main" id="{4EAC38BA-70D4-1BBB-13CF-26371FCB1D59}"/>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1" name="直线连接符 13660">
                <a:extLst>
                  <a:ext uri="{FF2B5EF4-FFF2-40B4-BE49-F238E27FC236}">
                    <a16:creationId xmlns:a16="http://schemas.microsoft.com/office/drawing/2014/main" id="{CEE779F2-62F9-439E-114F-7D1C94C4FC7D}"/>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2" name="直线连接符 13661">
                <a:extLst>
                  <a:ext uri="{FF2B5EF4-FFF2-40B4-BE49-F238E27FC236}">
                    <a16:creationId xmlns:a16="http://schemas.microsoft.com/office/drawing/2014/main" id="{C2A48E09-D8A5-B33A-79A5-025A46D83D8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3" name="直线连接符 13662">
                <a:extLst>
                  <a:ext uri="{FF2B5EF4-FFF2-40B4-BE49-F238E27FC236}">
                    <a16:creationId xmlns:a16="http://schemas.microsoft.com/office/drawing/2014/main" id="{7A90A310-47BE-D496-6D02-F627DE6AA348}"/>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4" name="直线连接符 13663">
                <a:extLst>
                  <a:ext uri="{FF2B5EF4-FFF2-40B4-BE49-F238E27FC236}">
                    <a16:creationId xmlns:a16="http://schemas.microsoft.com/office/drawing/2014/main" id="{2BD055EC-3C17-CE68-FCCE-87C7028A0191}"/>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5" name="直线连接符 13664">
                <a:extLst>
                  <a:ext uri="{FF2B5EF4-FFF2-40B4-BE49-F238E27FC236}">
                    <a16:creationId xmlns:a16="http://schemas.microsoft.com/office/drawing/2014/main" id="{CF5B0C29-D748-D505-F908-90E7BFD5C4CC}"/>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6" name="直线连接符 13665">
                <a:extLst>
                  <a:ext uri="{FF2B5EF4-FFF2-40B4-BE49-F238E27FC236}">
                    <a16:creationId xmlns:a16="http://schemas.microsoft.com/office/drawing/2014/main" id="{713711F9-1CC6-22EC-7791-1A7DC842CF26}"/>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67" name="直线连接符 13666">
                <a:extLst>
                  <a:ext uri="{FF2B5EF4-FFF2-40B4-BE49-F238E27FC236}">
                    <a16:creationId xmlns:a16="http://schemas.microsoft.com/office/drawing/2014/main" id="{C227F45D-7B15-ABD6-8B6E-EB9C5A80705B}"/>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668" name="直线连接符 13667">
                <a:extLst>
                  <a:ext uri="{FF2B5EF4-FFF2-40B4-BE49-F238E27FC236}">
                    <a16:creationId xmlns:a16="http://schemas.microsoft.com/office/drawing/2014/main" id="{79C00A05-60C4-A6E2-15E7-C69A00ADAD85}"/>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669" name="直线连接符 13668">
                <a:extLst>
                  <a:ext uri="{FF2B5EF4-FFF2-40B4-BE49-F238E27FC236}">
                    <a16:creationId xmlns:a16="http://schemas.microsoft.com/office/drawing/2014/main" id="{515298A6-8497-3601-45C2-65E9B8B5F566}"/>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618" name="组合 13617">
              <a:extLst>
                <a:ext uri="{FF2B5EF4-FFF2-40B4-BE49-F238E27FC236}">
                  <a16:creationId xmlns:a16="http://schemas.microsoft.com/office/drawing/2014/main" id="{0B6A18F1-302D-864E-23D2-70AEFD5463C0}"/>
                </a:ext>
              </a:extLst>
            </p:cNvPr>
            <p:cNvGrpSpPr/>
            <p:nvPr/>
          </p:nvGrpSpPr>
          <p:grpSpPr>
            <a:xfrm rot="5400000">
              <a:off x="13478910" y="9885021"/>
              <a:ext cx="304285" cy="273854"/>
              <a:chOff x="572796" y="3376774"/>
              <a:chExt cx="419388" cy="377446"/>
            </a:xfrm>
          </p:grpSpPr>
          <p:grpSp>
            <p:nvGrpSpPr>
              <p:cNvPr id="13632" name="组合 13631">
                <a:extLst>
                  <a:ext uri="{FF2B5EF4-FFF2-40B4-BE49-F238E27FC236}">
                    <a16:creationId xmlns:a16="http://schemas.microsoft.com/office/drawing/2014/main" id="{83BD5228-C303-A907-DC49-FC24A1365945}"/>
                  </a:ext>
                </a:extLst>
              </p:cNvPr>
              <p:cNvGrpSpPr/>
              <p:nvPr/>
            </p:nvGrpSpPr>
            <p:grpSpPr>
              <a:xfrm>
                <a:off x="572796" y="3376774"/>
                <a:ext cx="419388" cy="377446"/>
                <a:chOff x="3493877" y="4575043"/>
                <a:chExt cx="619038" cy="543369"/>
              </a:xfrm>
            </p:grpSpPr>
            <p:sp>
              <p:nvSpPr>
                <p:cNvPr id="13649" name="流程图: 接点 572">
                  <a:extLst>
                    <a:ext uri="{FF2B5EF4-FFF2-40B4-BE49-F238E27FC236}">
                      <a16:creationId xmlns:a16="http://schemas.microsoft.com/office/drawing/2014/main" id="{44DC4509-1EA7-E6DC-E16F-3D7080AD6145}"/>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50" name="流程图: 接点 571">
                  <a:extLst>
                    <a:ext uri="{FF2B5EF4-FFF2-40B4-BE49-F238E27FC236}">
                      <a16:creationId xmlns:a16="http://schemas.microsoft.com/office/drawing/2014/main" id="{A3FF99E1-B3E0-0DFA-BB71-378C23348374}"/>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13633" name="直线连接符 13632">
                <a:extLst>
                  <a:ext uri="{FF2B5EF4-FFF2-40B4-BE49-F238E27FC236}">
                    <a16:creationId xmlns:a16="http://schemas.microsoft.com/office/drawing/2014/main" id="{B8DBC9A5-637C-95E4-4DB0-FA694B08A722}"/>
                  </a:ext>
                </a:extLst>
              </p:cNvPr>
              <p:cNvCxnSpPr>
                <a:cxnSpLocks/>
              </p:cNvCxnSpPr>
              <p:nvPr/>
            </p:nvCxnSpPr>
            <p:spPr>
              <a:xfrm>
                <a:off x="985036" y="356673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34" name="直线连接符 13633">
                <a:extLst>
                  <a:ext uri="{FF2B5EF4-FFF2-40B4-BE49-F238E27FC236}">
                    <a16:creationId xmlns:a16="http://schemas.microsoft.com/office/drawing/2014/main" id="{60EC3646-C8FF-E713-719D-6558BF3254CF}"/>
                  </a:ext>
                </a:extLst>
              </p:cNvPr>
              <p:cNvCxnSpPr>
                <a:cxnSpLocks/>
              </p:cNvCxnSpPr>
              <p:nvPr/>
            </p:nvCxnSpPr>
            <p:spPr>
              <a:xfrm>
                <a:off x="957394" y="355767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35" name="直线连接符 13634">
                <a:extLst>
                  <a:ext uri="{FF2B5EF4-FFF2-40B4-BE49-F238E27FC236}">
                    <a16:creationId xmlns:a16="http://schemas.microsoft.com/office/drawing/2014/main" id="{AD20B18A-A503-17F7-0A6D-0DBF3472894E}"/>
                  </a:ext>
                </a:extLst>
              </p:cNvPr>
              <p:cNvCxnSpPr>
                <a:cxnSpLocks/>
              </p:cNvCxnSpPr>
              <p:nvPr/>
            </p:nvCxnSpPr>
            <p:spPr>
              <a:xfrm>
                <a:off x="929910" y="35510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36" name="直线连接符 13635">
                <a:extLst>
                  <a:ext uri="{FF2B5EF4-FFF2-40B4-BE49-F238E27FC236}">
                    <a16:creationId xmlns:a16="http://schemas.microsoft.com/office/drawing/2014/main" id="{7673BD65-0D94-E6C5-2B9E-6AAB71140D27}"/>
                  </a:ext>
                </a:extLst>
              </p:cNvPr>
              <p:cNvCxnSpPr>
                <a:cxnSpLocks/>
              </p:cNvCxnSpPr>
              <p:nvPr/>
            </p:nvCxnSpPr>
            <p:spPr>
              <a:xfrm>
                <a:off x="904055" y="354639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37" name="直线连接符 13636">
                <a:extLst>
                  <a:ext uri="{FF2B5EF4-FFF2-40B4-BE49-F238E27FC236}">
                    <a16:creationId xmlns:a16="http://schemas.microsoft.com/office/drawing/2014/main" id="{D1519843-593A-0AEF-6DB5-218982AB5964}"/>
                  </a:ext>
                </a:extLst>
              </p:cNvPr>
              <p:cNvCxnSpPr>
                <a:cxnSpLocks/>
              </p:cNvCxnSpPr>
              <p:nvPr/>
            </p:nvCxnSpPr>
            <p:spPr>
              <a:xfrm>
                <a:off x="876846"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38" name="直线连接符 13637">
                <a:extLst>
                  <a:ext uri="{FF2B5EF4-FFF2-40B4-BE49-F238E27FC236}">
                    <a16:creationId xmlns:a16="http://schemas.microsoft.com/office/drawing/2014/main" id="{25E0859A-B7DF-C2CA-2F24-1559E6383DE7}"/>
                  </a:ext>
                </a:extLst>
              </p:cNvPr>
              <p:cNvCxnSpPr>
                <a:cxnSpLocks/>
              </p:cNvCxnSpPr>
              <p:nvPr/>
            </p:nvCxnSpPr>
            <p:spPr>
              <a:xfrm>
                <a:off x="847576"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39" name="直线连接符 13638">
                <a:extLst>
                  <a:ext uri="{FF2B5EF4-FFF2-40B4-BE49-F238E27FC236}">
                    <a16:creationId xmlns:a16="http://schemas.microsoft.com/office/drawing/2014/main" id="{D5C33A3B-16A0-2FE4-5C58-9886FFDC25F5}"/>
                  </a:ext>
                </a:extLst>
              </p:cNvPr>
              <p:cNvCxnSpPr>
                <a:cxnSpLocks/>
              </p:cNvCxnSpPr>
              <p:nvPr/>
            </p:nvCxnSpPr>
            <p:spPr>
              <a:xfrm>
                <a:off x="821015" y="353687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40" name="直线连接符 13639">
                <a:extLst>
                  <a:ext uri="{FF2B5EF4-FFF2-40B4-BE49-F238E27FC236}">
                    <a16:creationId xmlns:a16="http://schemas.microsoft.com/office/drawing/2014/main" id="{1864BBA8-131E-E13B-0985-2EBD16495017}"/>
                  </a:ext>
                </a:extLst>
              </p:cNvPr>
              <p:cNvCxnSpPr>
                <a:cxnSpLocks/>
              </p:cNvCxnSpPr>
              <p:nvPr/>
            </p:nvCxnSpPr>
            <p:spPr>
              <a:xfrm>
                <a:off x="756664" y="353518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41" name="直线连接符 13640">
                <a:extLst>
                  <a:ext uri="{FF2B5EF4-FFF2-40B4-BE49-F238E27FC236}">
                    <a16:creationId xmlns:a16="http://schemas.microsoft.com/office/drawing/2014/main" id="{9540A3CA-3A93-ED3E-BD9E-13D811C3D22E}"/>
                  </a:ext>
                </a:extLst>
              </p:cNvPr>
              <p:cNvCxnSpPr>
                <a:cxnSpLocks/>
              </p:cNvCxnSpPr>
              <p:nvPr/>
            </p:nvCxnSpPr>
            <p:spPr>
              <a:xfrm>
                <a:off x="791450" y="35368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42" name="直线连接符 13641">
                <a:extLst>
                  <a:ext uri="{FF2B5EF4-FFF2-40B4-BE49-F238E27FC236}">
                    <a16:creationId xmlns:a16="http://schemas.microsoft.com/office/drawing/2014/main" id="{E01D97AD-7848-7700-C797-E6136699C22A}"/>
                  </a:ext>
                </a:extLst>
              </p:cNvPr>
              <p:cNvCxnSpPr>
                <a:cxnSpLocks/>
              </p:cNvCxnSpPr>
              <p:nvPr/>
            </p:nvCxnSpPr>
            <p:spPr>
              <a:xfrm>
                <a:off x="727879"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43" name="直线连接符 13642">
                <a:extLst>
                  <a:ext uri="{FF2B5EF4-FFF2-40B4-BE49-F238E27FC236}">
                    <a16:creationId xmlns:a16="http://schemas.microsoft.com/office/drawing/2014/main" id="{0FE2B3AC-F693-1450-1177-4F8FACFDE09A}"/>
                  </a:ext>
                </a:extLst>
              </p:cNvPr>
              <p:cNvCxnSpPr>
                <a:cxnSpLocks/>
              </p:cNvCxnSpPr>
              <p:nvPr/>
            </p:nvCxnSpPr>
            <p:spPr>
              <a:xfrm>
                <a:off x="702588"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44" name="直线连接符 13643">
                <a:extLst>
                  <a:ext uri="{FF2B5EF4-FFF2-40B4-BE49-F238E27FC236}">
                    <a16:creationId xmlns:a16="http://schemas.microsoft.com/office/drawing/2014/main" id="{758112BA-505D-0CC7-6656-206A4E3D68D1}"/>
                  </a:ext>
                </a:extLst>
              </p:cNvPr>
              <p:cNvCxnSpPr>
                <a:cxnSpLocks/>
              </p:cNvCxnSpPr>
              <p:nvPr/>
            </p:nvCxnSpPr>
            <p:spPr>
              <a:xfrm>
                <a:off x="669942" y="35422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45" name="直线连接符 13644">
                <a:extLst>
                  <a:ext uri="{FF2B5EF4-FFF2-40B4-BE49-F238E27FC236}">
                    <a16:creationId xmlns:a16="http://schemas.microsoft.com/office/drawing/2014/main" id="{838E7AF2-FD8D-CFA6-EF9C-FB9AED65D495}"/>
                  </a:ext>
                </a:extLst>
              </p:cNvPr>
              <p:cNvCxnSpPr>
                <a:cxnSpLocks/>
              </p:cNvCxnSpPr>
              <p:nvPr/>
            </p:nvCxnSpPr>
            <p:spPr>
              <a:xfrm>
                <a:off x="648401" y="3546675"/>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46" name="直线连接符 13645">
                <a:extLst>
                  <a:ext uri="{FF2B5EF4-FFF2-40B4-BE49-F238E27FC236}">
                    <a16:creationId xmlns:a16="http://schemas.microsoft.com/office/drawing/2014/main" id="{9BEC38A3-CFD4-85F4-0B11-BA358C8E825C}"/>
                  </a:ext>
                </a:extLst>
              </p:cNvPr>
              <p:cNvCxnSpPr>
                <a:cxnSpLocks/>
              </p:cNvCxnSpPr>
              <p:nvPr/>
            </p:nvCxnSpPr>
            <p:spPr>
              <a:xfrm>
                <a:off x="621538" y="3549590"/>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647" name="直线连接符 13646">
                <a:extLst>
                  <a:ext uri="{FF2B5EF4-FFF2-40B4-BE49-F238E27FC236}">
                    <a16:creationId xmlns:a16="http://schemas.microsoft.com/office/drawing/2014/main" id="{58B4C8A9-B7A4-3F52-45AA-3D72EB735F16}"/>
                  </a:ext>
                </a:extLst>
              </p:cNvPr>
              <p:cNvCxnSpPr>
                <a:cxnSpLocks/>
              </p:cNvCxnSpPr>
              <p:nvPr/>
            </p:nvCxnSpPr>
            <p:spPr>
              <a:xfrm>
                <a:off x="598299" y="355600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648" name="直线连接符 13647">
                <a:extLst>
                  <a:ext uri="{FF2B5EF4-FFF2-40B4-BE49-F238E27FC236}">
                    <a16:creationId xmlns:a16="http://schemas.microsoft.com/office/drawing/2014/main" id="{B495AC10-F794-7736-CC6B-2289687F3A5B}"/>
                  </a:ext>
                </a:extLst>
              </p:cNvPr>
              <p:cNvCxnSpPr>
                <a:cxnSpLocks/>
              </p:cNvCxnSpPr>
              <p:nvPr/>
            </p:nvCxnSpPr>
            <p:spPr>
              <a:xfrm>
                <a:off x="578115" y="3562357"/>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619" name="组合 13618">
              <a:extLst>
                <a:ext uri="{FF2B5EF4-FFF2-40B4-BE49-F238E27FC236}">
                  <a16:creationId xmlns:a16="http://schemas.microsoft.com/office/drawing/2014/main" id="{4689D70B-4547-E7E7-FB28-60EBF1B88A64}"/>
                </a:ext>
              </a:extLst>
            </p:cNvPr>
            <p:cNvGrpSpPr/>
            <p:nvPr/>
          </p:nvGrpSpPr>
          <p:grpSpPr>
            <a:xfrm>
              <a:off x="13275602" y="8365111"/>
              <a:ext cx="1973841" cy="1732229"/>
              <a:chOff x="7707547" y="3116283"/>
              <a:chExt cx="2913493" cy="2493706"/>
            </a:xfrm>
          </p:grpSpPr>
          <p:sp>
            <p:nvSpPr>
              <p:cNvPr id="13628" name="流程图: 接点 567">
                <a:extLst>
                  <a:ext uri="{FF2B5EF4-FFF2-40B4-BE49-F238E27FC236}">
                    <a16:creationId xmlns:a16="http://schemas.microsoft.com/office/drawing/2014/main" id="{85799268-1564-6A33-FE67-546BFADC2EBB}"/>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29" name="流程图: 接点 568">
                <a:extLst>
                  <a:ext uri="{FF2B5EF4-FFF2-40B4-BE49-F238E27FC236}">
                    <a16:creationId xmlns:a16="http://schemas.microsoft.com/office/drawing/2014/main" id="{0EE28C96-FE49-549C-7FAF-26FC365B556A}"/>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2142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30" name="椭圆 13629">
                <a:extLst>
                  <a:ext uri="{FF2B5EF4-FFF2-40B4-BE49-F238E27FC236}">
                    <a16:creationId xmlns:a16="http://schemas.microsoft.com/office/drawing/2014/main" id="{B92628D3-C0A0-670F-978C-27C8566F1127}"/>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4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31" name="椭圆 13630">
                <a:extLst>
                  <a:ext uri="{FF2B5EF4-FFF2-40B4-BE49-F238E27FC236}">
                    <a16:creationId xmlns:a16="http://schemas.microsoft.com/office/drawing/2014/main" id="{A32E3F05-C1BC-C45E-900B-8A3E3B8C9FEA}"/>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4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620" name="组合 13619">
              <a:extLst>
                <a:ext uri="{FF2B5EF4-FFF2-40B4-BE49-F238E27FC236}">
                  <a16:creationId xmlns:a16="http://schemas.microsoft.com/office/drawing/2014/main" id="{D0E825EF-526C-FD5A-9A12-C0A71D57E3D9}"/>
                </a:ext>
              </a:extLst>
            </p:cNvPr>
            <p:cNvGrpSpPr/>
            <p:nvPr/>
          </p:nvGrpSpPr>
          <p:grpSpPr>
            <a:xfrm>
              <a:off x="13632994" y="7845748"/>
              <a:ext cx="1057502" cy="1052177"/>
              <a:chOff x="4832657" y="1852555"/>
              <a:chExt cx="875802" cy="967649"/>
            </a:xfrm>
            <a:scene3d>
              <a:camera prst="orthographicFront">
                <a:rot lat="600000" lon="5850000" rev="21420000"/>
              </a:camera>
              <a:lightRig rig="threePt" dir="t"/>
            </a:scene3d>
          </p:grpSpPr>
          <p:grpSp>
            <p:nvGrpSpPr>
              <p:cNvPr id="13624" name="组合 13623">
                <a:extLst>
                  <a:ext uri="{FF2B5EF4-FFF2-40B4-BE49-F238E27FC236}">
                    <a16:creationId xmlns:a16="http://schemas.microsoft.com/office/drawing/2014/main" id="{88785504-049C-C7E8-8678-8AF219B1C945}"/>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3626" name="流程图: 延期 565">
                  <a:extLst>
                    <a:ext uri="{FF2B5EF4-FFF2-40B4-BE49-F238E27FC236}">
                      <a16:creationId xmlns:a16="http://schemas.microsoft.com/office/drawing/2014/main" id="{CB3B05C5-550E-70DD-FC0F-76D14D1A7E8C}"/>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27" name="流程图: 接点 566">
                  <a:extLst>
                    <a:ext uri="{FF2B5EF4-FFF2-40B4-BE49-F238E27FC236}">
                      <a16:creationId xmlns:a16="http://schemas.microsoft.com/office/drawing/2014/main" id="{04D433EB-7EB3-36BC-7F28-69820830CC7D}"/>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625" name="矩形 13624">
                <a:extLst>
                  <a:ext uri="{FF2B5EF4-FFF2-40B4-BE49-F238E27FC236}">
                    <a16:creationId xmlns:a16="http://schemas.microsoft.com/office/drawing/2014/main" id="{1AAF947E-0850-694D-96D0-9F6FD4C50390}"/>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621" name="组合 13620">
              <a:extLst>
                <a:ext uri="{FF2B5EF4-FFF2-40B4-BE49-F238E27FC236}">
                  <a16:creationId xmlns:a16="http://schemas.microsoft.com/office/drawing/2014/main" id="{063BE8DE-914A-BE7C-F7C5-202B6ABE9CA3}"/>
                </a:ext>
              </a:extLst>
            </p:cNvPr>
            <p:cNvGrpSpPr/>
            <p:nvPr/>
          </p:nvGrpSpPr>
          <p:grpSpPr>
            <a:xfrm>
              <a:off x="14810658" y="9053513"/>
              <a:ext cx="238182" cy="238003"/>
              <a:chOff x="5145960" y="4201202"/>
              <a:chExt cx="150892" cy="141375"/>
            </a:xfrm>
            <a:scene3d>
              <a:camera prst="orthographicFront">
                <a:rot lat="0" lon="18450000" rev="0"/>
              </a:camera>
              <a:lightRig rig="threePt" dir="t">
                <a:rot lat="0" lon="0" rev="0"/>
              </a:lightRig>
            </a:scene3d>
          </p:grpSpPr>
          <p:sp>
            <p:nvSpPr>
              <p:cNvPr id="13622" name="Oval 15540">
                <a:extLst>
                  <a:ext uri="{FF2B5EF4-FFF2-40B4-BE49-F238E27FC236}">
                    <a16:creationId xmlns:a16="http://schemas.microsoft.com/office/drawing/2014/main" id="{4293F5B2-80E4-55F7-BDD2-7B958FF3BB72}"/>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623" name="Line 15541">
                <a:extLst>
                  <a:ext uri="{FF2B5EF4-FFF2-40B4-BE49-F238E27FC236}">
                    <a16:creationId xmlns:a16="http://schemas.microsoft.com/office/drawing/2014/main" id="{D9310F12-CF2D-C7EF-0457-4F0477230619}"/>
                  </a:ext>
                </a:extLst>
              </p:cNvPr>
              <p:cNvCxnSpPr>
                <a:cxnSpLocks/>
                <a:stCxn id="13622" idx="1"/>
                <a:endCxn id="13622"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grpSp>
        <p:nvGrpSpPr>
          <p:cNvPr id="13708" name="组合 13707">
            <a:extLst>
              <a:ext uri="{FF2B5EF4-FFF2-40B4-BE49-F238E27FC236}">
                <a16:creationId xmlns:a16="http://schemas.microsoft.com/office/drawing/2014/main" id="{E6335A96-8174-8FD4-4D8D-F9FC92D6A48B}"/>
              </a:ext>
            </a:extLst>
          </p:cNvPr>
          <p:cNvGrpSpPr/>
          <p:nvPr/>
        </p:nvGrpSpPr>
        <p:grpSpPr>
          <a:xfrm>
            <a:off x="565952" y="1854771"/>
            <a:ext cx="1973841" cy="3047160"/>
            <a:chOff x="15724402" y="7719759"/>
            <a:chExt cx="1973841" cy="3047160"/>
          </a:xfrm>
        </p:grpSpPr>
        <p:sp>
          <p:nvSpPr>
            <p:cNvPr id="13709" name="流程图: 接点 554">
              <a:extLst>
                <a:ext uri="{FF2B5EF4-FFF2-40B4-BE49-F238E27FC236}">
                  <a16:creationId xmlns:a16="http://schemas.microsoft.com/office/drawing/2014/main" id="{5B4791ED-241C-4E0E-B952-FA0EEE103282}"/>
                </a:ext>
              </a:extLst>
            </p:cNvPr>
            <p:cNvSpPr/>
            <p:nvPr/>
          </p:nvSpPr>
          <p:spPr>
            <a:xfrm>
              <a:off x="16259550" y="989167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10" name="椭圆 13709">
              <a:extLst>
                <a:ext uri="{FF2B5EF4-FFF2-40B4-BE49-F238E27FC236}">
                  <a16:creationId xmlns:a16="http://schemas.microsoft.com/office/drawing/2014/main" id="{B4326EF7-7EFD-91F5-1617-2EAFE5B94C1D}"/>
                </a:ext>
              </a:extLst>
            </p:cNvPr>
            <p:cNvSpPr/>
            <p:nvPr/>
          </p:nvSpPr>
          <p:spPr>
            <a:xfrm>
              <a:off x="16088189" y="944492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711" name="组合 13710">
              <a:extLst>
                <a:ext uri="{FF2B5EF4-FFF2-40B4-BE49-F238E27FC236}">
                  <a16:creationId xmlns:a16="http://schemas.microsoft.com/office/drawing/2014/main" id="{A82266E4-EC33-483A-27C6-BBAAEB6FAFC5}"/>
                </a:ext>
              </a:extLst>
            </p:cNvPr>
            <p:cNvGrpSpPr/>
            <p:nvPr/>
          </p:nvGrpSpPr>
          <p:grpSpPr>
            <a:xfrm>
              <a:off x="15985744" y="9229939"/>
              <a:ext cx="419388" cy="487204"/>
              <a:chOff x="5768619" y="3058692"/>
              <a:chExt cx="419388" cy="487204"/>
            </a:xfrm>
          </p:grpSpPr>
          <p:sp>
            <p:nvSpPr>
              <p:cNvPr id="13786" name="流程图: 接点 571">
                <a:extLst>
                  <a:ext uri="{FF2B5EF4-FFF2-40B4-BE49-F238E27FC236}">
                    <a16:creationId xmlns:a16="http://schemas.microsoft.com/office/drawing/2014/main" id="{B841B899-D5E4-AABB-F1F2-6BEBDCAD84A1}"/>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87" name="流程图: 接点 572">
                <a:extLst>
                  <a:ext uri="{FF2B5EF4-FFF2-40B4-BE49-F238E27FC236}">
                    <a16:creationId xmlns:a16="http://schemas.microsoft.com/office/drawing/2014/main" id="{CC3E2E58-490E-35F4-C265-DF6BD7E51671}"/>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788" name="直线连接符 13787">
                <a:extLst>
                  <a:ext uri="{FF2B5EF4-FFF2-40B4-BE49-F238E27FC236}">
                    <a16:creationId xmlns:a16="http://schemas.microsoft.com/office/drawing/2014/main" id="{D7E6059A-83AC-84A1-3425-3A720B8B6251}"/>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89" name="直线连接符 13788">
                <a:extLst>
                  <a:ext uri="{FF2B5EF4-FFF2-40B4-BE49-F238E27FC236}">
                    <a16:creationId xmlns:a16="http://schemas.microsoft.com/office/drawing/2014/main" id="{C05FD5B9-F052-F139-6406-7256DA24CB0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0" name="直线连接符 13789">
                <a:extLst>
                  <a:ext uri="{FF2B5EF4-FFF2-40B4-BE49-F238E27FC236}">
                    <a16:creationId xmlns:a16="http://schemas.microsoft.com/office/drawing/2014/main" id="{C1072F1B-0CC8-3530-0D83-D75A02E64D62}"/>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1" name="直线连接符 13790">
                <a:extLst>
                  <a:ext uri="{FF2B5EF4-FFF2-40B4-BE49-F238E27FC236}">
                    <a16:creationId xmlns:a16="http://schemas.microsoft.com/office/drawing/2014/main" id="{A2840A78-7DBC-2259-748D-7CA5B797DD97}"/>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2" name="直线连接符 13791">
                <a:extLst>
                  <a:ext uri="{FF2B5EF4-FFF2-40B4-BE49-F238E27FC236}">
                    <a16:creationId xmlns:a16="http://schemas.microsoft.com/office/drawing/2014/main" id="{3DA05513-4F01-01DA-D69D-72AE3C04AD42}"/>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3" name="直线连接符 13792">
                <a:extLst>
                  <a:ext uri="{FF2B5EF4-FFF2-40B4-BE49-F238E27FC236}">
                    <a16:creationId xmlns:a16="http://schemas.microsoft.com/office/drawing/2014/main" id="{32F60C67-661B-6A0E-7A18-289B604086E0}"/>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4" name="直线连接符 13793">
                <a:extLst>
                  <a:ext uri="{FF2B5EF4-FFF2-40B4-BE49-F238E27FC236}">
                    <a16:creationId xmlns:a16="http://schemas.microsoft.com/office/drawing/2014/main" id="{AE6E4950-46FF-6BE5-9D90-731DFAC185F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5" name="直线连接符 13794">
                <a:extLst>
                  <a:ext uri="{FF2B5EF4-FFF2-40B4-BE49-F238E27FC236}">
                    <a16:creationId xmlns:a16="http://schemas.microsoft.com/office/drawing/2014/main" id="{C7AC362E-FF45-E1E9-200D-CBEAFC4D4F1D}"/>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6" name="直线连接符 13795">
                <a:extLst>
                  <a:ext uri="{FF2B5EF4-FFF2-40B4-BE49-F238E27FC236}">
                    <a16:creationId xmlns:a16="http://schemas.microsoft.com/office/drawing/2014/main" id="{1FA56301-151B-9B08-AC2D-2663B9484010}"/>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7" name="直线连接符 13796">
                <a:extLst>
                  <a:ext uri="{FF2B5EF4-FFF2-40B4-BE49-F238E27FC236}">
                    <a16:creationId xmlns:a16="http://schemas.microsoft.com/office/drawing/2014/main" id="{77178ED4-0D16-433B-FC6C-52F5CEEBA44F}"/>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8" name="直线连接符 13797">
                <a:extLst>
                  <a:ext uri="{FF2B5EF4-FFF2-40B4-BE49-F238E27FC236}">
                    <a16:creationId xmlns:a16="http://schemas.microsoft.com/office/drawing/2014/main" id="{BDBEFC07-53BC-7D35-F60E-43A0702E451B}"/>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99" name="直线连接符 13798">
                <a:extLst>
                  <a:ext uri="{FF2B5EF4-FFF2-40B4-BE49-F238E27FC236}">
                    <a16:creationId xmlns:a16="http://schemas.microsoft.com/office/drawing/2014/main" id="{658ACE6D-965A-CE6F-32C0-F4BD38D5CB4B}"/>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00" name="直线连接符 13799">
                <a:extLst>
                  <a:ext uri="{FF2B5EF4-FFF2-40B4-BE49-F238E27FC236}">
                    <a16:creationId xmlns:a16="http://schemas.microsoft.com/office/drawing/2014/main" id="{3B80EC3E-4350-F6EC-4837-F1DAC578BEBE}"/>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01" name="直线连接符 13800">
                <a:extLst>
                  <a:ext uri="{FF2B5EF4-FFF2-40B4-BE49-F238E27FC236}">
                    <a16:creationId xmlns:a16="http://schemas.microsoft.com/office/drawing/2014/main" id="{2348847B-7C95-9DBE-2089-74E41ABCF13C}"/>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02" name="直线连接符 13801">
                <a:extLst>
                  <a:ext uri="{FF2B5EF4-FFF2-40B4-BE49-F238E27FC236}">
                    <a16:creationId xmlns:a16="http://schemas.microsoft.com/office/drawing/2014/main" id="{2B03A234-F5E9-F9AB-C14A-3D4E1157EC7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803" name="直线连接符 13802">
                <a:extLst>
                  <a:ext uri="{FF2B5EF4-FFF2-40B4-BE49-F238E27FC236}">
                    <a16:creationId xmlns:a16="http://schemas.microsoft.com/office/drawing/2014/main" id="{88D3A85E-8463-AD1D-FF2F-0274F9B74F7C}"/>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804" name="直线连接符 13803">
                <a:extLst>
                  <a:ext uri="{FF2B5EF4-FFF2-40B4-BE49-F238E27FC236}">
                    <a16:creationId xmlns:a16="http://schemas.microsoft.com/office/drawing/2014/main" id="{B7B95072-CF80-431F-168B-6F6A803EF2BA}"/>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712" name="组合 13711">
              <a:extLst>
                <a:ext uri="{FF2B5EF4-FFF2-40B4-BE49-F238E27FC236}">
                  <a16:creationId xmlns:a16="http://schemas.microsoft.com/office/drawing/2014/main" id="{21792FF7-CDF8-8369-D92D-F07FC25C0FEA}"/>
                </a:ext>
              </a:extLst>
            </p:cNvPr>
            <p:cNvGrpSpPr/>
            <p:nvPr/>
          </p:nvGrpSpPr>
          <p:grpSpPr>
            <a:xfrm>
              <a:off x="17045297" y="9223012"/>
              <a:ext cx="419388" cy="487204"/>
              <a:chOff x="5768619" y="3058692"/>
              <a:chExt cx="419388" cy="487204"/>
            </a:xfrm>
          </p:grpSpPr>
          <p:sp>
            <p:nvSpPr>
              <p:cNvPr id="13767" name="流程图: 接点 571">
                <a:extLst>
                  <a:ext uri="{FF2B5EF4-FFF2-40B4-BE49-F238E27FC236}">
                    <a16:creationId xmlns:a16="http://schemas.microsoft.com/office/drawing/2014/main" id="{39CDB1EB-3B0B-8BFF-CF6E-2669BAAEA669}"/>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68" name="流程图: 接点 572">
                <a:extLst>
                  <a:ext uri="{FF2B5EF4-FFF2-40B4-BE49-F238E27FC236}">
                    <a16:creationId xmlns:a16="http://schemas.microsoft.com/office/drawing/2014/main" id="{62389936-305F-A725-5512-81461CF0F138}"/>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769" name="直线连接符 13768">
                <a:extLst>
                  <a:ext uri="{FF2B5EF4-FFF2-40B4-BE49-F238E27FC236}">
                    <a16:creationId xmlns:a16="http://schemas.microsoft.com/office/drawing/2014/main" id="{001303EC-1F6E-DA97-2CED-D6F618DAA4AE}"/>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0" name="直线连接符 13769">
                <a:extLst>
                  <a:ext uri="{FF2B5EF4-FFF2-40B4-BE49-F238E27FC236}">
                    <a16:creationId xmlns:a16="http://schemas.microsoft.com/office/drawing/2014/main" id="{5CBCB049-4BFC-EEB6-1B12-FD686367B072}"/>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1" name="直线连接符 13770">
                <a:extLst>
                  <a:ext uri="{FF2B5EF4-FFF2-40B4-BE49-F238E27FC236}">
                    <a16:creationId xmlns:a16="http://schemas.microsoft.com/office/drawing/2014/main" id="{B10FA166-7520-7973-EE43-844FC47922DF}"/>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2" name="直线连接符 13771">
                <a:extLst>
                  <a:ext uri="{FF2B5EF4-FFF2-40B4-BE49-F238E27FC236}">
                    <a16:creationId xmlns:a16="http://schemas.microsoft.com/office/drawing/2014/main" id="{142AB45C-EFEE-4862-871E-6990FE02430F}"/>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3" name="直线连接符 13772">
                <a:extLst>
                  <a:ext uri="{FF2B5EF4-FFF2-40B4-BE49-F238E27FC236}">
                    <a16:creationId xmlns:a16="http://schemas.microsoft.com/office/drawing/2014/main" id="{EC4853C7-652F-2AAD-D8B7-92273BB3BEDD}"/>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4" name="直线连接符 13773">
                <a:extLst>
                  <a:ext uri="{FF2B5EF4-FFF2-40B4-BE49-F238E27FC236}">
                    <a16:creationId xmlns:a16="http://schemas.microsoft.com/office/drawing/2014/main" id="{DE9CB03B-C83B-D9CB-4C8F-9389DE3C8D4E}"/>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5" name="直线连接符 13774">
                <a:extLst>
                  <a:ext uri="{FF2B5EF4-FFF2-40B4-BE49-F238E27FC236}">
                    <a16:creationId xmlns:a16="http://schemas.microsoft.com/office/drawing/2014/main" id="{F67FFA15-88EE-2CF6-B0AD-84107792E017}"/>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6" name="直线连接符 13775">
                <a:extLst>
                  <a:ext uri="{FF2B5EF4-FFF2-40B4-BE49-F238E27FC236}">
                    <a16:creationId xmlns:a16="http://schemas.microsoft.com/office/drawing/2014/main" id="{4F68BB8C-BF7E-7495-2EFD-0C257A4DD164}"/>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7" name="直线连接符 13776">
                <a:extLst>
                  <a:ext uri="{FF2B5EF4-FFF2-40B4-BE49-F238E27FC236}">
                    <a16:creationId xmlns:a16="http://schemas.microsoft.com/office/drawing/2014/main" id="{B5FD811F-675D-563B-6B0D-360F9CC8C64F}"/>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8" name="直线连接符 13777">
                <a:extLst>
                  <a:ext uri="{FF2B5EF4-FFF2-40B4-BE49-F238E27FC236}">
                    <a16:creationId xmlns:a16="http://schemas.microsoft.com/office/drawing/2014/main" id="{F8E11996-B126-69A1-3E5F-35D7DE9D2CC8}"/>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79" name="直线连接符 13778">
                <a:extLst>
                  <a:ext uri="{FF2B5EF4-FFF2-40B4-BE49-F238E27FC236}">
                    <a16:creationId xmlns:a16="http://schemas.microsoft.com/office/drawing/2014/main" id="{F37029A4-CCC4-71A8-AB14-BC659F120F95}"/>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80" name="直线连接符 13779">
                <a:extLst>
                  <a:ext uri="{FF2B5EF4-FFF2-40B4-BE49-F238E27FC236}">
                    <a16:creationId xmlns:a16="http://schemas.microsoft.com/office/drawing/2014/main" id="{10051D14-72AF-1173-6565-29890E9C4571}"/>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81" name="直线连接符 13780">
                <a:extLst>
                  <a:ext uri="{FF2B5EF4-FFF2-40B4-BE49-F238E27FC236}">
                    <a16:creationId xmlns:a16="http://schemas.microsoft.com/office/drawing/2014/main" id="{08E800A5-12A0-7CC5-12E4-B45ED5E9CF03}"/>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82" name="直线连接符 13781">
                <a:extLst>
                  <a:ext uri="{FF2B5EF4-FFF2-40B4-BE49-F238E27FC236}">
                    <a16:creationId xmlns:a16="http://schemas.microsoft.com/office/drawing/2014/main" id="{E1012B09-6660-2EEB-BF1A-324EF57C98F5}"/>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83" name="直线连接符 13782">
                <a:extLst>
                  <a:ext uri="{FF2B5EF4-FFF2-40B4-BE49-F238E27FC236}">
                    <a16:creationId xmlns:a16="http://schemas.microsoft.com/office/drawing/2014/main" id="{7F705A12-0B27-A75A-FC6D-4A2EB171EB19}"/>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784" name="直线连接符 13783">
                <a:extLst>
                  <a:ext uri="{FF2B5EF4-FFF2-40B4-BE49-F238E27FC236}">
                    <a16:creationId xmlns:a16="http://schemas.microsoft.com/office/drawing/2014/main" id="{0071FE9B-BC7F-7CD0-5158-FB46DBFF070F}"/>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785" name="直线连接符 13784">
                <a:extLst>
                  <a:ext uri="{FF2B5EF4-FFF2-40B4-BE49-F238E27FC236}">
                    <a16:creationId xmlns:a16="http://schemas.microsoft.com/office/drawing/2014/main" id="{65273062-A324-6C4A-6B7E-FC9A54949DA8}"/>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3713" name="流程图: 接点 556">
              <a:extLst>
                <a:ext uri="{FF2B5EF4-FFF2-40B4-BE49-F238E27FC236}">
                  <a16:creationId xmlns:a16="http://schemas.microsoft.com/office/drawing/2014/main" id="{F9BD0E9D-E280-7849-B151-93A0E39716E9}"/>
                </a:ext>
              </a:extLst>
            </p:cNvPr>
            <p:cNvSpPr/>
            <p:nvPr/>
          </p:nvSpPr>
          <p:spPr>
            <a:xfrm>
              <a:off x="16213177" y="906639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714" name="组合 13713">
              <a:extLst>
                <a:ext uri="{FF2B5EF4-FFF2-40B4-BE49-F238E27FC236}">
                  <a16:creationId xmlns:a16="http://schemas.microsoft.com/office/drawing/2014/main" id="{25340902-D61A-7316-E81B-9B80B0001908}"/>
                </a:ext>
              </a:extLst>
            </p:cNvPr>
            <p:cNvGrpSpPr/>
            <p:nvPr/>
          </p:nvGrpSpPr>
          <p:grpSpPr>
            <a:xfrm>
              <a:off x="16473211" y="9400911"/>
              <a:ext cx="419388" cy="487204"/>
              <a:chOff x="5768619" y="3058692"/>
              <a:chExt cx="419388" cy="487204"/>
            </a:xfrm>
          </p:grpSpPr>
          <p:sp>
            <p:nvSpPr>
              <p:cNvPr id="13748" name="流程图: 接点 571">
                <a:extLst>
                  <a:ext uri="{FF2B5EF4-FFF2-40B4-BE49-F238E27FC236}">
                    <a16:creationId xmlns:a16="http://schemas.microsoft.com/office/drawing/2014/main" id="{4153B32E-A5C1-1951-68E8-8E3814838A74}"/>
                  </a:ext>
                </a:extLst>
              </p:cNvPr>
              <p:cNvSpPr/>
              <p:nvPr/>
            </p:nvSpPr>
            <p:spPr>
              <a:xfrm>
                <a:off x="5768619" y="3094816"/>
                <a:ext cx="419388" cy="451080"/>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71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49" name="流程图: 接点 572">
                <a:extLst>
                  <a:ext uri="{FF2B5EF4-FFF2-40B4-BE49-F238E27FC236}">
                    <a16:creationId xmlns:a16="http://schemas.microsoft.com/office/drawing/2014/main" id="{9E16C0E0-1D25-B1BC-FD1B-3644681BDC91}"/>
                  </a:ext>
                </a:extLst>
              </p:cNvPr>
              <p:cNvSpPr/>
              <p:nvPr/>
            </p:nvSpPr>
            <p:spPr>
              <a:xfrm>
                <a:off x="5891021" y="3058692"/>
                <a:ext cx="167027" cy="159889"/>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750" name="直线连接符 13749">
                <a:extLst>
                  <a:ext uri="{FF2B5EF4-FFF2-40B4-BE49-F238E27FC236}">
                    <a16:creationId xmlns:a16="http://schemas.microsoft.com/office/drawing/2014/main" id="{9442D94C-9A9F-10AF-E3E0-2CDBF31384D9}"/>
                  </a:ext>
                </a:extLst>
              </p:cNvPr>
              <p:cNvCxnSpPr>
                <a:cxnSpLocks/>
              </p:cNvCxnSpPr>
              <p:nvPr/>
            </p:nvCxnSpPr>
            <p:spPr>
              <a:xfrm>
                <a:off x="5782269" y="3193221"/>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1" name="直线连接符 13750">
                <a:extLst>
                  <a:ext uri="{FF2B5EF4-FFF2-40B4-BE49-F238E27FC236}">
                    <a16:creationId xmlns:a16="http://schemas.microsoft.com/office/drawing/2014/main" id="{EBDF4716-46F8-A90E-CA47-932BE6D5B666}"/>
                  </a:ext>
                </a:extLst>
              </p:cNvPr>
              <p:cNvCxnSpPr>
                <a:cxnSpLocks/>
              </p:cNvCxnSpPr>
              <p:nvPr/>
            </p:nvCxnSpPr>
            <p:spPr>
              <a:xfrm>
                <a:off x="5804524" y="3201552"/>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2" name="直线连接符 13751">
                <a:extLst>
                  <a:ext uri="{FF2B5EF4-FFF2-40B4-BE49-F238E27FC236}">
                    <a16:creationId xmlns:a16="http://schemas.microsoft.com/office/drawing/2014/main" id="{4C8C208F-BA6E-A7CD-F594-2F87FE896C5A}"/>
                  </a:ext>
                </a:extLst>
              </p:cNvPr>
              <p:cNvCxnSpPr>
                <a:cxnSpLocks/>
              </p:cNvCxnSpPr>
              <p:nvPr/>
            </p:nvCxnSpPr>
            <p:spPr>
              <a:xfrm>
                <a:off x="5829942" y="32080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3" name="直线连接符 13752">
                <a:extLst>
                  <a:ext uri="{FF2B5EF4-FFF2-40B4-BE49-F238E27FC236}">
                    <a16:creationId xmlns:a16="http://schemas.microsoft.com/office/drawing/2014/main" id="{7286D745-17E9-B127-31EF-A61073E31814}"/>
                  </a:ext>
                </a:extLst>
              </p:cNvPr>
              <p:cNvCxnSpPr>
                <a:cxnSpLocks/>
              </p:cNvCxnSpPr>
              <p:nvPr/>
            </p:nvCxnSpPr>
            <p:spPr>
              <a:xfrm>
                <a:off x="5855342" y="32144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4" name="直线连接符 13753">
                <a:extLst>
                  <a:ext uri="{FF2B5EF4-FFF2-40B4-BE49-F238E27FC236}">
                    <a16:creationId xmlns:a16="http://schemas.microsoft.com/office/drawing/2014/main" id="{486A7A23-BB2B-947C-68A4-09B22B6AAFE4}"/>
                  </a:ext>
                </a:extLst>
              </p:cNvPr>
              <p:cNvCxnSpPr>
                <a:cxnSpLocks/>
              </p:cNvCxnSpPr>
              <p:nvPr/>
            </p:nvCxnSpPr>
            <p:spPr>
              <a:xfrm>
                <a:off x="5880742"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5" name="直线连接符 13754">
                <a:extLst>
                  <a:ext uri="{FF2B5EF4-FFF2-40B4-BE49-F238E27FC236}">
                    <a16:creationId xmlns:a16="http://schemas.microsoft.com/office/drawing/2014/main" id="{35F8830F-1B42-322B-8D58-BF0B5E31E40C}"/>
                  </a:ext>
                </a:extLst>
              </p:cNvPr>
              <p:cNvCxnSpPr>
                <a:cxnSpLocks/>
              </p:cNvCxnSpPr>
              <p:nvPr/>
            </p:nvCxnSpPr>
            <p:spPr>
              <a:xfrm>
                <a:off x="59061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6" name="直线连接符 13755">
                <a:extLst>
                  <a:ext uri="{FF2B5EF4-FFF2-40B4-BE49-F238E27FC236}">
                    <a16:creationId xmlns:a16="http://schemas.microsoft.com/office/drawing/2014/main" id="{8E53DA27-523E-2323-00BA-9D3503F6DCE9}"/>
                  </a:ext>
                </a:extLst>
              </p:cNvPr>
              <p:cNvCxnSpPr>
                <a:cxnSpLocks/>
              </p:cNvCxnSpPr>
              <p:nvPr/>
            </p:nvCxnSpPr>
            <p:spPr>
              <a:xfrm>
                <a:off x="59315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7" name="直线连接符 13756">
                <a:extLst>
                  <a:ext uri="{FF2B5EF4-FFF2-40B4-BE49-F238E27FC236}">
                    <a16:creationId xmlns:a16="http://schemas.microsoft.com/office/drawing/2014/main" id="{2ED00FF0-84E0-A2E5-A29F-332FF2DAEC40}"/>
                  </a:ext>
                </a:extLst>
              </p:cNvPr>
              <p:cNvCxnSpPr>
                <a:cxnSpLocks/>
              </p:cNvCxnSpPr>
              <p:nvPr/>
            </p:nvCxnSpPr>
            <p:spPr>
              <a:xfrm>
                <a:off x="5956942"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8" name="直线连接符 13757">
                <a:extLst>
                  <a:ext uri="{FF2B5EF4-FFF2-40B4-BE49-F238E27FC236}">
                    <a16:creationId xmlns:a16="http://schemas.microsoft.com/office/drawing/2014/main" id="{DA8E6221-BF5D-D39E-080F-309E0B4F2F1B}"/>
                  </a:ext>
                </a:extLst>
              </p:cNvPr>
              <p:cNvCxnSpPr>
                <a:cxnSpLocks/>
              </p:cNvCxnSpPr>
              <p:nvPr/>
            </p:nvCxnSpPr>
            <p:spPr>
              <a:xfrm>
                <a:off x="5985517" y="3223974"/>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59" name="直线连接符 13758">
                <a:extLst>
                  <a:ext uri="{FF2B5EF4-FFF2-40B4-BE49-F238E27FC236}">
                    <a16:creationId xmlns:a16="http://schemas.microsoft.com/office/drawing/2014/main" id="{955F6109-B09B-E320-0C22-4180C1692CCE}"/>
                  </a:ext>
                </a:extLst>
              </p:cNvPr>
              <p:cNvCxnSpPr>
                <a:cxnSpLocks/>
              </p:cNvCxnSpPr>
              <p:nvPr/>
            </p:nvCxnSpPr>
            <p:spPr>
              <a:xfrm>
                <a:off x="6010917" y="32223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60" name="直线连接符 13759">
                <a:extLst>
                  <a:ext uri="{FF2B5EF4-FFF2-40B4-BE49-F238E27FC236}">
                    <a16:creationId xmlns:a16="http://schemas.microsoft.com/office/drawing/2014/main" id="{BEAFC990-14B0-D121-C1D5-63330B4D55B1}"/>
                  </a:ext>
                </a:extLst>
              </p:cNvPr>
              <p:cNvCxnSpPr>
                <a:cxnSpLocks/>
              </p:cNvCxnSpPr>
              <p:nvPr/>
            </p:nvCxnSpPr>
            <p:spPr>
              <a:xfrm>
                <a:off x="6036317" y="322334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61" name="直线连接符 13760">
                <a:extLst>
                  <a:ext uri="{FF2B5EF4-FFF2-40B4-BE49-F238E27FC236}">
                    <a16:creationId xmlns:a16="http://schemas.microsoft.com/office/drawing/2014/main" id="{BE15B501-5639-8A85-B977-2DCF4D213E7C}"/>
                  </a:ext>
                </a:extLst>
              </p:cNvPr>
              <p:cNvCxnSpPr>
                <a:cxnSpLocks/>
              </p:cNvCxnSpPr>
              <p:nvPr/>
            </p:nvCxnSpPr>
            <p:spPr>
              <a:xfrm>
                <a:off x="6061827" y="3220799"/>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62" name="直线连接符 13761">
                <a:extLst>
                  <a:ext uri="{FF2B5EF4-FFF2-40B4-BE49-F238E27FC236}">
                    <a16:creationId xmlns:a16="http://schemas.microsoft.com/office/drawing/2014/main" id="{541AE2BC-C341-FDA0-51FB-6BB9CDED0296}"/>
                  </a:ext>
                </a:extLst>
              </p:cNvPr>
              <p:cNvCxnSpPr>
                <a:cxnSpLocks/>
              </p:cNvCxnSpPr>
              <p:nvPr/>
            </p:nvCxnSpPr>
            <p:spPr>
              <a:xfrm>
                <a:off x="6093577" y="3213426"/>
                <a:ext cx="0" cy="1537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63" name="直线连接符 13762">
                <a:extLst>
                  <a:ext uri="{FF2B5EF4-FFF2-40B4-BE49-F238E27FC236}">
                    <a16:creationId xmlns:a16="http://schemas.microsoft.com/office/drawing/2014/main" id="{EB427017-798F-E8C0-2860-A46F08825867}"/>
                  </a:ext>
                </a:extLst>
              </p:cNvPr>
              <p:cNvCxnSpPr>
                <a:cxnSpLocks/>
              </p:cNvCxnSpPr>
              <p:nvPr/>
            </p:nvCxnSpPr>
            <p:spPr>
              <a:xfrm>
                <a:off x="6090402" y="3214953"/>
                <a:ext cx="0" cy="1537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64" name="直线连接符 13763">
                <a:extLst>
                  <a:ext uri="{FF2B5EF4-FFF2-40B4-BE49-F238E27FC236}">
                    <a16:creationId xmlns:a16="http://schemas.microsoft.com/office/drawing/2014/main" id="{1A7938BF-B0BA-770D-8CEE-F1E00EEF4EA7}"/>
                  </a:ext>
                </a:extLst>
              </p:cNvPr>
              <p:cNvCxnSpPr>
                <a:cxnSpLocks/>
              </p:cNvCxnSpPr>
              <p:nvPr/>
            </p:nvCxnSpPr>
            <p:spPr>
              <a:xfrm>
                <a:off x="6115802" y="3211274"/>
                <a:ext cx="0" cy="1537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765" name="直线连接符 13764">
                <a:extLst>
                  <a:ext uri="{FF2B5EF4-FFF2-40B4-BE49-F238E27FC236}">
                    <a16:creationId xmlns:a16="http://schemas.microsoft.com/office/drawing/2014/main" id="{FAAFB9E9-B3CC-E890-11EA-A5F2FC1FFD40}"/>
                  </a:ext>
                </a:extLst>
              </p:cNvPr>
              <p:cNvCxnSpPr>
                <a:cxnSpLocks/>
              </p:cNvCxnSpPr>
              <p:nvPr/>
            </p:nvCxnSpPr>
            <p:spPr>
              <a:xfrm>
                <a:off x="6142232" y="3204924"/>
                <a:ext cx="0" cy="1537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766" name="直线连接符 13765">
                <a:extLst>
                  <a:ext uri="{FF2B5EF4-FFF2-40B4-BE49-F238E27FC236}">
                    <a16:creationId xmlns:a16="http://schemas.microsoft.com/office/drawing/2014/main" id="{A436A090-8E6D-A05E-77A6-DF5EDAE6696D}"/>
                  </a:ext>
                </a:extLst>
              </p:cNvPr>
              <p:cNvCxnSpPr>
                <a:cxnSpLocks/>
              </p:cNvCxnSpPr>
              <p:nvPr/>
            </p:nvCxnSpPr>
            <p:spPr>
              <a:xfrm>
                <a:off x="6167638" y="3195399"/>
                <a:ext cx="0" cy="1537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3715" name="组合 13714">
              <a:extLst>
                <a:ext uri="{FF2B5EF4-FFF2-40B4-BE49-F238E27FC236}">
                  <a16:creationId xmlns:a16="http://schemas.microsoft.com/office/drawing/2014/main" id="{F55B4FB5-9B82-67AA-0F2C-8AFF2D09B502}"/>
                </a:ext>
              </a:extLst>
            </p:cNvPr>
            <p:cNvGrpSpPr/>
            <p:nvPr/>
          </p:nvGrpSpPr>
          <p:grpSpPr>
            <a:xfrm>
              <a:off x="15724402" y="8230069"/>
              <a:ext cx="1973841" cy="1732229"/>
              <a:chOff x="7707547" y="3116283"/>
              <a:chExt cx="2913493" cy="2493706"/>
            </a:xfrm>
          </p:grpSpPr>
          <p:sp>
            <p:nvSpPr>
              <p:cNvPr id="13744" name="流程图: 接点 567">
                <a:extLst>
                  <a:ext uri="{FF2B5EF4-FFF2-40B4-BE49-F238E27FC236}">
                    <a16:creationId xmlns:a16="http://schemas.microsoft.com/office/drawing/2014/main" id="{880C447D-967C-BECC-80AE-DF7C8D5CDC01}"/>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45" name="流程图: 接点 568">
                <a:extLst>
                  <a:ext uri="{FF2B5EF4-FFF2-40B4-BE49-F238E27FC236}">
                    <a16:creationId xmlns:a16="http://schemas.microsoft.com/office/drawing/2014/main" id="{56089EF3-AE68-FFF8-D227-F677C3A87A1A}"/>
                  </a:ext>
                </a:extLst>
              </p:cNvPr>
              <p:cNvSpPr/>
              <p:nvPr/>
            </p:nvSpPr>
            <p:spPr>
              <a:xfrm>
                <a:off x="7707547" y="3116283"/>
                <a:ext cx="2910062" cy="2163434"/>
              </a:xfrm>
              <a:prstGeom prst="flowChartConnector">
                <a:avLst/>
              </a:prstGeom>
              <a:solidFill>
                <a:schemeClr val="tx1">
                  <a:lumMod val="50000"/>
                  <a:lumOff val="50000"/>
                </a:schemeClr>
              </a:solidFill>
              <a:ln>
                <a:noFill/>
              </a:ln>
              <a:scene3d>
                <a:camera prst="orthographicFront">
                  <a:rot lat="6300000" lon="0" rev="2142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46" name="椭圆 13745">
                <a:extLst>
                  <a:ext uri="{FF2B5EF4-FFF2-40B4-BE49-F238E27FC236}">
                    <a16:creationId xmlns:a16="http://schemas.microsoft.com/office/drawing/2014/main" id="{ABB9D78D-F17B-DAFC-E51B-EC43D37BFF54}"/>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214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47" name="椭圆 13746">
                <a:extLst>
                  <a:ext uri="{FF2B5EF4-FFF2-40B4-BE49-F238E27FC236}">
                    <a16:creationId xmlns:a16="http://schemas.microsoft.com/office/drawing/2014/main" id="{26EE160E-B5D1-1479-A3FF-210E73EA2C18}"/>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2142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716" name="组合 13715">
              <a:extLst>
                <a:ext uri="{FF2B5EF4-FFF2-40B4-BE49-F238E27FC236}">
                  <a16:creationId xmlns:a16="http://schemas.microsoft.com/office/drawing/2014/main" id="{EAC1C11C-0DC8-8C80-103D-DDAA51D26B1A}"/>
                </a:ext>
              </a:extLst>
            </p:cNvPr>
            <p:cNvGrpSpPr/>
            <p:nvPr/>
          </p:nvGrpSpPr>
          <p:grpSpPr>
            <a:xfrm>
              <a:off x="16072741" y="7719759"/>
              <a:ext cx="1057502" cy="1052177"/>
              <a:chOff x="4832657" y="1852555"/>
              <a:chExt cx="875802" cy="967649"/>
            </a:xfrm>
            <a:scene3d>
              <a:camera prst="orthographicFront">
                <a:rot lat="600000" lon="5400000" rev="21420000"/>
              </a:camera>
              <a:lightRig rig="threePt" dir="t"/>
            </a:scene3d>
          </p:grpSpPr>
          <p:grpSp>
            <p:nvGrpSpPr>
              <p:cNvPr id="13740" name="组合 13739">
                <a:extLst>
                  <a:ext uri="{FF2B5EF4-FFF2-40B4-BE49-F238E27FC236}">
                    <a16:creationId xmlns:a16="http://schemas.microsoft.com/office/drawing/2014/main" id="{BECDBEA8-67B1-3112-5945-97103ADB7FE2}"/>
                  </a:ext>
                </a:extLst>
              </p:cNvPr>
              <p:cNvGrpSpPr/>
              <p:nvPr/>
            </p:nvGrpSpPr>
            <p:grpSpPr>
              <a:xfrm>
                <a:off x="4832659" y="1852555"/>
                <a:ext cx="875800" cy="951265"/>
                <a:chOff x="6142140" y="1862570"/>
                <a:chExt cx="1527262" cy="1731253"/>
              </a:xfrm>
              <a:solidFill>
                <a:schemeClr val="tx1">
                  <a:lumMod val="65000"/>
                  <a:lumOff val="35000"/>
                </a:schemeClr>
              </a:solidFill>
            </p:grpSpPr>
            <p:sp>
              <p:nvSpPr>
                <p:cNvPr id="13742" name="流程图: 延期 565">
                  <a:extLst>
                    <a:ext uri="{FF2B5EF4-FFF2-40B4-BE49-F238E27FC236}">
                      <a16:creationId xmlns:a16="http://schemas.microsoft.com/office/drawing/2014/main" id="{CF061C74-44D9-6B4B-1CFD-D2F4E3045406}"/>
                    </a:ext>
                  </a:extLst>
                </p:cNvPr>
                <p:cNvSpPr/>
                <p:nvPr/>
              </p:nvSpPr>
              <p:spPr>
                <a:xfrm rot="16200000">
                  <a:off x="6040144" y="19645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43" name="流程图: 接点 566">
                  <a:extLst>
                    <a:ext uri="{FF2B5EF4-FFF2-40B4-BE49-F238E27FC236}">
                      <a16:creationId xmlns:a16="http://schemas.microsoft.com/office/drawing/2014/main" id="{6935427F-B913-853B-2A7A-B90DD22BA73C}"/>
                    </a:ext>
                  </a:extLst>
                </p:cNvPr>
                <p:cNvSpPr/>
                <p:nvPr/>
              </p:nvSpPr>
              <p:spPr>
                <a:xfrm>
                  <a:off x="6344533" y="2058258"/>
                  <a:ext cx="1122468" cy="1059757"/>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741" name="矩形 13740">
                <a:extLst>
                  <a:ext uri="{FF2B5EF4-FFF2-40B4-BE49-F238E27FC236}">
                    <a16:creationId xmlns:a16="http://schemas.microsoft.com/office/drawing/2014/main" id="{330305D5-87DA-65D0-B202-F61C60927D1E}"/>
                  </a:ext>
                </a:extLst>
              </p:cNvPr>
              <p:cNvSpPr/>
              <p:nvPr/>
            </p:nvSpPr>
            <p:spPr>
              <a:xfrm>
                <a:off x="4832657" y="2558762"/>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717" name="组合 13716">
              <a:extLst>
                <a:ext uri="{FF2B5EF4-FFF2-40B4-BE49-F238E27FC236}">
                  <a16:creationId xmlns:a16="http://schemas.microsoft.com/office/drawing/2014/main" id="{7767B587-93EC-B498-F308-7861DF40046D}"/>
                </a:ext>
              </a:extLst>
            </p:cNvPr>
            <p:cNvGrpSpPr/>
            <p:nvPr/>
          </p:nvGrpSpPr>
          <p:grpSpPr>
            <a:xfrm>
              <a:off x="17359025" y="8911749"/>
              <a:ext cx="238182" cy="238003"/>
              <a:chOff x="5145960" y="4201202"/>
              <a:chExt cx="150892" cy="141375"/>
            </a:xfrm>
            <a:scene3d>
              <a:camera prst="orthographicFront">
                <a:rot lat="0" lon="18000000" rev="0"/>
              </a:camera>
              <a:lightRig rig="threePt" dir="t">
                <a:rot lat="0" lon="0" rev="0"/>
              </a:lightRig>
            </a:scene3d>
          </p:grpSpPr>
          <p:sp>
            <p:nvSpPr>
              <p:cNvPr id="13738" name="Oval 15540">
                <a:extLst>
                  <a:ext uri="{FF2B5EF4-FFF2-40B4-BE49-F238E27FC236}">
                    <a16:creationId xmlns:a16="http://schemas.microsoft.com/office/drawing/2014/main" id="{CF1CA05A-5CE6-EF60-1D5C-C68C17ABAB96}"/>
                  </a:ext>
                </a:extLst>
              </p:cNvPr>
              <p:cNvSpPr>
                <a:spLocks/>
              </p:cNvSpPr>
              <p:nvPr/>
            </p:nvSpPr>
            <p:spPr bwMode="auto">
              <a:xfrm flipH="1">
                <a:off x="5145960" y="4201202"/>
                <a:ext cx="150892" cy="141375"/>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a:sp3d extrusionH="50800"/>
            </p:spPr>
            <p:txBody>
              <a:bodyPr rot="0" vert="horz" wrap="square" lIns="91440" tIns="45720" rIns="91440" bIns="45720" anchor="t" anchorCtr="0" upright="1">
                <a:noAutofit/>
              </a:bodyPr>
              <a:lstStyle/>
              <a:p>
                <a:endParaRPr lang="zh-CN" altLang="en-US"/>
              </a:p>
            </p:txBody>
          </p:sp>
          <p:cxnSp>
            <p:nvCxnSpPr>
              <p:cNvPr id="13739" name="Line 15541">
                <a:extLst>
                  <a:ext uri="{FF2B5EF4-FFF2-40B4-BE49-F238E27FC236}">
                    <a16:creationId xmlns:a16="http://schemas.microsoft.com/office/drawing/2014/main" id="{35D4615F-37A5-7915-EF2B-9724464F7F70}"/>
                  </a:ext>
                </a:extLst>
              </p:cNvPr>
              <p:cNvCxnSpPr>
                <a:cxnSpLocks/>
                <a:stCxn id="13738" idx="1"/>
                <a:endCxn id="13738" idx="5"/>
              </p:cNvCxnSpPr>
              <p:nvPr/>
            </p:nvCxnSpPr>
            <p:spPr bwMode="auto">
              <a:xfrm flipH="1">
                <a:off x="5168057" y="4221906"/>
                <a:ext cx="106697" cy="99966"/>
              </a:xfrm>
              <a:prstGeom prst="line">
                <a:avLst/>
              </a:prstGeom>
              <a:noFill/>
              <a:ln w="6350">
                <a:solidFill>
                  <a:srgbClr val="000000"/>
                </a:solidFill>
                <a:round/>
                <a:headEnd/>
                <a:tailEnd/>
              </a:ln>
              <a:sp3d extrusionH="50800"/>
              <a:extLst>
                <a:ext uri="{909E8E84-426E-40DD-AFC4-6F175D3DCCD1}">
                  <a14:hiddenFill xmlns:a14="http://schemas.microsoft.com/office/drawing/2010/main">
                    <a:noFill/>
                  </a14:hiddenFill>
                </a:ext>
              </a:extLst>
            </p:spPr>
          </p:cxnSp>
        </p:grpSp>
        <p:grpSp>
          <p:nvGrpSpPr>
            <p:cNvPr id="13718" name="组合 13717">
              <a:extLst>
                <a:ext uri="{FF2B5EF4-FFF2-40B4-BE49-F238E27FC236}">
                  <a16:creationId xmlns:a16="http://schemas.microsoft.com/office/drawing/2014/main" id="{E4FE9AE9-7A72-D3FA-8A73-7555993004D8}"/>
                </a:ext>
              </a:extLst>
            </p:cNvPr>
            <p:cNvGrpSpPr/>
            <p:nvPr/>
          </p:nvGrpSpPr>
          <p:grpSpPr>
            <a:xfrm rot="5400000">
              <a:off x="15961645" y="9718505"/>
              <a:ext cx="304285" cy="273854"/>
              <a:chOff x="572796" y="3376774"/>
              <a:chExt cx="419388" cy="377446"/>
            </a:xfrm>
          </p:grpSpPr>
          <p:grpSp>
            <p:nvGrpSpPr>
              <p:cNvPr id="13719" name="组合 13718">
                <a:extLst>
                  <a:ext uri="{FF2B5EF4-FFF2-40B4-BE49-F238E27FC236}">
                    <a16:creationId xmlns:a16="http://schemas.microsoft.com/office/drawing/2014/main" id="{310B510E-F969-479C-0AC3-B44CBBA96DA7}"/>
                  </a:ext>
                </a:extLst>
              </p:cNvPr>
              <p:cNvGrpSpPr/>
              <p:nvPr/>
            </p:nvGrpSpPr>
            <p:grpSpPr>
              <a:xfrm>
                <a:off x="572796" y="3376774"/>
                <a:ext cx="419388" cy="377446"/>
                <a:chOff x="3493877" y="4575043"/>
                <a:chExt cx="619038" cy="543369"/>
              </a:xfrm>
            </p:grpSpPr>
            <p:sp>
              <p:nvSpPr>
                <p:cNvPr id="13736" name="流程图: 接点 572">
                  <a:extLst>
                    <a:ext uri="{FF2B5EF4-FFF2-40B4-BE49-F238E27FC236}">
                      <a16:creationId xmlns:a16="http://schemas.microsoft.com/office/drawing/2014/main" id="{F6B4CFD3-9E96-7BE9-C359-720122931F5C}"/>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37" name="流程图: 接点 571">
                  <a:extLst>
                    <a:ext uri="{FF2B5EF4-FFF2-40B4-BE49-F238E27FC236}">
                      <a16:creationId xmlns:a16="http://schemas.microsoft.com/office/drawing/2014/main" id="{1A66E515-2A05-FCE5-5432-186B2AA003AC}"/>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889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13720" name="直线连接符 13719">
                <a:extLst>
                  <a:ext uri="{FF2B5EF4-FFF2-40B4-BE49-F238E27FC236}">
                    <a16:creationId xmlns:a16="http://schemas.microsoft.com/office/drawing/2014/main" id="{C3C1DCCB-D837-493F-9A69-5C617BAC5FAB}"/>
                  </a:ext>
                </a:extLst>
              </p:cNvPr>
              <p:cNvCxnSpPr>
                <a:cxnSpLocks/>
              </p:cNvCxnSpPr>
              <p:nvPr/>
            </p:nvCxnSpPr>
            <p:spPr>
              <a:xfrm>
                <a:off x="985036" y="356673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1" name="直线连接符 13720">
                <a:extLst>
                  <a:ext uri="{FF2B5EF4-FFF2-40B4-BE49-F238E27FC236}">
                    <a16:creationId xmlns:a16="http://schemas.microsoft.com/office/drawing/2014/main" id="{010DD015-AF9C-1F34-0530-F087124694D6}"/>
                  </a:ext>
                </a:extLst>
              </p:cNvPr>
              <p:cNvCxnSpPr>
                <a:cxnSpLocks/>
              </p:cNvCxnSpPr>
              <p:nvPr/>
            </p:nvCxnSpPr>
            <p:spPr>
              <a:xfrm>
                <a:off x="957394" y="355767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2" name="直线连接符 13721">
                <a:extLst>
                  <a:ext uri="{FF2B5EF4-FFF2-40B4-BE49-F238E27FC236}">
                    <a16:creationId xmlns:a16="http://schemas.microsoft.com/office/drawing/2014/main" id="{F541F9AB-71E6-568D-9BE4-FD69C184E3D7}"/>
                  </a:ext>
                </a:extLst>
              </p:cNvPr>
              <p:cNvCxnSpPr>
                <a:cxnSpLocks/>
              </p:cNvCxnSpPr>
              <p:nvPr/>
            </p:nvCxnSpPr>
            <p:spPr>
              <a:xfrm>
                <a:off x="929910" y="355104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3" name="直线连接符 13722">
                <a:extLst>
                  <a:ext uri="{FF2B5EF4-FFF2-40B4-BE49-F238E27FC236}">
                    <a16:creationId xmlns:a16="http://schemas.microsoft.com/office/drawing/2014/main" id="{1B819F83-6939-38FD-2A14-CAEAED694EDD}"/>
                  </a:ext>
                </a:extLst>
              </p:cNvPr>
              <p:cNvCxnSpPr>
                <a:cxnSpLocks/>
              </p:cNvCxnSpPr>
              <p:nvPr/>
            </p:nvCxnSpPr>
            <p:spPr>
              <a:xfrm>
                <a:off x="904055" y="354639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4" name="直线连接符 13723">
                <a:extLst>
                  <a:ext uri="{FF2B5EF4-FFF2-40B4-BE49-F238E27FC236}">
                    <a16:creationId xmlns:a16="http://schemas.microsoft.com/office/drawing/2014/main" id="{6650A625-A270-C6B5-75CB-353558598332}"/>
                  </a:ext>
                </a:extLst>
              </p:cNvPr>
              <p:cNvCxnSpPr>
                <a:cxnSpLocks/>
              </p:cNvCxnSpPr>
              <p:nvPr/>
            </p:nvCxnSpPr>
            <p:spPr>
              <a:xfrm>
                <a:off x="876846"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5" name="直线连接符 13724">
                <a:extLst>
                  <a:ext uri="{FF2B5EF4-FFF2-40B4-BE49-F238E27FC236}">
                    <a16:creationId xmlns:a16="http://schemas.microsoft.com/office/drawing/2014/main" id="{A5F2BFFE-744F-FCCB-1E55-F1B831A38494}"/>
                  </a:ext>
                </a:extLst>
              </p:cNvPr>
              <p:cNvCxnSpPr>
                <a:cxnSpLocks/>
              </p:cNvCxnSpPr>
              <p:nvPr/>
            </p:nvCxnSpPr>
            <p:spPr>
              <a:xfrm>
                <a:off x="847576"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6" name="直线连接符 13725">
                <a:extLst>
                  <a:ext uri="{FF2B5EF4-FFF2-40B4-BE49-F238E27FC236}">
                    <a16:creationId xmlns:a16="http://schemas.microsoft.com/office/drawing/2014/main" id="{1C667471-DF22-D79C-7741-D320B5F06512}"/>
                  </a:ext>
                </a:extLst>
              </p:cNvPr>
              <p:cNvCxnSpPr>
                <a:cxnSpLocks/>
              </p:cNvCxnSpPr>
              <p:nvPr/>
            </p:nvCxnSpPr>
            <p:spPr>
              <a:xfrm>
                <a:off x="821015" y="353687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7" name="直线连接符 13726">
                <a:extLst>
                  <a:ext uri="{FF2B5EF4-FFF2-40B4-BE49-F238E27FC236}">
                    <a16:creationId xmlns:a16="http://schemas.microsoft.com/office/drawing/2014/main" id="{C4344B19-1DF5-BCDE-85E3-69E426BE54CC}"/>
                  </a:ext>
                </a:extLst>
              </p:cNvPr>
              <p:cNvCxnSpPr>
                <a:cxnSpLocks/>
              </p:cNvCxnSpPr>
              <p:nvPr/>
            </p:nvCxnSpPr>
            <p:spPr>
              <a:xfrm>
                <a:off x="756664" y="353518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8" name="直线连接符 13727">
                <a:extLst>
                  <a:ext uri="{FF2B5EF4-FFF2-40B4-BE49-F238E27FC236}">
                    <a16:creationId xmlns:a16="http://schemas.microsoft.com/office/drawing/2014/main" id="{8E6CC753-5BA0-AE4F-04F0-DFC0667CAA51}"/>
                  </a:ext>
                </a:extLst>
              </p:cNvPr>
              <p:cNvCxnSpPr>
                <a:cxnSpLocks/>
              </p:cNvCxnSpPr>
              <p:nvPr/>
            </p:nvCxnSpPr>
            <p:spPr>
              <a:xfrm>
                <a:off x="791450" y="353685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29" name="直线连接符 13728">
                <a:extLst>
                  <a:ext uri="{FF2B5EF4-FFF2-40B4-BE49-F238E27FC236}">
                    <a16:creationId xmlns:a16="http://schemas.microsoft.com/office/drawing/2014/main" id="{442B3F6A-DFA7-C260-E2DA-7D4CDE30C150}"/>
                  </a:ext>
                </a:extLst>
              </p:cNvPr>
              <p:cNvCxnSpPr>
                <a:cxnSpLocks/>
              </p:cNvCxnSpPr>
              <p:nvPr/>
            </p:nvCxnSpPr>
            <p:spPr>
              <a:xfrm>
                <a:off x="727879" y="35368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30" name="直线连接符 13729">
                <a:extLst>
                  <a:ext uri="{FF2B5EF4-FFF2-40B4-BE49-F238E27FC236}">
                    <a16:creationId xmlns:a16="http://schemas.microsoft.com/office/drawing/2014/main" id="{8712C8BB-B2F9-BD37-57F2-9988C1F59BDA}"/>
                  </a:ext>
                </a:extLst>
              </p:cNvPr>
              <p:cNvCxnSpPr>
                <a:cxnSpLocks/>
              </p:cNvCxnSpPr>
              <p:nvPr/>
            </p:nvCxnSpPr>
            <p:spPr>
              <a:xfrm>
                <a:off x="702588" y="3540531"/>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31" name="直线连接符 13730">
                <a:extLst>
                  <a:ext uri="{FF2B5EF4-FFF2-40B4-BE49-F238E27FC236}">
                    <a16:creationId xmlns:a16="http://schemas.microsoft.com/office/drawing/2014/main" id="{6E586CBF-8338-142D-4B12-0A0580882E69}"/>
                  </a:ext>
                </a:extLst>
              </p:cNvPr>
              <p:cNvCxnSpPr>
                <a:cxnSpLocks/>
              </p:cNvCxnSpPr>
              <p:nvPr/>
            </p:nvCxnSpPr>
            <p:spPr>
              <a:xfrm>
                <a:off x="669942" y="3542297"/>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32" name="直线连接符 13731">
                <a:extLst>
                  <a:ext uri="{FF2B5EF4-FFF2-40B4-BE49-F238E27FC236}">
                    <a16:creationId xmlns:a16="http://schemas.microsoft.com/office/drawing/2014/main" id="{90BE087A-853F-5E16-4564-648584030F78}"/>
                  </a:ext>
                </a:extLst>
              </p:cNvPr>
              <p:cNvCxnSpPr>
                <a:cxnSpLocks/>
              </p:cNvCxnSpPr>
              <p:nvPr/>
            </p:nvCxnSpPr>
            <p:spPr>
              <a:xfrm>
                <a:off x="648401" y="3546675"/>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33" name="直线连接符 13732">
                <a:extLst>
                  <a:ext uri="{FF2B5EF4-FFF2-40B4-BE49-F238E27FC236}">
                    <a16:creationId xmlns:a16="http://schemas.microsoft.com/office/drawing/2014/main" id="{25EAFA6F-F23F-D13A-DFCA-42A43E061431}"/>
                  </a:ext>
                </a:extLst>
              </p:cNvPr>
              <p:cNvCxnSpPr>
                <a:cxnSpLocks/>
              </p:cNvCxnSpPr>
              <p:nvPr/>
            </p:nvCxnSpPr>
            <p:spPr>
              <a:xfrm>
                <a:off x="621538" y="3549590"/>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734" name="直线连接符 13733">
                <a:extLst>
                  <a:ext uri="{FF2B5EF4-FFF2-40B4-BE49-F238E27FC236}">
                    <a16:creationId xmlns:a16="http://schemas.microsoft.com/office/drawing/2014/main" id="{959C1B3E-D3FB-59B1-3B8F-573FF9303E61}"/>
                  </a:ext>
                </a:extLst>
              </p:cNvPr>
              <p:cNvCxnSpPr>
                <a:cxnSpLocks/>
              </p:cNvCxnSpPr>
              <p:nvPr/>
            </p:nvCxnSpPr>
            <p:spPr>
              <a:xfrm>
                <a:off x="598299" y="355600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735" name="直线连接符 13734">
                <a:extLst>
                  <a:ext uri="{FF2B5EF4-FFF2-40B4-BE49-F238E27FC236}">
                    <a16:creationId xmlns:a16="http://schemas.microsoft.com/office/drawing/2014/main" id="{DDD24811-18AF-F697-5213-B51B48BD76A3}"/>
                  </a:ext>
                </a:extLst>
              </p:cNvPr>
              <p:cNvCxnSpPr>
                <a:cxnSpLocks/>
              </p:cNvCxnSpPr>
              <p:nvPr/>
            </p:nvCxnSpPr>
            <p:spPr>
              <a:xfrm>
                <a:off x="578115" y="3562357"/>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sp>
        <p:nvSpPr>
          <p:cNvPr id="13805" name="TextBox 30">
            <a:extLst>
              <a:ext uri="{FF2B5EF4-FFF2-40B4-BE49-F238E27FC236}">
                <a16:creationId xmlns:a16="http://schemas.microsoft.com/office/drawing/2014/main" id="{0B81F280-48C1-F654-3381-A300DEE30B25}"/>
              </a:ext>
            </a:extLst>
          </p:cNvPr>
          <p:cNvSpPr txBox="1"/>
          <p:nvPr/>
        </p:nvSpPr>
        <p:spPr>
          <a:xfrm>
            <a:off x="10149349" y="4469473"/>
            <a:ext cx="2042074" cy="1015663"/>
          </a:xfrm>
          <a:prstGeom prst="rect">
            <a:avLst/>
          </a:prstGeom>
          <a:noFill/>
          <a:ln w="25400">
            <a:noFill/>
          </a:ln>
        </p:spPr>
        <p:txBody>
          <a:bodyPr wrap="square" rtlCol="0">
            <a:spAutoFit/>
          </a:bodyPr>
          <a:lstStyle/>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口诀</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2:</a:t>
            </a:r>
          </a:p>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一上一下</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pPr marL="514350" indent="-514350" algn="ct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调平台螺钉。</a:t>
            </a:r>
            <a:endParaRPr lang="en-US"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806" name="右箭头 13805">
            <a:extLst>
              <a:ext uri="{FF2B5EF4-FFF2-40B4-BE49-F238E27FC236}">
                <a16:creationId xmlns:a16="http://schemas.microsoft.com/office/drawing/2014/main" id="{DC886EF8-9D97-EACA-BC73-35D465193110}"/>
              </a:ext>
            </a:extLst>
          </p:cNvPr>
          <p:cNvSpPr/>
          <p:nvPr/>
        </p:nvSpPr>
        <p:spPr>
          <a:xfrm>
            <a:off x="4897675" y="4740370"/>
            <a:ext cx="892541" cy="559435"/>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dirty="0"/>
          </a:p>
        </p:txBody>
      </p:sp>
      <p:grpSp>
        <p:nvGrpSpPr>
          <p:cNvPr id="13807" name="组合 13806">
            <a:extLst>
              <a:ext uri="{FF2B5EF4-FFF2-40B4-BE49-F238E27FC236}">
                <a16:creationId xmlns:a16="http://schemas.microsoft.com/office/drawing/2014/main" id="{D1247688-A7BA-5A4C-ED5F-F4BC1DEAFE36}"/>
              </a:ext>
            </a:extLst>
          </p:cNvPr>
          <p:cNvGrpSpPr/>
          <p:nvPr/>
        </p:nvGrpSpPr>
        <p:grpSpPr>
          <a:xfrm>
            <a:off x="8153052" y="4039187"/>
            <a:ext cx="1821438" cy="1696104"/>
            <a:chOff x="870867" y="1381331"/>
            <a:chExt cx="3043788" cy="2891622"/>
          </a:xfrm>
        </p:grpSpPr>
        <p:sp>
          <p:nvSpPr>
            <p:cNvPr id="13808" name="流程图: 接点 423">
              <a:extLst>
                <a:ext uri="{FF2B5EF4-FFF2-40B4-BE49-F238E27FC236}">
                  <a16:creationId xmlns:a16="http://schemas.microsoft.com/office/drawing/2014/main" id="{018DC01E-C35B-5BAA-41CB-E50E8DC58E1A}"/>
                </a:ext>
              </a:extLst>
            </p:cNvPr>
            <p:cNvSpPr/>
            <p:nvPr/>
          </p:nvSpPr>
          <p:spPr>
            <a:xfrm>
              <a:off x="3394255" y="3644797"/>
              <a:ext cx="212140" cy="219456"/>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809" name="组合 13808">
              <a:extLst>
                <a:ext uri="{FF2B5EF4-FFF2-40B4-BE49-F238E27FC236}">
                  <a16:creationId xmlns:a16="http://schemas.microsoft.com/office/drawing/2014/main" id="{2B691374-EEDA-03E9-D757-7F48B4521505}"/>
                </a:ext>
              </a:extLst>
            </p:cNvPr>
            <p:cNvGrpSpPr/>
            <p:nvPr/>
          </p:nvGrpSpPr>
          <p:grpSpPr>
            <a:xfrm>
              <a:off x="1417322" y="2166176"/>
              <a:ext cx="2114093" cy="2106777"/>
              <a:chOff x="1572767" y="2549347"/>
              <a:chExt cx="2114093" cy="2106777"/>
            </a:xfrm>
          </p:grpSpPr>
          <p:grpSp>
            <p:nvGrpSpPr>
              <p:cNvPr id="13816" name="组合 13815">
                <a:extLst>
                  <a:ext uri="{FF2B5EF4-FFF2-40B4-BE49-F238E27FC236}">
                    <a16:creationId xmlns:a16="http://schemas.microsoft.com/office/drawing/2014/main" id="{6D768386-18C2-1ECE-261F-D1B521F03CFF}"/>
                  </a:ext>
                </a:extLst>
              </p:cNvPr>
              <p:cNvGrpSpPr/>
              <p:nvPr/>
            </p:nvGrpSpPr>
            <p:grpSpPr>
              <a:xfrm>
                <a:off x="1572767" y="2549347"/>
                <a:ext cx="2114093" cy="2106777"/>
                <a:chOff x="1572767" y="2549347"/>
                <a:chExt cx="2114093" cy="2106777"/>
              </a:xfrm>
            </p:grpSpPr>
            <p:sp>
              <p:nvSpPr>
                <p:cNvPr id="13820" name="流程图: 接点 435">
                  <a:extLst>
                    <a:ext uri="{FF2B5EF4-FFF2-40B4-BE49-F238E27FC236}">
                      <a16:creationId xmlns:a16="http://schemas.microsoft.com/office/drawing/2014/main" id="{206871F3-2EA7-86E0-798E-C1672615056E}"/>
                    </a:ext>
                  </a:extLst>
                </p:cNvPr>
                <p:cNvSpPr/>
                <p:nvPr/>
              </p:nvSpPr>
              <p:spPr>
                <a:xfrm>
                  <a:off x="1572767" y="2549347"/>
                  <a:ext cx="2114093" cy="2106777"/>
                </a:xfrm>
                <a:prstGeom prst="flowChartConnector">
                  <a:avLst/>
                </a:prstGeom>
                <a:solidFill>
                  <a:schemeClr val="tx1">
                    <a:lumMod val="65000"/>
                    <a:lumOff val="35000"/>
                    <a:alpha val="81000"/>
                  </a:schemeClr>
                </a:solidFill>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21" name="流程图: 接点 436">
                  <a:extLst>
                    <a:ext uri="{FF2B5EF4-FFF2-40B4-BE49-F238E27FC236}">
                      <a16:creationId xmlns:a16="http://schemas.microsoft.com/office/drawing/2014/main" id="{1BB9A914-9D91-600D-B6FC-7CDF0DAE9E4C}"/>
                    </a:ext>
                  </a:extLst>
                </p:cNvPr>
                <p:cNvSpPr/>
                <p:nvPr/>
              </p:nvSpPr>
              <p:spPr>
                <a:xfrm>
                  <a:off x="2311602" y="3262579"/>
                  <a:ext cx="636423" cy="636422"/>
                </a:xfrm>
                <a:prstGeom prst="flowChartConnector">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22" name="流程图: 接点 437">
                  <a:extLst>
                    <a:ext uri="{FF2B5EF4-FFF2-40B4-BE49-F238E27FC236}">
                      <a16:creationId xmlns:a16="http://schemas.microsoft.com/office/drawing/2014/main" id="{B0C2949A-7D84-4559-000A-D0859BD2235E}"/>
                    </a:ext>
                  </a:extLst>
                </p:cNvPr>
                <p:cNvSpPr/>
                <p:nvPr/>
              </p:nvSpPr>
              <p:spPr>
                <a:xfrm>
                  <a:off x="2070202" y="3013862"/>
                  <a:ext cx="1111910" cy="115580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23" name="流程图: 接点 438">
                  <a:extLst>
                    <a:ext uri="{FF2B5EF4-FFF2-40B4-BE49-F238E27FC236}">
                      <a16:creationId xmlns:a16="http://schemas.microsoft.com/office/drawing/2014/main" id="{7B7DBEB5-B378-65E1-B6D1-96F5B8AE06B7}"/>
                    </a:ext>
                  </a:extLst>
                </p:cNvPr>
                <p:cNvSpPr/>
                <p:nvPr/>
              </p:nvSpPr>
              <p:spPr>
                <a:xfrm>
                  <a:off x="1755648" y="2757830"/>
                  <a:ext cx="1719072" cy="168981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817" name="直接连接符 432">
                <a:extLst>
                  <a:ext uri="{FF2B5EF4-FFF2-40B4-BE49-F238E27FC236}">
                    <a16:creationId xmlns:a16="http://schemas.microsoft.com/office/drawing/2014/main" id="{081FA85E-88DA-7B2E-A6DD-319D14365309}"/>
                  </a:ext>
                </a:extLst>
              </p:cNvPr>
              <p:cNvCxnSpPr>
                <a:stCxn id="13820" idx="0"/>
                <a:endCxn id="13821" idx="0"/>
              </p:cNvCxnSpPr>
              <p:nvPr/>
            </p:nvCxnSpPr>
            <p:spPr>
              <a:xfrm>
                <a:off x="2629814" y="2549347"/>
                <a:ext cx="0" cy="7132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18" name="直接连接符 433">
                <a:extLst>
                  <a:ext uri="{FF2B5EF4-FFF2-40B4-BE49-F238E27FC236}">
                    <a16:creationId xmlns:a16="http://schemas.microsoft.com/office/drawing/2014/main" id="{FDD42688-2D35-EF1E-B095-4E637F167519}"/>
                  </a:ext>
                </a:extLst>
              </p:cNvPr>
              <p:cNvCxnSpPr>
                <a:cxnSpLocks/>
              </p:cNvCxnSpPr>
              <p:nvPr/>
            </p:nvCxnSpPr>
            <p:spPr>
              <a:xfrm flipH="1">
                <a:off x="1653235" y="3701491"/>
                <a:ext cx="709575" cy="468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19" name="直接连接符 434">
                <a:extLst>
                  <a:ext uri="{FF2B5EF4-FFF2-40B4-BE49-F238E27FC236}">
                    <a16:creationId xmlns:a16="http://schemas.microsoft.com/office/drawing/2014/main" id="{98BFFC2E-7EFD-8C71-D429-E1357E5528B7}"/>
                  </a:ext>
                </a:extLst>
              </p:cNvPr>
              <p:cNvCxnSpPr/>
              <p:nvPr/>
            </p:nvCxnSpPr>
            <p:spPr>
              <a:xfrm>
                <a:off x="2948025" y="3701491"/>
                <a:ext cx="614477" cy="3657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810" name="流程图: 接点 425">
              <a:extLst>
                <a:ext uri="{FF2B5EF4-FFF2-40B4-BE49-F238E27FC236}">
                  <a16:creationId xmlns:a16="http://schemas.microsoft.com/office/drawing/2014/main" id="{8A56F2DA-8301-E022-38EC-3693304F1540}"/>
                </a:ext>
              </a:extLst>
            </p:cNvPr>
            <p:cNvSpPr/>
            <p:nvPr/>
          </p:nvSpPr>
          <p:spPr>
            <a:xfrm>
              <a:off x="1342342" y="3679545"/>
              <a:ext cx="212140" cy="219456"/>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11" name="流程图: 接点 426">
              <a:extLst>
                <a:ext uri="{FF2B5EF4-FFF2-40B4-BE49-F238E27FC236}">
                  <a16:creationId xmlns:a16="http://schemas.microsoft.com/office/drawing/2014/main" id="{0C5C7AB3-4E6E-C1B8-CEC3-70C51219BAE6}"/>
                </a:ext>
              </a:extLst>
            </p:cNvPr>
            <p:cNvSpPr/>
            <p:nvPr/>
          </p:nvSpPr>
          <p:spPr>
            <a:xfrm>
              <a:off x="2359155" y="1946720"/>
              <a:ext cx="212140" cy="219456"/>
            </a:xfrm>
            <a:prstGeom prst="flowChartConnector">
              <a:avLst/>
            </a:prstGeom>
            <a:solidFill>
              <a:srgbClr val="9EC3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12" name="矩形 13811">
              <a:extLst>
                <a:ext uri="{FF2B5EF4-FFF2-40B4-BE49-F238E27FC236}">
                  <a16:creationId xmlns:a16="http://schemas.microsoft.com/office/drawing/2014/main" id="{C4CF8F48-2D18-7B1F-0DC8-AB3B1EAD2169}"/>
                </a:ext>
              </a:extLst>
            </p:cNvPr>
            <p:cNvSpPr/>
            <p:nvPr/>
          </p:nvSpPr>
          <p:spPr>
            <a:xfrm>
              <a:off x="2313435" y="2518257"/>
              <a:ext cx="303580" cy="1291132"/>
            </a:xfrm>
            <a:prstGeom prst="rect">
              <a:avLst/>
            </a:prstGeom>
            <a:solidFill>
              <a:schemeClr val="tx1">
                <a:lumMod val="75000"/>
                <a:lumOff val="2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13" name="文本框 13812">
              <a:extLst>
                <a:ext uri="{FF2B5EF4-FFF2-40B4-BE49-F238E27FC236}">
                  <a16:creationId xmlns:a16="http://schemas.microsoft.com/office/drawing/2014/main" id="{89D38F01-C967-F634-DEAE-2CBF0683E194}"/>
                </a:ext>
              </a:extLst>
            </p:cNvPr>
            <p:cNvSpPr txBox="1"/>
            <p:nvPr/>
          </p:nvSpPr>
          <p:spPr>
            <a:xfrm>
              <a:off x="870867" y="3706641"/>
              <a:ext cx="424283" cy="384721"/>
            </a:xfrm>
            <a:prstGeom prst="rect">
              <a:avLst/>
            </a:prstGeom>
            <a:noFill/>
          </p:spPr>
          <p:txBody>
            <a:bodyPr wrap="square" rtlCol="0">
              <a:spAutoFit/>
            </a:bodyPr>
            <a:lstStyle/>
            <a:p>
              <a:r>
                <a:rPr lang="en-US" altLang="zh-CN" dirty="0"/>
                <a:t>a</a:t>
              </a:r>
            </a:p>
          </p:txBody>
        </p:sp>
        <p:sp>
          <p:nvSpPr>
            <p:cNvPr id="13814" name="文本框 13813">
              <a:extLst>
                <a:ext uri="{FF2B5EF4-FFF2-40B4-BE49-F238E27FC236}">
                  <a16:creationId xmlns:a16="http://schemas.microsoft.com/office/drawing/2014/main" id="{EB397432-6E33-9CD1-9CB6-5B41C05E2E02}"/>
                </a:ext>
              </a:extLst>
            </p:cNvPr>
            <p:cNvSpPr txBox="1"/>
            <p:nvPr/>
          </p:nvSpPr>
          <p:spPr>
            <a:xfrm>
              <a:off x="3548897" y="3694478"/>
              <a:ext cx="365758" cy="384721"/>
            </a:xfrm>
            <a:prstGeom prst="rect">
              <a:avLst/>
            </a:prstGeom>
            <a:noFill/>
          </p:spPr>
          <p:txBody>
            <a:bodyPr wrap="square" rtlCol="0">
              <a:spAutoFit/>
            </a:bodyPr>
            <a:lstStyle/>
            <a:p>
              <a:r>
                <a:rPr lang="en-US" altLang="zh-CN" dirty="0"/>
                <a:t>b</a:t>
              </a:r>
              <a:endParaRPr lang="zh-CN" altLang="en-US" dirty="0"/>
            </a:p>
          </p:txBody>
        </p:sp>
        <p:sp>
          <p:nvSpPr>
            <p:cNvPr id="13815" name="文本框 13814">
              <a:extLst>
                <a:ext uri="{FF2B5EF4-FFF2-40B4-BE49-F238E27FC236}">
                  <a16:creationId xmlns:a16="http://schemas.microsoft.com/office/drawing/2014/main" id="{B3E97C81-06D6-F13A-6027-2C574A7F57E9}"/>
                </a:ext>
              </a:extLst>
            </p:cNvPr>
            <p:cNvSpPr txBox="1"/>
            <p:nvPr/>
          </p:nvSpPr>
          <p:spPr>
            <a:xfrm>
              <a:off x="2178526" y="1381331"/>
              <a:ext cx="407820" cy="384721"/>
            </a:xfrm>
            <a:prstGeom prst="rect">
              <a:avLst/>
            </a:prstGeom>
            <a:noFill/>
          </p:spPr>
          <p:txBody>
            <a:bodyPr wrap="square" rtlCol="0">
              <a:spAutoFit/>
            </a:bodyPr>
            <a:lstStyle/>
            <a:p>
              <a:r>
                <a:rPr lang="en-US" altLang="zh-CN" dirty="0"/>
                <a:t>c</a:t>
              </a:r>
              <a:endParaRPr lang="zh-CN" altLang="en-US" dirty="0"/>
            </a:p>
          </p:txBody>
        </p:sp>
      </p:grpSp>
      <p:grpSp>
        <p:nvGrpSpPr>
          <p:cNvPr id="13824" name="组合 13823">
            <a:extLst>
              <a:ext uri="{FF2B5EF4-FFF2-40B4-BE49-F238E27FC236}">
                <a16:creationId xmlns:a16="http://schemas.microsoft.com/office/drawing/2014/main" id="{D0C2FF76-B4DE-6DA2-7EE4-11ADD6DF9828}"/>
              </a:ext>
            </a:extLst>
          </p:cNvPr>
          <p:cNvGrpSpPr/>
          <p:nvPr/>
        </p:nvGrpSpPr>
        <p:grpSpPr>
          <a:xfrm>
            <a:off x="5910870" y="4083581"/>
            <a:ext cx="1973079" cy="1970547"/>
            <a:chOff x="5038645" y="2587651"/>
            <a:chExt cx="2500386" cy="2497177"/>
          </a:xfrm>
        </p:grpSpPr>
        <p:sp>
          <p:nvSpPr>
            <p:cNvPr id="13825" name="流程图: 接点 410645">
              <a:extLst>
                <a:ext uri="{FF2B5EF4-FFF2-40B4-BE49-F238E27FC236}">
                  <a16:creationId xmlns:a16="http://schemas.microsoft.com/office/drawing/2014/main" id="{39C9886F-863B-FF48-8318-15B5A9843AFF}"/>
                </a:ext>
              </a:extLst>
            </p:cNvPr>
            <p:cNvSpPr/>
            <p:nvPr/>
          </p:nvSpPr>
          <p:spPr>
            <a:xfrm>
              <a:off x="5038645" y="2587651"/>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26" name="流程图: 接点 410646">
              <a:extLst>
                <a:ext uri="{FF2B5EF4-FFF2-40B4-BE49-F238E27FC236}">
                  <a16:creationId xmlns:a16="http://schemas.microsoft.com/office/drawing/2014/main" id="{C0D78343-C5C8-4151-B365-97A127DD73BE}"/>
                </a:ext>
              </a:extLst>
            </p:cNvPr>
            <p:cNvSpPr/>
            <p:nvPr/>
          </p:nvSpPr>
          <p:spPr>
            <a:xfrm>
              <a:off x="5132024" y="2673757"/>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827" name="直接连接符 410648">
              <a:extLst>
                <a:ext uri="{FF2B5EF4-FFF2-40B4-BE49-F238E27FC236}">
                  <a16:creationId xmlns:a16="http://schemas.microsoft.com/office/drawing/2014/main" id="{1F8C4660-DB9F-5077-77A8-15FC8DF55962}"/>
                </a:ext>
              </a:extLst>
            </p:cNvPr>
            <p:cNvCxnSpPr>
              <a:cxnSpLocks/>
            </p:cNvCxnSpPr>
            <p:nvPr/>
          </p:nvCxnSpPr>
          <p:spPr>
            <a:xfrm>
              <a:off x="6148453" y="3573725"/>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828" name="加号 13827">
              <a:extLst>
                <a:ext uri="{FF2B5EF4-FFF2-40B4-BE49-F238E27FC236}">
                  <a16:creationId xmlns:a16="http://schemas.microsoft.com/office/drawing/2014/main" id="{8499B6EF-506E-F3AB-6FA8-91FEBC1E487F}"/>
                </a:ext>
              </a:extLst>
            </p:cNvPr>
            <p:cNvSpPr/>
            <p:nvPr/>
          </p:nvSpPr>
          <p:spPr>
            <a:xfrm>
              <a:off x="5769885" y="3479484"/>
              <a:ext cx="302025" cy="374560"/>
            </a:xfrm>
            <a:prstGeom prst="mathPlus">
              <a:avLst>
                <a:gd name="adj1" fmla="val 13622"/>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829" name="直接连接符 410648">
              <a:extLst>
                <a:ext uri="{FF2B5EF4-FFF2-40B4-BE49-F238E27FC236}">
                  <a16:creationId xmlns:a16="http://schemas.microsoft.com/office/drawing/2014/main" id="{94B0F697-014F-8A75-B973-3F08A0B7B639}"/>
                </a:ext>
              </a:extLst>
            </p:cNvPr>
            <p:cNvCxnSpPr>
              <a:cxnSpLocks/>
            </p:cNvCxnSpPr>
            <p:nvPr/>
          </p:nvCxnSpPr>
          <p:spPr>
            <a:xfrm>
              <a:off x="6148453" y="3019487"/>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0" name="直接连接符 410647">
              <a:extLst>
                <a:ext uri="{FF2B5EF4-FFF2-40B4-BE49-F238E27FC236}">
                  <a16:creationId xmlns:a16="http://schemas.microsoft.com/office/drawing/2014/main" id="{A7EEC1D3-D54C-AE71-113A-849F4821C310}"/>
                </a:ext>
              </a:extLst>
            </p:cNvPr>
            <p:cNvCxnSpPr>
              <a:cxnSpLocks/>
              <a:stCxn id="13826" idx="2"/>
              <a:endCxn id="13826" idx="6"/>
            </p:cNvCxnSpPr>
            <p:nvPr/>
          </p:nvCxnSpPr>
          <p:spPr>
            <a:xfrm>
              <a:off x="5132024" y="3832906"/>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1" name="直接连接符 410648">
              <a:extLst>
                <a:ext uri="{FF2B5EF4-FFF2-40B4-BE49-F238E27FC236}">
                  <a16:creationId xmlns:a16="http://schemas.microsoft.com/office/drawing/2014/main" id="{4E32A661-F7CF-5444-83BB-3E67918382FB}"/>
                </a:ext>
              </a:extLst>
            </p:cNvPr>
            <p:cNvCxnSpPr>
              <a:cxnSpLocks/>
            </p:cNvCxnSpPr>
            <p:nvPr/>
          </p:nvCxnSpPr>
          <p:spPr>
            <a:xfrm>
              <a:off x="5275062" y="3290886"/>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832" name="组合 13831">
              <a:extLst>
                <a:ext uri="{FF2B5EF4-FFF2-40B4-BE49-F238E27FC236}">
                  <a16:creationId xmlns:a16="http://schemas.microsoft.com/office/drawing/2014/main" id="{5AF9999B-BCD3-833E-D886-4AD38747A424}"/>
                </a:ext>
              </a:extLst>
            </p:cNvPr>
            <p:cNvGrpSpPr/>
            <p:nvPr/>
          </p:nvGrpSpPr>
          <p:grpSpPr>
            <a:xfrm>
              <a:off x="6200891" y="2798150"/>
              <a:ext cx="190334" cy="987884"/>
              <a:chOff x="6186529" y="2798150"/>
              <a:chExt cx="216251" cy="987884"/>
            </a:xfrm>
          </p:grpSpPr>
          <p:cxnSp>
            <p:nvCxnSpPr>
              <p:cNvPr id="13837" name="直接连接符 410648">
                <a:extLst>
                  <a:ext uri="{FF2B5EF4-FFF2-40B4-BE49-F238E27FC236}">
                    <a16:creationId xmlns:a16="http://schemas.microsoft.com/office/drawing/2014/main" id="{411D5FB4-E062-17E6-DEF8-A2B17B209FC8}"/>
                  </a:ext>
                </a:extLst>
              </p:cNvPr>
              <p:cNvCxnSpPr>
                <a:cxnSpLocks/>
              </p:cNvCxnSpPr>
              <p:nvPr/>
            </p:nvCxnSpPr>
            <p:spPr>
              <a:xfrm>
                <a:off x="6186529" y="34100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8" name="直接连接符 410648">
                <a:extLst>
                  <a:ext uri="{FF2B5EF4-FFF2-40B4-BE49-F238E27FC236}">
                    <a16:creationId xmlns:a16="http://schemas.microsoft.com/office/drawing/2014/main" id="{0CF12449-AA64-88B4-F636-DDF26CE1670D}"/>
                  </a:ext>
                </a:extLst>
              </p:cNvPr>
              <p:cNvCxnSpPr>
                <a:cxnSpLocks/>
              </p:cNvCxnSpPr>
              <p:nvPr/>
            </p:nvCxnSpPr>
            <p:spPr>
              <a:xfrm>
                <a:off x="6186529" y="34653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9" name="直接连接符 410648">
                <a:extLst>
                  <a:ext uri="{FF2B5EF4-FFF2-40B4-BE49-F238E27FC236}">
                    <a16:creationId xmlns:a16="http://schemas.microsoft.com/office/drawing/2014/main" id="{1F071DDB-26FD-EB90-75A1-AF96AECBCA5A}"/>
                  </a:ext>
                </a:extLst>
              </p:cNvPr>
              <p:cNvCxnSpPr>
                <a:cxnSpLocks/>
              </p:cNvCxnSpPr>
              <p:nvPr/>
            </p:nvCxnSpPr>
            <p:spPr>
              <a:xfrm>
                <a:off x="6186529" y="33534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0" name="直接连接符 410648">
                <a:extLst>
                  <a:ext uri="{FF2B5EF4-FFF2-40B4-BE49-F238E27FC236}">
                    <a16:creationId xmlns:a16="http://schemas.microsoft.com/office/drawing/2014/main" id="{2AB874FA-ABD4-E4A3-DA61-78C28BFFC23B}"/>
                  </a:ext>
                </a:extLst>
              </p:cNvPr>
              <p:cNvCxnSpPr>
                <a:cxnSpLocks/>
              </p:cNvCxnSpPr>
              <p:nvPr/>
            </p:nvCxnSpPr>
            <p:spPr>
              <a:xfrm>
                <a:off x="6186529" y="35193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1" name="直接连接符 410648">
                <a:extLst>
                  <a:ext uri="{FF2B5EF4-FFF2-40B4-BE49-F238E27FC236}">
                    <a16:creationId xmlns:a16="http://schemas.microsoft.com/office/drawing/2014/main" id="{0FE6424D-8EB9-E943-4D9A-4F1FCA5BB42B}"/>
                  </a:ext>
                </a:extLst>
              </p:cNvPr>
              <p:cNvCxnSpPr>
                <a:cxnSpLocks/>
              </p:cNvCxnSpPr>
              <p:nvPr/>
            </p:nvCxnSpPr>
            <p:spPr>
              <a:xfrm>
                <a:off x="6186529" y="36767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2" name="直接连接符 410648">
                <a:extLst>
                  <a:ext uri="{FF2B5EF4-FFF2-40B4-BE49-F238E27FC236}">
                    <a16:creationId xmlns:a16="http://schemas.microsoft.com/office/drawing/2014/main" id="{49C25268-7D9F-94B0-8774-99D363B5D7CD}"/>
                  </a:ext>
                </a:extLst>
              </p:cNvPr>
              <p:cNvCxnSpPr>
                <a:cxnSpLocks/>
              </p:cNvCxnSpPr>
              <p:nvPr/>
            </p:nvCxnSpPr>
            <p:spPr>
              <a:xfrm>
                <a:off x="6186529" y="37320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3" name="直接连接符 410648">
                <a:extLst>
                  <a:ext uri="{FF2B5EF4-FFF2-40B4-BE49-F238E27FC236}">
                    <a16:creationId xmlns:a16="http://schemas.microsoft.com/office/drawing/2014/main" id="{E4F1B0DB-370A-ECAE-8E84-69C0923288DA}"/>
                  </a:ext>
                </a:extLst>
              </p:cNvPr>
              <p:cNvCxnSpPr>
                <a:cxnSpLocks/>
              </p:cNvCxnSpPr>
              <p:nvPr/>
            </p:nvCxnSpPr>
            <p:spPr>
              <a:xfrm>
                <a:off x="6186529" y="36201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4" name="直接连接符 410648">
                <a:extLst>
                  <a:ext uri="{FF2B5EF4-FFF2-40B4-BE49-F238E27FC236}">
                    <a16:creationId xmlns:a16="http://schemas.microsoft.com/office/drawing/2014/main" id="{F1EE2EB2-4D7E-431F-17F1-29A7424E23C6}"/>
                  </a:ext>
                </a:extLst>
              </p:cNvPr>
              <p:cNvCxnSpPr>
                <a:cxnSpLocks/>
              </p:cNvCxnSpPr>
              <p:nvPr/>
            </p:nvCxnSpPr>
            <p:spPr>
              <a:xfrm>
                <a:off x="6186529" y="37860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5" name="直接连接符 410648">
                <a:extLst>
                  <a:ext uri="{FF2B5EF4-FFF2-40B4-BE49-F238E27FC236}">
                    <a16:creationId xmlns:a16="http://schemas.microsoft.com/office/drawing/2014/main" id="{34572C16-049B-E2A3-F19D-9CD865D53C7F}"/>
                  </a:ext>
                </a:extLst>
              </p:cNvPr>
              <p:cNvCxnSpPr>
                <a:cxnSpLocks/>
              </p:cNvCxnSpPr>
              <p:nvPr/>
            </p:nvCxnSpPr>
            <p:spPr>
              <a:xfrm>
                <a:off x="6186529" y="312743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6" name="直接连接符 410648">
                <a:extLst>
                  <a:ext uri="{FF2B5EF4-FFF2-40B4-BE49-F238E27FC236}">
                    <a16:creationId xmlns:a16="http://schemas.microsoft.com/office/drawing/2014/main" id="{AF6CD3D6-12D8-981F-8496-C47FBDA818D9}"/>
                  </a:ext>
                </a:extLst>
              </p:cNvPr>
              <p:cNvCxnSpPr>
                <a:cxnSpLocks/>
              </p:cNvCxnSpPr>
              <p:nvPr/>
            </p:nvCxnSpPr>
            <p:spPr>
              <a:xfrm>
                <a:off x="6186529" y="318278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7" name="直接连接符 410648">
                <a:extLst>
                  <a:ext uri="{FF2B5EF4-FFF2-40B4-BE49-F238E27FC236}">
                    <a16:creationId xmlns:a16="http://schemas.microsoft.com/office/drawing/2014/main" id="{31809F18-F020-A722-8EBC-0EEE7D995D27}"/>
                  </a:ext>
                </a:extLst>
              </p:cNvPr>
              <p:cNvCxnSpPr>
                <a:cxnSpLocks/>
              </p:cNvCxnSpPr>
              <p:nvPr/>
            </p:nvCxnSpPr>
            <p:spPr>
              <a:xfrm>
                <a:off x="6186529" y="3070911"/>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8" name="直接连接符 410648">
                <a:extLst>
                  <a:ext uri="{FF2B5EF4-FFF2-40B4-BE49-F238E27FC236}">
                    <a16:creationId xmlns:a16="http://schemas.microsoft.com/office/drawing/2014/main" id="{63A8D408-6590-A586-7C74-7B0AC42F662A}"/>
                  </a:ext>
                </a:extLst>
              </p:cNvPr>
              <p:cNvCxnSpPr>
                <a:cxnSpLocks/>
              </p:cNvCxnSpPr>
              <p:nvPr/>
            </p:nvCxnSpPr>
            <p:spPr>
              <a:xfrm>
                <a:off x="6186529" y="32367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9" name="直接连接符 410648">
                <a:extLst>
                  <a:ext uri="{FF2B5EF4-FFF2-40B4-BE49-F238E27FC236}">
                    <a16:creationId xmlns:a16="http://schemas.microsoft.com/office/drawing/2014/main" id="{6CF596D2-BE9C-7372-C6C9-0520002A2A96}"/>
                  </a:ext>
                </a:extLst>
              </p:cNvPr>
              <p:cNvCxnSpPr>
                <a:cxnSpLocks/>
              </p:cNvCxnSpPr>
              <p:nvPr/>
            </p:nvCxnSpPr>
            <p:spPr>
              <a:xfrm>
                <a:off x="6186529" y="285467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50" name="直接连接符 410648">
                <a:extLst>
                  <a:ext uri="{FF2B5EF4-FFF2-40B4-BE49-F238E27FC236}">
                    <a16:creationId xmlns:a16="http://schemas.microsoft.com/office/drawing/2014/main" id="{C2506BE2-BADD-E2D8-0C0E-4D6BDF173019}"/>
                  </a:ext>
                </a:extLst>
              </p:cNvPr>
              <p:cNvCxnSpPr>
                <a:cxnSpLocks/>
              </p:cNvCxnSpPr>
              <p:nvPr/>
            </p:nvCxnSpPr>
            <p:spPr>
              <a:xfrm>
                <a:off x="6186529" y="291002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51" name="直接连接符 410648">
                <a:extLst>
                  <a:ext uri="{FF2B5EF4-FFF2-40B4-BE49-F238E27FC236}">
                    <a16:creationId xmlns:a16="http://schemas.microsoft.com/office/drawing/2014/main" id="{FD576AF2-865A-9C1C-123D-8BA35523F968}"/>
                  </a:ext>
                </a:extLst>
              </p:cNvPr>
              <p:cNvCxnSpPr>
                <a:cxnSpLocks/>
              </p:cNvCxnSpPr>
              <p:nvPr/>
            </p:nvCxnSpPr>
            <p:spPr>
              <a:xfrm>
                <a:off x="6186529" y="279815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52" name="直接连接符 410648">
                <a:extLst>
                  <a:ext uri="{FF2B5EF4-FFF2-40B4-BE49-F238E27FC236}">
                    <a16:creationId xmlns:a16="http://schemas.microsoft.com/office/drawing/2014/main" id="{484638E5-6052-F4E2-919F-17FCC79651B0}"/>
                  </a:ext>
                </a:extLst>
              </p:cNvPr>
              <p:cNvCxnSpPr>
                <a:cxnSpLocks/>
              </p:cNvCxnSpPr>
              <p:nvPr/>
            </p:nvCxnSpPr>
            <p:spPr>
              <a:xfrm>
                <a:off x="6186529" y="296399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833" name="直接连接符 410648">
              <a:extLst>
                <a:ext uri="{FF2B5EF4-FFF2-40B4-BE49-F238E27FC236}">
                  <a16:creationId xmlns:a16="http://schemas.microsoft.com/office/drawing/2014/main" id="{9B410C83-9BB6-199B-43C9-7AD6BC2F5E57}"/>
                </a:ext>
              </a:extLst>
            </p:cNvPr>
            <p:cNvCxnSpPr>
              <a:cxnSpLocks/>
            </p:cNvCxnSpPr>
            <p:nvPr/>
          </p:nvCxnSpPr>
          <p:spPr>
            <a:xfrm>
              <a:off x="6155320" y="2742187"/>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4" name="直接连接符 410649">
              <a:extLst>
                <a:ext uri="{FF2B5EF4-FFF2-40B4-BE49-F238E27FC236}">
                  <a16:creationId xmlns:a16="http://schemas.microsoft.com/office/drawing/2014/main" id="{02A8AA89-396E-011E-D00D-B1BAAB91FA14}"/>
                </a:ext>
              </a:extLst>
            </p:cNvPr>
            <p:cNvCxnSpPr>
              <a:cxnSpLocks/>
            </p:cNvCxnSpPr>
            <p:nvPr/>
          </p:nvCxnSpPr>
          <p:spPr>
            <a:xfrm>
              <a:off x="6292083" y="2673757"/>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835" name="矩形 13834">
              <a:extLst>
                <a:ext uri="{FF2B5EF4-FFF2-40B4-BE49-F238E27FC236}">
                  <a16:creationId xmlns:a16="http://schemas.microsoft.com/office/drawing/2014/main" id="{07502615-73B2-E736-8CCE-31CA59EDACC0}"/>
                </a:ext>
              </a:extLst>
            </p:cNvPr>
            <p:cNvSpPr/>
            <p:nvPr/>
          </p:nvSpPr>
          <p:spPr>
            <a:xfrm>
              <a:off x="6049057" y="4028784"/>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36" name="加号 13835">
              <a:extLst>
                <a:ext uri="{FF2B5EF4-FFF2-40B4-BE49-F238E27FC236}">
                  <a16:creationId xmlns:a16="http://schemas.microsoft.com/office/drawing/2014/main" id="{79BBE19A-F7FE-42BD-6D0A-336EDD564906}"/>
                </a:ext>
              </a:extLst>
            </p:cNvPr>
            <p:cNvSpPr/>
            <p:nvPr/>
          </p:nvSpPr>
          <p:spPr>
            <a:xfrm>
              <a:off x="6137643" y="4089753"/>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53" name="文本框 13852">
            <a:extLst>
              <a:ext uri="{FF2B5EF4-FFF2-40B4-BE49-F238E27FC236}">
                <a16:creationId xmlns:a16="http://schemas.microsoft.com/office/drawing/2014/main" id="{63C2F9E9-15BF-CCF2-BB36-7988FBAD00E6}"/>
              </a:ext>
            </a:extLst>
          </p:cNvPr>
          <p:cNvSpPr txBox="1"/>
          <p:nvPr/>
        </p:nvSpPr>
        <p:spPr>
          <a:xfrm>
            <a:off x="323555" y="6129194"/>
            <a:ext cx="11964035" cy="521970"/>
          </a:xfrm>
          <a:prstGeom prst="rect">
            <a:avLst/>
          </a:prstGeom>
          <a:noFill/>
        </p:spPr>
        <p:txBody>
          <a:bodyPr wrap="square" rtlCol="0" anchor="t">
            <a:spAutoFit/>
          </a:bodyPr>
          <a:lstStyle/>
          <a:p>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方法与目标：</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减半逼近法</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，使载物台旋转</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180</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°，两个反射像都在</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上刻线</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上。</a:t>
            </a:r>
          </a:p>
        </p:txBody>
      </p:sp>
      <p:cxnSp>
        <p:nvCxnSpPr>
          <p:cNvPr id="13854" name="直线箭头连接符 13853">
            <a:extLst>
              <a:ext uri="{FF2B5EF4-FFF2-40B4-BE49-F238E27FC236}">
                <a16:creationId xmlns:a16="http://schemas.microsoft.com/office/drawing/2014/main" id="{798E324D-426E-BA1E-F25C-7DF29700C0D2}"/>
              </a:ext>
            </a:extLst>
          </p:cNvPr>
          <p:cNvCxnSpPr>
            <a:cxnSpLocks/>
          </p:cNvCxnSpPr>
          <p:nvPr/>
        </p:nvCxnSpPr>
        <p:spPr>
          <a:xfrm>
            <a:off x="1737068" y="2383822"/>
            <a:ext cx="1187336" cy="126417"/>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13855" name="直线箭头连接符 13854">
            <a:extLst>
              <a:ext uri="{FF2B5EF4-FFF2-40B4-BE49-F238E27FC236}">
                <a16:creationId xmlns:a16="http://schemas.microsoft.com/office/drawing/2014/main" id="{F3D12C72-2C0E-C3F0-9134-1B83B34B2C46}"/>
              </a:ext>
            </a:extLst>
          </p:cNvPr>
          <p:cNvCxnSpPr>
            <a:cxnSpLocks/>
          </p:cNvCxnSpPr>
          <p:nvPr/>
        </p:nvCxnSpPr>
        <p:spPr>
          <a:xfrm flipH="1">
            <a:off x="1686226" y="2389491"/>
            <a:ext cx="1258081" cy="2947"/>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nvGrpSpPr>
          <p:cNvPr id="13856" name="组合 13855">
            <a:extLst>
              <a:ext uri="{FF2B5EF4-FFF2-40B4-BE49-F238E27FC236}">
                <a16:creationId xmlns:a16="http://schemas.microsoft.com/office/drawing/2014/main" id="{638B7F92-4A9B-741C-E17E-8D7BC4C5C0ED}"/>
              </a:ext>
            </a:extLst>
          </p:cNvPr>
          <p:cNvGrpSpPr/>
          <p:nvPr/>
        </p:nvGrpSpPr>
        <p:grpSpPr>
          <a:xfrm>
            <a:off x="9883130" y="3197019"/>
            <a:ext cx="1973080" cy="1970548"/>
            <a:chOff x="5038645" y="2587651"/>
            <a:chExt cx="2500386" cy="2497177"/>
          </a:xfrm>
        </p:grpSpPr>
        <p:sp>
          <p:nvSpPr>
            <p:cNvPr id="13857" name="流程图: 接点 410645">
              <a:extLst>
                <a:ext uri="{FF2B5EF4-FFF2-40B4-BE49-F238E27FC236}">
                  <a16:creationId xmlns:a16="http://schemas.microsoft.com/office/drawing/2014/main" id="{0DBDDF31-F597-7F10-1C74-F855A30E2CBC}"/>
                </a:ext>
              </a:extLst>
            </p:cNvPr>
            <p:cNvSpPr/>
            <p:nvPr/>
          </p:nvSpPr>
          <p:spPr>
            <a:xfrm>
              <a:off x="5038645" y="2587651"/>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58" name="流程图: 接点 410646">
              <a:extLst>
                <a:ext uri="{FF2B5EF4-FFF2-40B4-BE49-F238E27FC236}">
                  <a16:creationId xmlns:a16="http://schemas.microsoft.com/office/drawing/2014/main" id="{FDCCD9E5-AD72-1D94-909E-5AFF158129C3}"/>
                </a:ext>
              </a:extLst>
            </p:cNvPr>
            <p:cNvSpPr/>
            <p:nvPr/>
          </p:nvSpPr>
          <p:spPr>
            <a:xfrm>
              <a:off x="5132024" y="2673757"/>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859" name="直接连接符 410648">
              <a:extLst>
                <a:ext uri="{FF2B5EF4-FFF2-40B4-BE49-F238E27FC236}">
                  <a16:creationId xmlns:a16="http://schemas.microsoft.com/office/drawing/2014/main" id="{1BCE02E4-3476-8650-3FEF-7F8AA9962E76}"/>
                </a:ext>
              </a:extLst>
            </p:cNvPr>
            <p:cNvCxnSpPr>
              <a:cxnSpLocks/>
            </p:cNvCxnSpPr>
            <p:nvPr/>
          </p:nvCxnSpPr>
          <p:spPr>
            <a:xfrm>
              <a:off x="6148453" y="3573725"/>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60" name="直接连接符 410648">
              <a:extLst>
                <a:ext uri="{FF2B5EF4-FFF2-40B4-BE49-F238E27FC236}">
                  <a16:creationId xmlns:a16="http://schemas.microsoft.com/office/drawing/2014/main" id="{1D979024-98F2-1A54-37E1-D0AB2BF4A8C7}"/>
                </a:ext>
              </a:extLst>
            </p:cNvPr>
            <p:cNvCxnSpPr>
              <a:cxnSpLocks/>
            </p:cNvCxnSpPr>
            <p:nvPr/>
          </p:nvCxnSpPr>
          <p:spPr>
            <a:xfrm>
              <a:off x="6148453" y="3019487"/>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61" name="直接连接符 410647">
              <a:extLst>
                <a:ext uri="{FF2B5EF4-FFF2-40B4-BE49-F238E27FC236}">
                  <a16:creationId xmlns:a16="http://schemas.microsoft.com/office/drawing/2014/main" id="{2395C86A-0C9A-8412-C57C-77BA6631D5A4}"/>
                </a:ext>
              </a:extLst>
            </p:cNvPr>
            <p:cNvCxnSpPr>
              <a:cxnSpLocks/>
              <a:stCxn id="13858" idx="2"/>
              <a:endCxn id="13858" idx="6"/>
            </p:cNvCxnSpPr>
            <p:nvPr/>
          </p:nvCxnSpPr>
          <p:spPr>
            <a:xfrm>
              <a:off x="5132024" y="3832906"/>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62" name="直接连接符 410648">
              <a:extLst>
                <a:ext uri="{FF2B5EF4-FFF2-40B4-BE49-F238E27FC236}">
                  <a16:creationId xmlns:a16="http://schemas.microsoft.com/office/drawing/2014/main" id="{C960D630-C4C1-B56D-5B65-0A2FC8D299AC}"/>
                </a:ext>
              </a:extLst>
            </p:cNvPr>
            <p:cNvCxnSpPr>
              <a:cxnSpLocks/>
            </p:cNvCxnSpPr>
            <p:nvPr/>
          </p:nvCxnSpPr>
          <p:spPr>
            <a:xfrm>
              <a:off x="5275062" y="3290886"/>
              <a:ext cx="20447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863" name="组合 13862">
              <a:extLst>
                <a:ext uri="{FF2B5EF4-FFF2-40B4-BE49-F238E27FC236}">
                  <a16:creationId xmlns:a16="http://schemas.microsoft.com/office/drawing/2014/main" id="{4C1509AC-B681-D177-8C2B-5357766AC747}"/>
                </a:ext>
              </a:extLst>
            </p:cNvPr>
            <p:cNvGrpSpPr/>
            <p:nvPr/>
          </p:nvGrpSpPr>
          <p:grpSpPr>
            <a:xfrm>
              <a:off x="6200891" y="2798150"/>
              <a:ext cx="190334" cy="987884"/>
              <a:chOff x="6186529" y="2798150"/>
              <a:chExt cx="216251" cy="987884"/>
            </a:xfrm>
          </p:grpSpPr>
          <p:cxnSp>
            <p:nvCxnSpPr>
              <p:cNvPr id="13869" name="直接连接符 410648">
                <a:extLst>
                  <a:ext uri="{FF2B5EF4-FFF2-40B4-BE49-F238E27FC236}">
                    <a16:creationId xmlns:a16="http://schemas.microsoft.com/office/drawing/2014/main" id="{DAFBF811-1FA7-4C79-FBA0-570B67A92F9E}"/>
                  </a:ext>
                </a:extLst>
              </p:cNvPr>
              <p:cNvCxnSpPr>
                <a:cxnSpLocks/>
              </p:cNvCxnSpPr>
              <p:nvPr/>
            </p:nvCxnSpPr>
            <p:spPr>
              <a:xfrm>
                <a:off x="6186529" y="34100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0" name="直接连接符 410648">
                <a:extLst>
                  <a:ext uri="{FF2B5EF4-FFF2-40B4-BE49-F238E27FC236}">
                    <a16:creationId xmlns:a16="http://schemas.microsoft.com/office/drawing/2014/main" id="{BEFF979C-74CC-D483-3424-97EB66E947E9}"/>
                  </a:ext>
                </a:extLst>
              </p:cNvPr>
              <p:cNvCxnSpPr>
                <a:cxnSpLocks/>
              </p:cNvCxnSpPr>
              <p:nvPr/>
            </p:nvCxnSpPr>
            <p:spPr>
              <a:xfrm>
                <a:off x="6186529" y="34653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1" name="直接连接符 410648">
                <a:extLst>
                  <a:ext uri="{FF2B5EF4-FFF2-40B4-BE49-F238E27FC236}">
                    <a16:creationId xmlns:a16="http://schemas.microsoft.com/office/drawing/2014/main" id="{B042239F-5F5E-34FA-E903-B4C22BBCCD2D}"/>
                  </a:ext>
                </a:extLst>
              </p:cNvPr>
              <p:cNvCxnSpPr>
                <a:cxnSpLocks/>
              </p:cNvCxnSpPr>
              <p:nvPr/>
            </p:nvCxnSpPr>
            <p:spPr>
              <a:xfrm>
                <a:off x="6186529" y="33534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2" name="直接连接符 410648">
                <a:extLst>
                  <a:ext uri="{FF2B5EF4-FFF2-40B4-BE49-F238E27FC236}">
                    <a16:creationId xmlns:a16="http://schemas.microsoft.com/office/drawing/2014/main" id="{8D1B02B7-587E-43AF-C9D7-10742758B481}"/>
                  </a:ext>
                </a:extLst>
              </p:cNvPr>
              <p:cNvCxnSpPr>
                <a:cxnSpLocks/>
              </p:cNvCxnSpPr>
              <p:nvPr/>
            </p:nvCxnSpPr>
            <p:spPr>
              <a:xfrm>
                <a:off x="6186529" y="35193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3" name="直接连接符 410648">
                <a:extLst>
                  <a:ext uri="{FF2B5EF4-FFF2-40B4-BE49-F238E27FC236}">
                    <a16:creationId xmlns:a16="http://schemas.microsoft.com/office/drawing/2014/main" id="{917D5A62-E3CB-4A1B-EDAD-7C1C248F3E73}"/>
                  </a:ext>
                </a:extLst>
              </p:cNvPr>
              <p:cNvCxnSpPr>
                <a:cxnSpLocks/>
              </p:cNvCxnSpPr>
              <p:nvPr/>
            </p:nvCxnSpPr>
            <p:spPr>
              <a:xfrm>
                <a:off x="6186529" y="36767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4" name="直接连接符 410648">
                <a:extLst>
                  <a:ext uri="{FF2B5EF4-FFF2-40B4-BE49-F238E27FC236}">
                    <a16:creationId xmlns:a16="http://schemas.microsoft.com/office/drawing/2014/main" id="{5902D315-2AB2-0FBA-ECFF-E229EDD666C7}"/>
                  </a:ext>
                </a:extLst>
              </p:cNvPr>
              <p:cNvCxnSpPr>
                <a:cxnSpLocks/>
              </p:cNvCxnSpPr>
              <p:nvPr/>
            </p:nvCxnSpPr>
            <p:spPr>
              <a:xfrm>
                <a:off x="6186529" y="37320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5" name="直接连接符 410648">
                <a:extLst>
                  <a:ext uri="{FF2B5EF4-FFF2-40B4-BE49-F238E27FC236}">
                    <a16:creationId xmlns:a16="http://schemas.microsoft.com/office/drawing/2014/main" id="{B081C356-0F81-02F0-1315-45EF0BEB83DE}"/>
                  </a:ext>
                </a:extLst>
              </p:cNvPr>
              <p:cNvCxnSpPr>
                <a:cxnSpLocks/>
              </p:cNvCxnSpPr>
              <p:nvPr/>
            </p:nvCxnSpPr>
            <p:spPr>
              <a:xfrm>
                <a:off x="6186529" y="36201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6" name="直接连接符 410648">
                <a:extLst>
                  <a:ext uri="{FF2B5EF4-FFF2-40B4-BE49-F238E27FC236}">
                    <a16:creationId xmlns:a16="http://schemas.microsoft.com/office/drawing/2014/main" id="{16CAEBAD-5AF9-B5B4-800C-309887369F0F}"/>
                  </a:ext>
                </a:extLst>
              </p:cNvPr>
              <p:cNvCxnSpPr>
                <a:cxnSpLocks/>
              </p:cNvCxnSpPr>
              <p:nvPr/>
            </p:nvCxnSpPr>
            <p:spPr>
              <a:xfrm>
                <a:off x="6186529" y="37860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7" name="直接连接符 410648">
                <a:extLst>
                  <a:ext uri="{FF2B5EF4-FFF2-40B4-BE49-F238E27FC236}">
                    <a16:creationId xmlns:a16="http://schemas.microsoft.com/office/drawing/2014/main" id="{D4D33F61-F9E6-D161-28F2-7238F7FDD151}"/>
                  </a:ext>
                </a:extLst>
              </p:cNvPr>
              <p:cNvCxnSpPr>
                <a:cxnSpLocks/>
              </p:cNvCxnSpPr>
              <p:nvPr/>
            </p:nvCxnSpPr>
            <p:spPr>
              <a:xfrm>
                <a:off x="6186529" y="312743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8" name="直接连接符 410648">
                <a:extLst>
                  <a:ext uri="{FF2B5EF4-FFF2-40B4-BE49-F238E27FC236}">
                    <a16:creationId xmlns:a16="http://schemas.microsoft.com/office/drawing/2014/main" id="{92CC71E6-1EC5-2233-45C7-08C89574C349}"/>
                  </a:ext>
                </a:extLst>
              </p:cNvPr>
              <p:cNvCxnSpPr>
                <a:cxnSpLocks/>
              </p:cNvCxnSpPr>
              <p:nvPr/>
            </p:nvCxnSpPr>
            <p:spPr>
              <a:xfrm>
                <a:off x="6186529" y="318278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9" name="直接连接符 410648">
                <a:extLst>
                  <a:ext uri="{FF2B5EF4-FFF2-40B4-BE49-F238E27FC236}">
                    <a16:creationId xmlns:a16="http://schemas.microsoft.com/office/drawing/2014/main" id="{BD2873E1-EA28-34D3-8939-E2C52728635B}"/>
                  </a:ext>
                </a:extLst>
              </p:cNvPr>
              <p:cNvCxnSpPr>
                <a:cxnSpLocks/>
              </p:cNvCxnSpPr>
              <p:nvPr/>
            </p:nvCxnSpPr>
            <p:spPr>
              <a:xfrm>
                <a:off x="6186529" y="3070911"/>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0" name="直接连接符 410648">
                <a:extLst>
                  <a:ext uri="{FF2B5EF4-FFF2-40B4-BE49-F238E27FC236}">
                    <a16:creationId xmlns:a16="http://schemas.microsoft.com/office/drawing/2014/main" id="{8BA08270-00FE-67BE-39AF-E1BE22EE0AC2}"/>
                  </a:ext>
                </a:extLst>
              </p:cNvPr>
              <p:cNvCxnSpPr>
                <a:cxnSpLocks/>
              </p:cNvCxnSpPr>
              <p:nvPr/>
            </p:nvCxnSpPr>
            <p:spPr>
              <a:xfrm>
                <a:off x="6186529" y="32367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1" name="直接连接符 410648">
                <a:extLst>
                  <a:ext uri="{FF2B5EF4-FFF2-40B4-BE49-F238E27FC236}">
                    <a16:creationId xmlns:a16="http://schemas.microsoft.com/office/drawing/2014/main" id="{264518C5-A56A-07CA-6050-321CD226DFB1}"/>
                  </a:ext>
                </a:extLst>
              </p:cNvPr>
              <p:cNvCxnSpPr>
                <a:cxnSpLocks/>
              </p:cNvCxnSpPr>
              <p:nvPr/>
            </p:nvCxnSpPr>
            <p:spPr>
              <a:xfrm>
                <a:off x="6186529" y="285467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2" name="直接连接符 410648">
                <a:extLst>
                  <a:ext uri="{FF2B5EF4-FFF2-40B4-BE49-F238E27FC236}">
                    <a16:creationId xmlns:a16="http://schemas.microsoft.com/office/drawing/2014/main" id="{2BAED3CA-7E37-2473-FB4A-E256D2DF3A33}"/>
                  </a:ext>
                </a:extLst>
              </p:cNvPr>
              <p:cNvCxnSpPr>
                <a:cxnSpLocks/>
              </p:cNvCxnSpPr>
              <p:nvPr/>
            </p:nvCxnSpPr>
            <p:spPr>
              <a:xfrm>
                <a:off x="6186529" y="291002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3" name="直接连接符 410648">
                <a:extLst>
                  <a:ext uri="{FF2B5EF4-FFF2-40B4-BE49-F238E27FC236}">
                    <a16:creationId xmlns:a16="http://schemas.microsoft.com/office/drawing/2014/main" id="{D6A3C729-8CC0-9B19-4623-C25B6623BB3D}"/>
                  </a:ext>
                </a:extLst>
              </p:cNvPr>
              <p:cNvCxnSpPr>
                <a:cxnSpLocks/>
              </p:cNvCxnSpPr>
              <p:nvPr/>
            </p:nvCxnSpPr>
            <p:spPr>
              <a:xfrm>
                <a:off x="6186529" y="279815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4" name="直接连接符 410648">
                <a:extLst>
                  <a:ext uri="{FF2B5EF4-FFF2-40B4-BE49-F238E27FC236}">
                    <a16:creationId xmlns:a16="http://schemas.microsoft.com/office/drawing/2014/main" id="{477D6116-82C1-8716-1689-6E70B484EA20}"/>
                  </a:ext>
                </a:extLst>
              </p:cNvPr>
              <p:cNvCxnSpPr>
                <a:cxnSpLocks/>
              </p:cNvCxnSpPr>
              <p:nvPr/>
            </p:nvCxnSpPr>
            <p:spPr>
              <a:xfrm>
                <a:off x="6186529" y="296399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864" name="直接连接符 410648">
              <a:extLst>
                <a:ext uri="{FF2B5EF4-FFF2-40B4-BE49-F238E27FC236}">
                  <a16:creationId xmlns:a16="http://schemas.microsoft.com/office/drawing/2014/main" id="{2D091D85-D316-0E71-E172-8E981BA49F15}"/>
                </a:ext>
              </a:extLst>
            </p:cNvPr>
            <p:cNvCxnSpPr>
              <a:cxnSpLocks/>
            </p:cNvCxnSpPr>
            <p:nvPr/>
          </p:nvCxnSpPr>
          <p:spPr>
            <a:xfrm>
              <a:off x="6155320" y="2742187"/>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65" name="直接连接符 410649">
              <a:extLst>
                <a:ext uri="{FF2B5EF4-FFF2-40B4-BE49-F238E27FC236}">
                  <a16:creationId xmlns:a16="http://schemas.microsoft.com/office/drawing/2014/main" id="{D1E1B75B-7A7C-66BF-54AA-DEA158ECACA0}"/>
                </a:ext>
              </a:extLst>
            </p:cNvPr>
            <p:cNvCxnSpPr>
              <a:cxnSpLocks/>
            </p:cNvCxnSpPr>
            <p:nvPr/>
          </p:nvCxnSpPr>
          <p:spPr>
            <a:xfrm>
              <a:off x="6292083" y="2673757"/>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866" name="矩形 13865">
              <a:extLst>
                <a:ext uri="{FF2B5EF4-FFF2-40B4-BE49-F238E27FC236}">
                  <a16:creationId xmlns:a16="http://schemas.microsoft.com/office/drawing/2014/main" id="{02D5F030-79D6-0E99-C624-1AE3C7D11043}"/>
                </a:ext>
              </a:extLst>
            </p:cNvPr>
            <p:cNvSpPr/>
            <p:nvPr/>
          </p:nvSpPr>
          <p:spPr>
            <a:xfrm>
              <a:off x="6049057" y="4028784"/>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67" name="加号 13866">
              <a:extLst>
                <a:ext uri="{FF2B5EF4-FFF2-40B4-BE49-F238E27FC236}">
                  <a16:creationId xmlns:a16="http://schemas.microsoft.com/office/drawing/2014/main" id="{6A499DB6-9FF8-77FD-AAB7-72DF40D64184}"/>
                </a:ext>
              </a:extLst>
            </p:cNvPr>
            <p:cNvSpPr/>
            <p:nvPr/>
          </p:nvSpPr>
          <p:spPr>
            <a:xfrm>
              <a:off x="6137643" y="4089753"/>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68" name="加号 13867">
              <a:extLst>
                <a:ext uri="{FF2B5EF4-FFF2-40B4-BE49-F238E27FC236}">
                  <a16:creationId xmlns:a16="http://schemas.microsoft.com/office/drawing/2014/main" id="{ED087F9F-8218-A34D-F1C2-8DF8B1F9036C}"/>
                </a:ext>
              </a:extLst>
            </p:cNvPr>
            <p:cNvSpPr/>
            <p:nvPr/>
          </p:nvSpPr>
          <p:spPr>
            <a:xfrm>
              <a:off x="5809980" y="3091047"/>
              <a:ext cx="302025" cy="374560"/>
            </a:xfrm>
            <a:prstGeom prst="mathPlus">
              <a:avLst>
                <a:gd name="adj1" fmla="val 13622"/>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3885" name="椭圆 13884">
            <a:extLst>
              <a:ext uri="{FF2B5EF4-FFF2-40B4-BE49-F238E27FC236}">
                <a16:creationId xmlns:a16="http://schemas.microsoft.com/office/drawing/2014/main" id="{3F3830C9-8C40-0A8A-6D75-E59F05A1197C}"/>
              </a:ext>
            </a:extLst>
          </p:cNvPr>
          <p:cNvSpPr/>
          <p:nvPr/>
        </p:nvSpPr>
        <p:spPr>
          <a:xfrm>
            <a:off x="9288023" y="3088167"/>
            <a:ext cx="310894" cy="301658"/>
          </a:xfrm>
          <a:prstGeom prst="ellipse">
            <a:avLst/>
          </a:prstGeom>
          <a:no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13886" name="矩形 13885">
            <a:extLst>
              <a:ext uri="{FF2B5EF4-FFF2-40B4-BE49-F238E27FC236}">
                <a16:creationId xmlns:a16="http://schemas.microsoft.com/office/drawing/2014/main" id="{AC63FEE7-6615-6195-3DBF-A5CA5DAD8B9B}"/>
              </a:ext>
            </a:extLst>
          </p:cNvPr>
          <p:cNvSpPr/>
          <p:nvPr/>
        </p:nvSpPr>
        <p:spPr>
          <a:xfrm>
            <a:off x="224603" y="778401"/>
            <a:ext cx="3360420" cy="583565"/>
          </a:xfrm>
          <a:prstGeom prst="rect">
            <a:avLst/>
          </a:prstGeom>
        </p:spPr>
        <p:txBody>
          <a:bodyPr wrap="none">
            <a:spAutoFit/>
          </a:bodyPr>
          <a:lstStyle/>
          <a:p>
            <a:r>
              <a:rPr lang="en-US" altLang="zh-CN"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3.2 </a:t>
            </a:r>
            <a:r>
              <a:rPr lang="zh-CN" altLang="en-US"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分光计的调整</a:t>
            </a:r>
          </a:p>
        </p:txBody>
      </p:sp>
      <p:sp>
        <p:nvSpPr>
          <p:cNvPr id="12045" name="灯片编号占位符 2">
            <a:extLst>
              <a:ext uri="{FF2B5EF4-FFF2-40B4-BE49-F238E27FC236}">
                <a16:creationId xmlns:a16="http://schemas.microsoft.com/office/drawing/2014/main" id="{57F12452-828C-B93A-FDFE-DA8581A5BC5E}"/>
              </a:ext>
            </a:extLst>
          </p:cNvPr>
          <p:cNvSpPr>
            <a:spLocks noGrp="1"/>
          </p:cNvSpPr>
          <p:nvPr>
            <p:ph type="sldNum" sz="quarter" idx="12"/>
          </p:nvPr>
        </p:nvSpPr>
        <p:spPr>
          <a:xfrm>
            <a:off x="9218930" y="6492877"/>
            <a:ext cx="2743200" cy="365125"/>
          </a:xfrm>
        </p:spPr>
        <p:txBody>
          <a:bodyPr/>
          <a:lstStyle/>
          <a:p>
            <a:r>
              <a:rPr lang="en-US" altLang="zh-CN" sz="1600" b="1" dirty="0"/>
              <a:t>13</a:t>
            </a:r>
            <a:endParaRPr lang="zh-CN" altLang="en-US" sz="1600" b="1" dirty="0"/>
          </a:p>
        </p:txBody>
      </p:sp>
      <p:cxnSp>
        <p:nvCxnSpPr>
          <p:cNvPr id="12052" name="直线连接符 12051">
            <a:extLst>
              <a:ext uri="{FF2B5EF4-FFF2-40B4-BE49-F238E27FC236}">
                <a16:creationId xmlns:a16="http://schemas.microsoft.com/office/drawing/2014/main" id="{87B935BF-2D2E-2C1F-1572-0E76E8CB57EA}"/>
              </a:ext>
            </a:extLst>
          </p:cNvPr>
          <p:cNvCxnSpPr>
            <a:cxnSpLocks/>
          </p:cNvCxnSpPr>
          <p:nvPr/>
        </p:nvCxnSpPr>
        <p:spPr>
          <a:xfrm flipH="1">
            <a:off x="1545020" y="1691985"/>
            <a:ext cx="130696" cy="1703095"/>
          </a:xfrm>
          <a:prstGeom prst="line">
            <a:avLst/>
          </a:prstGeom>
          <a:ln w="1270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2060" name="直线连接符 12059">
            <a:extLst>
              <a:ext uri="{FF2B5EF4-FFF2-40B4-BE49-F238E27FC236}">
                <a16:creationId xmlns:a16="http://schemas.microsoft.com/office/drawing/2014/main" id="{66C6DD2B-D7BF-11B7-7415-AD27CFC063D9}"/>
              </a:ext>
            </a:extLst>
          </p:cNvPr>
          <p:cNvCxnSpPr>
            <a:cxnSpLocks/>
          </p:cNvCxnSpPr>
          <p:nvPr/>
        </p:nvCxnSpPr>
        <p:spPr>
          <a:xfrm>
            <a:off x="1419831" y="1691985"/>
            <a:ext cx="90178" cy="1697840"/>
          </a:xfrm>
          <a:prstGeom prst="line">
            <a:avLst/>
          </a:prstGeom>
          <a:ln w="1270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2049" name="直线连接符 12048">
            <a:extLst>
              <a:ext uri="{FF2B5EF4-FFF2-40B4-BE49-F238E27FC236}">
                <a16:creationId xmlns:a16="http://schemas.microsoft.com/office/drawing/2014/main" id="{B9366790-8AA4-E8B8-DD4A-C86BC6155483}"/>
              </a:ext>
            </a:extLst>
          </p:cNvPr>
          <p:cNvCxnSpPr>
            <a:cxnSpLocks/>
          </p:cNvCxnSpPr>
          <p:nvPr/>
        </p:nvCxnSpPr>
        <p:spPr>
          <a:xfrm>
            <a:off x="1529027" y="1726427"/>
            <a:ext cx="0" cy="2882110"/>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grpSp>
        <p:nvGrpSpPr>
          <p:cNvPr id="12046" name="组合 12045">
            <a:extLst>
              <a:ext uri="{FF2B5EF4-FFF2-40B4-BE49-F238E27FC236}">
                <a16:creationId xmlns:a16="http://schemas.microsoft.com/office/drawing/2014/main" id="{6C6ED414-DED5-D158-11D8-C87C1A228CE6}"/>
              </a:ext>
            </a:extLst>
          </p:cNvPr>
          <p:cNvGrpSpPr/>
          <p:nvPr/>
        </p:nvGrpSpPr>
        <p:grpSpPr>
          <a:xfrm>
            <a:off x="-5664" y="234087"/>
            <a:ext cx="12197666" cy="491115"/>
            <a:chOff x="-5664" y="377519"/>
            <a:chExt cx="12197666" cy="491115"/>
          </a:xfrm>
        </p:grpSpPr>
        <p:sp>
          <p:nvSpPr>
            <p:cNvPr id="12047" name="矩形 12046">
              <a:extLst>
                <a:ext uri="{FF2B5EF4-FFF2-40B4-BE49-F238E27FC236}">
                  <a16:creationId xmlns:a16="http://schemas.microsoft.com/office/drawing/2014/main" id="{595A493A-C8AE-D063-CC3E-B67BFC747ADD}"/>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2050" name="圆角矩形 12049">
              <a:extLst>
                <a:ext uri="{FF2B5EF4-FFF2-40B4-BE49-F238E27FC236}">
                  <a16:creationId xmlns:a16="http://schemas.microsoft.com/office/drawing/2014/main" id="{21191BBB-BFEA-15B9-A69A-78598FB4E926}"/>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defRPr/>
              </a:pPr>
              <a:r>
                <a:rPr lang="en-US" altLang="zh-CN" sz="3600" dirty="0">
                  <a:solidFill>
                    <a:prstClr val="white"/>
                  </a:solidFill>
                  <a:latin typeface="等线" panose="02110004020202020204"/>
                  <a:ea typeface="等线" panose="02010600030101010101" pitchFamily="2" charset="-122"/>
                </a:rPr>
                <a:t>3</a:t>
              </a:r>
              <a:endParaRPr lang="zh-CN" altLang="en-US" sz="3600" dirty="0">
                <a:solidFill>
                  <a:prstClr val="white"/>
                </a:solidFill>
                <a:latin typeface="等线" panose="02110004020202020204"/>
                <a:ea typeface="等线" panose="02010600030101010101" pitchFamily="2" charset="-122"/>
              </a:endParaRPr>
            </a:p>
          </p:txBody>
        </p:sp>
        <p:sp>
          <p:nvSpPr>
            <p:cNvPr id="12051" name="文本框 12050">
              <a:extLst>
                <a:ext uri="{FF2B5EF4-FFF2-40B4-BE49-F238E27FC236}">
                  <a16:creationId xmlns:a16="http://schemas.microsoft.com/office/drawing/2014/main" id="{40C1513D-CD4F-A84D-7EA3-F7EC3DA0ED69}"/>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12053" name="矩形 12052">
              <a:extLst>
                <a:ext uri="{FF2B5EF4-FFF2-40B4-BE49-F238E27FC236}">
                  <a16:creationId xmlns:a16="http://schemas.microsoft.com/office/drawing/2014/main" id="{97B7D2DD-BA61-6C11-BEBF-FB0D84721638}"/>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12054" name="组 398">
              <a:extLst>
                <a:ext uri="{FF2B5EF4-FFF2-40B4-BE49-F238E27FC236}">
                  <a16:creationId xmlns:a16="http://schemas.microsoft.com/office/drawing/2014/main" id="{3EB8E07F-EFD4-D59C-6297-804DD8CB9E8F}"/>
                </a:ext>
              </a:extLst>
            </p:cNvPr>
            <p:cNvGrpSpPr/>
            <p:nvPr/>
          </p:nvGrpSpPr>
          <p:grpSpPr>
            <a:xfrm>
              <a:off x="11454106" y="380935"/>
              <a:ext cx="737892" cy="484288"/>
              <a:chOff x="11454105" y="252856"/>
              <a:chExt cx="737892" cy="484288"/>
            </a:xfrm>
          </p:grpSpPr>
          <p:grpSp>
            <p:nvGrpSpPr>
              <p:cNvPr id="12055" name="组 400">
                <a:extLst>
                  <a:ext uri="{FF2B5EF4-FFF2-40B4-BE49-F238E27FC236}">
                    <a16:creationId xmlns:a16="http://schemas.microsoft.com/office/drawing/2014/main" id="{33DA0C2F-3962-8363-FB08-AD259EEA3DE1}"/>
                  </a:ext>
                </a:extLst>
              </p:cNvPr>
              <p:cNvGrpSpPr/>
              <p:nvPr/>
            </p:nvGrpSpPr>
            <p:grpSpPr>
              <a:xfrm>
                <a:off x="12039604" y="252856"/>
                <a:ext cx="152393" cy="484287"/>
                <a:chOff x="12039604" y="252856"/>
                <a:chExt cx="152393" cy="484287"/>
              </a:xfrm>
            </p:grpSpPr>
            <p:sp>
              <p:nvSpPr>
                <p:cNvPr id="12059" name="圆角矩形 12058">
                  <a:extLst>
                    <a:ext uri="{FF2B5EF4-FFF2-40B4-BE49-F238E27FC236}">
                      <a16:creationId xmlns:a16="http://schemas.microsoft.com/office/drawing/2014/main" id="{B625E414-232F-A95F-7405-8917E1F37BCC}"/>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61" name="圆角矩形 12060">
                  <a:extLst>
                    <a:ext uri="{FF2B5EF4-FFF2-40B4-BE49-F238E27FC236}">
                      <a16:creationId xmlns:a16="http://schemas.microsoft.com/office/drawing/2014/main" id="{40FDFDE6-A3C6-5FAE-7B67-755974AE1D4A}"/>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62" name="圆角矩形 12061">
                  <a:extLst>
                    <a:ext uri="{FF2B5EF4-FFF2-40B4-BE49-F238E27FC236}">
                      <a16:creationId xmlns:a16="http://schemas.microsoft.com/office/drawing/2014/main" id="{E08C36F3-4136-7556-0135-BC238EE85C3B}"/>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63" name="圆角矩形 12062">
                  <a:extLst>
                    <a:ext uri="{FF2B5EF4-FFF2-40B4-BE49-F238E27FC236}">
                      <a16:creationId xmlns:a16="http://schemas.microsoft.com/office/drawing/2014/main" id="{826A7FA3-7B52-690B-C4BA-B5214FBF8ABC}"/>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05" name="圆角矩形 4404">
                  <a:extLst>
                    <a:ext uri="{FF2B5EF4-FFF2-40B4-BE49-F238E27FC236}">
                      <a16:creationId xmlns:a16="http://schemas.microsoft.com/office/drawing/2014/main" id="{26775601-3169-0F3A-7825-032A0FE6B4DB}"/>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056" name="组合 99">
                <a:extLst>
                  <a:ext uri="{FF2B5EF4-FFF2-40B4-BE49-F238E27FC236}">
                    <a16:creationId xmlns:a16="http://schemas.microsoft.com/office/drawing/2014/main" id="{33564F1B-A723-AC56-8CB4-CE67E8B9B6EA}"/>
                  </a:ext>
                </a:extLst>
              </p:cNvPr>
              <p:cNvGrpSpPr/>
              <p:nvPr/>
            </p:nvGrpSpPr>
            <p:grpSpPr>
              <a:xfrm>
                <a:off x="11454105" y="252857"/>
                <a:ext cx="491115" cy="484287"/>
                <a:chOff x="1528923" y="220268"/>
                <a:chExt cx="1284096" cy="1266241"/>
              </a:xfrm>
            </p:grpSpPr>
            <p:sp>
              <p:nvSpPr>
                <p:cNvPr id="12057" name="圆角矩形 12056">
                  <a:extLst>
                    <a:ext uri="{FF2B5EF4-FFF2-40B4-BE49-F238E27FC236}">
                      <a16:creationId xmlns:a16="http://schemas.microsoft.com/office/drawing/2014/main" id="{A394BE3F-886C-9524-A8F9-F8A08E84E1A9}"/>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58" name="Freeform 96">
                  <a:extLst>
                    <a:ext uri="{FF2B5EF4-FFF2-40B4-BE49-F238E27FC236}">
                      <a16:creationId xmlns:a16="http://schemas.microsoft.com/office/drawing/2014/main" id="{1C7CBE3C-90A3-CAAC-026D-9875C3BED491}"/>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Tree>
    <p:custDataLst>
      <p:tags r:id="rId1"/>
    </p:custDataLst>
    <p:extLst>
      <p:ext uri="{BB962C8B-B14F-4D97-AF65-F5344CB8AC3E}">
        <p14:creationId xmlns:p14="http://schemas.microsoft.com/office/powerpoint/2010/main" val="429810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25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250"/>
                                        <p:tgtEl>
                                          <p:spTgt spid="2"/>
                                        </p:tgtEl>
                                      </p:cBhvr>
                                    </p:animEffect>
                                  </p:childTnLst>
                                </p:cTn>
                              </p:par>
                              <p:par>
                                <p:cTn id="11" presetID="9" presetClass="entr" presetSubtype="0" fill="hold" nodeType="withEffect">
                                  <p:stCondLst>
                                    <p:cond delay="0"/>
                                  </p:stCondLst>
                                  <p:childTnLst>
                                    <p:set>
                                      <p:cBhvr>
                                        <p:cTn id="12" dur="1" fill="hold">
                                          <p:stCondLst>
                                            <p:cond delay="0"/>
                                          </p:stCondLst>
                                        </p:cTn>
                                        <p:tgtEl>
                                          <p:spTgt spid="12049"/>
                                        </p:tgtEl>
                                        <p:attrNameLst>
                                          <p:attrName>style.visibility</p:attrName>
                                        </p:attrNameLst>
                                      </p:cBhvr>
                                      <p:to>
                                        <p:strVal val="visible"/>
                                      </p:to>
                                    </p:set>
                                    <p:animEffect transition="in" filter="dissolve">
                                      <p:cBhvr>
                                        <p:cTn id="13" dur="500"/>
                                        <p:tgtEl>
                                          <p:spTgt spid="12049"/>
                                        </p:tgtEl>
                                      </p:cBhvr>
                                    </p:animEffect>
                                  </p:childTnLst>
                                </p:cTn>
                              </p:par>
                            </p:childTnLst>
                          </p:cTn>
                        </p:par>
                        <p:par>
                          <p:cTn id="14" fill="hold">
                            <p:stCondLst>
                              <p:cond delay="500"/>
                            </p:stCondLst>
                            <p:childTnLst>
                              <p:par>
                                <p:cTn id="15" presetID="9" presetClass="entr" presetSubtype="0" fill="hold" nodeType="afterEffect">
                                  <p:stCondLst>
                                    <p:cond delay="0"/>
                                  </p:stCondLst>
                                  <p:childTnLst>
                                    <p:set>
                                      <p:cBhvr>
                                        <p:cTn id="16" dur="1" fill="hold">
                                          <p:stCondLst>
                                            <p:cond delay="0"/>
                                          </p:stCondLst>
                                        </p:cTn>
                                        <p:tgtEl>
                                          <p:spTgt spid="12048"/>
                                        </p:tgtEl>
                                        <p:attrNameLst>
                                          <p:attrName>style.visibility</p:attrName>
                                        </p:attrNameLst>
                                      </p:cBhvr>
                                      <p:to>
                                        <p:strVal val="visible"/>
                                      </p:to>
                                    </p:set>
                                    <p:animEffect transition="in" filter="dissolve">
                                      <p:cBhvr>
                                        <p:cTn id="17" dur="500"/>
                                        <p:tgtEl>
                                          <p:spTgt spid="12048"/>
                                        </p:tgtEl>
                                      </p:cBhvr>
                                    </p:animEffect>
                                  </p:childTnLst>
                                </p:cTn>
                              </p:par>
                              <p:par>
                                <p:cTn id="18" presetID="9" presetClass="entr" presetSubtype="0" fill="hold" nodeType="withEffect">
                                  <p:stCondLst>
                                    <p:cond delay="0"/>
                                  </p:stCondLst>
                                  <p:childTnLst>
                                    <p:set>
                                      <p:cBhvr>
                                        <p:cTn id="19" dur="1" fill="hold">
                                          <p:stCondLst>
                                            <p:cond delay="0"/>
                                          </p:stCondLst>
                                        </p:cTn>
                                        <p:tgtEl>
                                          <p:spTgt spid="12060"/>
                                        </p:tgtEl>
                                        <p:attrNameLst>
                                          <p:attrName>style.visibility</p:attrName>
                                        </p:attrNameLst>
                                      </p:cBhvr>
                                      <p:to>
                                        <p:strVal val="visible"/>
                                      </p:to>
                                    </p:set>
                                    <p:animEffect transition="in" filter="dissolve">
                                      <p:cBhvr>
                                        <p:cTn id="20" dur="500"/>
                                        <p:tgtEl>
                                          <p:spTgt spid="1206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2"/>
                                        </p:tgtEl>
                                        <p:attrNameLst>
                                          <p:attrName>style.visibility</p:attrName>
                                        </p:attrNameLst>
                                      </p:cBhvr>
                                      <p:to>
                                        <p:strVal val="hidden"/>
                                      </p:to>
                                    </p:set>
                                  </p:childTnLst>
                                </p:cTn>
                              </p:par>
                              <p:par>
                                <p:cTn id="25" presetID="9" presetClass="exit" presetSubtype="0" fill="hold" nodeType="withEffect">
                                  <p:stCondLst>
                                    <p:cond delay="0"/>
                                  </p:stCondLst>
                                  <p:childTnLst>
                                    <p:animEffect transition="out" filter="dissolve">
                                      <p:cBhvr>
                                        <p:cTn id="26" dur="500"/>
                                        <p:tgtEl>
                                          <p:spTgt spid="12060"/>
                                        </p:tgtEl>
                                      </p:cBhvr>
                                    </p:animEffect>
                                    <p:set>
                                      <p:cBhvr>
                                        <p:cTn id="27" dur="1" fill="hold">
                                          <p:stCondLst>
                                            <p:cond delay="499"/>
                                          </p:stCondLst>
                                        </p:cTn>
                                        <p:tgtEl>
                                          <p:spTgt spid="12060"/>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6242"/>
                                        </p:tgtEl>
                                        <p:attrNameLst>
                                          <p:attrName>style.visibility</p:attrName>
                                        </p:attrNameLst>
                                      </p:cBhvr>
                                      <p:to>
                                        <p:strVal val="visible"/>
                                      </p:to>
                                    </p:set>
                                  </p:childTnLst>
                                </p:cTn>
                              </p:par>
                            </p:childTnLst>
                          </p:cTn>
                        </p:par>
                        <p:par>
                          <p:cTn id="30" fill="hold">
                            <p:stCondLst>
                              <p:cond delay="500"/>
                            </p:stCondLst>
                            <p:childTnLst>
                              <p:par>
                                <p:cTn id="31" presetID="1" presetClass="exit" presetSubtype="0" fill="hold" nodeType="afterEffect">
                                  <p:stCondLst>
                                    <p:cond delay="100"/>
                                  </p:stCondLst>
                                  <p:childTnLst>
                                    <p:set>
                                      <p:cBhvr>
                                        <p:cTn id="32" dur="1" fill="hold">
                                          <p:stCondLst>
                                            <p:cond delay="0"/>
                                          </p:stCondLst>
                                        </p:cTn>
                                        <p:tgtEl>
                                          <p:spTgt spid="6242"/>
                                        </p:tgtEl>
                                        <p:attrNameLst>
                                          <p:attrName>style.visibility</p:attrName>
                                        </p:attrNameLst>
                                      </p:cBhvr>
                                      <p:to>
                                        <p:strVal val="hidden"/>
                                      </p:to>
                                    </p:set>
                                  </p:childTnLst>
                                </p:cTn>
                              </p:par>
                              <p:par>
                                <p:cTn id="33" presetID="1" presetClass="entr" presetSubtype="0" fill="hold" nodeType="withEffect">
                                  <p:stCondLst>
                                    <p:cond delay="100"/>
                                  </p:stCondLst>
                                  <p:childTnLst>
                                    <p:set>
                                      <p:cBhvr>
                                        <p:cTn id="34" dur="1" fill="hold">
                                          <p:stCondLst>
                                            <p:cond delay="0"/>
                                          </p:stCondLst>
                                        </p:cTn>
                                        <p:tgtEl>
                                          <p:spTgt spid="4354"/>
                                        </p:tgtEl>
                                        <p:attrNameLst>
                                          <p:attrName>style.visibility</p:attrName>
                                        </p:attrNameLst>
                                      </p:cBhvr>
                                      <p:to>
                                        <p:strVal val="visible"/>
                                      </p:to>
                                    </p:set>
                                  </p:childTnLst>
                                </p:cTn>
                              </p:par>
                            </p:childTnLst>
                          </p:cTn>
                        </p:par>
                        <p:par>
                          <p:cTn id="35" fill="hold">
                            <p:stCondLst>
                              <p:cond delay="600"/>
                            </p:stCondLst>
                            <p:childTnLst>
                              <p:par>
                                <p:cTn id="36" presetID="1" presetClass="exit" presetSubtype="0" fill="hold" nodeType="afterEffect">
                                  <p:stCondLst>
                                    <p:cond delay="100"/>
                                  </p:stCondLst>
                                  <p:childTnLst>
                                    <p:set>
                                      <p:cBhvr>
                                        <p:cTn id="37" dur="1" fill="hold">
                                          <p:stCondLst>
                                            <p:cond delay="0"/>
                                          </p:stCondLst>
                                        </p:cTn>
                                        <p:tgtEl>
                                          <p:spTgt spid="4354"/>
                                        </p:tgtEl>
                                        <p:attrNameLst>
                                          <p:attrName>style.visibility</p:attrName>
                                        </p:attrNameLst>
                                      </p:cBhvr>
                                      <p:to>
                                        <p:strVal val="hidden"/>
                                      </p:to>
                                    </p:set>
                                  </p:childTnLst>
                                </p:cTn>
                              </p:par>
                              <p:par>
                                <p:cTn id="38" presetID="1" presetClass="entr" presetSubtype="0" fill="hold" nodeType="withEffect">
                                  <p:stCondLst>
                                    <p:cond delay="100"/>
                                  </p:stCondLst>
                                  <p:childTnLst>
                                    <p:set>
                                      <p:cBhvr>
                                        <p:cTn id="39" dur="1" fill="hold">
                                          <p:stCondLst>
                                            <p:cond delay="0"/>
                                          </p:stCondLst>
                                        </p:cTn>
                                        <p:tgtEl>
                                          <p:spTgt spid="2124"/>
                                        </p:tgtEl>
                                        <p:attrNameLst>
                                          <p:attrName>style.visibility</p:attrName>
                                        </p:attrNameLst>
                                      </p:cBhvr>
                                      <p:to>
                                        <p:strVal val="visible"/>
                                      </p:to>
                                    </p:set>
                                  </p:childTnLst>
                                </p:cTn>
                              </p:par>
                            </p:childTnLst>
                          </p:cTn>
                        </p:par>
                        <p:par>
                          <p:cTn id="40" fill="hold">
                            <p:stCondLst>
                              <p:cond delay="700"/>
                            </p:stCondLst>
                            <p:childTnLst>
                              <p:par>
                                <p:cTn id="41" presetID="1" presetClass="exit" presetSubtype="0" fill="hold" nodeType="afterEffect">
                                  <p:stCondLst>
                                    <p:cond delay="100"/>
                                  </p:stCondLst>
                                  <p:childTnLst>
                                    <p:set>
                                      <p:cBhvr>
                                        <p:cTn id="42" dur="1" fill="hold">
                                          <p:stCondLst>
                                            <p:cond delay="0"/>
                                          </p:stCondLst>
                                        </p:cTn>
                                        <p:tgtEl>
                                          <p:spTgt spid="2124"/>
                                        </p:tgtEl>
                                        <p:attrNameLst>
                                          <p:attrName>style.visibility</p:attrName>
                                        </p:attrNameLst>
                                      </p:cBhvr>
                                      <p:to>
                                        <p:strVal val="hidden"/>
                                      </p:to>
                                    </p:set>
                                  </p:childTnLst>
                                </p:cTn>
                              </p:par>
                              <p:par>
                                <p:cTn id="43" presetID="1" presetClass="entr" presetSubtype="0" fill="hold" nodeType="withEffect">
                                  <p:stCondLst>
                                    <p:cond delay="100"/>
                                  </p:stCondLst>
                                  <p:childTnLst>
                                    <p:set>
                                      <p:cBhvr>
                                        <p:cTn id="44" dur="1" fill="hold">
                                          <p:stCondLst>
                                            <p:cond delay="0"/>
                                          </p:stCondLst>
                                        </p:cTn>
                                        <p:tgtEl>
                                          <p:spTgt spid="2411"/>
                                        </p:tgtEl>
                                        <p:attrNameLst>
                                          <p:attrName>style.visibility</p:attrName>
                                        </p:attrNameLst>
                                      </p:cBhvr>
                                      <p:to>
                                        <p:strVal val="visible"/>
                                      </p:to>
                                    </p:set>
                                  </p:childTnLst>
                                </p:cTn>
                              </p:par>
                            </p:childTnLst>
                          </p:cTn>
                        </p:par>
                        <p:par>
                          <p:cTn id="45" fill="hold">
                            <p:stCondLst>
                              <p:cond delay="800"/>
                            </p:stCondLst>
                            <p:childTnLst>
                              <p:par>
                                <p:cTn id="46" presetID="1" presetClass="exit" presetSubtype="0" fill="hold" nodeType="afterEffect">
                                  <p:stCondLst>
                                    <p:cond delay="100"/>
                                  </p:stCondLst>
                                  <p:childTnLst>
                                    <p:set>
                                      <p:cBhvr>
                                        <p:cTn id="47" dur="1" fill="hold">
                                          <p:stCondLst>
                                            <p:cond delay="0"/>
                                          </p:stCondLst>
                                        </p:cTn>
                                        <p:tgtEl>
                                          <p:spTgt spid="2411"/>
                                        </p:tgtEl>
                                        <p:attrNameLst>
                                          <p:attrName>style.visibility</p:attrName>
                                        </p:attrNameLst>
                                      </p:cBhvr>
                                      <p:to>
                                        <p:strVal val="hidden"/>
                                      </p:to>
                                    </p:set>
                                  </p:childTnLst>
                                </p:cTn>
                              </p:par>
                              <p:par>
                                <p:cTn id="48" presetID="1" presetClass="entr" presetSubtype="0" fill="hold" nodeType="withEffect">
                                  <p:stCondLst>
                                    <p:cond delay="100"/>
                                  </p:stCondLst>
                                  <p:childTnLst>
                                    <p:set>
                                      <p:cBhvr>
                                        <p:cTn id="49" dur="1" fill="hold">
                                          <p:stCondLst>
                                            <p:cond delay="0"/>
                                          </p:stCondLst>
                                        </p:cTn>
                                        <p:tgtEl>
                                          <p:spTgt spid="13534"/>
                                        </p:tgtEl>
                                        <p:attrNameLst>
                                          <p:attrName>style.visibility</p:attrName>
                                        </p:attrNameLst>
                                      </p:cBhvr>
                                      <p:to>
                                        <p:strVal val="visible"/>
                                      </p:to>
                                    </p:set>
                                  </p:childTnLst>
                                </p:cTn>
                              </p:par>
                            </p:childTnLst>
                          </p:cTn>
                        </p:par>
                        <p:par>
                          <p:cTn id="50" fill="hold">
                            <p:stCondLst>
                              <p:cond delay="900"/>
                            </p:stCondLst>
                            <p:childTnLst>
                              <p:par>
                                <p:cTn id="51" presetID="1" presetClass="exit" presetSubtype="0" fill="hold" nodeType="afterEffect">
                                  <p:stCondLst>
                                    <p:cond delay="100"/>
                                  </p:stCondLst>
                                  <p:childTnLst>
                                    <p:set>
                                      <p:cBhvr>
                                        <p:cTn id="52" dur="1" fill="hold">
                                          <p:stCondLst>
                                            <p:cond delay="0"/>
                                          </p:stCondLst>
                                        </p:cTn>
                                        <p:tgtEl>
                                          <p:spTgt spid="13534"/>
                                        </p:tgtEl>
                                        <p:attrNameLst>
                                          <p:attrName>style.visibility</p:attrName>
                                        </p:attrNameLst>
                                      </p:cBhvr>
                                      <p:to>
                                        <p:strVal val="hidden"/>
                                      </p:to>
                                    </p:set>
                                  </p:childTnLst>
                                </p:cTn>
                              </p:par>
                              <p:par>
                                <p:cTn id="53" presetID="1" presetClass="entr" presetSubtype="0" fill="hold" nodeType="withEffect">
                                  <p:stCondLst>
                                    <p:cond delay="100"/>
                                  </p:stCondLst>
                                  <p:childTnLst>
                                    <p:set>
                                      <p:cBhvr>
                                        <p:cTn id="54" dur="1" fill="hold">
                                          <p:stCondLst>
                                            <p:cond delay="0"/>
                                          </p:stCondLst>
                                        </p:cTn>
                                        <p:tgtEl>
                                          <p:spTgt spid="2489"/>
                                        </p:tgtEl>
                                        <p:attrNameLst>
                                          <p:attrName>style.visibility</p:attrName>
                                        </p:attrNameLst>
                                      </p:cBhvr>
                                      <p:to>
                                        <p:strVal val="visible"/>
                                      </p:to>
                                    </p:set>
                                  </p:childTnLst>
                                </p:cTn>
                              </p:par>
                            </p:childTnLst>
                          </p:cTn>
                        </p:par>
                        <p:par>
                          <p:cTn id="55" fill="hold">
                            <p:stCondLst>
                              <p:cond delay="1000"/>
                            </p:stCondLst>
                            <p:childTnLst>
                              <p:par>
                                <p:cTn id="56" presetID="1" presetClass="exit" presetSubtype="0" fill="hold" nodeType="afterEffect">
                                  <p:stCondLst>
                                    <p:cond delay="100"/>
                                  </p:stCondLst>
                                  <p:childTnLst>
                                    <p:set>
                                      <p:cBhvr>
                                        <p:cTn id="57" dur="1" fill="hold">
                                          <p:stCondLst>
                                            <p:cond delay="0"/>
                                          </p:stCondLst>
                                        </p:cTn>
                                        <p:tgtEl>
                                          <p:spTgt spid="2489"/>
                                        </p:tgtEl>
                                        <p:attrNameLst>
                                          <p:attrName>style.visibility</p:attrName>
                                        </p:attrNameLst>
                                      </p:cBhvr>
                                      <p:to>
                                        <p:strVal val="hidden"/>
                                      </p:to>
                                    </p:set>
                                  </p:childTnLst>
                                </p:cTn>
                              </p:par>
                              <p:par>
                                <p:cTn id="58" presetID="1" presetClass="entr" presetSubtype="0" fill="hold" nodeType="withEffect">
                                  <p:stCondLst>
                                    <p:cond delay="100"/>
                                  </p:stCondLst>
                                  <p:childTnLst>
                                    <p:set>
                                      <p:cBhvr>
                                        <p:cTn id="59" dur="1" fill="hold">
                                          <p:stCondLst>
                                            <p:cond delay="0"/>
                                          </p:stCondLst>
                                        </p:cTn>
                                        <p:tgtEl>
                                          <p:spTgt spid="12115"/>
                                        </p:tgtEl>
                                        <p:attrNameLst>
                                          <p:attrName>style.visibility</p:attrName>
                                        </p:attrNameLst>
                                      </p:cBhvr>
                                      <p:to>
                                        <p:strVal val="visible"/>
                                      </p:to>
                                    </p:set>
                                  </p:childTnLst>
                                </p:cTn>
                              </p:par>
                            </p:childTnLst>
                          </p:cTn>
                        </p:par>
                        <p:par>
                          <p:cTn id="60" fill="hold">
                            <p:stCondLst>
                              <p:cond delay="1100"/>
                            </p:stCondLst>
                            <p:childTnLst>
                              <p:par>
                                <p:cTn id="61" presetID="1" presetClass="exit" presetSubtype="0" fill="hold" nodeType="afterEffect">
                                  <p:stCondLst>
                                    <p:cond delay="100"/>
                                  </p:stCondLst>
                                  <p:childTnLst>
                                    <p:set>
                                      <p:cBhvr>
                                        <p:cTn id="62" dur="1" fill="hold">
                                          <p:stCondLst>
                                            <p:cond delay="0"/>
                                          </p:stCondLst>
                                        </p:cTn>
                                        <p:tgtEl>
                                          <p:spTgt spid="12115"/>
                                        </p:tgtEl>
                                        <p:attrNameLst>
                                          <p:attrName>style.visibility</p:attrName>
                                        </p:attrNameLst>
                                      </p:cBhvr>
                                      <p:to>
                                        <p:strVal val="hidden"/>
                                      </p:to>
                                    </p:set>
                                  </p:childTnLst>
                                </p:cTn>
                              </p:par>
                              <p:par>
                                <p:cTn id="63" presetID="1" presetClass="entr" presetSubtype="0" fill="hold" nodeType="withEffect">
                                  <p:stCondLst>
                                    <p:cond delay="100"/>
                                  </p:stCondLst>
                                  <p:childTnLst>
                                    <p:set>
                                      <p:cBhvr>
                                        <p:cTn id="64" dur="1" fill="hold">
                                          <p:stCondLst>
                                            <p:cond delay="0"/>
                                          </p:stCondLst>
                                        </p:cTn>
                                        <p:tgtEl>
                                          <p:spTgt spid="12192"/>
                                        </p:tgtEl>
                                        <p:attrNameLst>
                                          <p:attrName>style.visibility</p:attrName>
                                        </p:attrNameLst>
                                      </p:cBhvr>
                                      <p:to>
                                        <p:strVal val="visible"/>
                                      </p:to>
                                    </p:set>
                                  </p:childTnLst>
                                </p:cTn>
                              </p:par>
                            </p:childTnLst>
                          </p:cTn>
                        </p:par>
                        <p:par>
                          <p:cTn id="65" fill="hold">
                            <p:stCondLst>
                              <p:cond delay="1200"/>
                            </p:stCondLst>
                            <p:childTnLst>
                              <p:par>
                                <p:cTn id="66" presetID="1" presetClass="exit" presetSubtype="0" fill="hold" nodeType="afterEffect">
                                  <p:stCondLst>
                                    <p:cond delay="100"/>
                                  </p:stCondLst>
                                  <p:childTnLst>
                                    <p:set>
                                      <p:cBhvr>
                                        <p:cTn id="67" dur="1" fill="hold">
                                          <p:stCondLst>
                                            <p:cond delay="0"/>
                                          </p:stCondLst>
                                        </p:cTn>
                                        <p:tgtEl>
                                          <p:spTgt spid="12192"/>
                                        </p:tgtEl>
                                        <p:attrNameLst>
                                          <p:attrName>style.visibility</p:attrName>
                                        </p:attrNameLst>
                                      </p:cBhvr>
                                      <p:to>
                                        <p:strVal val="hidden"/>
                                      </p:to>
                                    </p:set>
                                  </p:childTnLst>
                                </p:cTn>
                              </p:par>
                              <p:par>
                                <p:cTn id="68" presetID="1" presetClass="entr" presetSubtype="0" fill="hold" nodeType="withEffect">
                                  <p:stCondLst>
                                    <p:cond delay="100"/>
                                  </p:stCondLst>
                                  <p:childTnLst>
                                    <p:set>
                                      <p:cBhvr>
                                        <p:cTn id="69" dur="1" fill="hold">
                                          <p:stCondLst>
                                            <p:cond delay="0"/>
                                          </p:stCondLst>
                                        </p:cTn>
                                        <p:tgtEl>
                                          <p:spTgt spid="12269"/>
                                        </p:tgtEl>
                                        <p:attrNameLst>
                                          <p:attrName>style.visibility</p:attrName>
                                        </p:attrNameLst>
                                      </p:cBhvr>
                                      <p:to>
                                        <p:strVal val="visible"/>
                                      </p:to>
                                    </p:set>
                                  </p:childTnLst>
                                </p:cTn>
                              </p:par>
                            </p:childTnLst>
                          </p:cTn>
                        </p:par>
                        <p:par>
                          <p:cTn id="70" fill="hold">
                            <p:stCondLst>
                              <p:cond delay="1300"/>
                            </p:stCondLst>
                            <p:childTnLst>
                              <p:par>
                                <p:cTn id="71" presetID="1" presetClass="exit" presetSubtype="0" fill="hold" nodeType="afterEffect">
                                  <p:stCondLst>
                                    <p:cond delay="100"/>
                                  </p:stCondLst>
                                  <p:childTnLst>
                                    <p:set>
                                      <p:cBhvr>
                                        <p:cTn id="72" dur="1" fill="hold">
                                          <p:stCondLst>
                                            <p:cond delay="0"/>
                                          </p:stCondLst>
                                        </p:cTn>
                                        <p:tgtEl>
                                          <p:spTgt spid="12269"/>
                                        </p:tgtEl>
                                        <p:attrNameLst>
                                          <p:attrName>style.visibility</p:attrName>
                                        </p:attrNameLst>
                                      </p:cBhvr>
                                      <p:to>
                                        <p:strVal val="hidden"/>
                                      </p:to>
                                    </p:set>
                                  </p:childTnLst>
                                </p:cTn>
                              </p:par>
                              <p:par>
                                <p:cTn id="73" presetID="1" presetClass="entr" presetSubtype="0" fill="hold" nodeType="withEffect">
                                  <p:stCondLst>
                                    <p:cond delay="100"/>
                                  </p:stCondLst>
                                  <p:childTnLst>
                                    <p:set>
                                      <p:cBhvr>
                                        <p:cTn id="74" dur="1" fill="hold">
                                          <p:stCondLst>
                                            <p:cond delay="0"/>
                                          </p:stCondLst>
                                        </p:cTn>
                                        <p:tgtEl>
                                          <p:spTgt spid="12346"/>
                                        </p:tgtEl>
                                        <p:attrNameLst>
                                          <p:attrName>style.visibility</p:attrName>
                                        </p:attrNameLst>
                                      </p:cBhvr>
                                      <p:to>
                                        <p:strVal val="visible"/>
                                      </p:to>
                                    </p:set>
                                  </p:childTnLst>
                                </p:cTn>
                              </p:par>
                            </p:childTnLst>
                          </p:cTn>
                        </p:par>
                        <p:par>
                          <p:cTn id="75" fill="hold">
                            <p:stCondLst>
                              <p:cond delay="1400"/>
                            </p:stCondLst>
                            <p:childTnLst>
                              <p:par>
                                <p:cTn id="76" presetID="1" presetClass="exit" presetSubtype="0" fill="hold" nodeType="afterEffect">
                                  <p:stCondLst>
                                    <p:cond delay="100"/>
                                  </p:stCondLst>
                                  <p:childTnLst>
                                    <p:set>
                                      <p:cBhvr>
                                        <p:cTn id="77" dur="1" fill="hold">
                                          <p:stCondLst>
                                            <p:cond delay="0"/>
                                          </p:stCondLst>
                                        </p:cTn>
                                        <p:tgtEl>
                                          <p:spTgt spid="12346"/>
                                        </p:tgtEl>
                                        <p:attrNameLst>
                                          <p:attrName>style.visibility</p:attrName>
                                        </p:attrNameLst>
                                      </p:cBhvr>
                                      <p:to>
                                        <p:strVal val="hidden"/>
                                      </p:to>
                                    </p:set>
                                  </p:childTnLst>
                                </p:cTn>
                              </p:par>
                              <p:par>
                                <p:cTn id="78" presetID="1" presetClass="entr" presetSubtype="0" fill="hold" nodeType="withEffect">
                                  <p:stCondLst>
                                    <p:cond delay="100"/>
                                  </p:stCondLst>
                                  <p:childTnLst>
                                    <p:set>
                                      <p:cBhvr>
                                        <p:cTn id="79" dur="1" fill="hold">
                                          <p:stCondLst>
                                            <p:cond delay="0"/>
                                          </p:stCondLst>
                                        </p:cTn>
                                        <p:tgtEl>
                                          <p:spTgt spid="12423"/>
                                        </p:tgtEl>
                                        <p:attrNameLst>
                                          <p:attrName>style.visibility</p:attrName>
                                        </p:attrNameLst>
                                      </p:cBhvr>
                                      <p:to>
                                        <p:strVal val="visible"/>
                                      </p:to>
                                    </p:set>
                                  </p:childTnLst>
                                </p:cTn>
                              </p:par>
                            </p:childTnLst>
                          </p:cTn>
                        </p:par>
                        <p:par>
                          <p:cTn id="80" fill="hold">
                            <p:stCondLst>
                              <p:cond delay="1500"/>
                            </p:stCondLst>
                            <p:childTnLst>
                              <p:par>
                                <p:cTn id="81" presetID="1" presetClass="exit" presetSubtype="0" fill="hold" nodeType="afterEffect">
                                  <p:stCondLst>
                                    <p:cond delay="100"/>
                                  </p:stCondLst>
                                  <p:childTnLst>
                                    <p:set>
                                      <p:cBhvr>
                                        <p:cTn id="82" dur="1" fill="hold">
                                          <p:stCondLst>
                                            <p:cond delay="0"/>
                                          </p:stCondLst>
                                        </p:cTn>
                                        <p:tgtEl>
                                          <p:spTgt spid="12423"/>
                                        </p:tgtEl>
                                        <p:attrNameLst>
                                          <p:attrName>style.visibility</p:attrName>
                                        </p:attrNameLst>
                                      </p:cBhvr>
                                      <p:to>
                                        <p:strVal val="hidden"/>
                                      </p:to>
                                    </p:set>
                                  </p:childTnLst>
                                </p:cTn>
                              </p:par>
                              <p:par>
                                <p:cTn id="83" presetID="1" presetClass="entr" presetSubtype="0" fill="hold" nodeType="withEffect">
                                  <p:stCondLst>
                                    <p:cond delay="100"/>
                                  </p:stCondLst>
                                  <p:childTnLst>
                                    <p:set>
                                      <p:cBhvr>
                                        <p:cTn id="84" dur="1" fill="hold">
                                          <p:stCondLst>
                                            <p:cond delay="0"/>
                                          </p:stCondLst>
                                        </p:cTn>
                                        <p:tgtEl>
                                          <p:spTgt spid="12500"/>
                                        </p:tgtEl>
                                        <p:attrNameLst>
                                          <p:attrName>style.visibility</p:attrName>
                                        </p:attrNameLst>
                                      </p:cBhvr>
                                      <p:to>
                                        <p:strVal val="visible"/>
                                      </p:to>
                                    </p:set>
                                  </p:childTnLst>
                                </p:cTn>
                              </p:par>
                            </p:childTnLst>
                          </p:cTn>
                        </p:par>
                        <p:par>
                          <p:cTn id="85" fill="hold">
                            <p:stCondLst>
                              <p:cond delay="1600"/>
                            </p:stCondLst>
                            <p:childTnLst>
                              <p:par>
                                <p:cTn id="86" presetID="1" presetClass="exit" presetSubtype="0" fill="hold" nodeType="afterEffect">
                                  <p:stCondLst>
                                    <p:cond delay="100"/>
                                  </p:stCondLst>
                                  <p:childTnLst>
                                    <p:set>
                                      <p:cBhvr>
                                        <p:cTn id="87" dur="1" fill="hold">
                                          <p:stCondLst>
                                            <p:cond delay="0"/>
                                          </p:stCondLst>
                                        </p:cTn>
                                        <p:tgtEl>
                                          <p:spTgt spid="12500"/>
                                        </p:tgtEl>
                                        <p:attrNameLst>
                                          <p:attrName>style.visibility</p:attrName>
                                        </p:attrNameLst>
                                      </p:cBhvr>
                                      <p:to>
                                        <p:strVal val="hidden"/>
                                      </p:to>
                                    </p:set>
                                  </p:childTnLst>
                                </p:cTn>
                              </p:par>
                              <p:par>
                                <p:cTn id="88" presetID="1" presetClass="entr" presetSubtype="0" fill="hold" nodeType="withEffect">
                                  <p:stCondLst>
                                    <p:cond delay="100"/>
                                  </p:stCondLst>
                                  <p:childTnLst>
                                    <p:set>
                                      <p:cBhvr>
                                        <p:cTn id="89" dur="1" fill="hold">
                                          <p:stCondLst>
                                            <p:cond delay="0"/>
                                          </p:stCondLst>
                                        </p:cTn>
                                        <p:tgtEl>
                                          <p:spTgt spid="12577"/>
                                        </p:tgtEl>
                                        <p:attrNameLst>
                                          <p:attrName>style.visibility</p:attrName>
                                        </p:attrNameLst>
                                      </p:cBhvr>
                                      <p:to>
                                        <p:strVal val="visible"/>
                                      </p:to>
                                    </p:set>
                                  </p:childTnLst>
                                </p:cTn>
                              </p:par>
                            </p:childTnLst>
                          </p:cTn>
                        </p:par>
                        <p:par>
                          <p:cTn id="90" fill="hold">
                            <p:stCondLst>
                              <p:cond delay="1700"/>
                            </p:stCondLst>
                            <p:childTnLst>
                              <p:par>
                                <p:cTn id="91" presetID="1" presetClass="exit" presetSubtype="0" fill="hold" nodeType="afterEffect">
                                  <p:stCondLst>
                                    <p:cond delay="100"/>
                                  </p:stCondLst>
                                  <p:childTnLst>
                                    <p:set>
                                      <p:cBhvr>
                                        <p:cTn id="92" dur="1" fill="hold">
                                          <p:stCondLst>
                                            <p:cond delay="0"/>
                                          </p:stCondLst>
                                        </p:cTn>
                                        <p:tgtEl>
                                          <p:spTgt spid="12577"/>
                                        </p:tgtEl>
                                        <p:attrNameLst>
                                          <p:attrName>style.visibility</p:attrName>
                                        </p:attrNameLst>
                                      </p:cBhvr>
                                      <p:to>
                                        <p:strVal val="hidden"/>
                                      </p:to>
                                    </p:set>
                                  </p:childTnLst>
                                </p:cTn>
                              </p:par>
                              <p:par>
                                <p:cTn id="93" presetID="1" presetClass="entr" presetSubtype="0" fill="hold" nodeType="withEffect">
                                  <p:stCondLst>
                                    <p:cond delay="100"/>
                                  </p:stCondLst>
                                  <p:childTnLst>
                                    <p:set>
                                      <p:cBhvr>
                                        <p:cTn id="94" dur="1" fill="hold">
                                          <p:stCondLst>
                                            <p:cond delay="0"/>
                                          </p:stCondLst>
                                        </p:cTn>
                                        <p:tgtEl>
                                          <p:spTgt spid="12654"/>
                                        </p:tgtEl>
                                        <p:attrNameLst>
                                          <p:attrName>style.visibility</p:attrName>
                                        </p:attrNameLst>
                                      </p:cBhvr>
                                      <p:to>
                                        <p:strVal val="visible"/>
                                      </p:to>
                                    </p:set>
                                  </p:childTnLst>
                                </p:cTn>
                              </p:par>
                            </p:childTnLst>
                          </p:cTn>
                        </p:par>
                        <p:par>
                          <p:cTn id="95" fill="hold">
                            <p:stCondLst>
                              <p:cond delay="1800"/>
                            </p:stCondLst>
                            <p:childTnLst>
                              <p:par>
                                <p:cTn id="96" presetID="1" presetClass="exit" presetSubtype="0" fill="hold" nodeType="afterEffect">
                                  <p:stCondLst>
                                    <p:cond delay="100"/>
                                  </p:stCondLst>
                                  <p:childTnLst>
                                    <p:set>
                                      <p:cBhvr>
                                        <p:cTn id="97" dur="1" fill="hold">
                                          <p:stCondLst>
                                            <p:cond delay="0"/>
                                          </p:stCondLst>
                                        </p:cTn>
                                        <p:tgtEl>
                                          <p:spTgt spid="12654"/>
                                        </p:tgtEl>
                                        <p:attrNameLst>
                                          <p:attrName>style.visibility</p:attrName>
                                        </p:attrNameLst>
                                      </p:cBhvr>
                                      <p:to>
                                        <p:strVal val="hidden"/>
                                      </p:to>
                                    </p:set>
                                  </p:childTnLst>
                                </p:cTn>
                              </p:par>
                              <p:par>
                                <p:cTn id="98" presetID="1" presetClass="entr" presetSubtype="0" fill="hold" nodeType="withEffect">
                                  <p:stCondLst>
                                    <p:cond delay="100"/>
                                  </p:stCondLst>
                                  <p:childTnLst>
                                    <p:set>
                                      <p:cBhvr>
                                        <p:cTn id="99" dur="1" fill="hold">
                                          <p:stCondLst>
                                            <p:cond delay="0"/>
                                          </p:stCondLst>
                                        </p:cTn>
                                        <p:tgtEl>
                                          <p:spTgt spid="12752"/>
                                        </p:tgtEl>
                                        <p:attrNameLst>
                                          <p:attrName>style.visibility</p:attrName>
                                        </p:attrNameLst>
                                      </p:cBhvr>
                                      <p:to>
                                        <p:strVal val="visible"/>
                                      </p:to>
                                    </p:set>
                                  </p:childTnLst>
                                </p:cTn>
                              </p:par>
                            </p:childTnLst>
                          </p:cTn>
                        </p:par>
                        <p:par>
                          <p:cTn id="100" fill="hold">
                            <p:stCondLst>
                              <p:cond delay="1900"/>
                            </p:stCondLst>
                            <p:childTnLst>
                              <p:par>
                                <p:cTn id="101" presetID="1" presetClass="exit" presetSubtype="0" fill="hold" nodeType="afterEffect">
                                  <p:stCondLst>
                                    <p:cond delay="100"/>
                                  </p:stCondLst>
                                  <p:childTnLst>
                                    <p:set>
                                      <p:cBhvr>
                                        <p:cTn id="102" dur="1" fill="hold">
                                          <p:stCondLst>
                                            <p:cond delay="0"/>
                                          </p:stCondLst>
                                        </p:cTn>
                                        <p:tgtEl>
                                          <p:spTgt spid="12752"/>
                                        </p:tgtEl>
                                        <p:attrNameLst>
                                          <p:attrName>style.visibility</p:attrName>
                                        </p:attrNameLst>
                                      </p:cBhvr>
                                      <p:to>
                                        <p:strVal val="hidden"/>
                                      </p:to>
                                    </p:set>
                                  </p:childTnLst>
                                </p:cTn>
                              </p:par>
                              <p:par>
                                <p:cTn id="103" presetID="1" presetClass="entr" presetSubtype="0" fill="hold" nodeType="withEffect">
                                  <p:stCondLst>
                                    <p:cond delay="100"/>
                                  </p:stCondLst>
                                  <p:childTnLst>
                                    <p:set>
                                      <p:cBhvr>
                                        <p:cTn id="104" dur="1" fill="hold">
                                          <p:stCondLst>
                                            <p:cond delay="0"/>
                                          </p:stCondLst>
                                        </p:cTn>
                                        <p:tgtEl>
                                          <p:spTgt spid="12850"/>
                                        </p:tgtEl>
                                        <p:attrNameLst>
                                          <p:attrName>style.visibility</p:attrName>
                                        </p:attrNameLst>
                                      </p:cBhvr>
                                      <p:to>
                                        <p:strVal val="visible"/>
                                      </p:to>
                                    </p:set>
                                  </p:childTnLst>
                                </p:cTn>
                              </p:par>
                            </p:childTnLst>
                          </p:cTn>
                        </p:par>
                        <p:par>
                          <p:cTn id="105" fill="hold">
                            <p:stCondLst>
                              <p:cond delay="2000"/>
                            </p:stCondLst>
                            <p:childTnLst>
                              <p:par>
                                <p:cTn id="106" presetID="1" presetClass="exit" presetSubtype="0" fill="hold" nodeType="afterEffect">
                                  <p:stCondLst>
                                    <p:cond delay="100"/>
                                  </p:stCondLst>
                                  <p:childTnLst>
                                    <p:set>
                                      <p:cBhvr>
                                        <p:cTn id="107" dur="1" fill="hold">
                                          <p:stCondLst>
                                            <p:cond delay="0"/>
                                          </p:stCondLst>
                                        </p:cTn>
                                        <p:tgtEl>
                                          <p:spTgt spid="12850"/>
                                        </p:tgtEl>
                                        <p:attrNameLst>
                                          <p:attrName>style.visibility</p:attrName>
                                        </p:attrNameLst>
                                      </p:cBhvr>
                                      <p:to>
                                        <p:strVal val="hidden"/>
                                      </p:to>
                                    </p:set>
                                  </p:childTnLst>
                                </p:cTn>
                              </p:par>
                              <p:par>
                                <p:cTn id="108" presetID="1" presetClass="entr" presetSubtype="0" fill="hold" nodeType="withEffect">
                                  <p:stCondLst>
                                    <p:cond delay="100"/>
                                  </p:stCondLst>
                                  <p:childTnLst>
                                    <p:set>
                                      <p:cBhvr>
                                        <p:cTn id="109" dur="1" fill="hold">
                                          <p:stCondLst>
                                            <p:cond delay="0"/>
                                          </p:stCondLst>
                                        </p:cTn>
                                        <p:tgtEl>
                                          <p:spTgt spid="12948"/>
                                        </p:tgtEl>
                                        <p:attrNameLst>
                                          <p:attrName>style.visibility</p:attrName>
                                        </p:attrNameLst>
                                      </p:cBhvr>
                                      <p:to>
                                        <p:strVal val="visible"/>
                                      </p:to>
                                    </p:set>
                                  </p:childTnLst>
                                </p:cTn>
                              </p:par>
                            </p:childTnLst>
                          </p:cTn>
                        </p:par>
                        <p:par>
                          <p:cTn id="110" fill="hold">
                            <p:stCondLst>
                              <p:cond delay="2100"/>
                            </p:stCondLst>
                            <p:childTnLst>
                              <p:par>
                                <p:cTn id="111" presetID="1" presetClass="exit" presetSubtype="0" fill="hold" nodeType="afterEffect">
                                  <p:stCondLst>
                                    <p:cond delay="100"/>
                                  </p:stCondLst>
                                  <p:childTnLst>
                                    <p:set>
                                      <p:cBhvr>
                                        <p:cTn id="112" dur="1" fill="hold">
                                          <p:stCondLst>
                                            <p:cond delay="0"/>
                                          </p:stCondLst>
                                        </p:cTn>
                                        <p:tgtEl>
                                          <p:spTgt spid="12948"/>
                                        </p:tgtEl>
                                        <p:attrNameLst>
                                          <p:attrName>style.visibility</p:attrName>
                                        </p:attrNameLst>
                                      </p:cBhvr>
                                      <p:to>
                                        <p:strVal val="hidden"/>
                                      </p:to>
                                    </p:set>
                                  </p:childTnLst>
                                </p:cTn>
                              </p:par>
                              <p:par>
                                <p:cTn id="113" presetID="1" presetClass="entr" presetSubtype="0" fill="hold" nodeType="withEffect">
                                  <p:stCondLst>
                                    <p:cond delay="100"/>
                                  </p:stCondLst>
                                  <p:childTnLst>
                                    <p:set>
                                      <p:cBhvr>
                                        <p:cTn id="114" dur="1" fill="hold">
                                          <p:stCondLst>
                                            <p:cond delay="0"/>
                                          </p:stCondLst>
                                        </p:cTn>
                                        <p:tgtEl>
                                          <p:spTgt spid="13046"/>
                                        </p:tgtEl>
                                        <p:attrNameLst>
                                          <p:attrName>style.visibility</p:attrName>
                                        </p:attrNameLst>
                                      </p:cBhvr>
                                      <p:to>
                                        <p:strVal val="visible"/>
                                      </p:to>
                                    </p:set>
                                  </p:childTnLst>
                                </p:cTn>
                              </p:par>
                            </p:childTnLst>
                          </p:cTn>
                        </p:par>
                        <p:par>
                          <p:cTn id="115" fill="hold">
                            <p:stCondLst>
                              <p:cond delay="2200"/>
                            </p:stCondLst>
                            <p:childTnLst>
                              <p:par>
                                <p:cTn id="116" presetID="1" presetClass="exit" presetSubtype="0" fill="hold" nodeType="afterEffect">
                                  <p:stCondLst>
                                    <p:cond delay="100"/>
                                  </p:stCondLst>
                                  <p:childTnLst>
                                    <p:set>
                                      <p:cBhvr>
                                        <p:cTn id="117" dur="1" fill="hold">
                                          <p:stCondLst>
                                            <p:cond delay="0"/>
                                          </p:stCondLst>
                                        </p:cTn>
                                        <p:tgtEl>
                                          <p:spTgt spid="13046"/>
                                        </p:tgtEl>
                                        <p:attrNameLst>
                                          <p:attrName>style.visibility</p:attrName>
                                        </p:attrNameLst>
                                      </p:cBhvr>
                                      <p:to>
                                        <p:strVal val="hidden"/>
                                      </p:to>
                                    </p:set>
                                  </p:childTnLst>
                                </p:cTn>
                              </p:par>
                              <p:par>
                                <p:cTn id="118" presetID="1" presetClass="entr" presetSubtype="0" fill="hold" nodeType="withEffect">
                                  <p:stCondLst>
                                    <p:cond delay="100"/>
                                  </p:stCondLst>
                                  <p:childTnLst>
                                    <p:set>
                                      <p:cBhvr>
                                        <p:cTn id="119" dur="1" fill="hold">
                                          <p:stCondLst>
                                            <p:cond delay="0"/>
                                          </p:stCondLst>
                                        </p:cTn>
                                        <p:tgtEl>
                                          <p:spTgt spid="13144"/>
                                        </p:tgtEl>
                                        <p:attrNameLst>
                                          <p:attrName>style.visibility</p:attrName>
                                        </p:attrNameLst>
                                      </p:cBhvr>
                                      <p:to>
                                        <p:strVal val="visible"/>
                                      </p:to>
                                    </p:set>
                                  </p:childTnLst>
                                </p:cTn>
                              </p:par>
                            </p:childTnLst>
                          </p:cTn>
                        </p:par>
                        <p:par>
                          <p:cTn id="120" fill="hold">
                            <p:stCondLst>
                              <p:cond delay="2300"/>
                            </p:stCondLst>
                            <p:childTnLst>
                              <p:par>
                                <p:cTn id="121" presetID="1" presetClass="exit" presetSubtype="0" fill="hold" nodeType="afterEffect">
                                  <p:stCondLst>
                                    <p:cond delay="100"/>
                                  </p:stCondLst>
                                  <p:childTnLst>
                                    <p:set>
                                      <p:cBhvr>
                                        <p:cTn id="122" dur="1" fill="hold">
                                          <p:stCondLst>
                                            <p:cond delay="0"/>
                                          </p:stCondLst>
                                        </p:cTn>
                                        <p:tgtEl>
                                          <p:spTgt spid="13144"/>
                                        </p:tgtEl>
                                        <p:attrNameLst>
                                          <p:attrName>style.visibility</p:attrName>
                                        </p:attrNameLst>
                                      </p:cBhvr>
                                      <p:to>
                                        <p:strVal val="hidden"/>
                                      </p:to>
                                    </p:set>
                                  </p:childTnLst>
                                </p:cTn>
                              </p:par>
                              <p:par>
                                <p:cTn id="123" presetID="1" presetClass="entr" presetSubtype="0" fill="hold" nodeType="withEffect">
                                  <p:stCondLst>
                                    <p:cond delay="100"/>
                                  </p:stCondLst>
                                  <p:childTnLst>
                                    <p:set>
                                      <p:cBhvr>
                                        <p:cTn id="124" dur="1" fill="hold">
                                          <p:stCondLst>
                                            <p:cond delay="0"/>
                                          </p:stCondLst>
                                        </p:cTn>
                                        <p:tgtEl>
                                          <p:spTgt spid="13242"/>
                                        </p:tgtEl>
                                        <p:attrNameLst>
                                          <p:attrName>style.visibility</p:attrName>
                                        </p:attrNameLst>
                                      </p:cBhvr>
                                      <p:to>
                                        <p:strVal val="visible"/>
                                      </p:to>
                                    </p:set>
                                  </p:childTnLst>
                                </p:cTn>
                              </p:par>
                            </p:childTnLst>
                          </p:cTn>
                        </p:par>
                        <p:par>
                          <p:cTn id="125" fill="hold">
                            <p:stCondLst>
                              <p:cond delay="2400"/>
                            </p:stCondLst>
                            <p:childTnLst>
                              <p:par>
                                <p:cTn id="126" presetID="1" presetClass="exit" presetSubtype="0" fill="hold" nodeType="afterEffect">
                                  <p:stCondLst>
                                    <p:cond delay="100"/>
                                  </p:stCondLst>
                                  <p:childTnLst>
                                    <p:set>
                                      <p:cBhvr>
                                        <p:cTn id="127" dur="1" fill="hold">
                                          <p:stCondLst>
                                            <p:cond delay="0"/>
                                          </p:stCondLst>
                                        </p:cTn>
                                        <p:tgtEl>
                                          <p:spTgt spid="13242"/>
                                        </p:tgtEl>
                                        <p:attrNameLst>
                                          <p:attrName>style.visibility</p:attrName>
                                        </p:attrNameLst>
                                      </p:cBhvr>
                                      <p:to>
                                        <p:strVal val="hidden"/>
                                      </p:to>
                                    </p:set>
                                  </p:childTnLst>
                                </p:cTn>
                              </p:par>
                              <p:par>
                                <p:cTn id="128" presetID="1" presetClass="entr" presetSubtype="0" fill="hold" nodeType="withEffect">
                                  <p:stCondLst>
                                    <p:cond delay="100"/>
                                  </p:stCondLst>
                                  <p:childTnLst>
                                    <p:set>
                                      <p:cBhvr>
                                        <p:cTn id="129" dur="1" fill="hold">
                                          <p:stCondLst>
                                            <p:cond delay="0"/>
                                          </p:stCondLst>
                                        </p:cTn>
                                        <p:tgtEl>
                                          <p:spTgt spid="13340"/>
                                        </p:tgtEl>
                                        <p:attrNameLst>
                                          <p:attrName>style.visibility</p:attrName>
                                        </p:attrNameLst>
                                      </p:cBhvr>
                                      <p:to>
                                        <p:strVal val="visible"/>
                                      </p:to>
                                    </p:set>
                                  </p:childTnLst>
                                </p:cTn>
                              </p:par>
                            </p:childTnLst>
                          </p:cTn>
                        </p:par>
                        <p:par>
                          <p:cTn id="130" fill="hold">
                            <p:stCondLst>
                              <p:cond delay="2500"/>
                            </p:stCondLst>
                            <p:childTnLst>
                              <p:par>
                                <p:cTn id="131" presetID="1" presetClass="exit" presetSubtype="0" fill="hold" nodeType="afterEffect">
                                  <p:stCondLst>
                                    <p:cond delay="100"/>
                                  </p:stCondLst>
                                  <p:childTnLst>
                                    <p:set>
                                      <p:cBhvr>
                                        <p:cTn id="132" dur="1" fill="hold">
                                          <p:stCondLst>
                                            <p:cond delay="0"/>
                                          </p:stCondLst>
                                        </p:cTn>
                                        <p:tgtEl>
                                          <p:spTgt spid="13340"/>
                                        </p:tgtEl>
                                        <p:attrNameLst>
                                          <p:attrName>style.visibility</p:attrName>
                                        </p:attrNameLst>
                                      </p:cBhvr>
                                      <p:to>
                                        <p:strVal val="hidden"/>
                                      </p:to>
                                    </p:set>
                                  </p:childTnLst>
                                </p:cTn>
                              </p:par>
                              <p:par>
                                <p:cTn id="133" presetID="1" presetClass="entr" presetSubtype="0" fill="hold" nodeType="withEffect">
                                  <p:stCondLst>
                                    <p:cond delay="100"/>
                                  </p:stCondLst>
                                  <p:childTnLst>
                                    <p:set>
                                      <p:cBhvr>
                                        <p:cTn id="134" dur="1" fill="hold">
                                          <p:stCondLst>
                                            <p:cond delay="0"/>
                                          </p:stCondLst>
                                        </p:cTn>
                                        <p:tgtEl>
                                          <p:spTgt spid="13437"/>
                                        </p:tgtEl>
                                        <p:attrNameLst>
                                          <p:attrName>style.visibility</p:attrName>
                                        </p:attrNameLst>
                                      </p:cBhvr>
                                      <p:to>
                                        <p:strVal val="visible"/>
                                      </p:to>
                                    </p:set>
                                  </p:childTnLst>
                                </p:cTn>
                              </p:par>
                            </p:childTnLst>
                          </p:cTn>
                        </p:par>
                        <p:par>
                          <p:cTn id="135" fill="hold">
                            <p:stCondLst>
                              <p:cond delay="2600"/>
                            </p:stCondLst>
                            <p:childTnLst>
                              <p:par>
                                <p:cTn id="136" presetID="1" presetClass="exit" presetSubtype="0" fill="hold" nodeType="afterEffect">
                                  <p:stCondLst>
                                    <p:cond delay="100"/>
                                  </p:stCondLst>
                                  <p:childTnLst>
                                    <p:set>
                                      <p:cBhvr>
                                        <p:cTn id="137" dur="1" fill="hold">
                                          <p:stCondLst>
                                            <p:cond delay="0"/>
                                          </p:stCondLst>
                                        </p:cTn>
                                        <p:tgtEl>
                                          <p:spTgt spid="13437"/>
                                        </p:tgtEl>
                                        <p:attrNameLst>
                                          <p:attrName>style.visibility</p:attrName>
                                        </p:attrNameLst>
                                      </p:cBhvr>
                                      <p:to>
                                        <p:strVal val="hidden"/>
                                      </p:to>
                                    </p:set>
                                  </p:childTnLst>
                                </p:cTn>
                              </p:par>
                              <p:par>
                                <p:cTn id="138" presetID="1" presetClass="entr" presetSubtype="0" fill="hold" nodeType="withEffect">
                                  <p:stCondLst>
                                    <p:cond delay="100"/>
                                  </p:stCondLst>
                                  <p:childTnLst>
                                    <p:set>
                                      <p:cBhvr>
                                        <p:cTn id="139" dur="1" fill="hold">
                                          <p:stCondLst>
                                            <p:cond delay="0"/>
                                          </p:stCondLst>
                                        </p:cTn>
                                        <p:tgtEl>
                                          <p:spTgt spid="13611"/>
                                        </p:tgtEl>
                                        <p:attrNameLst>
                                          <p:attrName>style.visibility</p:attrName>
                                        </p:attrNameLst>
                                      </p:cBhvr>
                                      <p:to>
                                        <p:strVal val="visible"/>
                                      </p:to>
                                    </p:set>
                                  </p:childTnLst>
                                </p:cTn>
                              </p:par>
                            </p:childTnLst>
                          </p:cTn>
                        </p:par>
                        <p:par>
                          <p:cTn id="140" fill="hold">
                            <p:stCondLst>
                              <p:cond delay="2700"/>
                            </p:stCondLst>
                            <p:childTnLst>
                              <p:par>
                                <p:cTn id="141" presetID="1" presetClass="exit" presetSubtype="0" fill="hold" nodeType="afterEffect">
                                  <p:stCondLst>
                                    <p:cond delay="100"/>
                                  </p:stCondLst>
                                  <p:childTnLst>
                                    <p:set>
                                      <p:cBhvr>
                                        <p:cTn id="142" dur="1" fill="hold">
                                          <p:stCondLst>
                                            <p:cond delay="0"/>
                                          </p:stCondLst>
                                        </p:cTn>
                                        <p:tgtEl>
                                          <p:spTgt spid="13611"/>
                                        </p:tgtEl>
                                        <p:attrNameLst>
                                          <p:attrName>style.visibility</p:attrName>
                                        </p:attrNameLst>
                                      </p:cBhvr>
                                      <p:to>
                                        <p:strVal val="hidden"/>
                                      </p:to>
                                    </p:set>
                                  </p:childTnLst>
                                </p:cTn>
                              </p:par>
                              <p:par>
                                <p:cTn id="143" presetID="1" presetClass="entr" presetSubtype="0" fill="hold" nodeType="withEffect">
                                  <p:stCondLst>
                                    <p:cond delay="100"/>
                                  </p:stCondLst>
                                  <p:childTnLst>
                                    <p:set>
                                      <p:cBhvr>
                                        <p:cTn id="144" dur="1" fill="hold">
                                          <p:stCondLst>
                                            <p:cond delay="0"/>
                                          </p:stCondLst>
                                        </p:cTn>
                                        <p:tgtEl>
                                          <p:spTgt spid="13708"/>
                                        </p:tgtEl>
                                        <p:attrNameLst>
                                          <p:attrName>style.visibility</p:attrName>
                                        </p:attrNameLst>
                                      </p:cBhvr>
                                      <p:to>
                                        <p:strVal val="visible"/>
                                      </p:to>
                                    </p:set>
                                  </p:childTnLst>
                                </p:cTn>
                              </p:par>
                              <p:par>
                                <p:cTn id="145" presetID="3" presetClass="entr" presetSubtype="10" fill="hold" nodeType="withEffect">
                                  <p:stCondLst>
                                    <p:cond delay="100"/>
                                  </p:stCondLst>
                                  <p:childTnLst>
                                    <p:set>
                                      <p:cBhvr>
                                        <p:cTn id="146" dur="1" fill="hold">
                                          <p:stCondLst>
                                            <p:cond delay="0"/>
                                          </p:stCondLst>
                                        </p:cTn>
                                        <p:tgtEl>
                                          <p:spTgt spid="12052"/>
                                        </p:tgtEl>
                                        <p:attrNameLst>
                                          <p:attrName>style.visibility</p:attrName>
                                        </p:attrNameLst>
                                      </p:cBhvr>
                                      <p:to>
                                        <p:strVal val="visible"/>
                                      </p:to>
                                    </p:set>
                                    <p:animEffect transition="in" filter="blinds(horizontal)">
                                      <p:cBhvr>
                                        <p:cTn id="147" dur="500"/>
                                        <p:tgtEl>
                                          <p:spTgt spid="12052"/>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nodeType="clickEffect">
                                  <p:stCondLst>
                                    <p:cond delay="0"/>
                                  </p:stCondLst>
                                  <p:childTnLst>
                                    <p:set>
                                      <p:cBhvr>
                                        <p:cTn id="151" dur="1" fill="hold">
                                          <p:stCondLst>
                                            <p:cond delay="0"/>
                                          </p:stCondLst>
                                        </p:cTn>
                                        <p:tgtEl>
                                          <p:spTgt spid="13855"/>
                                        </p:tgtEl>
                                        <p:attrNameLst>
                                          <p:attrName>style.visibility</p:attrName>
                                        </p:attrNameLst>
                                      </p:cBhvr>
                                      <p:to>
                                        <p:strVal val="visible"/>
                                      </p:to>
                                    </p:set>
                                    <p:animEffect transition="in" filter="wipe(up)">
                                      <p:cBhvr>
                                        <p:cTn id="152" dur="750"/>
                                        <p:tgtEl>
                                          <p:spTgt spid="13855"/>
                                        </p:tgtEl>
                                      </p:cBhvr>
                                    </p:animEffect>
                                  </p:childTnLst>
                                </p:cTn>
                              </p:par>
                            </p:childTnLst>
                          </p:cTn>
                        </p:par>
                        <p:par>
                          <p:cTn id="153" fill="hold">
                            <p:stCondLst>
                              <p:cond delay="750"/>
                            </p:stCondLst>
                            <p:childTnLst>
                              <p:par>
                                <p:cTn id="154" presetID="22" presetClass="entr" presetSubtype="1" fill="hold" nodeType="afterEffect">
                                  <p:stCondLst>
                                    <p:cond delay="0"/>
                                  </p:stCondLst>
                                  <p:childTnLst>
                                    <p:set>
                                      <p:cBhvr>
                                        <p:cTn id="155" dur="1" fill="hold">
                                          <p:stCondLst>
                                            <p:cond delay="0"/>
                                          </p:stCondLst>
                                        </p:cTn>
                                        <p:tgtEl>
                                          <p:spTgt spid="13854"/>
                                        </p:tgtEl>
                                        <p:attrNameLst>
                                          <p:attrName>style.visibility</p:attrName>
                                        </p:attrNameLst>
                                      </p:cBhvr>
                                      <p:to>
                                        <p:strVal val="visible"/>
                                      </p:to>
                                    </p:set>
                                    <p:animEffect transition="in" filter="wipe(up)">
                                      <p:cBhvr>
                                        <p:cTn id="156" dur="750"/>
                                        <p:tgtEl>
                                          <p:spTgt spid="13854"/>
                                        </p:tgtEl>
                                      </p:cBhvr>
                                    </p:animEffect>
                                  </p:childTnLst>
                                </p:cTn>
                              </p:par>
                              <p:par>
                                <p:cTn id="157" presetID="22" presetClass="entr" presetSubtype="8" fill="hold" grpId="1" nodeType="withEffect">
                                  <p:stCondLst>
                                    <p:cond delay="0"/>
                                  </p:stCondLst>
                                  <p:childTnLst>
                                    <p:set>
                                      <p:cBhvr>
                                        <p:cTn id="158" dur="1" fill="hold">
                                          <p:stCondLst>
                                            <p:cond delay="0"/>
                                          </p:stCondLst>
                                        </p:cTn>
                                        <p:tgtEl>
                                          <p:spTgt spid="13806"/>
                                        </p:tgtEl>
                                        <p:attrNameLst>
                                          <p:attrName>style.visibility</p:attrName>
                                        </p:attrNameLst>
                                      </p:cBhvr>
                                      <p:to>
                                        <p:strVal val="visible"/>
                                      </p:to>
                                    </p:set>
                                    <p:animEffect transition="in" filter="wipe(left)">
                                      <p:cBhvr>
                                        <p:cTn id="159" dur="1000"/>
                                        <p:tgtEl>
                                          <p:spTgt spid="13806"/>
                                        </p:tgtEl>
                                      </p:cBhvr>
                                    </p:animEffect>
                                  </p:childTnLst>
                                </p:cTn>
                              </p:par>
                            </p:childTnLst>
                          </p:cTn>
                        </p:par>
                        <p:par>
                          <p:cTn id="160" fill="hold">
                            <p:stCondLst>
                              <p:cond delay="1750"/>
                            </p:stCondLst>
                            <p:childTnLst>
                              <p:par>
                                <p:cTn id="161" presetID="22" presetClass="entr" presetSubtype="8" fill="hold" nodeType="afterEffect">
                                  <p:stCondLst>
                                    <p:cond delay="0"/>
                                  </p:stCondLst>
                                  <p:childTnLst>
                                    <p:set>
                                      <p:cBhvr>
                                        <p:cTn id="162" dur="1" fill="hold">
                                          <p:stCondLst>
                                            <p:cond delay="0"/>
                                          </p:stCondLst>
                                        </p:cTn>
                                        <p:tgtEl>
                                          <p:spTgt spid="13824"/>
                                        </p:tgtEl>
                                        <p:attrNameLst>
                                          <p:attrName>style.visibility</p:attrName>
                                        </p:attrNameLst>
                                      </p:cBhvr>
                                      <p:to>
                                        <p:strVal val="visible"/>
                                      </p:to>
                                    </p:set>
                                    <p:animEffect transition="in" filter="wipe(left)">
                                      <p:cBhvr>
                                        <p:cTn id="163" dur="1500"/>
                                        <p:tgtEl>
                                          <p:spTgt spid="13824"/>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nodeType="clickEffect">
                                  <p:stCondLst>
                                    <p:cond delay="0"/>
                                  </p:stCondLst>
                                  <p:childTnLst>
                                    <p:set>
                                      <p:cBhvr>
                                        <p:cTn id="167" dur="1" fill="hold">
                                          <p:stCondLst>
                                            <p:cond delay="0"/>
                                          </p:stCondLst>
                                        </p:cTn>
                                        <p:tgtEl>
                                          <p:spTgt spid="13807"/>
                                        </p:tgtEl>
                                        <p:attrNameLst>
                                          <p:attrName>style.visibility</p:attrName>
                                        </p:attrNameLst>
                                      </p:cBhvr>
                                      <p:to>
                                        <p:strVal val="visible"/>
                                      </p:to>
                                    </p:set>
                                    <p:animEffect transition="in" filter="wipe(left)">
                                      <p:cBhvr>
                                        <p:cTn id="168" dur="1000"/>
                                        <p:tgtEl>
                                          <p:spTgt spid="13807"/>
                                        </p:tgtEl>
                                      </p:cBhvr>
                                    </p:animEffect>
                                  </p:childTnLst>
                                </p:cTn>
                              </p:par>
                            </p:childTnLst>
                          </p:cTn>
                        </p:par>
                        <p:par>
                          <p:cTn id="169" fill="hold">
                            <p:stCondLst>
                              <p:cond delay="1000"/>
                            </p:stCondLst>
                            <p:childTnLst>
                              <p:par>
                                <p:cTn id="170" presetID="2" presetClass="entr" presetSubtype="2" fill="hold" grpId="0" nodeType="afterEffect">
                                  <p:stCondLst>
                                    <p:cond delay="0"/>
                                  </p:stCondLst>
                                  <p:childTnLst>
                                    <p:set>
                                      <p:cBhvr>
                                        <p:cTn id="171" dur="1" fill="hold">
                                          <p:stCondLst>
                                            <p:cond delay="0"/>
                                          </p:stCondLst>
                                        </p:cTn>
                                        <p:tgtEl>
                                          <p:spTgt spid="13805"/>
                                        </p:tgtEl>
                                        <p:attrNameLst>
                                          <p:attrName>style.visibility</p:attrName>
                                        </p:attrNameLst>
                                      </p:cBhvr>
                                      <p:to>
                                        <p:strVal val="visible"/>
                                      </p:to>
                                    </p:set>
                                    <p:anim calcmode="lin" valueType="num">
                                      <p:cBhvr additive="base">
                                        <p:cTn id="172" dur="500" fill="hold"/>
                                        <p:tgtEl>
                                          <p:spTgt spid="13805"/>
                                        </p:tgtEl>
                                        <p:attrNameLst>
                                          <p:attrName>ppt_x</p:attrName>
                                        </p:attrNameLst>
                                      </p:cBhvr>
                                      <p:tavLst>
                                        <p:tav tm="0">
                                          <p:val>
                                            <p:strVal val="1+#ppt_w/2"/>
                                          </p:val>
                                        </p:tav>
                                        <p:tav tm="100000">
                                          <p:val>
                                            <p:strVal val="#ppt_x"/>
                                          </p:val>
                                        </p:tav>
                                      </p:tavLst>
                                    </p:anim>
                                    <p:anim calcmode="lin" valueType="num">
                                      <p:cBhvr additive="base">
                                        <p:cTn id="173" dur="500" fill="hold"/>
                                        <p:tgtEl>
                                          <p:spTgt spid="13805"/>
                                        </p:tgtEl>
                                        <p:attrNameLst>
                                          <p:attrName>ppt_y</p:attrName>
                                        </p:attrNameLst>
                                      </p:cBhvr>
                                      <p:tavLst>
                                        <p:tav tm="0">
                                          <p:val>
                                            <p:strVal val="#ppt_y"/>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 presetClass="entr" presetSubtype="4" fill="hold" grpId="0" nodeType="clickEffect">
                                  <p:stCondLst>
                                    <p:cond delay="0"/>
                                  </p:stCondLst>
                                  <p:childTnLst>
                                    <p:set>
                                      <p:cBhvr>
                                        <p:cTn id="177" dur="1" fill="hold">
                                          <p:stCondLst>
                                            <p:cond delay="0"/>
                                          </p:stCondLst>
                                        </p:cTn>
                                        <p:tgtEl>
                                          <p:spTgt spid="13853"/>
                                        </p:tgtEl>
                                        <p:attrNameLst>
                                          <p:attrName>style.visibility</p:attrName>
                                        </p:attrNameLst>
                                      </p:cBhvr>
                                      <p:to>
                                        <p:strVal val="visible"/>
                                      </p:to>
                                    </p:set>
                                    <p:anim calcmode="lin" valueType="num">
                                      <p:cBhvr additive="base">
                                        <p:cTn id="178" dur="500" fill="hold"/>
                                        <p:tgtEl>
                                          <p:spTgt spid="13853"/>
                                        </p:tgtEl>
                                        <p:attrNameLst>
                                          <p:attrName>ppt_x</p:attrName>
                                        </p:attrNameLst>
                                      </p:cBhvr>
                                      <p:tavLst>
                                        <p:tav tm="0">
                                          <p:val>
                                            <p:strVal val="#ppt_x"/>
                                          </p:val>
                                        </p:tav>
                                        <p:tav tm="100000">
                                          <p:val>
                                            <p:strVal val="#ppt_x"/>
                                          </p:val>
                                        </p:tav>
                                      </p:tavLst>
                                    </p:anim>
                                    <p:anim calcmode="lin" valueType="num">
                                      <p:cBhvr additive="base">
                                        <p:cTn id="179" dur="500" fill="hold"/>
                                        <p:tgtEl>
                                          <p:spTgt spid="13853"/>
                                        </p:tgtEl>
                                        <p:attrNameLst>
                                          <p:attrName>ppt_y</p:attrName>
                                        </p:attrNameLst>
                                      </p:cBhvr>
                                      <p:tavLst>
                                        <p:tav tm="0">
                                          <p:val>
                                            <p:strVal val="1+#ppt_h/2"/>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22" presetClass="exit" presetSubtype="1" fill="hold" grpId="2" nodeType="clickEffect">
                                  <p:stCondLst>
                                    <p:cond delay="0"/>
                                  </p:stCondLst>
                                  <p:childTnLst>
                                    <p:animEffect transition="out" filter="wipe(up)">
                                      <p:cBhvr>
                                        <p:cTn id="183" dur="1250"/>
                                        <p:tgtEl>
                                          <p:spTgt spid="13805"/>
                                        </p:tgtEl>
                                      </p:cBhvr>
                                    </p:animEffect>
                                    <p:set>
                                      <p:cBhvr>
                                        <p:cTn id="184" dur="1" fill="hold">
                                          <p:stCondLst>
                                            <p:cond delay="1249"/>
                                          </p:stCondLst>
                                        </p:cTn>
                                        <p:tgtEl>
                                          <p:spTgt spid="13805"/>
                                        </p:tgtEl>
                                        <p:attrNameLst>
                                          <p:attrName>style.visibility</p:attrName>
                                        </p:attrNameLst>
                                      </p:cBhvr>
                                      <p:to>
                                        <p:strVal val="hidden"/>
                                      </p:to>
                                    </p:set>
                                  </p:childTnLst>
                                </p:cTn>
                              </p:par>
                              <p:par>
                                <p:cTn id="185" presetID="22" presetClass="exit" presetSubtype="1" fill="hold" grpId="0" nodeType="withEffect">
                                  <p:stCondLst>
                                    <p:cond delay="0"/>
                                  </p:stCondLst>
                                  <p:childTnLst>
                                    <p:animEffect transition="out" filter="wipe(up)">
                                      <p:cBhvr>
                                        <p:cTn id="186" dur="1250"/>
                                        <p:tgtEl>
                                          <p:spTgt spid="6263"/>
                                        </p:tgtEl>
                                      </p:cBhvr>
                                    </p:animEffect>
                                    <p:set>
                                      <p:cBhvr>
                                        <p:cTn id="187" dur="1" fill="hold">
                                          <p:stCondLst>
                                            <p:cond delay="1249"/>
                                          </p:stCondLst>
                                        </p:cTn>
                                        <p:tgtEl>
                                          <p:spTgt spid="6263"/>
                                        </p:tgtEl>
                                        <p:attrNameLst>
                                          <p:attrName>style.visibility</p:attrName>
                                        </p:attrNameLst>
                                      </p:cBhvr>
                                      <p:to>
                                        <p:strVal val="hidden"/>
                                      </p:to>
                                    </p:set>
                                  </p:childTnLst>
                                </p:cTn>
                              </p:par>
                            </p:childTnLst>
                          </p:cTn>
                        </p:par>
                        <p:par>
                          <p:cTn id="188" fill="hold">
                            <p:stCondLst>
                              <p:cond delay="1250"/>
                            </p:stCondLst>
                            <p:childTnLst>
                              <p:par>
                                <p:cTn id="189" presetID="2" presetClass="entr" presetSubtype="4" fill="hold" nodeType="afterEffect">
                                  <p:stCondLst>
                                    <p:cond delay="0"/>
                                  </p:stCondLst>
                                  <p:childTnLst>
                                    <p:set>
                                      <p:cBhvr>
                                        <p:cTn id="190" dur="1" fill="hold">
                                          <p:stCondLst>
                                            <p:cond delay="0"/>
                                          </p:stCondLst>
                                        </p:cTn>
                                        <p:tgtEl>
                                          <p:spTgt spid="13856"/>
                                        </p:tgtEl>
                                        <p:attrNameLst>
                                          <p:attrName>style.visibility</p:attrName>
                                        </p:attrNameLst>
                                      </p:cBhvr>
                                      <p:to>
                                        <p:strVal val="visible"/>
                                      </p:to>
                                    </p:set>
                                    <p:anim calcmode="lin" valueType="num">
                                      <p:cBhvr additive="base">
                                        <p:cTn id="191" dur="500" fill="hold"/>
                                        <p:tgtEl>
                                          <p:spTgt spid="13856"/>
                                        </p:tgtEl>
                                        <p:attrNameLst>
                                          <p:attrName>ppt_x</p:attrName>
                                        </p:attrNameLst>
                                      </p:cBhvr>
                                      <p:tavLst>
                                        <p:tav tm="0">
                                          <p:val>
                                            <p:strVal val="#ppt_x"/>
                                          </p:val>
                                        </p:tav>
                                        <p:tav tm="100000">
                                          <p:val>
                                            <p:strVal val="#ppt_x"/>
                                          </p:val>
                                        </p:tav>
                                      </p:tavLst>
                                    </p:anim>
                                    <p:anim calcmode="lin" valueType="num">
                                      <p:cBhvr additive="base">
                                        <p:cTn id="192" dur="500" fill="hold"/>
                                        <p:tgtEl>
                                          <p:spTgt spid="13856"/>
                                        </p:tgtEl>
                                        <p:attrNameLst>
                                          <p:attrName>ppt_y</p:attrName>
                                        </p:attrNameLst>
                                      </p:cBhvr>
                                      <p:tavLst>
                                        <p:tav tm="0">
                                          <p:val>
                                            <p:strVal val="1+#ppt_h/2"/>
                                          </p:val>
                                        </p:tav>
                                        <p:tav tm="100000">
                                          <p:val>
                                            <p:strVal val="#ppt_y"/>
                                          </p:val>
                                        </p:tav>
                                      </p:tavLst>
                                    </p:anim>
                                  </p:childTnLst>
                                </p:cTn>
                              </p:par>
                            </p:childTnLst>
                          </p:cTn>
                        </p:par>
                        <p:par>
                          <p:cTn id="193" fill="hold">
                            <p:stCondLst>
                              <p:cond delay="1750"/>
                            </p:stCondLst>
                            <p:childTnLst>
                              <p:par>
                                <p:cTn id="194" presetID="3" presetClass="entr" presetSubtype="10" fill="hold" nodeType="afterEffect">
                                  <p:stCondLst>
                                    <p:cond delay="0"/>
                                  </p:stCondLst>
                                  <p:childTnLst>
                                    <p:set>
                                      <p:cBhvr>
                                        <p:cTn id="195" dur="1" fill="hold">
                                          <p:stCondLst>
                                            <p:cond delay="0"/>
                                          </p:stCondLst>
                                        </p:cTn>
                                        <p:tgtEl>
                                          <p:spTgt spid="12048"/>
                                        </p:tgtEl>
                                        <p:attrNameLst>
                                          <p:attrName>style.visibility</p:attrName>
                                        </p:attrNameLst>
                                      </p:cBhvr>
                                      <p:to>
                                        <p:strVal val="visible"/>
                                      </p:to>
                                    </p:set>
                                    <p:animEffect transition="in" filter="blinds(horizontal)">
                                      <p:cBhvr>
                                        <p:cTn id="196" dur="500"/>
                                        <p:tgtEl>
                                          <p:spTgt spid="12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262" grpId="0" animBg="1"/>
      <p:bldP spid="6263" grpId="0"/>
      <p:bldP spid="13805" grpId="0"/>
      <p:bldP spid="13805" grpId="1"/>
      <p:bldP spid="13805" grpId="2"/>
      <p:bldP spid="13806" grpId="0" animBg="1"/>
      <p:bldP spid="13806" grpId="1" animBg="1"/>
      <p:bldP spid="13853" grpId="0"/>
      <p:bldP spid="13853" grpId="1"/>
      <p:bldP spid="1388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 name="组合 511">
            <a:extLst>
              <a:ext uri="{FF2B5EF4-FFF2-40B4-BE49-F238E27FC236}">
                <a16:creationId xmlns:a16="http://schemas.microsoft.com/office/drawing/2014/main" id="{6971DF20-4D24-DEE1-488F-F24F4AFA2EE1}"/>
              </a:ext>
            </a:extLst>
          </p:cNvPr>
          <p:cNvGrpSpPr/>
          <p:nvPr/>
        </p:nvGrpSpPr>
        <p:grpSpPr>
          <a:xfrm>
            <a:off x="5598094" y="1811203"/>
            <a:ext cx="3901591" cy="4488947"/>
            <a:chOff x="5598094" y="1811203"/>
            <a:chExt cx="3901591" cy="4488947"/>
          </a:xfrm>
        </p:grpSpPr>
        <p:grpSp>
          <p:nvGrpSpPr>
            <p:cNvPr id="74" name="组合 73">
              <a:extLst>
                <a:ext uri="{FF2B5EF4-FFF2-40B4-BE49-F238E27FC236}">
                  <a16:creationId xmlns:a16="http://schemas.microsoft.com/office/drawing/2014/main" id="{53E04A20-2561-1523-CAE2-C57C0BE5E3E1}"/>
                </a:ext>
              </a:extLst>
            </p:cNvPr>
            <p:cNvGrpSpPr/>
            <p:nvPr/>
          </p:nvGrpSpPr>
          <p:grpSpPr>
            <a:xfrm rot="16200000">
              <a:off x="6167927" y="4516076"/>
              <a:ext cx="1833764" cy="1734383"/>
              <a:chOff x="1146142" y="1479799"/>
              <a:chExt cx="3012206" cy="2793154"/>
            </a:xfrm>
          </p:grpSpPr>
          <p:sp>
            <p:nvSpPr>
              <p:cNvPr id="75" name="流程图: 接点 74">
                <a:extLst>
                  <a:ext uri="{FF2B5EF4-FFF2-40B4-BE49-F238E27FC236}">
                    <a16:creationId xmlns:a16="http://schemas.microsoft.com/office/drawing/2014/main" id="{F2DCD1FF-90B7-5A5B-7E3E-F18F5589973D}"/>
                  </a:ext>
                </a:extLst>
              </p:cNvPr>
              <p:cNvSpPr/>
              <p:nvPr/>
            </p:nvSpPr>
            <p:spPr>
              <a:xfrm>
                <a:off x="3394255" y="3644797"/>
                <a:ext cx="212140" cy="219456"/>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6" name="组合 75">
                <a:extLst>
                  <a:ext uri="{FF2B5EF4-FFF2-40B4-BE49-F238E27FC236}">
                    <a16:creationId xmlns:a16="http://schemas.microsoft.com/office/drawing/2014/main" id="{B2A16CAB-8116-7B1E-68B7-21336E06EC83}"/>
                  </a:ext>
                </a:extLst>
              </p:cNvPr>
              <p:cNvGrpSpPr/>
              <p:nvPr/>
            </p:nvGrpSpPr>
            <p:grpSpPr>
              <a:xfrm>
                <a:off x="1417322" y="2166176"/>
                <a:ext cx="2114093" cy="2106777"/>
                <a:chOff x="1572767" y="2549347"/>
                <a:chExt cx="2114093" cy="2106777"/>
              </a:xfrm>
            </p:grpSpPr>
            <p:grpSp>
              <p:nvGrpSpPr>
                <p:cNvPr id="83" name="组合 82">
                  <a:extLst>
                    <a:ext uri="{FF2B5EF4-FFF2-40B4-BE49-F238E27FC236}">
                      <a16:creationId xmlns:a16="http://schemas.microsoft.com/office/drawing/2014/main" id="{BA22ED03-846B-94D2-6602-943F2D276FD5}"/>
                    </a:ext>
                  </a:extLst>
                </p:cNvPr>
                <p:cNvGrpSpPr/>
                <p:nvPr/>
              </p:nvGrpSpPr>
              <p:grpSpPr>
                <a:xfrm>
                  <a:off x="1572767" y="2549347"/>
                  <a:ext cx="2114093" cy="2106777"/>
                  <a:chOff x="1572767" y="2549347"/>
                  <a:chExt cx="2114093" cy="2106777"/>
                </a:xfrm>
              </p:grpSpPr>
              <p:sp>
                <p:nvSpPr>
                  <p:cNvPr id="87" name="流程图: 接点 86">
                    <a:extLst>
                      <a:ext uri="{FF2B5EF4-FFF2-40B4-BE49-F238E27FC236}">
                        <a16:creationId xmlns:a16="http://schemas.microsoft.com/office/drawing/2014/main" id="{D0304462-3FAA-F5F4-3E39-7BDA3854D0F1}"/>
                      </a:ext>
                    </a:extLst>
                  </p:cNvPr>
                  <p:cNvSpPr/>
                  <p:nvPr/>
                </p:nvSpPr>
                <p:spPr>
                  <a:xfrm>
                    <a:off x="1572767" y="2549347"/>
                    <a:ext cx="2114093" cy="2106777"/>
                  </a:xfrm>
                  <a:prstGeom prst="flowChartConnector">
                    <a:avLst/>
                  </a:prstGeom>
                  <a:solidFill>
                    <a:schemeClr val="tx1">
                      <a:lumMod val="65000"/>
                      <a:lumOff val="35000"/>
                      <a:alpha val="81000"/>
                    </a:schemeClr>
                  </a:solidFill>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流程图: 接点 87">
                    <a:extLst>
                      <a:ext uri="{FF2B5EF4-FFF2-40B4-BE49-F238E27FC236}">
                        <a16:creationId xmlns:a16="http://schemas.microsoft.com/office/drawing/2014/main" id="{17936D30-B161-C2FE-5BD9-B6F45CA9EA5E}"/>
                      </a:ext>
                    </a:extLst>
                  </p:cNvPr>
                  <p:cNvSpPr/>
                  <p:nvPr/>
                </p:nvSpPr>
                <p:spPr>
                  <a:xfrm>
                    <a:off x="2311602" y="3262579"/>
                    <a:ext cx="636423" cy="636422"/>
                  </a:xfrm>
                  <a:prstGeom prst="flowChartConnector">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流程图: 接点 88">
                    <a:extLst>
                      <a:ext uri="{FF2B5EF4-FFF2-40B4-BE49-F238E27FC236}">
                        <a16:creationId xmlns:a16="http://schemas.microsoft.com/office/drawing/2014/main" id="{934187A4-6377-311E-AA7F-A6AEBE39772C}"/>
                      </a:ext>
                    </a:extLst>
                  </p:cNvPr>
                  <p:cNvSpPr/>
                  <p:nvPr/>
                </p:nvSpPr>
                <p:spPr>
                  <a:xfrm>
                    <a:off x="2070202" y="3013862"/>
                    <a:ext cx="1111910" cy="115580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流程图: 接点 89">
                    <a:extLst>
                      <a:ext uri="{FF2B5EF4-FFF2-40B4-BE49-F238E27FC236}">
                        <a16:creationId xmlns:a16="http://schemas.microsoft.com/office/drawing/2014/main" id="{7691AD47-26DD-737C-2D5A-0D2FB531C3FA}"/>
                      </a:ext>
                    </a:extLst>
                  </p:cNvPr>
                  <p:cNvSpPr/>
                  <p:nvPr/>
                </p:nvSpPr>
                <p:spPr>
                  <a:xfrm>
                    <a:off x="1755648" y="2757830"/>
                    <a:ext cx="1719072" cy="168981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4" name="直接连接符 83">
                  <a:extLst>
                    <a:ext uri="{FF2B5EF4-FFF2-40B4-BE49-F238E27FC236}">
                      <a16:creationId xmlns:a16="http://schemas.microsoft.com/office/drawing/2014/main" id="{98D36C8F-E9A8-1A23-23CD-8A2A90D2861C}"/>
                    </a:ext>
                  </a:extLst>
                </p:cNvPr>
                <p:cNvCxnSpPr>
                  <a:stCxn id="87" idx="0"/>
                  <a:endCxn id="88" idx="0"/>
                </p:cNvCxnSpPr>
                <p:nvPr/>
              </p:nvCxnSpPr>
              <p:spPr>
                <a:xfrm>
                  <a:off x="2629814" y="2549347"/>
                  <a:ext cx="0" cy="7132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6616535D-50AC-0958-D26E-CC0BF42DBCDE}"/>
                    </a:ext>
                  </a:extLst>
                </p:cNvPr>
                <p:cNvCxnSpPr>
                  <a:cxnSpLocks/>
                </p:cNvCxnSpPr>
                <p:nvPr/>
              </p:nvCxnSpPr>
              <p:spPr>
                <a:xfrm flipH="1">
                  <a:off x="1653235" y="3701491"/>
                  <a:ext cx="709575" cy="468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DC6D3A3-EA15-7DEC-C216-AFF349768136}"/>
                    </a:ext>
                  </a:extLst>
                </p:cNvPr>
                <p:cNvCxnSpPr/>
                <p:nvPr/>
              </p:nvCxnSpPr>
              <p:spPr>
                <a:xfrm>
                  <a:off x="2948025" y="3701491"/>
                  <a:ext cx="614477" cy="3657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77" name="流程图: 接点 76">
                <a:extLst>
                  <a:ext uri="{FF2B5EF4-FFF2-40B4-BE49-F238E27FC236}">
                    <a16:creationId xmlns:a16="http://schemas.microsoft.com/office/drawing/2014/main" id="{51CB1D50-BA37-C03A-21A2-5A7A71E8B39A}"/>
                  </a:ext>
                </a:extLst>
              </p:cNvPr>
              <p:cNvSpPr/>
              <p:nvPr/>
            </p:nvSpPr>
            <p:spPr>
              <a:xfrm>
                <a:off x="1342342" y="3679545"/>
                <a:ext cx="212140" cy="219456"/>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流程图: 接点 77">
                <a:extLst>
                  <a:ext uri="{FF2B5EF4-FFF2-40B4-BE49-F238E27FC236}">
                    <a16:creationId xmlns:a16="http://schemas.microsoft.com/office/drawing/2014/main" id="{AE21ECB8-29F1-C52F-EA71-8666A935623D}"/>
                  </a:ext>
                </a:extLst>
              </p:cNvPr>
              <p:cNvSpPr/>
              <p:nvPr/>
            </p:nvSpPr>
            <p:spPr>
              <a:xfrm>
                <a:off x="2359155" y="1946720"/>
                <a:ext cx="212140" cy="219456"/>
              </a:xfrm>
              <a:prstGeom prst="flowChartConnector">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a:extLst>
                  <a:ext uri="{FF2B5EF4-FFF2-40B4-BE49-F238E27FC236}">
                    <a16:creationId xmlns:a16="http://schemas.microsoft.com/office/drawing/2014/main" id="{D62F2130-21CB-C7D3-F375-E716C6813AC3}"/>
                  </a:ext>
                </a:extLst>
              </p:cNvPr>
              <p:cNvSpPr/>
              <p:nvPr/>
            </p:nvSpPr>
            <p:spPr>
              <a:xfrm rot="16200000">
                <a:off x="2344414" y="2561099"/>
                <a:ext cx="297634" cy="1316930"/>
              </a:xfrm>
              <a:prstGeom prst="rect">
                <a:avLst/>
              </a:prstGeom>
              <a:solidFill>
                <a:schemeClr val="tx1">
                  <a:lumMod val="75000"/>
                  <a:lumOff val="2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文本框 79">
                <a:extLst>
                  <a:ext uri="{FF2B5EF4-FFF2-40B4-BE49-F238E27FC236}">
                    <a16:creationId xmlns:a16="http://schemas.microsoft.com/office/drawing/2014/main" id="{5B6F4FEE-5FB2-210C-D6B3-E42274C5132F}"/>
                  </a:ext>
                </a:extLst>
              </p:cNvPr>
              <p:cNvSpPr txBox="1"/>
              <p:nvPr/>
            </p:nvSpPr>
            <p:spPr>
              <a:xfrm rot="5400000">
                <a:off x="1134360" y="3721580"/>
                <a:ext cx="415972" cy="392408"/>
              </a:xfrm>
              <a:prstGeom prst="rect">
                <a:avLst/>
              </a:prstGeom>
              <a:noFill/>
            </p:spPr>
            <p:txBody>
              <a:bodyPr wrap="square" rtlCol="0">
                <a:spAutoFit/>
              </a:bodyPr>
              <a:lstStyle/>
              <a:p>
                <a:r>
                  <a:rPr lang="en-US" altLang="zh-CN" dirty="0"/>
                  <a:t>a</a:t>
                </a:r>
              </a:p>
            </p:txBody>
          </p:sp>
          <p:sp>
            <p:nvSpPr>
              <p:cNvPr id="81" name="文本框 80">
                <a:extLst>
                  <a:ext uri="{FF2B5EF4-FFF2-40B4-BE49-F238E27FC236}">
                    <a16:creationId xmlns:a16="http://schemas.microsoft.com/office/drawing/2014/main" id="{148D8627-3BDE-2A88-B415-B2AB8882AAB1}"/>
                  </a:ext>
                </a:extLst>
              </p:cNvPr>
              <p:cNvSpPr txBox="1"/>
              <p:nvPr/>
            </p:nvSpPr>
            <p:spPr>
              <a:xfrm rot="5400000">
                <a:off x="3782846" y="3640224"/>
                <a:ext cx="358595" cy="392408"/>
              </a:xfrm>
              <a:prstGeom prst="rect">
                <a:avLst/>
              </a:prstGeom>
              <a:noFill/>
            </p:spPr>
            <p:txBody>
              <a:bodyPr wrap="square" rtlCol="0">
                <a:spAutoFit/>
              </a:bodyPr>
              <a:lstStyle/>
              <a:p>
                <a:r>
                  <a:rPr lang="en-US" altLang="zh-CN" dirty="0"/>
                  <a:t>b</a:t>
                </a:r>
                <a:endParaRPr lang="zh-CN" altLang="en-US" dirty="0"/>
              </a:p>
            </p:txBody>
          </p:sp>
          <p:sp>
            <p:nvSpPr>
              <p:cNvPr id="82" name="文本框 81">
                <a:extLst>
                  <a:ext uri="{FF2B5EF4-FFF2-40B4-BE49-F238E27FC236}">
                    <a16:creationId xmlns:a16="http://schemas.microsoft.com/office/drawing/2014/main" id="{253E1A5F-F40E-3257-0C44-09EBF6A72555}"/>
                  </a:ext>
                </a:extLst>
              </p:cNvPr>
              <p:cNvSpPr txBox="1"/>
              <p:nvPr/>
            </p:nvSpPr>
            <p:spPr>
              <a:xfrm rot="5400000">
                <a:off x="2426267" y="1483510"/>
                <a:ext cx="399830" cy="392408"/>
              </a:xfrm>
              <a:prstGeom prst="rect">
                <a:avLst/>
              </a:prstGeom>
              <a:noFill/>
            </p:spPr>
            <p:txBody>
              <a:bodyPr wrap="square" rtlCol="0">
                <a:spAutoFit/>
              </a:bodyPr>
              <a:lstStyle/>
              <a:p>
                <a:r>
                  <a:rPr lang="en-US" altLang="zh-CN" dirty="0"/>
                  <a:t>c</a:t>
                </a:r>
                <a:endParaRPr lang="zh-CN" altLang="en-US" dirty="0"/>
              </a:p>
            </p:txBody>
          </p:sp>
        </p:grpSp>
        <p:sp>
          <p:nvSpPr>
            <p:cNvPr id="6" name="圆柱形 5">
              <a:extLst>
                <a:ext uri="{FF2B5EF4-FFF2-40B4-BE49-F238E27FC236}">
                  <a16:creationId xmlns:a16="http://schemas.microsoft.com/office/drawing/2014/main" id="{10A45283-1D00-83BC-10AA-9445267FBA73}"/>
                </a:ext>
              </a:extLst>
            </p:cNvPr>
            <p:cNvSpPr/>
            <p:nvPr/>
          </p:nvSpPr>
          <p:spPr>
            <a:xfrm rot="16200000">
              <a:off x="8431920" y="1477153"/>
              <a:ext cx="375934" cy="1759596"/>
            </a:xfrm>
            <a:prstGeom prst="can">
              <a:avLst/>
            </a:prstGeom>
            <a:solidFill>
              <a:schemeClr val="tx1">
                <a:lumMod val="65000"/>
                <a:lumOff val="35000"/>
              </a:schemeClr>
            </a:solidFill>
            <a:ln>
              <a:noFill/>
            </a:ln>
            <a:scene3d>
              <a:camera prst="orthographicFront"/>
              <a:lightRig rig="threePt" dir="t">
                <a:rot lat="0" lon="0" rev="0"/>
              </a:lightRig>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8FB2E976-33AD-5D5B-3C93-F868148FC472}"/>
                </a:ext>
              </a:extLst>
            </p:cNvPr>
            <p:cNvGrpSpPr/>
            <p:nvPr/>
          </p:nvGrpSpPr>
          <p:grpSpPr>
            <a:xfrm>
              <a:off x="5598094" y="1811203"/>
              <a:ext cx="1973841" cy="3032554"/>
              <a:chOff x="5339586" y="1599795"/>
              <a:chExt cx="1973841" cy="3032554"/>
            </a:xfrm>
          </p:grpSpPr>
          <p:grpSp>
            <p:nvGrpSpPr>
              <p:cNvPr id="10" name="组合 9">
                <a:extLst>
                  <a:ext uri="{FF2B5EF4-FFF2-40B4-BE49-F238E27FC236}">
                    <a16:creationId xmlns:a16="http://schemas.microsoft.com/office/drawing/2014/main" id="{86C50563-D0C7-EB1B-7287-23830D92D2C8}"/>
                  </a:ext>
                </a:extLst>
              </p:cNvPr>
              <p:cNvGrpSpPr/>
              <p:nvPr/>
            </p:nvGrpSpPr>
            <p:grpSpPr>
              <a:xfrm>
                <a:off x="5349450" y="3135639"/>
                <a:ext cx="419388" cy="377446"/>
                <a:chOff x="572796" y="3376774"/>
                <a:chExt cx="419388" cy="377446"/>
              </a:xfrm>
            </p:grpSpPr>
            <p:grpSp>
              <p:nvGrpSpPr>
                <p:cNvPr id="106" name="组合 105">
                  <a:extLst>
                    <a:ext uri="{FF2B5EF4-FFF2-40B4-BE49-F238E27FC236}">
                      <a16:creationId xmlns:a16="http://schemas.microsoft.com/office/drawing/2014/main" id="{58035398-267B-E600-9131-D9024DD6C904}"/>
                    </a:ext>
                  </a:extLst>
                </p:cNvPr>
                <p:cNvGrpSpPr/>
                <p:nvPr/>
              </p:nvGrpSpPr>
              <p:grpSpPr>
                <a:xfrm>
                  <a:off x="572796" y="3376774"/>
                  <a:ext cx="419388" cy="377446"/>
                  <a:chOff x="3493877" y="4575043"/>
                  <a:chExt cx="619038" cy="543369"/>
                </a:xfrm>
              </p:grpSpPr>
              <p:sp>
                <p:nvSpPr>
                  <p:cNvPr id="124" name="流程图: 接点 571">
                    <a:extLst>
                      <a:ext uri="{FF2B5EF4-FFF2-40B4-BE49-F238E27FC236}">
                        <a16:creationId xmlns:a16="http://schemas.microsoft.com/office/drawing/2014/main" id="{88338FED-E05D-3A3A-8CE1-2F2B72F22DAD}"/>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流程图: 接点 572">
                    <a:extLst>
                      <a:ext uri="{FF2B5EF4-FFF2-40B4-BE49-F238E27FC236}">
                        <a16:creationId xmlns:a16="http://schemas.microsoft.com/office/drawing/2014/main" id="{76DF5A3E-A638-3E18-C06B-B6B55DC1CE00}"/>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07" name="直线连接符 106">
                  <a:extLst>
                    <a:ext uri="{FF2B5EF4-FFF2-40B4-BE49-F238E27FC236}">
                      <a16:creationId xmlns:a16="http://schemas.microsoft.com/office/drawing/2014/main" id="{EC711B77-C3CC-B46E-7348-85DBAC914CD6}"/>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 name="直线连接符 107">
                  <a:extLst>
                    <a:ext uri="{FF2B5EF4-FFF2-40B4-BE49-F238E27FC236}">
                      <a16:creationId xmlns:a16="http://schemas.microsoft.com/office/drawing/2014/main" id="{27EF2FFB-6D9C-6678-BBAE-37D072A0AB94}"/>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直线连接符 108">
                  <a:extLst>
                    <a:ext uri="{FF2B5EF4-FFF2-40B4-BE49-F238E27FC236}">
                      <a16:creationId xmlns:a16="http://schemas.microsoft.com/office/drawing/2014/main" id="{9CEA84F9-809E-06AC-F4BC-270350A79D0D}"/>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直线连接符 109">
                  <a:extLst>
                    <a:ext uri="{FF2B5EF4-FFF2-40B4-BE49-F238E27FC236}">
                      <a16:creationId xmlns:a16="http://schemas.microsoft.com/office/drawing/2014/main" id="{A268CA2A-AF84-41EF-FC3A-65468464C229}"/>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 name="直线连接符 110">
                  <a:extLst>
                    <a:ext uri="{FF2B5EF4-FFF2-40B4-BE49-F238E27FC236}">
                      <a16:creationId xmlns:a16="http://schemas.microsoft.com/office/drawing/2014/main" id="{674BCE2B-5AEF-161F-AC5D-AAF0848D56B0}"/>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直线连接符 111">
                  <a:extLst>
                    <a:ext uri="{FF2B5EF4-FFF2-40B4-BE49-F238E27FC236}">
                      <a16:creationId xmlns:a16="http://schemas.microsoft.com/office/drawing/2014/main" id="{51EF986A-8800-74ED-433A-23CF7BD3C41B}"/>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直线连接符 112">
                  <a:extLst>
                    <a:ext uri="{FF2B5EF4-FFF2-40B4-BE49-F238E27FC236}">
                      <a16:creationId xmlns:a16="http://schemas.microsoft.com/office/drawing/2014/main" id="{DC317085-5CE6-0ECB-F2FC-8FAE86E29661}"/>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直线连接符 113">
                  <a:extLst>
                    <a:ext uri="{FF2B5EF4-FFF2-40B4-BE49-F238E27FC236}">
                      <a16:creationId xmlns:a16="http://schemas.microsoft.com/office/drawing/2014/main" id="{229300DA-36A3-C7ED-6A84-DCAD5B1CC6FE}"/>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直线连接符 114">
                  <a:extLst>
                    <a:ext uri="{FF2B5EF4-FFF2-40B4-BE49-F238E27FC236}">
                      <a16:creationId xmlns:a16="http://schemas.microsoft.com/office/drawing/2014/main" id="{11EA8DB5-E466-8E69-A2FA-F6371D2BAA90}"/>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 name="直线连接符 115">
                  <a:extLst>
                    <a:ext uri="{FF2B5EF4-FFF2-40B4-BE49-F238E27FC236}">
                      <a16:creationId xmlns:a16="http://schemas.microsoft.com/office/drawing/2014/main" id="{8817D178-6B59-2C39-E571-68F060B3DF7B}"/>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 name="直线连接符 116">
                  <a:extLst>
                    <a:ext uri="{FF2B5EF4-FFF2-40B4-BE49-F238E27FC236}">
                      <a16:creationId xmlns:a16="http://schemas.microsoft.com/office/drawing/2014/main" id="{240EAE93-913C-B4C1-A6BC-B46BDB1C1C0E}"/>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 name="直线连接符 117">
                  <a:extLst>
                    <a:ext uri="{FF2B5EF4-FFF2-40B4-BE49-F238E27FC236}">
                      <a16:creationId xmlns:a16="http://schemas.microsoft.com/office/drawing/2014/main" id="{4B2D1063-6080-3857-623D-2A388C945DC9}"/>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 name="直线连接符 118">
                  <a:extLst>
                    <a:ext uri="{FF2B5EF4-FFF2-40B4-BE49-F238E27FC236}">
                      <a16:creationId xmlns:a16="http://schemas.microsoft.com/office/drawing/2014/main" id="{B845A4BE-994C-401A-15F6-B5620C231102}"/>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 name="直线连接符 119">
                  <a:extLst>
                    <a:ext uri="{FF2B5EF4-FFF2-40B4-BE49-F238E27FC236}">
                      <a16:creationId xmlns:a16="http://schemas.microsoft.com/office/drawing/2014/main" id="{31B2F6B0-96B0-1AC2-EF8C-9B99822A5CE1}"/>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直线连接符 120">
                  <a:extLst>
                    <a:ext uri="{FF2B5EF4-FFF2-40B4-BE49-F238E27FC236}">
                      <a16:creationId xmlns:a16="http://schemas.microsoft.com/office/drawing/2014/main" id="{E32BBD4C-FB57-8CC0-2E8D-17F95299DF10}"/>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2" name="直线连接符 121">
                  <a:extLst>
                    <a:ext uri="{FF2B5EF4-FFF2-40B4-BE49-F238E27FC236}">
                      <a16:creationId xmlns:a16="http://schemas.microsoft.com/office/drawing/2014/main" id="{3AF891C2-BB06-5FC5-00DE-90CFDA4133D5}"/>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3" name="直线连接符 122">
                  <a:extLst>
                    <a:ext uri="{FF2B5EF4-FFF2-40B4-BE49-F238E27FC236}">
                      <a16:creationId xmlns:a16="http://schemas.microsoft.com/office/drawing/2014/main" id="{DF6768C9-448B-D54A-11C5-3CD50145EFE8}"/>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8E720558-1D16-964D-5B37-0DEFD058628A}"/>
                  </a:ext>
                </a:extLst>
              </p:cNvPr>
              <p:cNvGrpSpPr/>
              <p:nvPr/>
            </p:nvGrpSpPr>
            <p:grpSpPr>
              <a:xfrm>
                <a:off x="6493402" y="3079890"/>
                <a:ext cx="419388" cy="377446"/>
                <a:chOff x="572796" y="3376774"/>
                <a:chExt cx="419388" cy="377446"/>
              </a:xfrm>
            </p:grpSpPr>
            <p:grpSp>
              <p:nvGrpSpPr>
                <p:cNvPr id="46" name="组合 45">
                  <a:extLst>
                    <a:ext uri="{FF2B5EF4-FFF2-40B4-BE49-F238E27FC236}">
                      <a16:creationId xmlns:a16="http://schemas.microsoft.com/office/drawing/2014/main" id="{8E7EC736-1467-D83F-2129-CEF6016B4CC1}"/>
                    </a:ext>
                  </a:extLst>
                </p:cNvPr>
                <p:cNvGrpSpPr/>
                <p:nvPr/>
              </p:nvGrpSpPr>
              <p:grpSpPr>
                <a:xfrm>
                  <a:off x="572796" y="3376774"/>
                  <a:ext cx="419388" cy="377446"/>
                  <a:chOff x="3493877" y="4575043"/>
                  <a:chExt cx="619038" cy="543369"/>
                </a:xfrm>
              </p:grpSpPr>
              <p:sp>
                <p:nvSpPr>
                  <p:cNvPr id="104" name="流程图: 接点 571">
                    <a:extLst>
                      <a:ext uri="{FF2B5EF4-FFF2-40B4-BE49-F238E27FC236}">
                        <a16:creationId xmlns:a16="http://schemas.microsoft.com/office/drawing/2014/main" id="{5B59D10B-D830-E90E-8605-2DB5EFC77234}"/>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流程图: 接点 572">
                    <a:extLst>
                      <a:ext uri="{FF2B5EF4-FFF2-40B4-BE49-F238E27FC236}">
                        <a16:creationId xmlns:a16="http://schemas.microsoft.com/office/drawing/2014/main" id="{2539ACCF-B9D5-9A9E-9522-EEB5938D64F4}"/>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7" name="直线连接符 46">
                  <a:extLst>
                    <a:ext uri="{FF2B5EF4-FFF2-40B4-BE49-F238E27FC236}">
                      <a16:creationId xmlns:a16="http://schemas.microsoft.com/office/drawing/2014/main" id="{DF6666D1-1AF0-552F-60CF-D8ABC302E652}"/>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符 47">
                  <a:extLst>
                    <a:ext uri="{FF2B5EF4-FFF2-40B4-BE49-F238E27FC236}">
                      <a16:creationId xmlns:a16="http://schemas.microsoft.com/office/drawing/2014/main" id="{4213377E-F597-6449-80F0-E45769BA06EA}"/>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符 48">
                  <a:extLst>
                    <a:ext uri="{FF2B5EF4-FFF2-40B4-BE49-F238E27FC236}">
                      <a16:creationId xmlns:a16="http://schemas.microsoft.com/office/drawing/2014/main" id="{E1A5CA4D-51E7-E5CE-8841-87FCC05DE421}"/>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符 50">
                  <a:extLst>
                    <a:ext uri="{FF2B5EF4-FFF2-40B4-BE49-F238E27FC236}">
                      <a16:creationId xmlns:a16="http://schemas.microsoft.com/office/drawing/2014/main" id="{33CADC50-37C0-8695-79D9-392276BBE9B5}"/>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符 51">
                  <a:extLst>
                    <a:ext uri="{FF2B5EF4-FFF2-40B4-BE49-F238E27FC236}">
                      <a16:creationId xmlns:a16="http://schemas.microsoft.com/office/drawing/2014/main" id="{F9CBC646-9552-2D99-D6B5-5F5FF32BF986}"/>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符 52">
                  <a:extLst>
                    <a:ext uri="{FF2B5EF4-FFF2-40B4-BE49-F238E27FC236}">
                      <a16:creationId xmlns:a16="http://schemas.microsoft.com/office/drawing/2014/main" id="{1F402E18-DE1E-DC25-BCD5-A88C37688617}"/>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E30D3D25-C8D6-08E4-3D98-360314FA58C8}"/>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直线连接符 93">
                  <a:extLst>
                    <a:ext uri="{FF2B5EF4-FFF2-40B4-BE49-F238E27FC236}">
                      <a16:creationId xmlns:a16="http://schemas.microsoft.com/office/drawing/2014/main" id="{A86DD139-F27F-CF1B-A1CD-C221E3E86F13}"/>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直线连接符 94">
                  <a:extLst>
                    <a:ext uri="{FF2B5EF4-FFF2-40B4-BE49-F238E27FC236}">
                      <a16:creationId xmlns:a16="http://schemas.microsoft.com/office/drawing/2014/main" id="{C19FF0C5-6039-9455-4FFB-A634265ADB67}"/>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直线连接符 95">
                  <a:extLst>
                    <a:ext uri="{FF2B5EF4-FFF2-40B4-BE49-F238E27FC236}">
                      <a16:creationId xmlns:a16="http://schemas.microsoft.com/office/drawing/2014/main" id="{DA022573-019E-E4A7-C4DE-677CB5FC06C2}"/>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线连接符 96">
                  <a:extLst>
                    <a:ext uri="{FF2B5EF4-FFF2-40B4-BE49-F238E27FC236}">
                      <a16:creationId xmlns:a16="http://schemas.microsoft.com/office/drawing/2014/main" id="{24E93381-0DE1-4433-F40A-3C4F0F721F61}"/>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直线连接符 97">
                  <a:extLst>
                    <a:ext uri="{FF2B5EF4-FFF2-40B4-BE49-F238E27FC236}">
                      <a16:creationId xmlns:a16="http://schemas.microsoft.com/office/drawing/2014/main" id="{3586C30D-60BA-B812-A594-469A58ABE509}"/>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线连接符 98">
                  <a:extLst>
                    <a:ext uri="{FF2B5EF4-FFF2-40B4-BE49-F238E27FC236}">
                      <a16:creationId xmlns:a16="http://schemas.microsoft.com/office/drawing/2014/main" id="{49E43ECB-E9F3-7B72-D442-04A5B50C58D5}"/>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直线连接符 99">
                  <a:extLst>
                    <a:ext uri="{FF2B5EF4-FFF2-40B4-BE49-F238E27FC236}">
                      <a16:creationId xmlns:a16="http://schemas.microsoft.com/office/drawing/2014/main" id="{7524E10D-6051-A445-BF46-22B3AD08C83A}"/>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直线连接符 100">
                  <a:extLst>
                    <a:ext uri="{FF2B5EF4-FFF2-40B4-BE49-F238E27FC236}">
                      <a16:creationId xmlns:a16="http://schemas.microsoft.com/office/drawing/2014/main" id="{E1EE32B2-65F2-FB43-EDBA-735C6BDD8848}"/>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2" name="直线连接符 101">
                  <a:extLst>
                    <a:ext uri="{FF2B5EF4-FFF2-40B4-BE49-F238E27FC236}">
                      <a16:creationId xmlns:a16="http://schemas.microsoft.com/office/drawing/2014/main" id="{CA7F93AF-19BB-E5A1-105C-86DA42597B82}"/>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3" name="直线连接符 102">
                  <a:extLst>
                    <a:ext uri="{FF2B5EF4-FFF2-40B4-BE49-F238E27FC236}">
                      <a16:creationId xmlns:a16="http://schemas.microsoft.com/office/drawing/2014/main" id="{401D2CBD-44BB-60F4-BAD7-2C82AB646C23}"/>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 name="流程图: 接点 554">
                <a:extLst>
                  <a:ext uri="{FF2B5EF4-FFF2-40B4-BE49-F238E27FC236}">
                    <a16:creationId xmlns:a16="http://schemas.microsoft.com/office/drawing/2014/main" id="{7477EF1C-CD96-A550-C488-9D7E6D286852}"/>
                  </a:ext>
                </a:extLst>
              </p:cNvPr>
              <p:cNvSpPr/>
              <p:nvPr/>
            </p:nvSpPr>
            <p:spPr>
              <a:xfrm>
                <a:off x="5874734" y="375710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a:extLst>
                  <a:ext uri="{FF2B5EF4-FFF2-40B4-BE49-F238E27FC236}">
                    <a16:creationId xmlns:a16="http://schemas.microsoft.com/office/drawing/2014/main" id="{9F6AD8D3-347F-D0CA-C58F-D5B42F8DBF2C}"/>
                  </a:ext>
                </a:extLst>
              </p:cNvPr>
              <p:cNvSpPr/>
              <p:nvPr/>
            </p:nvSpPr>
            <p:spPr>
              <a:xfrm>
                <a:off x="5703373" y="331035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流程图: 接点 556">
                <a:extLst>
                  <a:ext uri="{FF2B5EF4-FFF2-40B4-BE49-F238E27FC236}">
                    <a16:creationId xmlns:a16="http://schemas.microsoft.com/office/drawing/2014/main" id="{41644D70-DD65-2221-0752-82D5113443EA}"/>
                  </a:ext>
                </a:extLst>
              </p:cNvPr>
              <p:cNvSpPr/>
              <p:nvPr/>
            </p:nvSpPr>
            <p:spPr>
              <a:xfrm>
                <a:off x="5828361" y="293182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7583A8EE-246D-38E8-ED12-5BCD55AA22DA}"/>
                  </a:ext>
                </a:extLst>
              </p:cNvPr>
              <p:cNvGrpSpPr/>
              <p:nvPr/>
            </p:nvGrpSpPr>
            <p:grpSpPr>
              <a:xfrm>
                <a:off x="6491614" y="3272434"/>
                <a:ext cx="419388" cy="377446"/>
                <a:chOff x="572796" y="3376774"/>
                <a:chExt cx="419388" cy="377446"/>
              </a:xfrm>
            </p:grpSpPr>
            <p:grpSp>
              <p:nvGrpSpPr>
                <p:cNvPr id="26" name="组合 25">
                  <a:extLst>
                    <a:ext uri="{FF2B5EF4-FFF2-40B4-BE49-F238E27FC236}">
                      <a16:creationId xmlns:a16="http://schemas.microsoft.com/office/drawing/2014/main" id="{C590C1F7-FACD-0F19-6393-2F0A77B8FF5E}"/>
                    </a:ext>
                  </a:extLst>
                </p:cNvPr>
                <p:cNvGrpSpPr/>
                <p:nvPr/>
              </p:nvGrpSpPr>
              <p:grpSpPr>
                <a:xfrm>
                  <a:off x="572796" y="3376774"/>
                  <a:ext cx="419388" cy="377446"/>
                  <a:chOff x="3493877" y="4575043"/>
                  <a:chExt cx="619038" cy="543369"/>
                </a:xfrm>
              </p:grpSpPr>
              <p:sp>
                <p:nvSpPr>
                  <p:cNvPr id="44" name="流程图: 接点 571">
                    <a:extLst>
                      <a:ext uri="{FF2B5EF4-FFF2-40B4-BE49-F238E27FC236}">
                        <a16:creationId xmlns:a16="http://schemas.microsoft.com/office/drawing/2014/main" id="{2A3DF703-9B60-5DE3-6AD9-08C4998936EA}"/>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流程图: 接点 572">
                    <a:extLst>
                      <a:ext uri="{FF2B5EF4-FFF2-40B4-BE49-F238E27FC236}">
                        <a16:creationId xmlns:a16="http://schemas.microsoft.com/office/drawing/2014/main" id="{C8D80E53-5531-E3E7-4574-C953BDA5E4C8}"/>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7" name="直线连接符 26">
                  <a:extLst>
                    <a:ext uri="{FF2B5EF4-FFF2-40B4-BE49-F238E27FC236}">
                      <a16:creationId xmlns:a16="http://schemas.microsoft.com/office/drawing/2014/main" id="{DE1CF639-8A7B-E360-C20D-DA8922FBF0DA}"/>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59D494E4-25C7-1062-42BF-15C9C155B780}"/>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符 28">
                  <a:extLst>
                    <a:ext uri="{FF2B5EF4-FFF2-40B4-BE49-F238E27FC236}">
                      <a16:creationId xmlns:a16="http://schemas.microsoft.com/office/drawing/2014/main" id="{4E048646-F106-B0AB-08AD-C2E134950839}"/>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符 29">
                  <a:extLst>
                    <a:ext uri="{FF2B5EF4-FFF2-40B4-BE49-F238E27FC236}">
                      <a16:creationId xmlns:a16="http://schemas.microsoft.com/office/drawing/2014/main" id="{4E0FB483-5AEF-5D4A-0ABF-1D783CB80569}"/>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54804F3-99BC-31D4-E95E-9C8C45A4647D}"/>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19823D05-C6A7-F9D3-6D09-230D5D43CCFC}"/>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7291F8C0-653E-4251-1590-F1275005F4B0}"/>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E0014EE5-D027-20B8-8039-5EC5EFC66092}"/>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符 34">
                  <a:extLst>
                    <a:ext uri="{FF2B5EF4-FFF2-40B4-BE49-F238E27FC236}">
                      <a16:creationId xmlns:a16="http://schemas.microsoft.com/office/drawing/2014/main" id="{3E7ECA0E-481B-0732-5E8A-9DAC555854BC}"/>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符 35">
                  <a:extLst>
                    <a:ext uri="{FF2B5EF4-FFF2-40B4-BE49-F238E27FC236}">
                      <a16:creationId xmlns:a16="http://schemas.microsoft.com/office/drawing/2014/main" id="{34F40091-38C4-9572-9717-41AB7F0F3A5D}"/>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9EA13F39-23F2-BF22-0F5F-6820CA4BDFFE}"/>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43FDDF7E-ACD1-382E-9337-C3C08C2A3745}"/>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22AF89DE-4606-C9C7-9EE4-8A5BA8FB5CF4}"/>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D05D3A0D-EBFB-E35C-BD9C-15CA79927532}"/>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EDB2195D-1918-2149-9688-DD49675AB573}"/>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F48CE3C0-D3EE-3F21-93FA-FDFD32EF1FAD}"/>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178334DD-07B3-6D83-C53A-06D023391F1B}"/>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330EAF61-C700-7A59-B006-44C51518E888}"/>
                  </a:ext>
                </a:extLst>
              </p:cNvPr>
              <p:cNvGrpSpPr/>
              <p:nvPr/>
            </p:nvGrpSpPr>
            <p:grpSpPr>
              <a:xfrm>
                <a:off x="5339586" y="2095499"/>
                <a:ext cx="1973841" cy="1732229"/>
                <a:chOff x="7707547" y="3116283"/>
                <a:chExt cx="2913493" cy="2493706"/>
              </a:xfrm>
            </p:grpSpPr>
            <p:sp>
              <p:nvSpPr>
                <p:cNvPr id="22" name="流程图: 接点 567">
                  <a:extLst>
                    <a:ext uri="{FF2B5EF4-FFF2-40B4-BE49-F238E27FC236}">
                      <a16:creationId xmlns:a16="http://schemas.microsoft.com/office/drawing/2014/main" id="{7AFA8CDA-975B-9171-66FC-FAEB91CB017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流程图: 接点 568">
                  <a:extLst>
                    <a:ext uri="{FF2B5EF4-FFF2-40B4-BE49-F238E27FC236}">
                      <a16:creationId xmlns:a16="http://schemas.microsoft.com/office/drawing/2014/main" id="{751FB53C-55CF-7E4F-D652-55DE8F5B604B}"/>
                    </a:ext>
                  </a:extLst>
                </p:cNvPr>
                <p:cNvSpPr/>
                <p:nvPr/>
              </p:nvSpPr>
              <p:spPr>
                <a:xfrm>
                  <a:off x="7707547" y="3116283"/>
                  <a:ext cx="2910063" cy="2163435"/>
                </a:xfrm>
                <a:prstGeom prst="flowChartConnector">
                  <a:avLst/>
                </a:prstGeom>
                <a:solidFill>
                  <a:schemeClr val="tx1">
                    <a:lumMod val="50000"/>
                    <a:lumOff val="50000"/>
                  </a:schemeClr>
                </a:solidFill>
                <a:ln>
                  <a:noFill/>
                </a:ln>
                <a:scene3d>
                  <a:camera prst="orthographicFront">
                    <a:rot lat="6300000" lon="0" rev="1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a:extLst>
                    <a:ext uri="{FF2B5EF4-FFF2-40B4-BE49-F238E27FC236}">
                      <a16:creationId xmlns:a16="http://schemas.microsoft.com/office/drawing/2014/main" id="{82FD9166-093B-E151-C28C-C5FE8017B7DD}"/>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椭圆 24">
                  <a:extLst>
                    <a:ext uri="{FF2B5EF4-FFF2-40B4-BE49-F238E27FC236}">
                      <a16:creationId xmlns:a16="http://schemas.microsoft.com/office/drawing/2014/main" id="{5D49EA5F-50AD-2DA1-2B4E-0C9A8A1D2F97}"/>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7" name="组合 16">
                <a:extLst>
                  <a:ext uri="{FF2B5EF4-FFF2-40B4-BE49-F238E27FC236}">
                    <a16:creationId xmlns:a16="http://schemas.microsoft.com/office/drawing/2014/main" id="{06C55C37-909B-C2BB-90B0-49C733306109}"/>
                  </a:ext>
                </a:extLst>
              </p:cNvPr>
              <p:cNvGrpSpPr/>
              <p:nvPr/>
            </p:nvGrpSpPr>
            <p:grpSpPr>
              <a:xfrm>
                <a:off x="5957421" y="1599795"/>
                <a:ext cx="1057510" cy="1052192"/>
                <a:chOff x="4840084" y="1833518"/>
                <a:chExt cx="875811" cy="967664"/>
              </a:xfrm>
              <a:scene3d>
                <a:camera prst="orthographicFront">
                  <a:rot lat="600000" lon="16200000" rev="180000"/>
                </a:camera>
                <a:lightRig rig="threePt" dir="t"/>
              </a:scene3d>
            </p:grpSpPr>
            <p:grpSp>
              <p:nvGrpSpPr>
                <p:cNvPr id="18" name="组合 17">
                  <a:extLst>
                    <a:ext uri="{FF2B5EF4-FFF2-40B4-BE49-F238E27FC236}">
                      <a16:creationId xmlns:a16="http://schemas.microsoft.com/office/drawing/2014/main" id="{3E6AC4E6-0955-F483-8D02-FDEA666ACD50}"/>
                    </a:ext>
                  </a:extLst>
                </p:cNvPr>
                <p:cNvGrpSpPr/>
                <p:nvPr/>
              </p:nvGrpSpPr>
              <p:grpSpPr>
                <a:xfrm>
                  <a:off x="4840093" y="1833518"/>
                  <a:ext cx="875802" cy="951265"/>
                  <a:chOff x="6155085" y="1827932"/>
                  <a:chExt cx="1527264" cy="1731253"/>
                </a:xfrm>
                <a:solidFill>
                  <a:schemeClr val="tx1">
                    <a:lumMod val="65000"/>
                    <a:lumOff val="35000"/>
                  </a:schemeClr>
                </a:solidFill>
              </p:grpSpPr>
              <p:sp>
                <p:nvSpPr>
                  <p:cNvPr id="20" name="流程图: 延期 565">
                    <a:extLst>
                      <a:ext uri="{FF2B5EF4-FFF2-40B4-BE49-F238E27FC236}">
                        <a16:creationId xmlns:a16="http://schemas.microsoft.com/office/drawing/2014/main" id="{9857BFCC-BE5A-1ED3-C829-F6807570E3EB}"/>
                      </a:ext>
                    </a:extLst>
                  </p:cNvPr>
                  <p:cNvSpPr/>
                  <p:nvPr/>
                </p:nvSpPr>
                <p:spPr>
                  <a:xfrm rot="16200000">
                    <a:off x="6053090" y="1929927"/>
                    <a:ext cx="1731253" cy="1527264"/>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流程图: 接点 566">
                    <a:extLst>
                      <a:ext uri="{FF2B5EF4-FFF2-40B4-BE49-F238E27FC236}">
                        <a16:creationId xmlns:a16="http://schemas.microsoft.com/office/drawing/2014/main" id="{5EA02432-43E9-2722-C0E9-E61747B9430F}"/>
                      </a:ext>
                    </a:extLst>
                  </p:cNvPr>
                  <p:cNvSpPr/>
                  <p:nvPr/>
                </p:nvSpPr>
                <p:spPr>
                  <a:xfrm>
                    <a:off x="6357496" y="2023623"/>
                    <a:ext cx="1122470" cy="1059756"/>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a:extLst>
                    <a:ext uri="{FF2B5EF4-FFF2-40B4-BE49-F238E27FC236}">
                      <a16:creationId xmlns:a16="http://schemas.microsoft.com/office/drawing/2014/main" id="{32538781-8EC3-C549-8848-32D37DD89525}"/>
                    </a:ext>
                  </a:extLst>
                </p:cNvPr>
                <p:cNvSpPr/>
                <p:nvPr/>
              </p:nvSpPr>
              <p:spPr>
                <a:xfrm>
                  <a:off x="4840084" y="2539740"/>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cxnSp>
          <p:nvCxnSpPr>
            <p:cNvPr id="754" name="直线箭头连接符 753">
              <a:extLst>
                <a:ext uri="{FF2B5EF4-FFF2-40B4-BE49-F238E27FC236}">
                  <a16:creationId xmlns:a16="http://schemas.microsoft.com/office/drawing/2014/main" id="{D712D386-FB07-262E-E35C-6112E5689BAE}"/>
                </a:ext>
              </a:extLst>
            </p:cNvPr>
            <p:cNvCxnSpPr>
              <a:cxnSpLocks/>
            </p:cNvCxnSpPr>
            <p:nvPr/>
          </p:nvCxnSpPr>
          <p:spPr>
            <a:xfrm flipV="1">
              <a:off x="6806337" y="2236944"/>
              <a:ext cx="985940" cy="110238"/>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cxnSp>
          <p:nvCxnSpPr>
            <p:cNvPr id="7" name="直线箭头连接符 6">
              <a:extLst>
                <a:ext uri="{FF2B5EF4-FFF2-40B4-BE49-F238E27FC236}">
                  <a16:creationId xmlns:a16="http://schemas.microsoft.com/office/drawing/2014/main" id="{D48C56FF-812F-D276-478C-FF71BFEBE603}"/>
                </a:ext>
              </a:extLst>
            </p:cNvPr>
            <p:cNvCxnSpPr>
              <a:cxnSpLocks/>
            </p:cNvCxnSpPr>
            <p:nvPr/>
          </p:nvCxnSpPr>
          <p:spPr>
            <a:xfrm flipH="1">
              <a:off x="6742224" y="2356951"/>
              <a:ext cx="1052606" cy="0"/>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grpSp>
      <p:cxnSp>
        <p:nvCxnSpPr>
          <p:cNvPr id="520" name="直线连接符 519">
            <a:extLst>
              <a:ext uri="{FF2B5EF4-FFF2-40B4-BE49-F238E27FC236}">
                <a16:creationId xmlns:a16="http://schemas.microsoft.com/office/drawing/2014/main" id="{D79D6CE2-87EC-F7D4-AB0D-99FA4BCF5263}"/>
              </a:ext>
            </a:extLst>
          </p:cNvPr>
          <p:cNvCxnSpPr>
            <a:cxnSpLocks/>
          </p:cNvCxnSpPr>
          <p:nvPr/>
        </p:nvCxnSpPr>
        <p:spPr>
          <a:xfrm>
            <a:off x="6806337" y="2356951"/>
            <a:ext cx="3132983" cy="0"/>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24603" y="778401"/>
            <a:ext cx="3360420" cy="583565"/>
          </a:xfrm>
          <a:prstGeom prst="rect">
            <a:avLst/>
          </a:prstGeom>
        </p:spPr>
        <p:txBody>
          <a:bodyPr wrap="none">
            <a:spAutoFit/>
          </a:bodyPr>
          <a:lstStyle/>
          <a:p>
            <a:r>
              <a:rPr lang="en-US" altLang="zh-CN"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3.2 </a:t>
            </a:r>
            <a:r>
              <a:rPr lang="zh-CN" altLang="en-US"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分光计的调整</a:t>
            </a:r>
          </a:p>
        </p:txBody>
      </p:sp>
      <p:sp>
        <p:nvSpPr>
          <p:cNvPr id="57" name="TextBox 56"/>
          <p:cNvSpPr txBox="1"/>
          <p:nvPr/>
        </p:nvSpPr>
        <p:spPr>
          <a:xfrm>
            <a:off x="1713842" y="6318566"/>
            <a:ext cx="8378448" cy="460375"/>
          </a:xfrm>
          <a:prstGeom prst="rect">
            <a:avLst/>
          </a:prstGeom>
          <a:noFill/>
          <a:ln w="25400">
            <a:noFill/>
          </a:ln>
        </p:spPr>
        <p:txBody>
          <a:bodyPr wrap="square" rtlCol="0">
            <a:spAutoFit/>
          </a:bodyPr>
          <a:lstStyle/>
          <a:p>
            <a:pPr marL="514350" indent="-514350"/>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注意：此时只调节载物台的</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螺钉，使绿十字位于</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上刻线。</a:t>
            </a:r>
          </a:p>
        </p:txBody>
      </p:sp>
      <p:grpSp>
        <p:nvGrpSpPr>
          <p:cNvPr id="93" name="组合 92">
            <a:extLst>
              <a:ext uri="{FF2B5EF4-FFF2-40B4-BE49-F238E27FC236}">
                <a16:creationId xmlns:a16="http://schemas.microsoft.com/office/drawing/2014/main" id="{688D1134-80D8-0145-5F4B-C65613757906}"/>
              </a:ext>
            </a:extLst>
          </p:cNvPr>
          <p:cNvGrpSpPr/>
          <p:nvPr/>
        </p:nvGrpSpPr>
        <p:grpSpPr>
          <a:xfrm>
            <a:off x="3465652" y="3328358"/>
            <a:ext cx="1605280" cy="2060881"/>
            <a:chOff x="3758700" y="3462170"/>
            <a:chExt cx="1605280" cy="2060881"/>
          </a:xfrm>
        </p:grpSpPr>
        <p:sp>
          <p:nvSpPr>
            <p:cNvPr id="50" name="矩形 49"/>
            <p:cNvSpPr/>
            <p:nvPr/>
          </p:nvSpPr>
          <p:spPr>
            <a:xfrm>
              <a:off x="3758700" y="4226215"/>
              <a:ext cx="1605280" cy="521970"/>
            </a:xfrm>
            <a:prstGeom prst="rect">
              <a:avLst/>
            </a:prstGeom>
          </p:spPr>
          <p:txBody>
            <a:bodyPr wrap="none">
              <a:spAutoFit/>
            </a:bodyPr>
            <a:lstStyle/>
            <a:p>
              <a:pPr algn="l">
                <a:buClrTx/>
                <a:buSzTx/>
                <a:buFontTx/>
              </a:pPr>
              <a:r>
                <a:rPr lang="zh-CN" altLang="en-US" sz="2800" b="1" dirty="0">
                  <a:solidFill>
                    <a:srgbClr val="FF0000"/>
                  </a:solidFill>
                  <a:latin typeface="微软雅黑" panose="020B0503020204020204" pitchFamily="34" charset="-122"/>
                  <a:ea typeface="微软雅黑" panose="020B0503020204020204" pitchFamily="34" charset="-122"/>
                  <a:sym typeface="+mn-ea"/>
                </a:rPr>
                <a:t>正交方向</a:t>
              </a:r>
            </a:p>
          </p:txBody>
        </p:sp>
        <p:sp>
          <p:nvSpPr>
            <p:cNvPr id="91" name="箭头: 左右 90">
              <a:extLst>
                <a:ext uri="{FF2B5EF4-FFF2-40B4-BE49-F238E27FC236}">
                  <a16:creationId xmlns:a16="http://schemas.microsoft.com/office/drawing/2014/main" id="{82EED481-2426-12D3-B643-01FC530C8D16}"/>
                </a:ext>
              </a:extLst>
            </p:cNvPr>
            <p:cNvSpPr/>
            <p:nvPr/>
          </p:nvSpPr>
          <p:spPr>
            <a:xfrm>
              <a:off x="4097769" y="3462170"/>
              <a:ext cx="981457" cy="39607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箭头: 左右 91">
              <a:extLst>
                <a:ext uri="{FF2B5EF4-FFF2-40B4-BE49-F238E27FC236}">
                  <a16:creationId xmlns:a16="http://schemas.microsoft.com/office/drawing/2014/main" id="{D35B4EF2-8274-8054-481B-0BC5153FA368}"/>
                </a:ext>
              </a:extLst>
            </p:cNvPr>
            <p:cNvSpPr/>
            <p:nvPr/>
          </p:nvSpPr>
          <p:spPr>
            <a:xfrm>
              <a:off x="4092536" y="5127871"/>
              <a:ext cx="981457" cy="39518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03" name="组合 702">
            <a:extLst>
              <a:ext uri="{FF2B5EF4-FFF2-40B4-BE49-F238E27FC236}">
                <a16:creationId xmlns:a16="http://schemas.microsoft.com/office/drawing/2014/main" id="{1390133C-705D-C77D-439C-6D16A1C0D746}"/>
              </a:ext>
            </a:extLst>
          </p:cNvPr>
          <p:cNvGrpSpPr/>
          <p:nvPr/>
        </p:nvGrpSpPr>
        <p:grpSpPr>
          <a:xfrm>
            <a:off x="9134087" y="3022992"/>
            <a:ext cx="2061420" cy="2058774"/>
            <a:chOff x="5038645" y="2587651"/>
            <a:chExt cx="2500386" cy="2497177"/>
          </a:xfrm>
        </p:grpSpPr>
        <p:sp>
          <p:nvSpPr>
            <p:cNvPr id="704" name="流程图: 接点 410645">
              <a:extLst>
                <a:ext uri="{FF2B5EF4-FFF2-40B4-BE49-F238E27FC236}">
                  <a16:creationId xmlns:a16="http://schemas.microsoft.com/office/drawing/2014/main" id="{E070086D-9BC5-D82E-6B8D-551DD6D51DA6}"/>
                </a:ext>
              </a:extLst>
            </p:cNvPr>
            <p:cNvSpPr/>
            <p:nvPr/>
          </p:nvSpPr>
          <p:spPr>
            <a:xfrm>
              <a:off x="5038645" y="2587651"/>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5" name="流程图: 接点 410646">
              <a:extLst>
                <a:ext uri="{FF2B5EF4-FFF2-40B4-BE49-F238E27FC236}">
                  <a16:creationId xmlns:a16="http://schemas.microsoft.com/office/drawing/2014/main" id="{8C696B1B-9B5C-5D3E-74BE-5F456DECA416}"/>
                </a:ext>
              </a:extLst>
            </p:cNvPr>
            <p:cNvSpPr/>
            <p:nvPr/>
          </p:nvSpPr>
          <p:spPr>
            <a:xfrm>
              <a:off x="5132024" y="2673757"/>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06" name="直接连接符 410648">
              <a:extLst>
                <a:ext uri="{FF2B5EF4-FFF2-40B4-BE49-F238E27FC236}">
                  <a16:creationId xmlns:a16="http://schemas.microsoft.com/office/drawing/2014/main" id="{AFCFE464-B374-EB84-DCDA-1E8A28582BC1}"/>
                </a:ext>
              </a:extLst>
            </p:cNvPr>
            <p:cNvCxnSpPr>
              <a:cxnSpLocks/>
            </p:cNvCxnSpPr>
            <p:nvPr/>
          </p:nvCxnSpPr>
          <p:spPr>
            <a:xfrm>
              <a:off x="6148453" y="3573725"/>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8" name="直接连接符 410648">
              <a:extLst>
                <a:ext uri="{FF2B5EF4-FFF2-40B4-BE49-F238E27FC236}">
                  <a16:creationId xmlns:a16="http://schemas.microsoft.com/office/drawing/2014/main" id="{23BC0E6C-2264-D00B-7DBD-9D90047F2A2F}"/>
                </a:ext>
              </a:extLst>
            </p:cNvPr>
            <p:cNvCxnSpPr>
              <a:cxnSpLocks/>
            </p:cNvCxnSpPr>
            <p:nvPr/>
          </p:nvCxnSpPr>
          <p:spPr>
            <a:xfrm>
              <a:off x="6148453" y="3019487"/>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9" name="直接连接符 410647">
              <a:extLst>
                <a:ext uri="{FF2B5EF4-FFF2-40B4-BE49-F238E27FC236}">
                  <a16:creationId xmlns:a16="http://schemas.microsoft.com/office/drawing/2014/main" id="{25F8A9C6-6CE2-A07E-DE41-D15E2CCB41C5}"/>
                </a:ext>
              </a:extLst>
            </p:cNvPr>
            <p:cNvCxnSpPr>
              <a:cxnSpLocks/>
              <a:stCxn id="705" idx="2"/>
              <a:endCxn id="705" idx="6"/>
            </p:cNvCxnSpPr>
            <p:nvPr/>
          </p:nvCxnSpPr>
          <p:spPr>
            <a:xfrm>
              <a:off x="5132024" y="3832906"/>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0" name="直接连接符 410648">
              <a:extLst>
                <a:ext uri="{FF2B5EF4-FFF2-40B4-BE49-F238E27FC236}">
                  <a16:creationId xmlns:a16="http://schemas.microsoft.com/office/drawing/2014/main" id="{581915C3-725E-4443-4C08-12503E96A30F}"/>
                </a:ext>
              </a:extLst>
            </p:cNvPr>
            <p:cNvCxnSpPr>
              <a:cxnSpLocks/>
            </p:cNvCxnSpPr>
            <p:nvPr/>
          </p:nvCxnSpPr>
          <p:spPr>
            <a:xfrm>
              <a:off x="5275062" y="3290886"/>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1" name="组合 710">
              <a:extLst>
                <a:ext uri="{FF2B5EF4-FFF2-40B4-BE49-F238E27FC236}">
                  <a16:creationId xmlns:a16="http://schemas.microsoft.com/office/drawing/2014/main" id="{A4C9ADC9-C5DD-582B-EB61-FA962BDCFE10}"/>
                </a:ext>
              </a:extLst>
            </p:cNvPr>
            <p:cNvGrpSpPr/>
            <p:nvPr/>
          </p:nvGrpSpPr>
          <p:grpSpPr>
            <a:xfrm>
              <a:off x="6200891" y="2798150"/>
              <a:ext cx="190334" cy="987884"/>
              <a:chOff x="6186529" y="2798150"/>
              <a:chExt cx="216251" cy="987884"/>
            </a:xfrm>
          </p:grpSpPr>
          <p:cxnSp>
            <p:nvCxnSpPr>
              <p:cNvPr id="716" name="直接连接符 410648">
                <a:extLst>
                  <a:ext uri="{FF2B5EF4-FFF2-40B4-BE49-F238E27FC236}">
                    <a16:creationId xmlns:a16="http://schemas.microsoft.com/office/drawing/2014/main" id="{92AA18BB-6939-C84F-DFE4-E9D056405B93}"/>
                  </a:ext>
                </a:extLst>
              </p:cNvPr>
              <p:cNvCxnSpPr>
                <a:cxnSpLocks/>
              </p:cNvCxnSpPr>
              <p:nvPr/>
            </p:nvCxnSpPr>
            <p:spPr>
              <a:xfrm>
                <a:off x="6186529" y="34100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7" name="直接连接符 410648">
                <a:extLst>
                  <a:ext uri="{FF2B5EF4-FFF2-40B4-BE49-F238E27FC236}">
                    <a16:creationId xmlns:a16="http://schemas.microsoft.com/office/drawing/2014/main" id="{D435BA8B-E9D9-8A20-DEF9-39F0BB2CA03D}"/>
                  </a:ext>
                </a:extLst>
              </p:cNvPr>
              <p:cNvCxnSpPr>
                <a:cxnSpLocks/>
              </p:cNvCxnSpPr>
              <p:nvPr/>
            </p:nvCxnSpPr>
            <p:spPr>
              <a:xfrm>
                <a:off x="6186529" y="34653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8" name="直接连接符 410648">
                <a:extLst>
                  <a:ext uri="{FF2B5EF4-FFF2-40B4-BE49-F238E27FC236}">
                    <a16:creationId xmlns:a16="http://schemas.microsoft.com/office/drawing/2014/main" id="{50B7E870-296A-7F84-C5D3-FFB9DEC4B05C}"/>
                  </a:ext>
                </a:extLst>
              </p:cNvPr>
              <p:cNvCxnSpPr>
                <a:cxnSpLocks/>
              </p:cNvCxnSpPr>
              <p:nvPr/>
            </p:nvCxnSpPr>
            <p:spPr>
              <a:xfrm>
                <a:off x="6186529" y="33534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9" name="直接连接符 410648">
                <a:extLst>
                  <a:ext uri="{FF2B5EF4-FFF2-40B4-BE49-F238E27FC236}">
                    <a16:creationId xmlns:a16="http://schemas.microsoft.com/office/drawing/2014/main" id="{1BC5FD25-7600-23FD-CEA5-D67931EF5050}"/>
                  </a:ext>
                </a:extLst>
              </p:cNvPr>
              <p:cNvCxnSpPr>
                <a:cxnSpLocks/>
              </p:cNvCxnSpPr>
              <p:nvPr/>
            </p:nvCxnSpPr>
            <p:spPr>
              <a:xfrm>
                <a:off x="6186529" y="35193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0" name="直接连接符 410648">
                <a:extLst>
                  <a:ext uri="{FF2B5EF4-FFF2-40B4-BE49-F238E27FC236}">
                    <a16:creationId xmlns:a16="http://schemas.microsoft.com/office/drawing/2014/main" id="{26013B53-A08A-35E2-229F-575F7E4971ED}"/>
                  </a:ext>
                </a:extLst>
              </p:cNvPr>
              <p:cNvCxnSpPr>
                <a:cxnSpLocks/>
              </p:cNvCxnSpPr>
              <p:nvPr/>
            </p:nvCxnSpPr>
            <p:spPr>
              <a:xfrm>
                <a:off x="6186529" y="367671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1" name="直接连接符 410648">
                <a:extLst>
                  <a:ext uri="{FF2B5EF4-FFF2-40B4-BE49-F238E27FC236}">
                    <a16:creationId xmlns:a16="http://schemas.microsoft.com/office/drawing/2014/main" id="{05B026A6-BB6F-588E-CDFF-6B816C6A74D3}"/>
                  </a:ext>
                </a:extLst>
              </p:cNvPr>
              <p:cNvCxnSpPr>
                <a:cxnSpLocks/>
              </p:cNvCxnSpPr>
              <p:nvPr/>
            </p:nvCxnSpPr>
            <p:spPr>
              <a:xfrm>
                <a:off x="6186529" y="37320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2" name="直接连接符 410648">
                <a:extLst>
                  <a:ext uri="{FF2B5EF4-FFF2-40B4-BE49-F238E27FC236}">
                    <a16:creationId xmlns:a16="http://schemas.microsoft.com/office/drawing/2014/main" id="{CDEFB8D3-BB1D-A2F2-618D-9D82ECA323F3}"/>
                  </a:ext>
                </a:extLst>
              </p:cNvPr>
              <p:cNvCxnSpPr>
                <a:cxnSpLocks/>
              </p:cNvCxnSpPr>
              <p:nvPr/>
            </p:nvCxnSpPr>
            <p:spPr>
              <a:xfrm>
                <a:off x="6186529" y="362018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3" name="直接连接符 410648">
                <a:extLst>
                  <a:ext uri="{FF2B5EF4-FFF2-40B4-BE49-F238E27FC236}">
                    <a16:creationId xmlns:a16="http://schemas.microsoft.com/office/drawing/2014/main" id="{551AE73C-27B5-0384-7F86-F9BFE0AE7E95}"/>
                  </a:ext>
                </a:extLst>
              </p:cNvPr>
              <p:cNvCxnSpPr>
                <a:cxnSpLocks/>
              </p:cNvCxnSpPr>
              <p:nvPr/>
            </p:nvCxnSpPr>
            <p:spPr>
              <a:xfrm>
                <a:off x="6186529" y="378603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4" name="直接连接符 410648">
                <a:extLst>
                  <a:ext uri="{FF2B5EF4-FFF2-40B4-BE49-F238E27FC236}">
                    <a16:creationId xmlns:a16="http://schemas.microsoft.com/office/drawing/2014/main" id="{C2A2A97A-DF34-A132-DF80-C9A65CF4C99C}"/>
                  </a:ext>
                </a:extLst>
              </p:cNvPr>
              <p:cNvCxnSpPr>
                <a:cxnSpLocks/>
              </p:cNvCxnSpPr>
              <p:nvPr/>
            </p:nvCxnSpPr>
            <p:spPr>
              <a:xfrm>
                <a:off x="6186529" y="312743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5" name="直接连接符 410648">
                <a:extLst>
                  <a:ext uri="{FF2B5EF4-FFF2-40B4-BE49-F238E27FC236}">
                    <a16:creationId xmlns:a16="http://schemas.microsoft.com/office/drawing/2014/main" id="{40A0C452-3866-BD84-9A3D-1EAA5738CD07}"/>
                  </a:ext>
                </a:extLst>
              </p:cNvPr>
              <p:cNvCxnSpPr>
                <a:cxnSpLocks/>
              </p:cNvCxnSpPr>
              <p:nvPr/>
            </p:nvCxnSpPr>
            <p:spPr>
              <a:xfrm>
                <a:off x="6186529" y="318278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6" name="直接连接符 410648">
                <a:extLst>
                  <a:ext uri="{FF2B5EF4-FFF2-40B4-BE49-F238E27FC236}">
                    <a16:creationId xmlns:a16="http://schemas.microsoft.com/office/drawing/2014/main" id="{EF938F13-AAAF-1440-7FDE-C09AB1729B7C}"/>
                  </a:ext>
                </a:extLst>
              </p:cNvPr>
              <p:cNvCxnSpPr>
                <a:cxnSpLocks/>
              </p:cNvCxnSpPr>
              <p:nvPr/>
            </p:nvCxnSpPr>
            <p:spPr>
              <a:xfrm>
                <a:off x="6186529" y="3070911"/>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7" name="直接连接符 410648">
                <a:extLst>
                  <a:ext uri="{FF2B5EF4-FFF2-40B4-BE49-F238E27FC236}">
                    <a16:creationId xmlns:a16="http://schemas.microsoft.com/office/drawing/2014/main" id="{171958EA-93FF-270B-AA17-97322CAED125}"/>
                  </a:ext>
                </a:extLst>
              </p:cNvPr>
              <p:cNvCxnSpPr>
                <a:cxnSpLocks/>
              </p:cNvCxnSpPr>
              <p:nvPr/>
            </p:nvCxnSpPr>
            <p:spPr>
              <a:xfrm>
                <a:off x="6186529" y="323675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8" name="直接连接符 410648">
                <a:extLst>
                  <a:ext uri="{FF2B5EF4-FFF2-40B4-BE49-F238E27FC236}">
                    <a16:creationId xmlns:a16="http://schemas.microsoft.com/office/drawing/2014/main" id="{BB556507-2352-F4A0-E940-9160CE945BD6}"/>
                  </a:ext>
                </a:extLst>
              </p:cNvPr>
              <p:cNvCxnSpPr>
                <a:cxnSpLocks/>
              </p:cNvCxnSpPr>
              <p:nvPr/>
            </p:nvCxnSpPr>
            <p:spPr>
              <a:xfrm>
                <a:off x="6186529" y="285467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9" name="直接连接符 410648">
                <a:extLst>
                  <a:ext uri="{FF2B5EF4-FFF2-40B4-BE49-F238E27FC236}">
                    <a16:creationId xmlns:a16="http://schemas.microsoft.com/office/drawing/2014/main" id="{945D78D9-58FB-8C99-141E-FA2AC81A6447}"/>
                  </a:ext>
                </a:extLst>
              </p:cNvPr>
              <p:cNvCxnSpPr>
                <a:cxnSpLocks/>
              </p:cNvCxnSpPr>
              <p:nvPr/>
            </p:nvCxnSpPr>
            <p:spPr>
              <a:xfrm>
                <a:off x="6186529" y="291002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0" name="直接连接符 410648">
                <a:extLst>
                  <a:ext uri="{FF2B5EF4-FFF2-40B4-BE49-F238E27FC236}">
                    <a16:creationId xmlns:a16="http://schemas.microsoft.com/office/drawing/2014/main" id="{DC3C570C-242E-89F4-9DA1-588B75894B8D}"/>
                  </a:ext>
                </a:extLst>
              </p:cNvPr>
              <p:cNvCxnSpPr>
                <a:cxnSpLocks/>
              </p:cNvCxnSpPr>
              <p:nvPr/>
            </p:nvCxnSpPr>
            <p:spPr>
              <a:xfrm>
                <a:off x="6186529" y="279815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1" name="直接连接符 410648">
                <a:extLst>
                  <a:ext uri="{FF2B5EF4-FFF2-40B4-BE49-F238E27FC236}">
                    <a16:creationId xmlns:a16="http://schemas.microsoft.com/office/drawing/2014/main" id="{216B7A80-A359-1341-F6A2-7E1EAEEE3D39}"/>
                  </a:ext>
                </a:extLst>
              </p:cNvPr>
              <p:cNvCxnSpPr>
                <a:cxnSpLocks/>
              </p:cNvCxnSpPr>
              <p:nvPr/>
            </p:nvCxnSpPr>
            <p:spPr>
              <a:xfrm>
                <a:off x="6186529" y="296399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12" name="直接连接符 410648">
              <a:extLst>
                <a:ext uri="{FF2B5EF4-FFF2-40B4-BE49-F238E27FC236}">
                  <a16:creationId xmlns:a16="http://schemas.microsoft.com/office/drawing/2014/main" id="{D2609E8B-411F-0D2A-0B68-F590717714AC}"/>
                </a:ext>
              </a:extLst>
            </p:cNvPr>
            <p:cNvCxnSpPr>
              <a:cxnSpLocks/>
            </p:cNvCxnSpPr>
            <p:nvPr/>
          </p:nvCxnSpPr>
          <p:spPr>
            <a:xfrm>
              <a:off x="6155320" y="2742187"/>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3" name="直接连接符 410649">
              <a:extLst>
                <a:ext uri="{FF2B5EF4-FFF2-40B4-BE49-F238E27FC236}">
                  <a16:creationId xmlns:a16="http://schemas.microsoft.com/office/drawing/2014/main" id="{9BC2CCBB-2108-62E6-A12C-12FE2266520B}"/>
                </a:ext>
              </a:extLst>
            </p:cNvPr>
            <p:cNvCxnSpPr>
              <a:cxnSpLocks/>
            </p:cNvCxnSpPr>
            <p:nvPr/>
          </p:nvCxnSpPr>
          <p:spPr>
            <a:xfrm>
              <a:off x="6292083" y="2673757"/>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14" name="矩形 713">
              <a:extLst>
                <a:ext uri="{FF2B5EF4-FFF2-40B4-BE49-F238E27FC236}">
                  <a16:creationId xmlns:a16="http://schemas.microsoft.com/office/drawing/2014/main" id="{A0A79737-A13F-99F6-9B7F-7715EB845C7C}"/>
                </a:ext>
              </a:extLst>
            </p:cNvPr>
            <p:cNvSpPr/>
            <p:nvPr/>
          </p:nvSpPr>
          <p:spPr>
            <a:xfrm>
              <a:off x="6049057" y="4028784"/>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5" name="加号 714">
              <a:extLst>
                <a:ext uri="{FF2B5EF4-FFF2-40B4-BE49-F238E27FC236}">
                  <a16:creationId xmlns:a16="http://schemas.microsoft.com/office/drawing/2014/main" id="{C31C7CDD-1F75-40FB-E68C-9B62A1BD0E09}"/>
                </a:ext>
              </a:extLst>
            </p:cNvPr>
            <p:cNvSpPr/>
            <p:nvPr/>
          </p:nvSpPr>
          <p:spPr>
            <a:xfrm>
              <a:off x="6137643" y="4089753"/>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7" name="加号 706">
              <a:extLst>
                <a:ext uri="{FF2B5EF4-FFF2-40B4-BE49-F238E27FC236}">
                  <a16:creationId xmlns:a16="http://schemas.microsoft.com/office/drawing/2014/main" id="{99C19E9E-879F-7973-6185-065C75251FAA}"/>
                </a:ext>
              </a:extLst>
            </p:cNvPr>
            <p:cNvSpPr/>
            <p:nvPr/>
          </p:nvSpPr>
          <p:spPr>
            <a:xfrm>
              <a:off x="5737160" y="3099685"/>
              <a:ext cx="302025" cy="374560"/>
            </a:xfrm>
            <a:prstGeom prst="mathPlus">
              <a:avLst>
                <a:gd name="adj1" fmla="val 13622"/>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矩形 1">
            <a:extLst>
              <a:ext uri="{FF2B5EF4-FFF2-40B4-BE49-F238E27FC236}">
                <a16:creationId xmlns:a16="http://schemas.microsoft.com/office/drawing/2014/main" id="{6075F364-651B-1649-3CC1-7C5041D8A27B}"/>
              </a:ext>
            </a:extLst>
          </p:cNvPr>
          <p:cNvSpPr/>
          <p:nvPr/>
        </p:nvSpPr>
        <p:spPr>
          <a:xfrm>
            <a:off x="478623" y="953133"/>
            <a:ext cx="9291326" cy="824136"/>
          </a:xfrm>
          <a:prstGeom prst="rect">
            <a:avLst/>
          </a:prstGeom>
        </p:spPr>
        <p:txBody>
          <a:bodyPr wrap="none">
            <a:spAutoFit/>
          </a:bodyPr>
          <a:lstStyle/>
          <a:p>
            <a:pPr algn="l" eaLnBrk="0" hangingPunct="0">
              <a:lnSpc>
                <a:spcPct val="200000"/>
              </a:lnSpc>
              <a:buClrTx/>
              <a:buSzTx/>
              <a:buFont typeface="+mj-lt"/>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望远镜光轴</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 </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载物台平面</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a:t>
            </a:r>
          </a:p>
        </p:txBody>
      </p:sp>
      <p:grpSp>
        <p:nvGrpSpPr>
          <p:cNvPr id="9" name="组合 8">
            <a:extLst>
              <a:ext uri="{FF2B5EF4-FFF2-40B4-BE49-F238E27FC236}">
                <a16:creationId xmlns:a16="http://schemas.microsoft.com/office/drawing/2014/main" id="{191438AA-285D-C2B4-8F3E-D37836DDF1F2}"/>
              </a:ext>
            </a:extLst>
          </p:cNvPr>
          <p:cNvGrpSpPr/>
          <p:nvPr/>
        </p:nvGrpSpPr>
        <p:grpSpPr>
          <a:xfrm>
            <a:off x="695115" y="1839531"/>
            <a:ext cx="3828718" cy="4349798"/>
            <a:chOff x="695115" y="1839531"/>
            <a:chExt cx="3828718" cy="4349798"/>
          </a:xfrm>
        </p:grpSpPr>
        <p:grpSp>
          <p:nvGrpSpPr>
            <p:cNvPr id="56" name="组合 55">
              <a:extLst>
                <a:ext uri="{FF2B5EF4-FFF2-40B4-BE49-F238E27FC236}">
                  <a16:creationId xmlns:a16="http://schemas.microsoft.com/office/drawing/2014/main" id="{FA32A9C5-0DFB-CB8B-348F-D471FB5E0EC1}"/>
                </a:ext>
              </a:extLst>
            </p:cNvPr>
            <p:cNvGrpSpPr/>
            <p:nvPr/>
          </p:nvGrpSpPr>
          <p:grpSpPr>
            <a:xfrm rot="16200000">
              <a:off x="1212481" y="4429748"/>
              <a:ext cx="1780791" cy="1738371"/>
              <a:chOff x="1191959" y="1473378"/>
              <a:chExt cx="2925194" cy="2799575"/>
            </a:xfrm>
          </p:grpSpPr>
          <p:sp>
            <p:nvSpPr>
              <p:cNvPr id="58" name="流程图: 接点 57">
                <a:extLst>
                  <a:ext uri="{FF2B5EF4-FFF2-40B4-BE49-F238E27FC236}">
                    <a16:creationId xmlns:a16="http://schemas.microsoft.com/office/drawing/2014/main" id="{6C7437EF-22D4-164B-5552-8F0CE02A2657}"/>
                  </a:ext>
                </a:extLst>
              </p:cNvPr>
              <p:cNvSpPr/>
              <p:nvPr/>
            </p:nvSpPr>
            <p:spPr>
              <a:xfrm>
                <a:off x="3394255" y="3644797"/>
                <a:ext cx="212140" cy="219456"/>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a:extLst>
                  <a:ext uri="{FF2B5EF4-FFF2-40B4-BE49-F238E27FC236}">
                    <a16:creationId xmlns:a16="http://schemas.microsoft.com/office/drawing/2014/main" id="{CDE6D111-20B4-2EA6-775C-7C59640E6179}"/>
                  </a:ext>
                </a:extLst>
              </p:cNvPr>
              <p:cNvGrpSpPr/>
              <p:nvPr/>
            </p:nvGrpSpPr>
            <p:grpSpPr>
              <a:xfrm>
                <a:off x="1417322" y="2166176"/>
                <a:ext cx="2114093" cy="2106777"/>
                <a:chOff x="1572767" y="2549347"/>
                <a:chExt cx="2114093" cy="2106777"/>
              </a:xfrm>
            </p:grpSpPr>
            <p:grpSp>
              <p:nvGrpSpPr>
                <p:cNvPr id="66" name="组合 65">
                  <a:extLst>
                    <a:ext uri="{FF2B5EF4-FFF2-40B4-BE49-F238E27FC236}">
                      <a16:creationId xmlns:a16="http://schemas.microsoft.com/office/drawing/2014/main" id="{4C7F4AFA-0458-0893-98A4-57C7125BFCE3}"/>
                    </a:ext>
                  </a:extLst>
                </p:cNvPr>
                <p:cNvGrpSpPr/>
                <p:nvPr/>
              </p:nvGrpSpPr>
              <p:grpSpPr>
                <a:xfrm>
                  <a:off x="1572767" y="2549347"/>
                  <a:ext cx="2114093" cy="2106777"/>
                  <a:chOff x="1572767" y="2549347"/>
                  <a:chExt cx="2114093" cy="2106777"/>
                </a:xfrm>
              </p:grpSpPr>
              <p:sp>
                <p:nvSpPr>
                  <p:cNvPr id="70" name="流程图: 接点 69">
                    <a:extLst>
                      <a:ext uri="{FF2B5EF4-FFF2-40B4-BE49-F238E27FC236}">
                        <a16:creationId xmlns:a16="http://schemas.microsoft.com/office/drawing/2014/main" id="{9B46A11A-53C0-7939-3B9E-BFCE95E1C206}"/>
                      </a:ext>
                    </a:extLst>
                  </p:cNvPr>
                  <p:cNvSpPr/>
                  <p:nvPr/>
                </p:nvSpPr>
                <p:spPr>
                  <a:xfrm>
                    <a:off x="1572767" y="2549347"/>
                    <a:ext cx="2114093" cy="2106777"/>
                  </a:xfrm>
                  <a:prstGeom prst="flowChartConnector">
                    <a:avLst/>
                  </a:prstGeom>
                  <a:solidFill>
                    <a:schemeClr val="tx1">
                      <a:lumMod val="65000"/>
                      <a:lumOff val="35000"/>
                      <a:alpha val="81000"/>
                    </a:schemeClr>
                  </a:solidFill>
                  <a:effectLst>
                    <a:outerShdw blurRad="50800" dist="50800" dir="5400000" algn="ctr" rotWithShape="0">
                      <a:srgbClr val="000000">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流程图: 接点 70">
                    <a:extLst>
                      <a:ext uri="{FF2B5EF4-FFF2-40B4-BE49-F238E27FC236}">
                        <a16:creationId xmlns:a16="http://schemas.microsoft.com/office/drawing/2014/main" id="{6B62B537-720E-F70D-7BC0-13120951FA5A}"/>
                      </a:ext>
                    </a:extLst>
                  </p:cNvPr>
                  <p:cNvSpPr/>
                  <p:nvPr/>
                </p:nvSpPr>
                <p:spPr>
                  <a:xfrm>
                    <a:off x="2311602" y="3262579"/>
                    <a:ext cx="636423" cy="636422"/>
                  </a:xfrm>
                  <a:prstGeom prst="flowChartConnector">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流程图: 接点 71">
                    <a:extLst>
                      <a:ext uri="{FF2B5EF4-FFF2-40B4-BE49-F238E27FC236}">
                        <a16:creationId xmlns:a16="http://schemas.microsoft.com/office/drawing/2014/main" id="{E3231417-9871-887A-58A2-E500E0AD2277}"/>
                      </a:ext>
                    </a:extLst>
                  </p:cNvPr>
                  <p:cNvSpPr/>
                  <p:nvPr/>
                </p:nvSpPr>
                <p:spPr>
                  <a:xfrm>
                    <a:off x="2070202" y="3013862"/>
                    <a:ext cx="1111910" cy="115580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流程图: 接点 72">
                    <a:extLst>
                      <a:ext uri="{FF2B5EF4-FFF2-40B4-BE49-F238E27FC236}">
                        <a16:creationId xmlns:a16="http://schemas.microsoft.com/office/drawing/2014/main" id="{48B7E986-D122-2FC1-AD98-1D0BFEE6B544}"/>
                      </a:ext>
                    </a:extLst>
                  </p:cNvPr>
                  <p:cNvSpPr/>
                  <p:nvPr/>
                </p:nvSpPr>
                <p:spPr>
                  <a:xfrm>
                    <a:off x="1755648" y="2757830"/>
                    <a:ext cx="1719072" cy="1689812"/>
                  </a:xfrm>
                  <a:prstGeom prst="flowChartConnector">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7" name="直接连接符 66">
                  <a:extLst>
                    <a:ext uri="{FF2B5EF4-FFF2-40B4-BE49-F238E27FC236}">
                      <a16:creationId xmlns:a16="http://schemas.microsoft.com/office/drawing/2014/main" id="{C7A1EFE5-DBDF-C2A4-902D-B3E36C3AE98F}"/>
                    </a:ext>
                  </a:extLst>
                </p:cNvPr>
                <p:cNvCxnSpPr>
                  <a:stCxn id="70" idx="0"/>
                  <a:endCxn id="71" idx="0"/>
                </p:cNvCxnSpPr>
                <p:nvPr/>
              </p:nvCxnSpPr>
              <p:spPr>
                <a:xfrm>
                  <a:off x="2629814" y="2549347"/>
                  <a:ext cx="0" cy="71323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027B8DAA-9B4D-D990-253C-91371F16B597}"/>
                    </a:ext>
                  </a:extLst>
                </p:cNvPr>
                <p:cNvCxnSpPr>
                  <a:cxnSpLocks/>
                </p:cNvCxnSpPr>
                <p:nvPr/>
              </p:nvCxnSpPr>
              <p:spPr>
                <a:xfrm flipH="1">
                  <a:off x="1653235" y="3701491"/>
                  <a:ext cx="709575" cy="4681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8C468EC-D6DA-7929-301F-12C350E63364}"/>
                    </a:ext>
                  </a:extLst>
                </p:cNvPr>
                <p:cNvCxnSpPr/>
                <p:nvPr/>
              </p:nvCxnSpPr>
              <p:spPr>
                <a:xfrm>
                  <a:off x="2948025" y="3701491"/>
                  <a:ext cx="614477" cy="3657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0" name="流程图: 接点 59">
                <a:extLst>
                  <a:ext uri="{FF2B5EF4-FFF2-40B4-BE49-F238E27FC236}">
                    <a16:creationId xmlns:a16="http://schemas.microsoft.com/office/drawing/2014/main" id="{AA3A3E0F-4EC7-1B45-F581-D075C33134A7}"/>
                  </a:ext>
                </a:extLst>
              </p:cNvPr>
              <p:cNvSpPr/>
              <p:nvPr/>
            </p:nvSpPr>
            <p:spPr>
              <a:xfrm>
                <a:off x="1342342" y="3679545"/>
                <a:ext cx="212140" cy="219456"/>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流程图: 接点 60">
                <a:extLst>
                  <a:ext uri="{FF2B5EF4-FFF2-40B4-BE49-F238E27FC236}">
                    <a16:creationId xmlns:a16="http://schemas.microsoft.com/office/drawing/2014/main" id="{6BB5D0D4-FA67-ECA5-147A-1C6EDBD2FE68}"/>
                  </a:ext>
                </a:extLst>
              </p:cNvPr>
              <p:cNvSpPr/>
              <p:nvPr/>
            </p:nvSpPr>
            <p:spPr>
              <a:xfrm>
                <a:off x="2359155" y="1946720"/>
                <a:ext cx="212140" cy="219456"/>
              </a:xfrm>
              <a:prstGeom prst="flowChartConnector">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61">
                <a:extLst>
                  <a:ext uri="{FF2B5EF4-FFF2-40B4-BE49-F238E27FC236}">
                    <a16:creationId xmlns:a16="http://schemas.microsoft.com/office/drawing/2014/main" id="{E5193D1B-1296-FF27-B542-16DEAB4A68B5}"/>
                  </a:ext>
                </a:extLst>
              </p:cNvPr>
              <p:cNvSpPr/>
              <p:nvPr/>
            </p:nvSpPr>
            <p:spPr>
              <a:xfrm>
                <a:off x="2313435" y="2518257"/>
                <a:ext cx="303580" cy="1291132"/>
              </a:xfrm>
              <a:prstGeom prst="rect">
                <a:avLst/>
              </a:prstGeom>
              <a:solidFill>
                <a:schemeClr val="tx1">
                  <a:lumMod val="75000"/>
                  <a:lumOff val="2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B50D21EA-61D1-783D-9991-7FE9C5CE0103}"/>
                  </a:ext>
                </a:extLst>
              </p:cNvPr>
              <p:cNvSpPr txBox="1"/>
              <p:nvPr/>
            </p:nvSpPr>
            <p:spPr>
              <a:xfrm rot="5400000">
                <a:off x="1180177" y="3718029"/>
                <a:ext cx="415972" cy="392408"/>
              </a:xfrm>
              <a:prstGeom prst="rect">
                <a:avLst/>
              </a:prstGeom>
              <a:noFill/>
            </p:spPr>
            <p:txBody>
              <a:bodyPr wrap="square" rtlCol="0">
                <a:spAutoFit/>
              </a:bodyPr>
              <a:lstStyle/>
              <a:p>
                <a:r>
                  <a:rPr lang="en-US" altLang="zh-CN" dirty="0"/>
                  <a:t>a</a:t>
                </a:r>
              </a:p>
            </p:txBody>
          </p:sp>
          <p:sp>
            <p:nvSpPr>
              <p:cNvPr id="64" name="文本框 63">
                <a:extLst>
                  <a:ext uri="{FF2B5EF4-FFF2-40B4-BE49-F238E27FC236}">
                    <a16:creationId xmlns:a16="http://schemas.microsoft.com/office/drawing/2014/main" id="{BCA2AD39-13A2-5C52-A976-767AEB52EBD7}"/>
                  </a:ext>
                </a:extLst>
              </p:cNvPr>
              <p:cNvSpPr txBox="1"/>
              <p:nvPr/>
            </p:nvSpPr>
            <p:spPr>
              <a:xfrm rot="5400000">
                <a:off x="3741652" y="3684661"/>
                <a:ext cx="358594" cy="392408"/>
              </a:xfrm>
              <a:prstGeom prst="rect">
                <a:avLst/>
              </a:prstGeom>
              <a:noFill/>
            </p:spPr>
            <p:txBody>
              <a:bodyPr wrap="square" rtlCol="0">
                <a:spAutoFit/>
              </a:bodyPr>
              <a:lstStyle/>
              <a:p>
                <a:r>
                  <a:rPr lang="en-US" altLang="zh-CN" dirty="0"/>
                  <a:t>b</a:t>
                </a:r>
                <a:endParaRPr lang="zh-CN" altLang="en-US" dirty="0"/>
              </a:p>
            </p:txBody>
          </p:sp>
          <p:sp>
            <p:nvSpPr>
              <p:cNvPr id="65" name="文本框 64">
                <a:extLst>
                  <a:ext uri="{FF2B5EF4-FFF2-40B4-BE49-F238E27FC236}">
                    <a16:creationId xmlns:a16="http://schemas.microsoft.com/office/drawing/2014/main" id="{38D02911-6CBB-E5E4-191D-4748DCF9CC60}"/>
                  </a:ext>
                </a:extLst>
              </p:cNvPr>
              <p:cNvSpPr txBox="1"/>
              <p:nvPr/>
            </p:nvSpPr>
            <p:spPr>
              <a:xfrm rot="5400000">
                <a:off x="2417101" y="1477089"/>
                <a:ext cx="399830" cy="392408"/>
              </a:xfrm>
              <a:prstGeom prst="rect">
                <a:avLst/>
              </a:prstGeom>
              <a:noFill/>
            </p:spPr>
            <p:txBody>
              <a:bodyPr wrap="square" rtlCol="0">
                <a:spAutoFit/>
              </a:bodyPr>
              <a:lstStyle/>
              <a:p>
                <a:r>
                  <a:rPr lang="en-US" altLang="zh-CN" dirty="0"/>
                  <a:t>c</a:t>
                </a:r>
                <a:endParaRPr lang="zh-CN" altLang="en-US" dirty="0"/>
              </a:p>
            </p:txBody>
          </p:sp>
        </p:grpSp>
        <p:sp>
          <p:nvSpPr>
            <p:cNvPr id="3" name="圆柱形 5">
              <a:extLst>
                <a:ext uri="{FF2B5EF4-FFF2-40B4-BE49-F238E27FC236}">
                  <a16:creationId xmlns:a16="http://schemas.microsoft.com/office/drawing/2014/main" id="{322C58FE-102E-76A8-C325-1C1EEB5E5E11}"/>
                </a:ext>
              </a:extLst>
            </p:cNvPr>
            <p:cNvSpPr/>
            <p:nvPr/>
          </p:nvSpPr>
          <p:spPr>
            <a:xfrm rot="16200000">
              <a:off x="3456068" y="1501067"/>
              <a:ext cx="375934" cy="1759596"/>
            </a:xfrm>
            <a:prstGeom prst="can">
              <a:avLst/>
            </a:prstGeom>
            <a:solidFill>
              <a:schemeClr val="tx1">
                <a:lumMod val="65000"/>
                <a:lumOff val="35000"/>
              </a:schemeClr>
            </a:solidFill>
            <a:ln>
              <a:noFill/>
            </a:ln>
            <a:scene3d>
              <a:camera prst="orthographicFront"/>
              <a:lightRig rig="threePt" dir="t">
                <a:rot lat="0" lon="0" rev="0"/>
              </a:lightRig>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26" name="组合 125">
              <a:extLst>
                <a:ext uri="{FF2B5EF4-FFF2-40B4-BE49-F238E27FC236}">
                  <a16:creationId xmlns:a16="http://schemas.microsoft.com/office/drawing/2014/main" id="{D5FB7C09-FD3F-1948-C376-74862C5990EF}"/>
                </a:ext>
              </a:extLst>
            </p:cNvPr>
            <p:cNvGrpSpPr/>
            <p:nvPr/>
          </p:nvGrpSpPr>
          <p:grpSpPr>
            <a:xfrm>
              <a:off x="695115" y="1839531"/>
              <a:ext cx="1973841" cy="2987473"/>
              <a:chOff x="5339586" y="1644876"/>
              <a:chExt cx="1973841" cy="2987473"/>
            </a:xfrm>
          </p:grpSpPr>
          <p:grpSp>
            <p:nvGrpSpPr>
              <p:cNvPr id="127" name="组合 126">
                <a:extLst>
                  <a:ext uri="{FF2B5EF4-FFF2-40B4-BE49-F238E27FC236}">
                    <a16:creationId xmlns:a16="http://schemas.microsoft.com/office/drawing/2014/main" id="{2C51E9E2-C141-B887-4E87-5AF2C1DD9192}"/>
                  </a:ext>
                </a:extLst>
              </p:cNvPr>
              <p:cNvGrpSpPr/>
              <p:nvPr/>
            </p:nvGrpSpPr>
            <p:grpSpPr>
              <a:xfrm>
                <a:off x="5349450" y="3135639"/>
                <a:ext cx="419388" cy="377446"/>
                <a:chOff x="572796" y="3376774"/>
                <a:chExt cx="419388" cy="377446"/>
              </a:xfrm>
            </p:grpSpPr>
            <p:grpSp>
              <p:nvGrpSpPr>
                <p:cNvPr id="628" name="组合 627">
                  <a:extLst>
                    <a:ext uri="{FF2B5EF4-FFF2-40B4-BE49-F238E27FC236}">
                      <a16:creationId xmlns:a16="http://schemas.microsoft.com/office/drawing/2014/main" id="{393D2A17-5221-9DAA-2FCE-9DC2F196CFE5}"/>
                    </a:ext>
                  </a:extLst>
                </p:cNvPr>
                <p:cNvGrpSpPr/>
                <p:nvPr/>
              </p:nvGrpSpPr>
              <p:grpSpPr>
                <a:xfrm>
                  <a:off x="572796" y="3376774"/>
                  <a:ext cx="419388" cy="377446"/>
                  <a:chOff x="3493877" y="4575043"/>
                  <a:chExt cx="619038" cy="543369"/>
                </a:xfrm>
              </p:grpSpPr>
              <p:sp>
                <p:nvSpPr>
                  <p:cNvPr id="748" name="流程图: 接点 571">
                    <a:extLst>
                      <a:ext uri="{FF2B5EF4-FFF2-40B4-BE49-F238E27FC236}">
                        <a16:creationId xmlns:a16="http://schemas.microsoft.com/office/drawing/2014/main" id="{C4697070-E105-E032-DD67-C45DB7DAF449}"/>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9" name="流程图: 接点 572">
                    <a:extLst>
                      <a:ext uri="{FF2B5EF4-FFF2-40B4-BE49-F238E27FC236}">
                        <a16:creationId xmlns:a16="http://schemas.microsoft.com/office/drawing/2014/main" id="{86129D67-6F59-A8BC-7215-1889B9BB1453}"/>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29" name="直线连接符 628">
                  <a:extLst>
                    <a:ext uri="{FF2B5EF4-FFF2-40B4-BE49-F238E27FC236}">
                      <a16:creationId xmlns:a16="http://schemas.microsoft.com/office/drawing/2014/main" id="{F310E627-196A-0F90-6106-97AB7E09D5A4}"/>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0" name="直线连接符 629">
                  <a:extLst>
                    <a:ext uri="{FF2B5EF4-FFF2-40B4-BE49-F238E27FC236}">
                      <a16:creationId xmlns:a16="http://schemas.microsoft.com/office/drawing/2014/main" id="{70DC89AE-1AB4-98EF-5865-7C8EB4B16D7D}"/>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1" name="直线连接符 630">
                  <a:extLst>
                    <a:ext uri="{FF2B5EF4-FFF2-40B4-BE49-F238E27FC236}">
                      <a16:creationId xmlns:a16="http://schemas.microsoft.com/office/drawing/2014/main" id="{D65C81AA-6579-9D8D-E9FA-A655C99EBEE1}"/>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4" name="直线连接符 733">
                  <a:extLst>
                    <a:ext uri="{FF2B5EF4-FFF2-40B4-BE49-F238E27FC236}">
                      <a16:creationId xmlns:a16="http://schemas.microsoft.com/office/drawing/2014/main" id="{08AEE485-12FE-F073-1C4D-991F794EF968}"/>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5" name="直线连接符 734">
                  <a:extLst>
                    <a:ext uri="{FF2B5EF4-FFF2-40B4-BE49-F238E27FC236}">
                      <a16:creationId xmlns:a16="http://schemas.microsoft.com/office/drawing/2014/main" id="{2F92C62C-8AE5-937D-0ECA-420067CEA5AE}"/>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6" name="直线连接符 735">
                  <a:extLst>
                    <a:ext uri="{FF2B5EF4-FFF2-40B4-BE49-F238E27FC236}">
                      <a16:creationId xmlns:a16="http://schemas.microsoft.com/office/drawing/2014/main" id="{E11CAFFA-DE7D-B66D-8582-9F026A13D1EA}"/>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7" name="直线连接符 736">
                  <a:extLst>
                    <a:ext uri="{FF2B5EF4-FFF2-40B4-BE49-F238E27FC236}">
                      <a16:creationId xmlns:a16="http://schemas.microsoft.com/office/drawing/2014/main" id="{396B7183-FE3A-4C49-F0FB-448E88D590D5}"/>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8" name="直线连接符 737">
                  <a:extLst>
                    <a:ext uri="{FF2B5EF4-FFF2-40B4-BE49-F238E27FC236}">
                      <a16:creationId xmlns:a16="http://schemas.microsoft.com/office/drawing/2014/main" id="{0F2CED8B-C6B8-4178-A8CD-F181DA23CE87}"/>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9" name="直线连接符 738">
                  <a:extLst>
                    <a:ext uri="{FF2B5EF4-FFF2-40B4-BE49-F238E27FC236}">
                      <a16:creationId xmlns:a16="http://schemas.microsoft.com/office/drawing/2014/main" id="{BFA0B7EF-E792-3246-EFC6-3DDC42B8FF88}"/>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0" name="直线连接符 739">
                  <a:extLst>
                    <a:ext uri="{FF2B5EF4-FFF2-40B4-BE49-F238E27FC236}">
                      <a16:creationId xmlns:a16="http://schemas.microsoft.com/office/drawing/2014/main" id="{1CE43368-DECF-D714-9DA6-CEE405B3B09C}"/>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1" name="直线连接符 740">
                  <a:extLst>
                    <a:ext uri="{FF2B5EF4-FFF2-40B4-BE49-F238E27FC236}">
                      <a16:creationId xmlns:a16="http://schemas.microsoft.com/office/drawing/2014/main" id="{A9927E37-0732-5C7A-9E56-03C73E4CE261}"/>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2" name="直线连接符 741">
                  <a:extLst>
                    <a:ext uri="{FF2B5EF4-FFF2-40B4-BE49-F238E27FC236}">
                      <a16:creationId xmlns:a16="http://schemas.microsoft.com/office/drawing/2014/main" id="{CE950CF3-31F0-145B-2A3F-82A06619A572}"/>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3" name="直线连接符 742">
                  <a:extLst>
                    <a:ext uri="{FF2B5EF4-FFF2-40B4-BE49-F238E27FC236}">
                      <a16:creationId xmlns:a16="http://schemas.microsoft.com/office/drawing/2014/main" id="{F352A312-DBE4-2B2E-DC03-66B9EA7719E0}"/>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4" name="直线连接符 743">
                  <a:extLst>
                    <a:ext uri="{FF2B5EF4-FFF2-40B4-BE49-F238E27FC236}">
                      <a16:creationId xmlns:a16="http://schemas.microsoft.com/office/drawing/2014/main" id="{5BBFE31F-28BD-E21D-D798-0931C3527872}"/>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5" name="直线连接符 744">
                  <a:extLst>
                    <a:ext uri="{FF2B5EF4-FFF2-40B4-BE49-F238E27FC236}">
                      <a16:creationId xmlns:a16="http://schemas.microsoft.com/office/drawing/2014/main" id="{86775F47-09F1-9E7E-DCFE-986A3BE06CEB}"/>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46" name="直线连接符 745">
                  <a:extLst>
                    <a:ext uri="{FF2B5EF4-FFF2-40B4-BE49-F238E27FC236}">
                      <a16:creationId xmlns:a16="http://schemas.microsoft.com/office/drawing/2014/main" id="{496F67A7-CC7C-E0E2-0106-48D60757430B}"/>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47" name="直线连接符 746">
                  <a:extLst>
                    <a:ext uri="{FF2B5EF4-FFF2-40B4-BE49-F238E27FC236}">
                      <a16:creationId xmlns:a16="http://schemas.microsoft.com/office/drawing/2014/main" id="{56539521-3207-2417-5301-79C2CD406517}"/>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513" name="组合 512">
                <a:extLst>
                  <a:ext uri="{FF2B5EF4-FFF2-40B4-BE49-F238E27FC236}">
                    <a16:creationId xmlns:a16="http://schemas.microsoft.com/office/drawing/2014/main" id="{E211CA17-4A4B-EDAE-B22B-193B3F46FDFA}"/>
                  </a:ext>
                </a:extLst>
              </p:cNvPr>
              <p:cNvGrpSpPr/>
              <p:nvPr/>
            </p:nvGrpSpPr>
            <p:grpSpPr>
              <a:xfrm>
                <a:off x="6493402" y="3079890"/>
                <a:ext cx="419388" cy="377446"/>
                <a:chOff x="572796" y="3376774"/>
                <a:chExt cx="419388" cy="377446"/>
              </a:xfrm>
            </p:grpSpPr>
            <p:grpSp>
              <p:nvGrpSpPr>
                <p:cNvPr id="608" name="组合 607">
                  <a:extLst>
                    <a:ext uri="{FF2B5EF4-FFF2-40B4-BE49-F238E27FC236}">
                      <a16:creationId xmlns:a16="http://schemas.microsoft.com/office/drawing/2014/main" id="{75E4EC22-A4A4-304B-5447-08F5EF21B272}"/>
                    </a:ext>
                  </a:extLst>
                </p:cNvPr>
                <p:cNvGrpSpPr/>
                <p:nvPr/>
              </p:nvGrpSpPr>
              <p:grpSpPr>
                <a:xfrm>
                  <a:off x="572796" y="3376774"/>
                  <a:ext cx="419388" cy="377446"/>
                  <a:chOff x="3493877" y="4575043"/>
                  <a:chExt cx="619038" cy="543369"/>
                </a:xfrm>
              </p:grpSpPr>
              <p:sp>
                <p:nvSpPr>
                  <p:cNvPr id="626" name="流程图: 接点 571">
                    <a:extLst>
                      <a:ext uri="{FF2B5EF4-FFF2-40B4-BE49-F238E27FC236}">
                        <a16:creationId xmlns:a16="http://schemas.microsoft.com/office/drawing/2014/main" id="{208CC4C9-3737-DBDF-3304-4B4D54F09697}"/>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7" name="流程图: 接点 572">
                    <a:extLst>
                      <a:ext uri="{FF2B5EF4-FFF2-40B4-BE49-F238E27FC236}">
                        <a16:creationId xmlns:a16="http://schemas.microsoft.com/office/drawing/2014/main" id="{76134CE2-EAC1-7091-E0A9-5C4B5FFE288E}"/>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09" name="直线连接符 608">
                  <a:extLst>
                    <a:ext uri="{FF2B5EF4-FFF2-40B4-BE49-F238E27FC236}">
                      <a16:creationId xmlns:a16="http://schemas.microsoft.com/office/drawing/2014/main" id="{C7CF1C94-A5E4-6D1D-884E-CDA749C6871A}"/>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0" name="直线连接符 609">
                  <a:extLst>
                    <a:ext uri="{FF2B5EF4-FFF2-40B4-BE49-F238E27FC236}">
                      <a16:creationId xmlns:a16="http://schemas.microsoft.com/office/drawing/2014/main" id="{C3E7D709-7265-BB7A-0E28-C71904F883E7}"/>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1" name="直线连接符 610">
                  <a:extLst>
                    <a:ext uri="{FF2B5EF4-FFF2-40B4-BE49-F238E27FC236}">
                      <a16:creationId xmlns:a16="http://schemas.microsoft.com/office/drawing/2014/main" id="{5B99F11B-49C6-5D45-FFEA-9991F44546DA}"/>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2" name="直线连接符 611">
                  <a:extLst>
                    <a:ext uri="{FF2B5EF4-FFF2-40B4-BE49-F238E27FC236}">
                      <a16:creationId xmlns:a16="http://schemas.microsoft.com/office/drawing/2014/main" id="{93E021AC-F38A-9278-7D78-532B2D0EF4CD}"/>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3" name="直线连接符 612">
                  <a:extLst>
                    <a:ext uri="{FF2B5EF4-FFF2-40B4-BE49-F238E27FC236}">
                      <a16:creationId xmlns:a16="http://schemas.microsoft.com/office/drawing/2014/main" id="{841DBCAF-FAE3-8361-D69E-B61FCFC16DB8}"/>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4" name="直线连接符 613">
                  <a:extLst>
                    <a:ext uri="{FF2B5EF4-FFF2-40B4-BE49-F238E27FC236}">
                      <a16:creationId xmlns:a16="http://schemas.microsoft.com/office/drawing/2014/main" id="{16EDBCD0-B87D-711C-0904-DBD9981CA7E3}"/>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5" name="直线连接符 614">
                  <a:extLst>
                    <a:ext uri="{FF2B5EF4-FFF2-40B4-BE49-F238E27FC236}">
                      <a16:creationId xmlns:a16="http://schemas.microsoft.com/office/drawing/2014/main" id="{6E0834ED-B52D-EEEA-F7EA-1225CC26F49E}"/>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6" name="直线连接符 615">
                  <a:extLst>
                    <a:ext uri="{FF2B5EF4-FFF2-40B4-BE49-F238E27FC236}">
                      <a16:creationId xmlns:a16="http://schemas.microsoft.com/office/drawing/2014/main" id="{7DE57893-7899-F112-F4A3-B05F84949064}"/>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7" name="直线连接符 616">
                  <a:extLst>
                    <a:ext uri="{FF2B5EF4-FFF2-40B4-BE49-F238E27FC236}">
                      <a16:creationId xmlns:a16="http://schemas.microsoft.com/office/drawing/2014/main" id="{6A353110-69FE-98D9-4A2A-A5EC80F11D36}"/>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8" name="直线连接符 617">
                  <a:extLst>
                    <a:ext uri="{FF2B5EF4-FFF2-40B4-BE49-F238E27FC236}">
                      <a16:creationId xmlns:a16="http://schemas.microsoft.com/office/drawing/2014/main" id="{DFF47C9E-707B-ADD9-9EDF-126EE47C0182}"/>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9" name="直线连接符 618">
                  <a:extLst>
                    <a:ext uri="{FF2B5EF4-FFF2-40B4-BE49-F238E27FC236}">
                      <a16:creationId xmlns:a16="http://schemas.microsoft.com/office/drawing/2014/main" id="{DCD7746C-4030-F83E-B28A-3CD5A2F40424}"/>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0" name="直线连接符 619">
                  <a:extLst>
                    <a:ext uri="{FF2B5EF4-FFF2-40B4-BE49-F238E27FC236}">
                      <a16:creationId xmlns:a16="http://schemas.microsoft.com/office/drawing/2014/main" id="{4A24071C-D294-0951-BBC4-0C2C207577F8}"/>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1" name="直线连接符 620">
                  <a:extLst>
                    <a:ext uri="{FF2B5EF4-FFF2-40B4-BE49-F238E27FC236}">
                      <a16:creationId xmlns:a16="http://schemas.microsoft.com/office/drawing/2014/main" id="{03D7F34B-CDCA-EC55-3084-E595C6565052}"/>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2" name="直线连接符 621">
                  <a:extLst>
                    <a:ext uri="{FF2B5EF4-FFF2-40B4-BE49-F238E27FC236}">
                      <a16:creationId xmlns:a16="http://schemas.microsoft.com/office/drawing/2014/main" id="{24239F6D-B9AD-4626-934D-1466FACC34EE}"/>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3" name="直线连接符 622">
                  <a:extLst>
                    <a:ext uri="{FF2B5EF4-FFF2-40B4-BE49-F238E27FC236}">
                      <a16:creationId xmlns:a16="http://schemas.microsoft.com/office/drawing/2014/main" id="{673467FF-6F90-32ED-F77B-07E89E4A6130}"/>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24" name="直线连接符 623">
                  <a:extLst>
                    <a:ext uri="{FF2B5EF4-FFF2-40B4-BE49-F238E27FC236}">
                      <a16:creationId xmlns:a16="http://schemas.microsoft.com/office/drawing/2014/main" id="{C6F136F2-23A4-B92C-2213-9FB2095FB550}"/>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25" name="直线连接符 624">
                  <a:extLst>
                    <a:ext uri="{FF2B5EF4-FFF2-40B4-BE49-F238E27FC236}">
                      <a16:creationId xmlns:a16="http://schemas.microsoft.com/office/drawing/2014/main" id="{B9C039C1-00BB-EEA0-B4BC-8CD75FC18102}"/>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515" name="流程图: 接点 554">
                <a:extLst>
                  <a:ext uri="{FF2B5EF4-FFF2-40B4-BE49-F238E27FC236}">
                    <a16:creationId xmlns:a16="http://schemas.microsoft.com/office/drawing/2014/main" id="{A5C70BD9-8F89-DA59-235B-5ED20B8D05BF}"/>
                  </a:ext>
                </a:extLst>
              </p:cNvPr>
              <p:cNvSpPr/>
              <p:nvPr/>
            </p:nvSpPr>
            <p:spPr>
              <a:xfrm>
                <a:off x="5874734" y="3757102"/>
                <a:ext cx="853628" cy="875247"/>
              </a:xfrm>
              <a:prstGeom prst="flowChartConnector">
                <a:avLst/>
              </a:prstGeom>
              <a:solidFill>
                <a:schemeClr val="bg1">
                  <a:lumMod val="85000"/>
                </a:schemeClr>
              </a:solidFill>
              <a:ln>
                <a:noFill/>
              </a:ln>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6" name="椭圆 515">
                <a:extLst>
                  <a:ext uri="{FF2B5EF4-FFF2-40B4-BE49-F238E27FC236}">
                    <a16:creationId xmlns:a16="http://schemas.microsoft.com/office/drawing/2014/main" id="{C9489B95-E7E4-2864-9C86-0232F364D003}"/>
                  </a:ext>
                </a:extLst>
              </p:cNvPr>
              <p:cNvSpPr/>
              <p:nvPr/>
            </p:nvSpPr>
            <p:spPr>
              <a:xfrm>
                <a:off x="5703373" y="3310355"/>
                <a:ext cx="1219469" cy="1250353"/>
              </a:xfrm>
              <a:prstGeom prst="ellipse">
                <a:avLst/>
              </a:prstGeom>
              <a:solidFill>
                <a:schemeClr val="tx1">
                  <a:lumMod val="50000"/>
                  <a:lumOff val="50000"/>
                </a:schemeClr>
              </a:solidFill>
              <a:ln>
                <a:noFill/>
              </a:ln>
              <a:effectLst>
                <a:glow>
                  <a:schemeClr val="accent1">
                    <a:alpha val="40000"/>
                  </a:schemeClr>
                </a:glow>
              </a:effectLst>
              <a:scene3d>
                <a:camera prst="orthographicFront">
                  <a:rot lat="6300000" lon="0" rev="0"/>
                </a:camera>
                <a:lightRig rig="threePt" dir="t"/>
              </a:scene3d>
              <a:sp3d extrusionH="508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6" name="流程图: 接点 556">
                <a:extLst>
                  <a:ext uri="{FF2B5EF4-FFF2-40B4-BE49-F238E27FC236}">
                    <a16:creationId xmlns:a16="http://schemas.microsoft.com/office/drawing/2014/main" id="{B5E91CB9-0283-76B0-6D08-E83816347C0B}"/>
                  </a:ext>
                </a:extLst>
              </p:cNvPr>
              <p:cNvSpPr/>
              <p:nvPr/>
            </p:nvSpPr>
            <p:spPr>
              <a:xfrm>
                <a:off x="5828361" y="2931822"/>
                <a:ext cx="993965" cy="1003710"/>
              </a:xfrm>
              <a:prstGeom prst="flowChartConnector">
                <a:avLst/>
              </a:prstGeom>
              <a:solidFill>
                <a:schemeClr val="bg1">
                  <a:lumMod val="85000"/>
                </a:schemeClr>
              </a:solidFill>
              <a:ln>
                <a:noFill/>
              </a:ln>
              <a:scene3d>
                <a:camera prst="orthographicFront">
                  <a:rot lat="6300000" lon="0" rev="0"/>
                </a:camera>
                <a:lightRig rig="threePt" dir="t"/>
              </a:scene3d>
              <a:sp3d extrusionH="508000" contourW="12700">
                <a:contourClr>
                  <a:schemeClr val="bg1">
                    <a:lumMod val="8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77" name="组合 576">
                <a:extLst>
                  <a:ext uri="{FF2B5EF4-FFF2-40B4-BE49-F238E27FC236}">
                    <a16:creationId xmlns:a16="http://schemas.microsoft.com/office/drawing/2014/main" id="{951DDBE5-A9ED-4453-20B8-2521AE7B3874}"/>
                  </a:ext>
                </a:extLst>
              </p:cNvPr>
              <p:cNvGrpSpPr/>
              <p:nvPr/>
            </p:nvGrpSpPr>
            <p:grpSpPr>
              <a:xfrm>
                <a:off x="6491614" y="3272434"/>
                <a:ext cx="419388" cy="377446"/>
                <a:chOff x="572796" y="3376774"/>
                <a:chExt cx="419388" cy="377446"/>
              </a:xfrm>
            </p:grpSpPr>
            <p:grpSp>
              <p:nvGrpSpPr>
                <p:cNvPr id="588" name="组合 587">
                  <a:extLst>
                    <a:ext uri="{FF2B5EF4-FFF2-40B4-BE49-F238E27FC236}">
                      <a16:creationId xmlns:a16="http://schemas.microsoft.com/office/drawing/2014/main" id="{5ED362AA-59C2-CC50-EDC6-3FA497903257}"/>
                    </a:ext>
                  </a:extLst>
                </p:cNvPr>
                <p:cNvGrpSpPr/>
                <p:nvPr/>
              </p:nvGrpSpPr>
              <p:grpSpPr>
                <a:xfrm>
                  <a:off x="572796" y="3376774"/>
                  <a:ext cx="419388" cy="377446"/>
                  <a:chOff x="3493877" y="4575043"/>
                  <a:chExt cx="619038" cy="543369"/>
                </a:xfrm>
              </p:grpSpPr>
              <p:sp>
                <p:nvSpPr>
                  <p:cNvPr id="606" name="流程图: 接点 571">
                    <a:extLst>
                      <a:ext uri="{FF2B5EF4-FFF2-40B4-BE49-F238E27FC236}">
                        <a16:creationId xmlns:a16="http://schemas.microsoft.com/office/drawing/2014/main" id="{72143F07-A1BD-3229-98F7-15D88639F934}"/>
                      </a:ext>
                    </a:extLst>
                  </p:cNvPr>
                  <p:cNvSpPr/>
                  <p:nvPr/>
                </p:nvSpPr>
                <p:spPr>
                  <a:xfrm>
                    <a:off x="3493877" y="4627047"/>
                    <a:ext cx="619038" cy="491365"/>
                  </a:xfrm>
                  <a:prstGeom prst="flowChartConnector">
                    <a:avLst/>
                  </a:prstGeom>
                  <a:solidFill>
                    <a:schemeClr val="bg1">
                      <a:lumMod val="75000"/>
                    </a:schemeClr>
                  </a:solidFill>
                  <a:ln>
                    <a:solidFill>
                      <a:schemeClr val="bg1">
                        <a:lumMod val="95000"/>
                      </a:schemeClr>
                    </a:solidFill>
                  </a:ln>
                  <a:effectLst>
                    <a:reflection stA="45000" endPos="65000" dir="5400000" sy="-100000" algn="bl" rotWithShape="0"/>
                  </a:effectLst>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7" name="流程图: 接点 572">
                    <a:extLst>
                      <a:ext uri="{FF2B5EF4-FFF2-40B4-BE49-F238E27FC236}">
                        <a16:creationId xmlns:a16="http://schemas.microsoft.com/office/drawing/2014/main" id="{FFB2CF95-9BA6-EFD0-A858-1E75BC7BBD25}"/>
                      </a:ext>
                    </a:extLst>
                  </p:cNvPr>
                  <p:cNvSpPr/>
                  <p:nvPr/>
                </p:nvSpPr>
                <p:spPr>
                  <a:xfrm>
                    <a:off x="3674549" y="4575043"/>
                    <a:ext cx="246540" cy="230175"/>
                  </a:xfrm>
                  <a:prstGeom prst="flowChartConnector">
                    <a:avLst/>
                  </a:prstGeom>
                  <a:solidFill>
                    <a:schemeClr val="tx1">
                      <a:lumMod val="50000"/>
                      <a:lumOff val="50000"/>
                    </a:schemeClr>
                  </a:solidFill>
                  <a:ln>
                    <a:solidFill>
                      <a:schemeClr val="bg1">
                        <a:lumMod val="95000"/>
                      </a:schemeClr>
                    </a:solidFill>
                  </a:ln>
                  <a:scene3d>
                    <a:camera prst="orthographicFront">
                      <a:rot lat="6300000" lon="0" rev="0"/>
                    </a:camera>
                    <a:lightRig rig="threePt" dir="t"/>
                  </a:scene3d>
                  <a:sp3d extrusionH="127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9" name="直线连接符 588">
                  <a:extLst>
                    <a:ext uri="{FF2B5EF4-FFF2-40B4-BE49-F238E27FC236}">
                      <a16:creationId xmlns:a16="http://schemas.microsoft.com/office/drawing/2014/main" id="{F0B411BE-F7D0-D6A6-7204-8B7D19E2ED7A}"/>
                    </a:ext>
                  </a:extLst>
                </p:cNvPr>
                <p:cNvCxnSpPr>
                  <a:cxnSpLocks/>
                </p:cNvCxnSpPr>
                <p:nvPr/>
              </p:nvCxnSpPr>
              <p:spPr>
                <a:xfrm>
                  <a:off x="586446" y="3481945"/>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0" name="直线连接符 589">
                  <a:extLst>
                    <a:ext uri="{FF2B5EF4-FFF2-40B4-BE49-F238E27FC236}">
                      <a16:creationId xmlns:a16="http://schemas.microsoft.com/office/drawing/2014/main" id="{4ACEC272-BA25-4527-E234-40F10B403E02}"/>
                    </a:ext>
                  </a:extLst>
                </p:cNvPr>
                <p:cNvCxnSpPr>
                  <a:cxnSpLocks/>
                </p:cNvCxnSpPr>
                <p:nvPr/>
              </p:nvCxnSpPr>
              <p:spPr>
                <a:xfrm>
                  <a:off x="608701" y="3490276"/>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1" name="直线连接符 590">
                  <a:extLst>
                    <a:ext uri="{FF2B5EF4-FFF2-40B4-BE49-F238E27FC236}">
                      <a16:creationId xmlns:a16="http://schemas.microsoft.com/office/drawing/2014/main" id="{B54E1C17-4BEE-0957-6C3D-22245F0E9C40}"/>
                    </a:ext>
                  </a:extLst>
                </p:cNvPr>
                <p:cNvCxnSpPr>
                  <a:cxnSpLocks/>
                </p:cNvCxnSpPr>
                <p:nvPr/>
              </p:nvCxnSpPr>
              <p:spPr>
                <a:xfrm>
                  <a:off x="634119" y="34968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2" name="直线连接符 591">
                  <a:extLst>
                    <a:ext uri="{FF2B5EF4-FFF2-40B4-BE49-F238E27FC236}">
                      <a16:creationId xmlns:a16="http://schemas.microsoft.com/office/drawing/2014/main" id="{42C0DE22-A76D-5BFE-E457-2B9763680C2E}"/>
                    </a:ext>
                  </a:extLst>
                </p:cNvPr>
                <p:cNvCxnSpPr>
                  <a:cxnSpLocks/>
                </p:cNvCxnSpPr>
                <p:nvPr/>
              </p:nvCxnSpPr>
              <p:spPr>
                <a:xfrm>
                  <a:off x="659519" y="35031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3" name="直线连接符 592">
                  <a:extLst>
                    <a:ext uri="{FF2B5EF4-FFF2-40B4-BE49-F238E27FC236}">
                      <a16:creationId xmlns:a16="http://schemas.microsoft.com/office/drawing/2014/main" id="{28D0D9DE-7BD4-079F-4B0A-029A0C83462F}"/>
                    </a:ext>
                  </a:extLst>
                </p:cNvPr>
                <p:cNvCxnSpPr>
                  <a:cxnSpLocks/>
                </p:cNvCxnSpPr>
                <p:nvPr/>
              </p:nvCxnSpPr>
              <p:spPr>
                <a:xfrm>
                  <a:off x="684919"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4" name="直线连接符 593">
                  <a:extLst>
                    <a:ext uri="{FF2B5EF4-FFF2-40B4-BE49-F238E27FC236}">
                      <a16:creationId xmlns:a16="http://schemas.microsoft.com/office/drawing/2014/main" id="{135C3595-5F63-DD55-CB71-0475ED7AF050}"/>
                    </a:ext>
                  </a:extLst>
                </p:cNvPr>
                <p:cNvCxnSpPr>
                  <a:cxnSpLocks/>
                </p:cNvCxnSpPr>
                <p:nvPr/>
              </p:nvCxnSpPr>
              <p:spPr>
                <a:xfrm>
                  <a:off x="7103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5" name="直线连接符 594">
                  <a:extLst>
                    <a:ext uri="{FF2B5EF4-FFF2-40B4-BE49-F238E27FC236}">
                      <a16:creationId xmlns:a16="http://schemas.microsoft.com/office/drawing/2014/main" id="{849E96F3-CA90-F4A4-6CBE-03CF0A4F1832}"/>
                    </a:ext>
                  </a:extLst>
                </p:cNvPr>
                <p:cNvCxnSpPr>
                  <a:cxnSpLocks/>
                </p:cNvCxnSpPr>
                <p:nvPr/>
              </p:nvCxnSpPr>
              <p:spPr>
                <a:xfrm>
                  <a:off x="7357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6" name="直线连接符 595">
                  <a:extLst>
                    <a:ext uri="{FF2B5EF4-FFF2-40B4-BE49-F238E27FC236}">
                      <a16:creationId xmlns:a16="http://schemas.microsoft.com/office/drawing/2014/main" id="{34ECEA4F-60FB-098D-9534-5C522BA84787}"/>
                    </a:ext>
                  </a:extLst>
                </p:cNvPr>
                <p:cNvCxnSpPr>
                  <a:cxnSpLocks/>
                </p:cNvCxnSpPr>
                <p:nvPr/>
              </p:nvCxnSpPr>
              <p:spPr>
                <a:xfrm>
                  <a:off x="761119"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7" name="直线连接符 596">
                  <a:extLst>
                    <a:ext uri="{FF2B5EF4-FFF2-40B4-BE49-F238E27FC236}">
                      <a16:creationId xmlns:a16="http://schemas.microsoft.com/office/drawing/2014/main" id="{4F9D9019-96AC-BC49-E042-9CEA9F7EA502}"/>
                    </a:ext>
                  </a:extLst>
                </p:cNvPr>
                <p:cNvCxnSpPr>
                  <a:cxnSpLocks/>
                </p:cNvCxnSpPr>
                <p:nvPr/>
              </p:nvCxnSpPr>
              <p:spPr>
                <a:xfrm>
                  <a:off x="789694" y="3512698"/>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8" name="直线连接符 597">
                  <a:extLst>
                    <a:ext uri="{FF2B5EF4-FFF2-40B4-BE49-F238E27FC236}">
                      <a16:creationId xmlns:a16="http://schemas.microsoft.com/office/drawing/2014/main" id="{645CF4BE-C616-9573-16A4-AA91D4719C84}"/>
                    </a:ext>
                  </a:extLst>
                </p:cNvPr>
                <p:cNvCxnSpPr>
                  <a:cxnSpLocks/>
                </p:cNvCxnSpPr>
                <p:nvPr/>
              </p:nvCxnSpPr>
              <p:spPr>
                <a:xfrm>
                  <a:off x="815094" y="35110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9" name="直线连接符 598">
                  <a:extLst>
                    <a:ext uri="{FF2B5EF4-FFF2-40B4-BE49-F238E27FC236}">
                      <a16:creationId xmlns:a16="http://schemas.microsoft.com/office/drawing/2014/main" id="{A8AC1EBE-3775-9BFF-0798-A87B0AA8544B}"/>
                    </a:ext>
                  </a:extLst>
                </p:cNvPr>
                <p:cNvCxnSpPr>
                  <a:cxnSpLocks/>
                </p:cNvCxnSpPr>
                <p:nvPr/>
              </p:nvCxnSpPr>
              <p:spPr>
                <a:xfrm>
                  <a:off x="840494" y="351207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0" name="直线连接符 599">
                  <a:extLst>
                    <a:ext uri="{FF2B5EF4-FFF2-40B4-BE49-F238E27FC236}">
                      <a16:creationId xmlns:a16="http://schemas.microsoft.com/office/drawing/2014/main" id="{E338EF5B-D78D-C463-B37A-7DCC70B962CA}"/>
                    </a:ext>
                  </a:extLst>
                </p:cNvPr>
                <p:cNvCxnSpPr>
                  <a:cxnSpLocks/>
                </p:cNvCxnSpPr>
                <p:nvPr/>
              </p:nvCxnSpPr>
              <p:spPr>
                <a:xfrm>
                  <a:off x="866004" y="3509523"/>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1" name="直线连接符 600">
                  <a:extLst>
                    <a:ext uri="{FF2B5EF4-FFF2-40B4-BE49-F238E27FC236}">
                      <a16:creationId xmlns:a16="http://schemas.microsoft.com/office/drawing/2014/main" id="{A1FA86CF-32AF-AFC5-5258-73F229E9127B}"/>
                    </a:ext>
                  </a:extLst>
                </p:cNvPr>
                <p:cNvCxnSpPr>
                  <a:cxnSpLocks/>
                </p:cNvCxnSpPr>
                <p:nvPr/>
              </p:nvCxnSpPr>
              <p:spPr>
                <a:xfrm>
                  <a:off x="897754" y="3502150"/>
                  <a:ext cx="0" cy="116307"/>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2" name="直线连接符 601">
                  <a:extLst>
                    <a:ext uri="{FF2B5EF4-FFF2-40B4-BE49-F238E27FC236}">
                      <a16:creationId xmlns:a16="http://schemas.microsoft.com/office/drawing/2014/main" id="{97068124-0789-170E-F896-34C2F328DBE4}"/>
                    </a:ext>
                  </a:extLst>
                </p:cNvPr>
                <p:cNvCxnSpPr>
                  <a:cxnSpLocks/>
                </p:cNvCxnSpPr>
                <p:nvPr/>
              </p:nvCxnSpPr>
              <p:spPr>
                <a:xfrm>
                  <a:off x="894579" y="3503677"/>
                  <a:ext cx="0" cy="116307"/>
                </a:xfrm>
                <a:prstGeom prst="line">
                  <a:avLst/>
                </a:prstGeom>
                <a:ln w="63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3" name="直线连接符 602">
                  <a:extLst>
                    <a:ext uri="{FF2B5EF4-FFF2-40B4-BE49-F238E27FC236}">
                      <a16:creationId xmlns:a16="http://schemas.microsoft.com/office/drawing/2014/main" id="{71A67573-52D6-9258-7B59-B0DF74635CD9}"/>
                    </a:ext>
                  </a:extLst>
                </p:cNvPr>
                <p:cNvCxnSpPr>
                  <a:cxnSpLocks/>
                </p:cNvCxnSpPr>
                <p:nvPr/>
              </p:nvCxnSpPr>
              <p:spPr>
                <a:xfrm>
                  <a:off x="919979" y="3499998"/>
                  <a:ext cx="0" cy="116307"/>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04" name="直线连接符 603">
                  <a:extLst>
                    <a:ext uri="{FF2B5EF4-FFF2-40B4-BE49-F238E27FC236}">
                      <a16:creationId xmlns:a16="http://schemas.microsoft.com/office/drawing/2014/main" id="{F4411929-6D60-A480-FE31-5356F0001FBA}"/>
                    </a:ext>
                  </a:extLst>
                </p:cNvPr>
                <p:cNvCxnSpPr>
                  <a:cxnSpLocks/>
                </p:cNvCxnSpPr>
                <p:nvPr/>
              </p:nvCxnSpPr>
              <p:spPr>
                <a:xfrm>
                  <a:off x="946409" y="3493648"/>
                  <a:ext cx="0" cy="116307"/>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05" name="直线连接符 604">
                  <a:extLst>
                    <a:ext uri="{FF2B5EF4-FFF2-40B4-BE49-F238E27FC236}">
                      <a16:creationId xmlns:a16="http://schemas.microsoft.com/office/drawing/2014/main" id="{A6730C44-CB36-EA3E-8B6B-CBDDBF64AA8E}"/>
                    </a:ext>
                  </a:extLst>
                </p:cNvPr>
                <p:cNvCxnSpPr>
                  <a:cxnSpLocks/>
                </p:cNvCxnSpPr>
                <p:nvPr/>
              </p:nvCxnSpPr>
              <p:spPr>
                <a:xfrm>
                  <a:off x="971815" y="3490473"/>
                  <a:ext cx="0" cy="116307"/>
                </a:xfrm>
                <a:prstGeom prst="line">
                  <a:avLst/>
                </a:prstGeom>
                <a:ln w="63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grpSp>
            <p:nvGrpSpPr>
              <p:cNvPr id="578" name="组合 577">
                <a:extLst>
                  <a:ext uri="{FF2B5EF4-FFF2-40B4-BE49-F238E27FC236}">
                    <a16:creationId xmlns:a16="http://schemas.microsoft.com/office/drawing/2014/main" id="{64F659BC-7351-744A-81F3-0A19F58BE97E}"/>
                  </a:ext>
                </a:extLst>
              </p:cNvPr>
              <p:cNvGrpSpPr/>
              <p:nvPr/>
            </p:nvGrpSpPr>
            <p:grpSpPr>
              <a:xfrm>
                <a:off x="5339586" y="2095499"/>
                <a:ext cx="1973841" cy="1732229"/>
                <a:chOff x="7707547" y="3116283"/>
                <a:chExt cx="2913493" cy="2493706"/>
              </a:xfrm>
            </p:grpSpPr>
            <p:sp>
              <p:nvSpPr>
                <p:cNvPr id="584" name="流程图: 接点 567">
                  <a:extLst>
                    <a:ext uri="{FF2B5EF4-FFF2-40B4-BE49-F238E27FC236}">
                      <a16:creationId xmlns:a16="http://schemas.microsoft.com/office/drawing/2014/main" id="{F7B9814B-BF8A-66BE-7ABD-4A0B95A771A4}"/>
                    </a:ext>
                  </a:extLst>
                </p:cNvPr>
                <p:cNvSpPr/>
                <p:nvPr/>
              </p:nvSpPr>
              <p:spPr>
                <a:xfrm>
                  <a:off x="7710977" y="3446555"/>
                  <a:ext cx="2910063" cy="2163434"/>
                </a:xfrm>
                <a:prstGeom prst="flowChartConnector">
                  <a:avLst/>
                </a:prstGeom>
                <a:solidFill>
                  <a:schemeClr val="bg1">
                    <a:lumMod val="75000"/>
                  </a:schemeClr>
                </a:solidFill>
                <a:ln>
                  <a:noFill/>
                </a:ln>
                <a:scene3d>
                  <a:camera prst="orthographicFront">
                    <a:rot lat="6300000" lon="0" rev="0"/>
                  </a:camera>
                  <a:lightRig rig="threePt" dir="t"/>
                </a:scene3d>
                <a:sp3d extrusionH="18034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5" name="流程图: 接点 568">
                  <a:extLst>
                    <a:ext uri="{FF2B5EF4-FFF2-40B4-BE49-F238E27FC236}">
                      <a16:creationId xmlns:a16="http://schemas.microsoft.com/office/drawing/2014/main" id="{4A4369DE-6F42-CF7C-076C-9A6A4B35A35B}"/>
                    </a:ext>
                  </a:extLst>
                </p:cNvPr>
                <p:cNvSpPr/>
                <p:nvPr/>
              </p:nvSpPr>
              <p:spPr>
                <a:xfrm>
                  <a:off x="7707547" y="3116283"/>
                  <a:ext cx="2910063" cy="2163435"/>
                </a:xfrm>
                <a:prstGeom prst="flowChartConnector">
                  <a:avLst/>
                </a:prstGeom>
                <a:solidFill>
                  <a:schemeClr val="tx1">
                    <a:lumMod val="50000"/>
                    <a:lumOff val="50000"/>
                  </a:schemeClr>
                </a:solidFill>
                <a:ln>
                  <a:noFill/>
                </a:ln>
                <a:scene3d>
                  <a:camera prst="orthographicFront">
                    <a:rot lat="6300000" lon="0" rev="180000"/>
                  </a:camera>
                  <a:lightRig rig="threePt" dir="t"/>
                </a:scene3d>
                <a:sp3d extrusionH="228600" contourW="12700">
                  <a:contourClr>
                    <a:schemeClr val="bg1">
                      <a:lumMod val="7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6" name="椭圆 585">
                  <a:extLst>
                    <a:ext uri="{FF2B5EF4-FFF2-40B4-BE49-F238E27FC236}">
                      <a16:creationId xmlns:a16="http://schemas.microsoft.com/office/drawing/2014/main" id="{F097B753-AD0B-AC6A-CA32-A61FCC4390B8}"/>
                    </a:ext>
                  </a:extLst>
                </p:cNvPr>
                <p:cNvSpPr/>
                <p:nvPr/>
              </p:nvSpPr>
              <p:spPr>
                <a:xfrm>
                  <a:off x="7979102" y="3657808"/>
                  <a:ext cx="2330826" cy="380372"/>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7" name="椭圆 586">
                  <a:extLst>
                    <a:ext uri="{FF2B5EF4-FFF2-40B4-BE49-F238E27FC236}">
                      <a16:creationId xmlns:a16="http://schemas.microsoft.com/office/drawing/2014/main" id="{3A25A56B-2C72-DBC5-0F5A-41449B299A26}"/>
                    </a:ext>
                  </a:extLst>
                </p:cNvPr>
                <p:cNvSpPr/>
                <p:nvPr/>
              </p:nvSpPr>
              <p:spPr>
                <a:xfrm>
                  <a:off x="8300712" y="3741467"/>
                  <a:ext cx="1639369" cy="213056"/>
                </a:xfrm>
                <a:prstGeom prst="ellipse">
                  <a:avLst/>
                </a:prstGeom>
                <a:solidFill>
                  <a:srgbClr val="5C5C5C"/>
                </a:solidFill>
                <a:ln>
                  <a:solidFill>
                    <a:schemeClr val="bg1">
                      <a:lumMod val="95000"/>
                    </a:schemeClr>
                  </a:solidFill>
                </a:ln>
                <a:scene3d>
                  <a:camera prst="orthographicFront">
                    <a:rot lat="0" lon="0" rev="18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79" name="组合 578">
                <a:extLst>
                  <a:ext uri="{FF2B5EF4-FFF2-40B4-BE49-F238E27FC236}">
                    <a16:creationId xmlns:a16="http://schemas.microsoft.com/office/drawing/2014/main" id="{8403E9B7-DD97-DCF8-D1C5-C918A3534DF9}"/>
                  </a:ext>
                </a:extLst>
              </p:cNvPr>
              <p:cNvGrpSpPr/>
              <p:nvPr/>
            </p:nvGrpSpPr>
            <p:grpSpPr>
              <a:xfrm>
                <a:off x="5766027" y="1644876"/>
                <a:ext cx="1057509" cy="1052185"/>
                <a:chOff x="4681576" y="1874970"/>
                <a:chExt cx="875809" cy="967657"/>
              </a:xfrm>
              <a:scene3d>
                <a:camera prst="orthographicFront">
                  <a:rot lat="600000" lon="0" rev="180000"/>
                </a:camera>
                <a:lightRig rig="threePt" dir="t"/>
              </a:scene3d>
            </p:grpSpPr>
            <p:grpSp>
              <p:nvGrpSpPr>
                <p:cNvPr id="580" name="组合 579">
                  <a:extLst>
                    <a:ext uri="{FF2B5EF4-FFF2-40B4-BE49-F238E27FC236}">
                      <a16:creationId xmlns:a16="http://schemas.microsoft.com/office/drawing/2014/main" id="{11FD27F6-65F4-71B0-B05E-BE01C7537D72}"/>
                    </a:ext>
                  </a:extLst>
                </p:cNvPr>
                <p:cNvGrpSpPr/>
                <p:nvPr/>
              </p:nvGrpSpPr>
              <p:grpSpPr>
                <a:xfrm>
                  <a:off x="4681585" y="1874970"/>
                  <a:ext cx="875800" cy="951265"/>
                  <a:chOff x="5878677" y="1903370"/>
                  <a:chExt cx="1527262" cy="1731253"/>
                </a:xfrm>
                <a:solidFill>
                  <a:schemeClr val="tx1">
                    <a:lumMod val="65000"/>
                    <a:lumOff val="35000"/>
                  </a:schemeClr>
                </a:solidFill>
              </p:grpSpPr>
              <p:sp>
                <p:nvSpPr>
                  <p:cNvPr id="582" name="流程图: 延期 565">
                    <a:extLst>
                      <a:ext uri="{FF2B5EF4-FFF2-40B4-BE49-F238E27FC236}">
                        <a16:creationId xmlns:a16="http://schemas.microsoft.com/office/drawing/2014/main" id="{C6FDE9EE-6C82-B5C9-2007-8A51F871D347}"/>
                      </a:ext>
                    </a:extLst>
                  </p:cNvPr>
                  <p:cNvSpPr/>
                  <p:nvPr/>
                </p:nvSpPr>
                <p:spPr>
                  <a:xfrm rot="16200000">
                    <a:off x="5776681" y="2005366"/>
                    <a:ext cx="1731253" cy="1527262"/>
                  </a:xfrm>
                  <a:prstGeom prst="flowChartDelay">
                    <a:avLst/>
                  </a:prstGeom>
                  <a:grp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3" name="流程图: 接点 566">
                    <a:extLst>
                      <a:ext uri="{FF2B5EF4-FFF2-40B4-BE49-F238E27FC236}">
                        <a16:creationId xmlns:a16="http://schemas.microsoft.com/office/drawing/2014/main" id="{4F4D2F6D-3D9D-7631-6016-0867A3977132}"/>
                      </a:ext>
                    </a:extLst>
                  </p:cNvPr>
                  <p:cNvSpPr/>
                  <p:nvPr/>
                </p:nvSpPr>
                <p:spPr>
                  <a:xfrm>
                    <a:off x="6081067" y="2099062"/>
                    <a:ext cx="1122470" cy="1059756"/>
                  </a:xfrm>
                  <a:prstGeom prst="flowChartConnector">
                    <a:avLst/>
                  </a:prstGeom>
                  <a:solidFill>
                    <a:schemeClr val="bg1"/>
                  </a:solidFill>
                  <a:ln>
                    <a:solidFill>
                      <a:schemeClr val="bg1">
                        <a:lumMod val="85000"/>
                      </a:schemeClr>
                    </a:solidFill>
                  </a:ln>
                  <a:sp3d extrusionH="2540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1" name="矩形 580">
                  <a:extLst>
                    <a:ext uri="{FF2B5EF4-FFF2-40B4-BE49-F238E27FC236}">
                      <a16:creationId xmlns:a16="http://schemas.microsoft.com/office/drawing/2014/main" id="{37D74655-773B-6BAA-213C-69654E617DAD}"/>
                    </a:ext>
                  </a:extLst>
                </p:cNvPr>
                <p:cNvSpPr/>
                <p:nvPr/>
              </p:nvSpPr>
              <p:spPr>
                <a:xfrm>
                  <a:off x="4681576" y="2581185"/>
                  <a:ext cx="875801" cy="261442"/>
                </a:xfrm>
                <a:prstGeom prst="rect">
                  <a:avLst/>
                </a:prstGeom>
                <a:solidFill>
                  <a:schemeClr val="tx1">
                    <a:lumMod val="65000"/>
                    <a:lumOff val="35000"/>
                  </a:schemeClr>
                </a:solidFill>
                <a:ln>
                  <a:solidFill>
                    <a:schemeClr val="bg1">
                      <a:lumMod val="85000"/>
                    </a:schemeClr>
                  </a:solidFill>
                </a:ln>
                <a:sp3d extrusionH="444500" prstMaterial="dkEdg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4" name="灯片编号占位符 2">
            <a:extLst>
              <a:ext uri="{FF2B5EF4-FFF2-40B4-BE49-F238E27FC236}">
                <a16:creationId xmlns:a16="http://schemas.microsoft.com/office/drawing/2014/main" id="{B4B0EA9C-AD35-79EE-E74B-AFA266D2AF8D}"/>
              </a:ext>
            </a:extLst>
          </p:cNvPr>
          <p:cNvSpPr>
            <a:spLocks noGrp="1"/>
          </p:cNvSpPr>
          <p:nvPr>
            <p:ph type="sldNum" sz="quarter" idx="12"/>
          </p:nvPr>
        </p:nvSpPr>
        <p:spPr>
          <a:xfrm>
            <a:off x="9218930" y="6492877"/>
            <a:ext cx="2743200" cy="365125"/>
          </a:xfrm>
        </p:spPr>
        <p:txBody>
          <a:bodyPr/>
          <a:lstStyle/>
          <a:p>
            <a:r>
              <a:rPr lang="en-US" altLang="zh-CN" sz="1600" b="1" dirty="0"/>
              <a:t>14</a:t>
            </a:r>
            <a:endParaRPr lang="zh-CN" altLang="en-US" sz="1600" b="1" dirty="0"/>
          </a:p>
        </p:txBody>
      </p:sp>
      <p:cxnSp>
        <p:nvCxnSpPr>
          <p:cNvPr id="519" name="直线连接符 518">
            <a:extLst>
              <a:ext uri="{FF2B5EF4-FFF2-40B4-BE49-F238E27FC236}">
                <a16:creationId xmlns:a16="http://schemas.microsoft.com/office/drawing/2014/main" id="{D17552E9-59F6-2D51-418A-99690B85E014}"/>
              </a:ext>
            </a:extLst>
          </p:cNvPr>
          <p:cNvCxnSpPr>
            <a:cxnSpLocks/>
          </p:cNvCxnSpPr>
          <p:nvPr/>
        </p:nvCxnSpPr>
        <p:spPr>
          <a:xfrm>
            <a:off x="2163856" y="2391069"/>
            <a:ext cx="2733819" cy="0"/>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cxnSp>
        <p:nvCxnSpPr>
          <p:cNvPr id="522" name="直线连接符 521">
            <a:extLst>
              <a:ext uri="{FF2B5EF4-FFF2-40B4-BE49-F238E27FC236}">
                <a16:creationId xmlns:a16="http://schemas.microsoft.com/office/drawing/2014/main" id="{C3773416-5C0A-29BB-8994-F615106AA189}"/>
              </a:ext>
            </a:extLst>
          </p:cNvPr>
          <p:cNvCxnSpPr>
            <a:cxnSpLocks/>
          </p:cNvCxnSpPr>
          <p:nvPr/>
        </p:nvCxnSpPr>
        <p:spPr>
          <a:xfrm>
            <a:off x="1568829" y="1706340"/>
            <a:ext cx="92791" cy="1560091"/>
          </a:xfrm>
          <a:prstGeom prst="line">
            <a:avLst/>
          </a:prstGeom>
          <a:ln w="1270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524" name="直线连接符 523">
            <a:extLst>
              <a:ext uri="{FF2B5EF4-FFF2-40B4-BE49-F238E27FC236}">
                <a16:creationId xmlns:a16="http://schemas.microsoft.com/office/drawing/2014/main" id="{7C782047-2EE2-54C1-B6D1-0981655F7C46}"/>
              </a:ext>
            </a:extLst>
          </p:cNvPr>
          <p:cNvCxnSpPr>
            <a:cxnSpLocks/>
          </p:cNvCxnSpPr>
          <p:nvPr/>
        </p:nvCxnSpPr>
        <p:spPr>
          <a:xfrm>
            <a:off x="6460991" y="1768806"/>
            <a:ext cx="78643" cy="1500460"/>
          </a:xfrm>
          <a:prstGeom prst="line">
            <a:avLst/>
          </a:prstGeom>
          <a:ln w="1270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线连接符 4">
            <a:extLst>
              <a:ext uri="{FF2B5EF4-FFF2-40B4-BE49-F238E27FC236}">
                <a16:creationId xmlns:a16="http://schemas.microsoft.com/office/drawing/2014/main" id="{583414B5-6F84-2B30-C5F0-CE7ACD10B65D}"/>
              </a:ext>
            </a:extLst>
          </p:cNvPr>
          <p:cNvCxnSpPr>
            <a:cxnSpLocks/>
          </p:cNvCxnSpPr>
          <p:nvPr/>
        </p:nvCxnSpPr>
        <p:spPr>
          <a:xfrm>
            <a:off x="1670912" y="1700152"/>
            <a:ext cx="0" cy="2882110"/>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cxnSp>
        <p:nvCxnSpPr>
          <p:cNvPr id="523" name="直线连接符 522">
            <a:extLst>
              <a:ext uri="{FF2B5EF4-FFF2-40B4-BE49-F238E27FC236}">
                <a16:creationId xmlns:a16="http://schemas.microsoft.com/office/drawing/2014/main" id="{3B8D231C-91DA-C30A-C1CB-29C45CC1EC91}"/>
              </a:ext>
            </a:extLst>
          </p:cNvPr>
          <p:cNvCxnSpPr>
            <a:cxnSpLocks/>
          </p:cNvCxnSpPr>
          <p:nvPr/>
        </p:nvCxnSpPr>
        <p:spPr>
          <a:xfrm>
            <a:off x="6555275" y="1696925"/>
            <a:ext cx="0" cy="2890592"/>
          </a:xfrm>
          <a:prstGeom prst="line">
            <a:avLst/>
          </a:prstGeom>
          <a:ln w="12700">
            <a:solidFill>
              <a:srgbClr val="6271F6"/>
            </a:solidFill>
            <a:prstDash val="sysDash"/>
          </a:ln>
        </p:spPr>
        <p:style>
          <a:lnRef idx="1">
            <a:schemeClr val="accent1"/>
          </a:lnRef>
          <a:fillRef idx="0">
            <a:schemeClr val="accent1"/>
          </a:fillRef>
          <a:effectRef idx="0">
            <a:schemeClr val="accent1"/>
          </a:effectRef>
          <a:fontRef idx="minor">
            <a:schemeClr val="tx1"/>
          </a:fontRef>
        </p:style>
      </p:cxnSp>
      <p:grpSp>
        <p:nvGrpSpPr>
          <p:cNvPr id="514" name="组合 513">
            <a:extLst>
              <a:ext uri="{FF2B5EF4-FFF2-40B4-BE49-F238E27FC236}">
                <a16:creationId xmlns:a16="http://schemas.microsoft.com/office/drawing/2014/main" id="{7CA270D5-8AF5-B3AE-77FC-D4A9D78EBFC3}"/>
              </a:ext>
            </a:extLst>
          </p:cNvPr>
          <p:cNvGrpSpPr/>
          <p:nvPr/>
        </p:nvGrpSpPr>
        <p:grpSpPr>
          <a:xfrm>
            <a:off x="-5664" y="234087"/>
            <a:ext cx="12197666" cy="491115"/>
            <a:chOff x="-5664" y="377519"/>
            <a:chExt cx="12197666" cy="491115"/>
          </a:xfrm>
        </p:grpSpPr>
        <p:sp>
          <p:nvSpPr>
            <p:cNvPr id="517" name="矩形 516">
              <a:extLst>
                <a:ext uri="{FF2B5EF4-FFF2-40B4-BE49-F238E27FC236}">
                  <a16:creationId xmlns:a16="http://schemas.microsoft.com/office/drawing/2014/main" id="{9B342900-2638-E895-799B-AEA0F8B4754E}"/>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18" name="圆角矩形 517">
              <a:extLst>
                <a:ext uri="{FF2B5EF4-FFF2-40B4-BE49-F238E27FC236}">
                  <a16:creationId xmlns:a16="http://schemas.microsoft.com/office/drawing/2014/main" id="{B2C3C17F-777B-C693-15C8-0EA40B85409A}"/>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defRPr/>
              </a:pPr>
              <a:r>
                <a:rPr lang="en-US" altLang="zh-CN" sz="3600" dirty="0">
                  <a:solidFill>
                    <a:prstClr val="white"/>
                  </a:solidFill>
                  <a:latin typeface="等线" panose="02110004020202020204"/>
                  <a:ea typeface="等线" panose="02010600030101010101" pitchFamily="2" charset="-122"/>
                </a:rPr>
                <a:t>3</a:t>
              </a:r>
              <a:endParaRPr lang="zh-CN" altLang="en-US" sz="3600" dirty="0">
                <a:solidFill>
                  <a:prstClr val="white"/>
                </a:solidFill>
                <a:latin typeface="等线" panose="02110004020202020204"/>
                <a:ea typeface="等线" panose="02010600030101010101" pitchFamily="2" charset="-122"/>
              </a:endParaRPr>
            </a:p>
          </p:txBody>
        </p:sp>
        <p:sp>
          <p:nvSpPr>
            <p:cNvPr id="521" name="文本框 520">
              <a:extLst>
                <a:ext uri="{FF2B5EF4-FFF2-40B4-BE49-F238E27FC236}">
                  <a16:creationId xmlns:a16="http://schemas.microsoft.com/office/drawing/2014/main" id="{9F9B1DD4-8949-E0A2-9E67-85BBCE232A8C}"/>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525" name="矩形 524">
              <a:extLst>
                <a:ext uri="{FF2B5EF4-FFF2-40B4-BE49-F238E27FC236}">
                  <a16:creationId xmlns:a16="http://schemas.microsoft.com/office/drawing/2014/main" id="{41C8F48F-2817-A1B6-0658-AFF51FA1A1DF}"/>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526" name="组 398">
              <a:extLst>
                <a:ext uri="{FF2B5EF4-FFF2-40B4-BE49-F238E27FC236}">
                  <a16:creationId xmlns:a16="http://schemas.microsoft.com/office/drawing/2014/main" id="{1915E51C-DDBF-B48F-4D17-072D9DD2EA92}"/>
                </a:ext>
              </a:extLst>
            </p:cNvPr>
            <p:cNvGrpSpPr/>
            <p:nvPr/>
          </p:nvGrpSpPr>
          <p:grpSpPr>
            <a:xfrm>
              <a:off x="11454106" y="380935"/>
              <a:ext cx="737892" cy="484288"/>
              <a:chOff x="11454105" y="252856"/>
              <a:chExt cx="737892" cy="484288"/>
            </a:xfrm>
          </p:grpSpPr>
          <p:grpSp>
            <p:nvGrpSpPr>
              <p:cNvPr id="527" name="组 400">
                <a:extLst>
                  <a:ext uri="{FF2B5EF4-FFF2-40B4-BE49-F238E27FC236}">
                    <a16:creationId xmlns:a16="http://schemas.microsoft.com/office/drawing/2014/main" id="{67431CBC-B4DF-483C-D560-1C59CDCD7CB1}"/>
                  </a:ext>
                </a:extLst>
              </p:cNvPr>
              <p:cNvGrpSpPr/>
              <p:nvPr/>
            </p:nvGrpSpPr>
            <p:grpSpPr>
              <a:xfrm>
                <a:off x="12039604" y="252856"/>
                <a:ext cx="152393" cy="484287"/>
                <a:chOff x="12039604" y="252856"/>
                <a:chExt cx="152393" cy="484287"/>
              </a:xfrm>
            </p:grpSpPr>
            <p:sp>
              <p:nvSpPr>
                <p:cNvPr id="531" name="圆角矩形 530">
                  <a:extLst>
                    <a:ext uri="{FF2B5EF4-FFF2-40B4-BE49-F238E27FC236}">
                      <a16:creationId xmlns:a16="http://schemas.microsoft.com/office/drawing/2014/main" id="{49F3F8DD-066B-B02A-C6B1-E608CB472FF2}"/>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圆角矩形 531">
                  <a:extLst>
                    <a:ext uri="{FF2B5EF4-FFF2-40B4-BE49-F238E27FC236}">
                      <a16:creationId xmlns:a16="http://schemas.microsoft.com/office/drawing/2014/main" id="{858B7B80-E530-942A-FAE3-CE074735CEB9}"/>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圆角矩形 532">
                  <a:extLst>
                    <a:ext uri="{FF2B5EF4-FFF2-40B4-BE49-F238E27FC236}">
                      <a16:creationId xmlns:a16="http://schemas.microsoft.com/office/drawing/2014/main" id="{75BA609C-8768-E9AB-28C8-25E12B4BA483}"/>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圆角矩形 533">
                  <a:extLst>
                    <a:ext uri="{FF2B5EF4-FFF2-40B4-BE49-F238E27FC236}">
                      <a16:creationId xmlns:a16="http://schemas.microsoft.com/office/drawing/2014/main" id="{BB47941B-DDE7-5BBB-4409-5A8296545250}"/>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圆角矩形 534">
                  <a:extLst>
                    <a:ext uri="{FF2B5EF4-FFF2-40B4-BE49-F238E27FC236}">
                      <a16:creationId xmlns:a16="http://schemas.microsoft.com/office/drawing/2014/main" id="{38C41EA0-C8C8-7755-EE30-C07307C4F563}"/>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8" name="组合 99">
                <a:extLst>
                  <a:ext uri="{FF2B5EF4-FFF2-40B4-BE49-F238E27FC236}">
                    <a16:creationId xmlns:a16="http://schemas.microsoft.com/office/drawing/2014/main" id="{4081F98A-1319-938B-0652-47D602BE4D42}"/>
                  </a:ext>
                </a:extLst>
              </p:cNvPr>
              <p:cNvGrpSpPr/>
              <p:nvPr/>
            </p:nvGrpSpPr>
            <p:grpSpPr>
              <a:xfrm>
                <a:off x="11454105" y="252857"/>
                <a:ext cx="491115" cy="484287"/>
                <a:chOff x="1528923" y="220268"/>
                <a:chExt cx="1284096" cy="1266241"/>
              </a:xfrm>
            </p:grpSpPr>
            <p:sp>
              <p:nvSpPr>
                <p:cNvPr id="529" name="圆角矩形 528">
                  <a:extLst>
                    <a:ext uri="{FF2B5EF4-FFF2-40B4-BE49-F238E27FC236}">
                      <a16:creationId xmlns:a16="http://schemas.microsoft.com/office/drawing/2014/main" id="{FE3FBEEB-4EF0-1190-ED4C-6A8FD5B11DB6}"/>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0" name="Freeform 96">
                  <a:extLst>
                    <a:ext uri="{FF2B5EF4-FFF2-40B4-BE49-F238E27FC236}">
                      <a16:creationId xmlns:a16="http://schemas.microsoft.com/office/drawing/2014/main" id="{738A8CD5-6FAB-1FE4-2E2D-5092A58FAC9A}"/>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750"/>
                                        <p:tgtEl>
                                          <p:spTgt spid="9"/>
                                        </p:tgtEl>
                                      </p:cBhvr>
                                    </p:animEffect>
                                  </p:childTnLst>
                                </p:cTn>
                              </p:par>
                            </p:childTnLst>
                          </p:cTn>
                        </p:par>
                        <p:par>
                          <p:cTn id="8" fill="hold">
                            <p:stCondLst>
                              <p:cond delay="750"/>
                            </p:stCondLst>
                            <p:childTnLst>
                              <p:par>
                                <p:cTn id="9" presetID="9" presetClass="entr" presetSubtype="0" fill="hold" nodeType="afterEffect">
                                  <p:stCondLst>
                                    <p:cond delay="0"/>
                                  </p:stCondLst>
                                  <p:childTnLst>
                                    <p:set>
                                      <p:cBhvr>
                                        <p:cTn id="10" dur="1" fill="hold">
                                          <p:stCondLst>
                                            <p:cond delay="0"/>
                                          </p:stCondLst>
                                        </p:cTn>
                                        <p:tgtEl>
                                          <p:spTgt spid="519"/>
                                        </p:tgtEl>
                                        <p:attrNameLst>
                                          <p:attrName>style.visibility</p:attrName>
                                        </p:attrNameLst>
                                      </p:cBhvr>
                                      <p:to>
                                        <p:strVal val="visible"/>
                                      </p:to>
                                    </p:set>
                                    <p:animEffect transition="in" filter="dissolve">
                                      <p:cBhvr>
                                        <p:cTn id="11" dur="500"/>
                                        <p:tgtEl>
                                          <p:spTgt spid="519"/>
                                        </p:tgtEl>
                                      </p:cBhvr>
                                    </p:animEffect>
                                  </p:childTnLst>
                                </p:cTn>
                              </p:par>
                              <p:par>
                                <p:cTn id="12" presetID="9"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par>
                                <p:cTn id="15" presetID="9" presetClass="entr" presetSubtype="0" fill="hold" nodeType="withEffect">
                                  <p:stCondLst>
                                    <p:cond delay="0"/>
                                  </p:stCondLst>
                                  <p:childTnLst>
                                    <p:set>
                                      <p:cBhvr>
                                        <p:cTn id="16" dur="1" fill="hold">
                                          <p:stCondLst>
                                            <p:cond delay="0"/>
                                          </p:stCondLst>
                                        </p:cTn>
                                        <p:tgtEl>
                                          <p:spTgt spid="522"/>
                                        </p:tgtEl>
                                        <p:attrNameLst>
                                          <p:attrName>style.visibility</p:attrName>
                                        </p:attrNameLst>
                                      </p:cBhvr>
                                      <p:to>
                                        <p:strVal val="visible"/>
                                      </p:to>
                                    </p:set>
                                    <p:animEffect transition="in" filter="dissolve">
                                      <p:cBhvr>
                                        <p:cTn id="17" dur="500"/>
                                        <p:tgtEl>
                                          <p:spTgt spid="5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wipe(left)">
                                      <p:cBhvr>
                                        <p:cTn id="22" dur="75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2"/>
                                        </p:tgtEl>
                                        <p:attrNameLst>
                                          <p:attrName>style.visibility</p:attrName>
                                        </p:attrNameLst>
                                      </p:cBhvr>
                                      <p:to>
                                        <p:strVal val="visible"/>
                                      </p:to>
                                    </p:set>
                                    <p:animEffect transition="in" filter="wipe(left)">
                                      <p:cBhvr>
                                        <p:cTn id="27" dur="750"/>
                                        <p:tgtEl>
                                          <p:spTgt spid="512"/>
                                        </p:tgtEl>
                                      </p:cBhvr>
                                    </p:animEffect>
                                  </p:childTnLst>
                                </p:cTn>
                              </p:par>
                            </p:childTnLst>
                          </p:cTn>
                        </p:par>
                        <p:par>
                          <p:cTn id="28" fill="hold">
                            <p:stCondLst>
                              <p:cond delay="750"/>
                            </p:stCondLst>
                            <p:childTnLst>
                              <p:par>
                                <p:cTn id="29" presetID="9" presetClass="entr" presetSubtype="0" fill="hold" nodeType="afterEffect">
                                  <p:stCondLst>
                                    <p:cond delay="0"/>
                                  </p:stCondLst>
                                  <p:childTnLst>
                                    <p:set>
                                      <p:cBhvr>
                                        <p:cTn id="30" dur="1" fill="hold">
                                          <p:stCondLst>
                                            <p:cond delay="0"/>
                                          </p:stCondLst>
                                        </p:cTn>
                                        <p:tgtEl>
                                          <p:spTgt spid="520"/>
                                        </p:tgtEl>
                                        <p:attrNameLst>
                                          <p:attrName>style.visibility</p:attrName>
                                        </p:attrNameLst>
                                      </p:cBhvr>
                                      <p:to>
                                        <p:strVal val="visible"/>
                                      </p:to>
                                    </p:set>
                                    <p:animEffect transition="in" filter="dissolve">
                                      <p:cBhvr>
                                        <p:cTn id="31" dur="500"/>
                                        <p:tgtEl>
                                          <p:spTgt spid="520"/>
                                        </p:tgtEl>
                                      </p:cBhvr>
                                    </p:animEffect>
                                  </p:childTnLst>
                                </p:cTn>
                              </p:par>
                              <p:par>
                                <p:cTn id="32" presetID="9" presetClass="entr" presetSubtype="0" fill="hold" nodeType="withEffect">
                                  <p:stCondLst>
                                    <p:cond delay="0"/>
                                  </p:stCondLst>
                                  <p:childTnLst>
                                    <p:set>
                                      <p:cBhvr>
                                        <p:cTn id="33" dur="1" fill="hold">
                                          <p:stCondLst>
                                            <p:cond delay="0"/>
                                          </p:stCondLst>
                                        </p:cTn>
                                        <p:tgtEl>
                                          <p:spTgt spid="523"/>
                                        </p:tgtEl>
                                        <p:attrNameLst>
                                          <p:attrName>style.visibility</p:attrName>
                                        </p:attrNameLst>
                                      </p:cBhvr>
                                      <p:to>
                                        <p:strVal val="visible"/>
                                      </p:to>
                                    </p:set>
                                    <p:animEffect transition="in" filter="dissolve">
                                      <p:cBhvr>
                                        <p:cTn id="34" dur="500"/>
                                        <p:tgtEl>
                                          <p:spTgt spid="523"/>
                                        </p:tgtEl>
                                      </p:cBhvr>
                                    </p:animEffect>
                                  </p:childTnLst>
                                </p:cTn>
                              </p:par>
                              <p:par>
                                <p:cTn id="35" presetID="9" presetClass="entr" presetSubtype="0" fill="hold" nodeType="withEffect">
                                  <p:stCondLst>
                                    <p:cond delay="0"/>
                                  </p:stCondLst>
                                  <p:childTnLst>
                                    <p:set>
                                      <p:cBhvr>
                                        <p:cTn id="36" dur="1" fill="hold">
                                          <p:stCondLst>
                                            <p:cond delay="0"/>
                                          </p:stCondLst>
                                        </p:cTn>
                                        <p:tgtEl>
                                          <p:spTgt spid="524"/>
                                        </p:tgtEl>
                                        <p:attrNameLst>
                                          <p:attrName>style.visibility</p:attrName>
                                        </p:attrNameLst>
                                      </p:cBhvr>
                                      <p:to>
                                        <p:strVal val="visible"/>
                                      </p:to>
                                    </p:set>
                                    <p:animEffect transition="in" filter="dissolve">
                                      <p:cBhvr>
                                        <p:cTn id="37" dur="500"/>
                                        <p:tgtEl>
                                          <p:spTgt spid="5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03"/>
                                        </p:tgtEl>
                                        <p:attrNameLst>
                                          <p:attrName>style.visibility</p:attrName>
                                        </p:attrNameLst>
                                      </p:cBhvr>
                                      <p:to>
                                        <p:strVal val="visible"/>
                                      </p:to>
                                    </p:set>
                                    <p:animEffect transition="in" filter="wipe(left)">
                                      <p:cBhvr>
                                        <p:cTn id="42" dur="750"/>
                                        <p:tgtEl>
                                          <p:spTgt spid="703"/>
                                        </p:tgtEl>
                                      </p:cBhvr>
                                    </p:animEffect>
                                  </p:childTnLst>
                                </p:cTn>
                              </p:par>
                              <p:par>
                                <p:cTn id="43" presetID="2" presetClass="entr" presetSubtype="4" fill="hold" grpId="0" nodeType="withEffect">
                                  <p:stCondLst>
                                    <p:cond delay="0"/>
                                  </p:stCondLst>
                                  <p:childTnLst>
                                    <p:set>
                                      <p:cBhvr>
                                        <p:cTn id="44" dur="1" fill="hold">
                                          <p:stCondLst>
                                            <p:cond delay="0"/>
                                          </p:stCondLst>
                                        </p:cTn>
                                        <p:tgtEl>
                                          <p:spTgt spid="57"/>
                                        </p:tgtEl>
                                        <p:attrNameLst>
                                          <p:attrName>style.visibility</p:attrName>
                                        </p:attrNameLst>
                                      </p:cBhvr>
                                      <p:to>
                                        <p:strVal val="visible"/>
                                      </p:to>
                                    </p:set>
                                    <p:anim calcmode="lin" valueType="num">
                                      <p:cBhvr additive="base">
                                        <p:cTn id="45" dur="500" fill="hold"/>
                                        <p:tgtEl>
                                          <p:spTgt spid="57"/>
                                        </p:tgtEl>
                                        <p:attrNameLst>
                                          <p:attrName>ppt_x</p:attrName>
                                        </p:attrNameLst>
                                      </p:cBhvr>
                                      <p:tavLst>
                                        <p:tav tm="0">
                                          <p:val>
                                            <p:strVal val="#ppt_x"/>
                                          </p:val>
                                        </p:tav>
                                        <p:tav tm="100000">
                                          <p:val>
                                            <p:strVal val="#ppt_x"/>
                                          </p:val>
                                        </p:tav>
                                      </p:tavLst>
                                    </p:anim>
                                    <p:anim calcmode="lin" valueType="num">
                                      <p:cBhvr additive="base">
                                        <p:cTn id="46"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7" grpId="0"/>
      <p:bldP spid="57" grpId="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DBD52FD9-B7C0-247F-93C5-434BA83DF0C3}"/>
              </a:ext>
            </a:extLst>
          </p:cNvPr>
          <p:cNvSpPr/>
          <p:nvPr/>
        </p:nvSpPr>
        <p:spPr>
          <a:xfrm>
            <a:off x="265430" y="2088516"/>
            <a:ext cx="5760720" cy="4597400"/>
          </a:xfrm>
          <a:prstGeom prst="rect">
            <a:avLst/>
          </a:prstGeom>
          <a:solidFill>
            <a:schemeClr val="accent6">
              <a:lumMod val="20000"/>
              <a:lumOff val="80000"/>
            </a:schemeClr>
          </a:solidFill>
          <a:ln>
            <a:solidFill>
              <a:schemeClr val="accent6">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9" name="矩形 18"/>
          <p:cNvSpPr/>
          <p:nvPr/>
        </p:nvSpPr>
        <p:spPr>
          <a:xfrm>
            <a:off x="265430" y="2213610"/>
            <a:ext cx="5760720" cy="4472305"/>
          </a:xfrm>
          <a:prstGeom prst="rect">
            <a:avLst/>
          </a:prstGeom>
          <a:solidFill>
            <a:schemeClr val="accent6">
              <a:lumMod val="20000"/>
              <a:lumOff val="80000"/>
            </a:schemeClr>
          </a:solidFill>
          <a:ln>
            <a:solidFill>
              <a:schemeClr val="accent6">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nvGrpSpPr>
          <p:cNvPr id="621" name="组合 620">
            <a:extLst>
              <a:ext uri="{FF2B5EF4-FFF2-40B4-BE49-F238E27FC236}">
                <a16:creationId xmlns:a16="http://schemas.microsoft.com/office/drawing/2014/main" id="{A9670A4E-6551-F9BB-3F47-804DABA201AA}"/>
              </a:ext>
            </a:extLst>
          </p:cNvPr>
          <p:cNvGrpSpPr/>
          <p:nvPr/>
        </p:nvGrpSpPr>
        <p:grpSpPr>
          <a:xfrm>
            <a:off x="1322735" y="3049951"/>
            <a:ext cx="937224" cy="682009"/>
            <a:chOff x="1459260" y="3145363"/>
            <a:chExt cx="937224" cy="682009"/>
          </a:xfrm>
        </p:grpSpPr>
        <p:sp>
          <p:nvSpPr>
            <p:cNvPr id="16" name="Rectangle 15437">
              <a:extLst>
                <a:ext uri="{FF2B5EF4-FFF2-40B4-BE49-F238E27FC236}">
                  <a16:creationId xmlns:a16="http://schemas.microsoft.com/office/drawing/2014/main" id="{59013D48-0455-50C1-1361-F9B524C1D71C}"/>
                </a:ext>
              </a:extLst>
            </p:cNvPr>
            <p:cNvSpPr>
              <a:spLocks/>
            </p:cNvSpPr>
            <p:nvPr/>
          </p:nvSpPr>
          <p:spPr bwMode="auto">
            <a:xfrm>
              <a:off x="1471103" y="3289731"/>
              <a:ext cx="925381" cy="438076"/>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8" name="Rectangle 15456">
              <a:extLst>
                <a:ext uri="{FF2B5EF4-FFF2-40B4-BE49-F238E27FC236}">
                  <a16:creationId xmlns:a16="http://schemas.microsoft.com/office/drawing/2014/main" id="{8E6685A0-F6DC-1283-30EC-DE600ECB7001}"/>
                </a:ext>
              </a:extLst>
            </p:cNvPr>
            <p:cNvSpPr>
              <a:spLocks/>
            </p:cNvSpPr>
            <p:nvPr/>
          </p:nvSpPr>
          <p:spPr bwMode="auto">
            <a:xfrm>
              <a:off x="1705701" y="3232020"/>
              <a:ext cx="104184" cy="550291"/>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4" name="AutoShape 15440">
              <a:extLst>
                <a:ext uri="{FF2B5EF4-FFF2-40B4-BE49-F238E27FC236}">
                  <a16:creationId xmlns:a16="http://schemas.microsoft.com/office/drawing/2014/main" id="{AE5703A8-7E5F-0E42-41A0-5073EE9F9108}"/>
                </a:ext>
              </a:extLst>
            </p:cNvPr>
            <p:cNvSpPr>
              <a:spLocks/>
            </p:cNvSpPr>
            <p:nvPr/>
          </p:nvSpPr>
          <p:spPr bwMode="auto">
            <a:xfrm flipH="1">
              <a:off x="1459260" y="3145363"/>
              <a:ext cx="245405" cy="682009"/>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sp>
        <p:nvSpPr>
          <p:cNvPr id="3" name="TextBox 95"/>
          <p:cNvSpPr txBox="1"/>
          <p:nvPr/>
        </p:nvSpPr>
        <p:spPr>
          <a:xfrm>
            <a:off x="478790" y="2242185"/>
            <a:ext cx="5547360" cy="706755"/>
          </a:xfrm>
          <a:prstGeom prst="rect">
            <a:avLst/>
          </a:prstGeom>
          <a:noFill/>
        </p:spPr>
        <p:txBody>
          <a:bodyPr wrap="square" rtlCol="0">
            <a:spAutoFit/>
          </a:bodyPr>
          <a:lstStyle/>
          <a:p>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调节狭缝和透镜间的距离，从望远镜中可看见清晰的狭缝的像；调节狭缝大小，目视约</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1mm</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0" name="Rectangle 15501">
            <a:extLst>
              <a:ext uri="{FF2B5EF4-FFF2-40B4-BE49-F238E27FC236}">
                <a16:creationId xmlns:a16="http://schemas.microsoft.com/office/drawing/2014/main" id="{DA6273BC-7C2F-AEFC-CE59-0F65286EFD30}"/>
              </a:ext>
            </a:extLst>
          </p:cNvPr>
          <p:cNvSpPr>
            <a:spLocks/>
          </p:cNvSpPr>
          <p:nvPr/>
        </p:nvSpPr>
        <p:spPr bwMode="auto">
          <a:xfrm>
            <a:off x="2605854" y="3933999"/>
            <a:ext cx="1640273" cy="102586"/>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2" name="组合 11">
            <a:extLst>
              <a:ext uri="{FF2B5EF4-FFF2-40B4-BE49-F238E27FC236}">
                <a16:creationId xmlns:a16="http://schemas.microsoft.com/office/drawing/2014/main" id="{2297A6D8-0ABC-E16A-DD3D-8FFE9206B220}"/>
              </a:ext>
            </a:extLst>
          </p:cNvPr>
          <p:cNvGrpSpPr/>
          <p:nvPr/>
        </p:nvGrpSpPr>
        <p:grpSpPr>
          <a:xfrm flipH="1">
            <a:off x="2526037" y="3859969"/>
            <a:ext cx="228313" cy="570322"/>
            <a:chOff x="1879235" y="1797972"/>
            <a:chExt cx="181074" cy="466293"/>
          </a:xfrm>
        </p:grpSpPr>
        <p:grpSp>
          <p:nvGrpSpPr>
            <p:cNvPr id="439" name="Group 15491">
              <a:extLst>
                <a:ext uri="{FF2B5EF4-FFF2-40B4-BE49-F238E27FC236}">
                  <a16:creationId xmlns:a16="http://schemas.microsoft.com/office/drawing/2014/main" id="{9B8B1671-E159-3356-9A01-EE7FC8B5340D}"/>
                </a:ext>
              </a:extLst>
            </p:cNvPr>
            <p:cNvGrpSpPr>
              <a:grpSpLocks/>
            </p:cNvGrpSpPr>
            <p:nvPr/>
          </p:nvGrpSpPr>
          <p:grpSpPr bwMode="auto">
            <a:xfrm>
              <a:off x="1879235" y="1797972"/>
              <a:ext cx="181074" cy="466293"/>
              <a:chOff x="5389" y="13674"/>
              <a:chExt cx="153" cy="394"/>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441" name="Rectangle 15492">
                <a:extLst>
                  <a:ext uri="{FF2B5EF4-FFF2-40B4-BE49-F238E27FC236}">
                    <a16:creationId xmlns:a16="http://schemas.microsoft.com/office/drawing/2014/main" id="{D68B89F4-3082-AEF1-5EF1-AFEAECB5DA9F}"/>
                  </a:ext>
                </a:extLst>
              </p:cNvPr>
              <p:cNvSpPr>
                <a:spLocks/>
              </p:cNvSpPr>
              <p:nvPr/>
            </p:nvSpPr>
            <p:spPr bwMode="auto">
              <a:xfrm>
                <a:off x="5435" y="13674"/>
                <a:ext cx="58" cy="344"/>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42" name="Rectangle 15493">
                <a:extLst>
                  <a:ext uri="{FF2B5EF4-FFF2-40B4-BE49-F238E27FC236}">
                    <a16:creationId xmlns:a16="http://schemas.microsoft.com/office/drawing/2014/main" id="{15D28443-F740-092B-DB2C-1759787B1F42}"/>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43" name="Line 15494">
                <a:extLst>
                  <a:ext uri="{FF2B5EF4-FFF2-40B4-BE49-F238E27FC236}">
                    <a16:creationId xmlns:a16="http://schemas.microsoft.com/office/drawing/2014/main" id="{50436821-327E-0C10-DFD3-70157B55EB28}"/>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444" name="Line 15495">
                <a:extLst>
                  <a:ext uri="{FF2B5EF4-FFF2-40B4-BE49-F238E27FC236}">
                    <a16:creationId xmlns:a16="http://schemas.microsoft.com/office/drawing/2014/main" id="{5CB93C99-CA9A-C0B5-EF36-43AE993CC5C5}"/>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445" name="Line 15496">
                <a:extLst>
                  <a:ext uri="{FF2B5EF4-FFF2-40B4-BE49-F238E27FC236}">
                    <a16:creationId xmlns:a16="http://schemas.microsoft.com/office/drawing/2014/main" id="{C1887D96-FED1-3095-C496-CCC0A85712CA}"/>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446" name="Line 15497">
                <a:extLst>
                  <a:ext uri="{FF2B5EF4-FFF2-40B4-BE49-F238E27FC236}">
                    <a16:creationId xmlns:a16="http://schemas.microsoft.com/office/drawing/2014/main" id="{14149BA9-5D6D-4706-07D5-77762EEDEA0F}"/>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447" name="Line 15498">
                <a:extLst>
                  <a:ext uri="{FF2B5EF4-FFF2-40B4-BE49-F238E27FC236}">
                    <a16:creationId xmlns:a16="http://schemas.microsoft.com/office/drawing/2014/main" id="{2FE99311-A119-861E-6B77-171291992763}"/>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448" name="Line 15499">
                <a:extLst>
                  <a:ext uri="{FF2B5EF4-FFF2-40B4-BE49-F238E27FC236}">
                    <a16:creationId xmlns:a16="http://schemas.microsoft.com/office/drawing/2014/main" id="{5C387445-B0BC-AFE6-D311-790FE5C27ED6}"/>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449" name="Line 15500">
                <a:extLst>
                  <a:ext uri="{FF2B5EF4-FFF2-40B4-BE49-F238E27FC236}">
                    <a16:creationId xmlns:a16="http://schemas.microsoft.com/office/drawing/2014/main" id="{1830BADA-B532-72AE-D5E1-ADFB86D95203}"/>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440" name="Line 15500">
              <a:extLst>
                <a:ext uri="{FF2B5EF4-FFF2-40B4-BE49-F238E27FC236}">
                  <a16:creationId xmlns:a16="http://schemas.microsoft.com/office/drawing/2014/main" id="{B5ABEA16-4562-5BD4-89FB-EF6E17649C44}"/>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3" name="Rectangle 15436">
            <a:extLst>
              <a:ext uri="{FF2B5EF4-FFF2-40B4-BE49-F238E27FC236}">
                <a16:creationId xmlns:a16="http://schemas.microsoft.com/office/drawing/2014/main" id="{19FA9D63-2683-3E16-D1F5-3BFD591DF63E}"/>
              </a:ext>
            </a:extLst>
          </p:cNvPr>
          <p:cNvSpPr>
            <a:spLocks/>
          </p:cNvSpPr>
          <p:nvPr/>
        </p:nvSpPr>
        <p:spPr bwMode="auto">
          <a:xfrm flipH="1">
            <a:off x="4156524" y="3807279"/>
            <a:ext cx="233786" cy="103388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4" name="Rectangle 15460">
            <a:extLst>
              <a:ext uri="{FF2B5EF4-FFF2-40B4-BE49-F238E27FC236}">
                <a16:creationId xmlns:a16="http://schemas.microsoft.com/office/drawing/2014/main" id="{26767129-392F-D72C-5C15-EFC5F6895EAC}"/>
              </a:ext>
            </a:extLst>
          </p:cNvPr>
          <p:cNvSpPr>
            <a:spLocks/>
          </p:cNvSpPr>
          <p:nvPr/>
        </p:nvSpPr>
        <p:spPr bwMode="auto">
          <a:xfrm flipV="1">
            <a:off x="2564563" y="3672442"/>
            <a:ext cx="151256" cy="1280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5" name="直角三角形 14">
            <a:extLst>
              <a:ext uri="{FF2B5EF4-FFF2-40B4-BE49-F238E27FC236}">
                <a16:creationId xmlns:a16="http://schemas.microsoft.com/office/drawing/2014/main" id="{DD5C2F61-1373-6822-4F4D-36E57B5897B0}"/>
              </a:ext>
            </a:extLst>
          </p:cNvPr>
          <p:cNvSpPr/>
          <p:nvPr/>
        </p:nvSpPr>
        <p:spPr>
          <a:xfrm flipH="1">
            <a:off x="2772618" y="3758220"/>
            <a:ext cx="1385837" cy="177967"/>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Rectangle 15460">
            <a:extLst>
              <a:ext uri="{FF2B5EF4-FFF2-40B4-BE49-F238E27FC236}">
                <a16:creationId xmlns:a16="http://schemas.microsoft.com/office/drawing/2014/main" id="{77AF20AE-1E55-51B6-4E6C-F1A027740C96}"/>
              </a:ext>
            </a:extLst>
          </p:cNvPr>
          <p:cNvSpPr>
            <a:spLocks/>
          </p:cNvSpPr>
          <p:nvPr/>
        </p:nvSpPr>
        <p:spPr bwMode="auto">
          <a:xfrm flipV="1">
            <a:off x="2502247" y="3892445"/>
            <a:ext cx="260763" cy="18409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 name="AutoShape 15462">
            <a:extLst>
              <a:ext uri="{FF2B5EF4-FFF2-40B4-BE49-F238E27FC236}">
                <a16:creationId xmlns:a16="http://schemas.microsoft.com/office/drawing/2014/main" id="{413773A5-B3D0-F372-05A7-7114C9B59A95}"/>
              </a:ext>
            </a:extLst>
          </p:cNvPr>
          <p:cNvSpPr>
            <a:spLocks/>
          </p:cNvSpPr>
          <p:nvPr/>
        </p:nvSpPr>
        <p:spPr bwMode="auto">
          <a:xfrm>
            <a:off x="2570832" y="3802637"/>
            <a:ext cx="137838" cy="5591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 name="Rectangle 15464">
            <a:extLst>
              <a:ext uri="{FF2B5EF4-FFF2-40B4-BE49-F238E27FC236}">
                <a16:creationId xmlns:a16="http://schemas.microsoft.com/office/drawing/2014/main" id="{C3AD48A3-4504-0E17-8F7A-7B81904144E5}"/>
              </a:ext>
            </a:extLst>
          </p:cNvPr>
          <p:cNvSpPr>
            <a:spLocks/>
          </p:cNvSpPr>
          <p:nvPr/>
        </p:nvSpPr>
        <p:spPr bwMode="auto">
          <a:xfrm>
            <a:off x="2167240" y="3151776"/>
            <a:ext cx="2496171" cy="534137"/>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 name="Rectangle 15515">
            <a:extLst>
              <a:ext uri="{FF2B5EF4-FFF2-40B4-BE49-F238E27FC236}">
                <a16:creationId xmlns:a16="http://schemas.microsoft.com/office/drawing/2014/main" id="{0A034EEC-DBB5-E680-B11E-CBE4BEA99D04}"/>
              </a:ext>
            </a:extLst>
          </p:cNvPr>
          <p:cNvSpPr>
            <a:spLocks/>
          </p:cNvSpPr>
          <p:nvPr/>
        </p:nvSpPr>
        <p:spPr bwMode="auto">
          <a:xfrm>
            <a:off x="4578620" y="3144199"/>
            <a:ext cx="371587" cy="542701"/>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52" name="Rectangle 15464">
            <a:extLst>
              <a:ext uri="{FF2B5EF4-FFF2-40B4-BE49-F238E27FC236}">
                <a16:creationId xmlns:a16="http://schemas.microsoft.com/office/drawing/2014/main" id="{73F85D1C-349E-6044-1815-AC76D5BBD481}"/>
              </a:ext>
            </a:extLst>
          </p:cNvPr>
          <p:cNvSpPr>
            <a:spLocks/>
          </p:cNvSpPr>
          <p:nvPr/>
        </p:nvSpPr>
        <p:spPr bwMode="auto">
          <a:xfrm>
            <a:off x="3914200" y="3115486"/>
            <a:ext cx="670215" cy="594747"/>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7" name="Rectangle 15465">
            <a:extLst>
              <a:ext uri="{FF2B5EF4-FFF2-40B4-BE49-F238E27FC236}">
                <a16:creationId xmlns:a16="http://schemas.microsoft.com/office/drawing/2014/main" id="{C0233C14-8F8C-4677-FD0A-54F93ABECCA1}"/>
              </a:ext>
            </a:extLst>
          </p:cNvPr>
          <p:cNvSpPr>
            <a:spLocks/>
          </p:cNvSpPr>
          <p:nvPr/>
        </p:nvSpPr>
        <p:spPr bwMode="auto">
          <a:xfrm>
            <a:off x="4158382" y="3408695"/>
            <a:ext cx="147028" cy="401483"/>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8" name="Rectangle 15501">
            <a:extLst>
              <a:ext uri="{FF2B5EF4-FFF2-40B4-BE49-F238E27FC236}">
                <a16:creationId xmlns:a16="http://schemas.microsoft.com/office/drawing/2014/main" id="{5E43E203-003A-79B3-736A-0586E6D4C287}"/>
              </a:ext>
            </a:extLst>
          </p:cNvPr>
          <p:cNvSpPr>
            <a:spLocks/>
          </p:cNvSpPr>
          <p:nvPr/>
        </p:nvSpPr>
        <p:spPr bwMode="auto">
          <a:xfrm>
            <a:off x="2461922" y="4086549"/>
            <a:ext cx="2075632" cy="149628"/>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9" name="直角三角形 418">
            <a:extLst>
              <a:ext uri="{FF2B5EF4-FFF2-40B4-BE49-F238E27FC236}">
                <a16:creationId xmlns:a16="http://schemas.microsoft.com/office/drawing/2014/main" id="{A8E90985-61AB-C0EA-F163-96830ED611D2}"/>
              </a:ext>
            </a:extLst>
          </p:cNvPr>
          <p:cNvSpPr/>
          <p:nvPr/>
        </p:nvSpPr>
        <p:spPr>
          <a:xfrm rot="10800000">
            <a:off x="2762765" y="4238870"/>
            <a:ext cx="1394734" cy="555848"/>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0" name="Rectangle 15465">
            <a:extLst>
              <a:ext uri="{FF2B5EF4-FFF2-40B4-BE49-F238E27FC236}">
                <a16:creationId xmlns:a16="http://schemas.microsoft.com/office/drawing/2014/main" id="{84703576-65C0-657B-E06B-32D8AA27138D}"/>
              </a:ext>
            </a:extLst>
          </p:cNvPr>
          <p:cNvSpPr>
            <a:spLocks/>
          </p:cNvSpPr>
          <p:nvPr/>
        </p:nvSpPr>
        <p:spPr bwMode="auto">
          <a:xfrm>
            <a:off x="2505313" y="3121023"/>
            <a:ext cx="261135" cy="594747"/>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1" name="Oval 15540">
            <a:extLst>
              <a:ext uri="{FF2B5EF4-FFF2-40B4-BE49-F238E27FC236}">
                <a16:creationId xmlns:a16="http://schemas.microsoft.com/office/drawing/2014/main" id="{9941A0E3-5166-2ED1-35D7-A0C70AEF02BE}"/>
              </a:ext>
            </a:extLst>
          </p:cNvPr>
          <p:cNvSpPr>
            <a:spLocks/>
          </p:cNvSpPr>
          <p:nvPr/>
        </p:nvSpPr>
        <p:spPr bwMode="auto">
          <a:xfrm>
            <a:off x="2014981" y="3486255"/>
            <a:ext cx="442553" cy="441249"/>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422" name="Rectangle 15437">
            <a:extLst>
              <a:ext uri="{FF2B5EF4-FFF2-40B4-BE49-F238E27FC236}">
                <a16:creationId xmlns:a16="http://schemas.microsoft.com/office/drawing/2014/main" id="{5EE65555-9499-4DA7-9489-9F84D3A4596D}"/>
              </a:ext>
            </a:extLst>
          </p:cNvPr>
          <p:cNvSpPr>
            <a:spLocks/>
          </p:cNvSpPr>
          <p:nvPr/>
        </p:nvSpPr>
        <p:spPr bwMode="auto">
          <a:xfrm>
            <a:off x="2767302" y="3144198"/>
            <a:ext cx="1141711" cy="546724"/>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3" name="Oval 15540">
            <a:extLst>
              <a:ext uri="{FF2B5EF4-FFF2-40B4-BE49-F238E27FC236}">
                <a16:creationId xmlns:a16="http://schemas.microsoft.com/office/drawing/2014/main" id="{663BB0F5-26FA-0F13-9E46-1D5D81B88C3E}"/>
              </a:ext>
            </a:extLst>
          </p:cNvPr>
          <p:cNvSpPr>
            <a:spLocks/>
          </p:cNvSpPr>
          <p:nvPr/>
        </p:nvSpPr>
        <p:spPr bwMode="auto">
          <a:xfrm>
            <a:off x="4084393" y="3262827"/>
            <a:ext cx="311211" cy="2984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 name="文本框 1"/>
          <p:cNvSpPr txBox="1"/>
          <p:nvPr/>
        </p:nvSpPr>
        <p:spPr>
          <a:xfrm>
            <a:off x="265430" y="1166495"/>
            <a:ext cx="8396574" cy="922020"/>
          </a:xfrm>
          <a:prstGeom prst="rect">
            <a:avLst/>
          </a:prstGeom>
          <a:noFill/>
        </p:spPr>
        <p:txBody>
          <a:bodyPr wrap="square" rtlCol="0" anchor="t">
            <a:noAutofit/>
          </a:bodyPr>
          <a:lstStyle/>
          <a:p>
            <a:pPr indent="0" eaLnBrk="0" hangingPunct="0">
              <a:lnSpc>
                <a:spcPct val="200000"/>
              </a:lnSpc>
              <a:buFont typeface="+mj-lt"/>
              <a:buNone/>
            </a:pP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平行光管</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发出平行光</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平行光管光轴</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25" name="组合 424">
            <a:extLst>
              <a:ext uri="{FF2B5EF4-FFF2-40B4-BE49-F238E27FC236}">
                <a16:creationId xmlns:a16="http://schemas.microsoft.com/office/drawing/2014/main" id="{6516F8DF-3038-28D1-3706-C4AAEB054AC3}"/>
              </a:ext>
            </a:extLst>
          </p:cNvPr>
          <p:cNvGrpSpPr/>
          <p:nvPr/>
        </p:nvGrpSpPr>
        <p:grpSpPr>
          <a:xfrm flipH="1">
            <a:off x="4185534" y="3896560"/>
            <a:ext cx="168622" cy="163571"/>
            <a:chOff x="9253470" y="1351580"/>
            <a:chExt cx="133734" cy="133734"/>
          </a:xfrm>
        </p:grpSpPr>
        <p:sp>
          <p:nvSpPr>
            <p:cNvPr id="437" name="Oval 15540">
              <a:extLst>
                <a:ext uri="{FF2B5EF4-FFF2-40B4-BE49-F238E27FC236}">
                  <a16:creationId xmlns:a16="http://schemas.microsoft.com/office/drawing/2014/main" id="{D2CD9EF8-3900-2EA8-3AA1-7A079B7D0A09}"/>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8" name="Line 15541">
              <a:extLst>
                <a:ext uri="{FF2B5EF4-FFF2-40B4-BE49-F238E27FC236}">
                  <a16:creationId xmlns:a16="http://schemas.microsoft.com/office/drawing/2014/main" id="{6A21B837-FE99-B26E-CC61-EED0A9FAB696}"/>
                </a:ext>
              </a:extLst>
            </p:cNvPr>
            <p:cNvCxnSpPr>
              <a:cxnSpLocks/>
              <a:stCxn id="437" idx="1"/>
              <a:endCxn id="437"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6" name="组合 425">
            <a:extLst>
              <a:ext uri="{FF2B5EF4-FFF2-40B4-BE49-F238E27FC236}">
                <a16:creationId xmlns:a16="http://schemas.microsoft.com/office/drawing/2014/main" id="{D582E822-D4A5-6064-2FD6-3166C46D51DA}"/>
              </a:ext>
            </a:extLst>
          </p:cNvPr>
          <p:cNvGrpSpPr/>
          <p:nvPr/>
        </p:nvGrpSpPr>
        <p:grpSpPr>
          <a:xfrm flipH="1">
            <a:off x="2146867" y="3628234"/>
            <a:ext cx="168622" cy="163571"/>
            <a:chOff x="9253470" y="1351580"/>
            <a:chExt cx="133734" cy="133734"/>
          </a:xfrm>
        </p:grpSpPr>
        <p:sp>
          <p:nvSpPr>
            <p:cNvPr id="435" name="Oval 15540">
              <a:extLst>
                <a:ext uri="{FF2B5EF4-FFF2-40B4-BE49-F238E27FC236}">
                  <a16:creationId xmlns:a16="http://schemas.microsoft.com/office/drawing/2014/main" id="{9C36B964-F6D0-10ED-FD14-A87165E91B8F}"/>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6" name="Line 15541">
              <a:extLst>
                <a:ext uri="{FF2B5EF4-FFF2-40B4-BE49-F238E27FC236}">
                  <a16:creationId xmlns:a16="http://schemas.microsoft.com/office/drawing/2014/main" id="{AE7E43B9-625C-3496-5B3E-A61D59346D29}"/>
                </a:ext>
              </a:extLst>
            </p:cNvPr>
            <p:cNvCxnSpPr>
              <a:cxnSpLocks/>
              <a:stCxn id="435" idx="1"/>
              <a:endCxn id="435"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7" name="组合 426">
            <a:extLst>
              <a:ext uri="{FF2B5EF4-FFF2-40B4-BE49-F238E27FC236}">
                <a16:creationId xmlns:a16="http://schemas.microsoft.com/office/drawing/2014/main" id="{8BFA121C-3E83-083C-9E4E-B4106FFDAD88}"/>
              </a:ext>
            </a:extLst>
          </p:cNvPr>
          <p:cNvGrpSpPr/>
          <p:nvPr/>
        </p:nvGrpSpPr>
        <p:grpSpPr>
          <a:xfrm flipH="1">
            <a:off x="4181037" y="3354827"/>
            <a:ext cx="118578" cy="115025"/>
            <a:chOff x="6860651" y="1146968"/>
            <a:chExt cx="94044" cy="94044"/>
          </a:xfrm>
        </p:grpSpPr>
        <p:sp>
          <p:nvSpPr>
            <p:cNvPr id="433" name="Oval 15540">
              <a:extLst>
                <a:ext uri="{FF2B5EF4-FFF2-40B4-BE49-F238E27FC236}">
                  <a16:creationId xmlns:a16="http://schemas.microsoft.com/office/drawing/2014/main" id="{0A2F2287-02A7-BB90-18F2-6A4143E3AD40}"/>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4" name="Line 15541">
              <a:extLst>
                <a:ext uri="{FF2B5EF4-FFF2-40B4-BE49-F238E27FC236}">
                  <a16:creationId xmlns:a16="http://schemas.microsoft.com/office/drawing/2014/main" id="{ADCEB449-4019-94F7-A683-067639D085EA}"/>
                </a:ext>
              </a:extLst>
            </p:cNvPr>
            <p:cNvCxnSpPr>
              <a:cxnSpLocks/>
              <a:stCxn id="433" idx="1"/>
              <a:endCxn id="433"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428" name="Oval 15540">
            <a:extLst>
              <a:ext uri="{FF2B5EF4-FFF2-40B4-BE49-F238E27FC236}">
                <a16:creationId xmlns:a16="http://schemas.microsoft.com/office/drawing/2014/main" id="{A3A71194-378B-04EF-A8E1-98DF9517FF91}"/>
              </a:ext>
            </a:extLst>
          </p:cNvPr>
          <p:cNvSpPr>
            <a:spLocks/>
          </p:cNvSpPr>
          <p:nvPr/>
        </p:nvSpPr>
        <p:spPr bwMode="auto">
          <a:xfrm flipH="1">
            <a:off x="2234662" y="3331009"/>
            <a:ext cx="168622" cy="163571"/>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429" name="Line 15541">
            <a:extLst>
              <a:ext uri="{FF2B5EF4-FFF2-40B4-BE49-F238E27FC236}">
                <a16:creationId xmlns:a16="http://schemas.microsoft.com/office/drawing/2014/main" id="{6CAE0EFC-0DE9-FBB0-6BE0-878C92385F4F}"/>
              </a:ext>
            </a:extLst>
          </p:cNvPr>
          <p:cNvCxnSpPr>
            <a:cxnSpLocks/>
            <a:stCxn id="428" idx="1"/>
            <a:endCxn id="428" idx="5"/>
          </p:cNvCxnSpPr>
          <p:nvPr/>
        </p:nvCxnSpPr>
        <p:spPr bwMode="auto">
          <a:xfrm flipH="1">
            <a:off x="2259357" y="3354963"/>
            <a:ext cx="119234" cy="115662"/>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grpSp>
        <p:nvGrpSpPr>
          <p:cNvPr id="430" name="组合 429">
            <a:extLst>
              <a:ext uri="{FF2B5EF4-FFF2-40B4-BE49-F238E27FC236}">
                <a16:creationId xmlns:a16="http://schemas.microsoft.com/office/drawing/2014/main" id="{CCDEDD32-200D-0344-2EB2-F65484C1EBFF}"/>
              </a:ext>
            </a:extLst>
          </p:cNvPr>
          <p:cNvGrpSpPr/>
          <p:nvPr/>
        </p:nvGrpSpPr>
        <p:grpSpPr>
          <a:xfrm flipH="1">
            <a:off x="1352865" y="3322184"/>
            <a:ext cx="168622" cy="163571"/>
            <a:chOff x="9253470" y="1351580"/>
            <a:chExt cx="133734" cy="133734"/>
          </a:xfrm>
        </p:grpSpPr>
        <p:sp>
          <p:nvSpPr>
            <p:cNvPr id="431" name="Oval 15540">
              <a:extLst>
                <a:ext uri="{FF2B5EF4-FFF2-40B4-BE49-F238E27FC236}">
                  <a16:creationId xmlns:a16="http://schemas.microsoft.com/office/drawing/2014/main" id="{7E762A25-2FB5-D40B-861C-020D72796AD9}"/>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2" name="Line 15541">
              <a:extLst>
                <a:ext uri="{FF2B5EF4-FFF2-40B4-BE49-F238E27FC236}">
                  <a16:creationId xmlns:a16="http://schemas.microsoft.com/office/drawing/2014/main" id="{453FD3E0-58E9-25C9-DE48-C4B89EC6CBA8}"/>
                </a:ext>
              </a:extLst>
            </p:cNvPr>
            <p:cNvCxnSpPr>
              <a:cxnSpLocks/>
              <a:stCxn id="431" idx="1"/>
              <a:endCxn id="43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654" name="组合 653">
            <a:extLst>
              <a:ext uri="{FF2B5EF4-FFF2-40B4-BE49-F238E27FC236}">
                <a16:creationId xmlns:a16="http://schemas.microsoft.com/office/drawing/2014/main" id="{2481FBC5-2533-9F47-D4D5-187C2001AEE9}"/>
              </a:ext>
            </a:extLst>
          </p:cNvPr>
          <p:cNvGrpSpPr/>
          <p:nvPr/>
        </p:nvGrpSpPr>
        <p:grpSpPr>
          <a:xfrm>
            <a:off x="271427" y="3022920"/>
            <a:ext cx="1812149" cy="1274587"/>
            <a:chOff x="271427" y="3118332"/>
            <a:chExt cx="1812149" cy="1274587"/>
          </a:xfrm>
        </p:grpSpPr>
        <p:sp>
          <p:nvSpPr>
            <p:cNvPr id="451" name="矩形 450">
              <a:extLst>
                <a:ext uri="{FF2B5EF4-FFF2-40B4-BE49-F238E27FC236}">
                  <a16:creationId xmlns:a16="http://schemas.microsoft.com/office/drawing/2014/main" id="{453D4528-BBFD-E4DC-6258-98A48BEFC357}"/>
                </a:ext>
              </a:extLst>
            </p:cNvPr>
            <p:cNvSpPr/>
            <p:nvPr/>
          </p:nvSpPr>
          <p:spPr>
            <a:xfrm>
              <a:off x="271427" y="4054365"/>
              <a:ext cx="1812149"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狭缝大小调节螺钉</a:t>
              </a:r>
            </a:p>
          </p:txBody>
        </p:sp>
        <p:sp>
          <p:nvSpPr>
            <p:cNvPr id="452" name="椭圆 451">
              <a:extLst>
                <a:ext uri="{FF2B5EF4-FFF2-40B4-BE49-F238E27FC236}">
                  <a16:creationId xmlns:a16="http://schemas.microsoft.com/office/drawing/2014/main" id="{378389D9-7D5D-932B-3EDA-184A66253F02}"/>
                </a:ext>
              </a:extLst>
            </p:cNvPr>
            <p:cNvSpPr/>
            <p:nvPr/>
          </p:nvSpPr>
          <p:spPr>
            <a:xfrm>
              <a:off x="1222691" y="3118332"/>
              <a:ext cx="754772" cy="7395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sp>
          <p:nvSpPr>
            <p:cNvPr id="453" name="任意多边形 6">
              <a:extLst>
                <a:ext uri="{FF2B5EF4-FFF2-40B4-BE49-F238E27FC236}">
                  <a16:creationId xmlns:a16="http://schemas.microsoft.com/office/drawing/2014/main" id="{F214CF3B-7534-F8D9-4A4D-E2C820896614}"/>
                </a:ext>
              </a:extLst>
            </p:cNvPr>
            <p:cNvSpPr/>
            <p:nvPr/>
          </p:nvSpPr>
          <p:spPr>
            <a:xfrm rot="9391344">
              <a:off x="1106857" y="3707564"/>
              <a:ext cx="509569" cy="321259"/>
            </a:xfrm>
            <a:custGeom>
              <a:avLst/>
              <a:gdLst>
                <a:gd name="connsiteX0" fmla="*/ 0 w 414338"/>
                <a:gd name="connsiteY0" fmla="*/ 292894 h 292894"/>
                <a:gd name="connsiteX1" fmla="*/ 414338 w 414338"/>
                <a:gd name="connsiteY1" fmla="*/ 0 h 292894"/>
              </a:gdLst>
              <a:ahLst/>
              <a:cxnLst>
                <a:cxn ang="0">
                  <a:pos x="connsiteX0" y="connsiteY0"/>
                </a:cxn>
                <a:cxn ang="0">
                  <a:pos x="connsiteX1" y="connsiteY1"/>
                </a:cxn>
              </a:cxnLst>
              <a:rect l="l" t="t" r="r" b="b"/>
              <a:pathLst>
                <a:path w="414338" h="292894">
                  <a:moveTo>
                    <a:pt x="0" y="292894"/>
                  </a:moveTo>
                  <a:lnTo>
                    <a:pt x="414338" y="0"/>
                  </a:lnTo>
                </a:path>
              </a:pathLst>
            </a:custGeom>
            <a:noFill/>
            <a:ln w="5715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grpSp>
      <p:sp>
        <p:nvSpPr>
          <p:cNvPr id="455" name="椭圆 454">
            <a:extLst>
              <a:ext uri="{FF2B5EF4-FFF2-40B4-BE49-F238E27FC236}">
                <a16:creationId xmlns:a16="http://schemas.microsoft.com/office/drawing/2014/main" id="{549F7F57-35C6-F9D9-EC2C-75C3859A8B05}"/>
              </a:ext>
            </a:extLst>
          </p:cNvPr>
          <p:cNvSpPr/>
          <p:nvPr/>
        </p:nvSpPr>
        <p:spPr>
          <a:xfrm>
            <a:off x="4678702" y="3154496"/>
            <a:ext cx="120535" cy="5341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grpSp>
        <p:nvGrpSpPr>
          <p:cNvPr id="652" name="组合 651">
            <a:extLst>
              <a:ext uri="{FF2B5EF4-FFF2-40B4-BE49-F238E27FC236}">
                <a16:creationId xmlns:a16="http://schemas.microsoft.com/office/drawing/2014/main" id="{57774006-1DB2-4A58-E58C-307C7A7EAA05}"/>
              </a:ext>
            </a:extLst>
          </p:cNvPr>
          <p:cNvGrpSpPr/>
          <p:nvPr/>
        </p:nvGrpSpPr>
        <p:grpSpPr>
          <a:xfrm>
            <a:off x="1974864" y="5024144"/>
            <a:ext cx="1962898" cy="1542145"/>
            <a:chOff x="1990766" y="5024144"/>
            <a:chExt cx="1962898" cy="1542145"/>
          </a:xfrm>
        </p:grpSpPr>
        <p:sp>
          <p:nvSpPr>
            <p:cNvPr id="415" name="箭头: 右 414">
              <a:extLst>
                <a:ext uri="{FF2B5EF4-FFF2-40B4-BE49-F238E27FC236}">
                  <a16:creationId xmlns:a16="http://schemas.microsoft.com/office/drawing/2014/main" id="{469B4013-00DD-4B24-37ED-3A4093FC72AF}"/>
                </a:ext>
              </a:extLst>
            </p:cNvPr>
            <p:cNvSpPr/>
            <p:nvPr/>
          </p:nvSpPr>
          <p:spPr>
            <a:xfrm>
              <a:off x="1990766" y="5597399"/>
              <a:ext cx="364754" cy="369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22" name="组合 621">
              <a:extLst>
                <a:ext uri="{FF2B5EF4-FFF2-40B4-BE49-F238E27FC236}">
                  <a16:creationId xmlns:a16="http://schemas.microsoft.com/office/drawing/2014/main" id="{CA44887A-1A33-6E20-D928-66286FBC532E}"/>
                </a:ext>
              </a:extLst>
            </p:cNvPr>
            <p:cNvGrpSpPr/>
            <p:nvPr/>
          </p:nvGrpSpPr>
          <p:grpSpPr>
            <a:xfrm>
              <a:off x="2409537" y="5024144"/>
              <a:ext cx="1544127" cy="1542145"/>
              <a:chOff x="8101133" y="2637857"/>
              <a:chExt cx="2500386" cy="2497177"/>
            </a:xfrm>
          </p:grpSpPr>
          <p:sp>
            <p:nvSpPr>
              <p:cNvPr id="623" name="流程图: 接点 410645">
                <a:extLst>
                  <a:ext uri="{FF2B5EF4-FFF2-40B4-BE49-F238E27FC236}">
                    <a16:creationId xmlns:a16="http://schemas.microsoft.com/office/drawing/2014/main" id="{6F96F9EC-BFE2-F626-7C91-F6A1F67473B4}"/>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4" name="流程图: 接点 410646">
                <a:extLst>
                  <a:ext uri="{FF2B5EF4-FFF2-40B4-BE49-F238E27FC236}">
                    <a16:creationId xmlns:a16="http://schemas.microsoft.com/office/drawing/2014/main" id="{D6BD757F-AFCF-A734-F7F4-6E68A4A1FF3A}"/>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26" name="直接连接符 410648">
                <a:extLst>
                  <a:ext uri="{FF2B5EF4-FFF2-40B4-BE49-F238E27FC236}">
                    <a16:creationId xmlns:a16="http://schemas.microsoft.com/office/drawing/2014/main" id="{42B679A0-43AE-B43D-1EC0-226F96014C7D}"/>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直接连接符 410648">
                <a:extLst>
                  <a:ext uri="{FF2B5EF4-FFF2-40B4-BE49-F238E27FC236}">
                    <a16:creationId xmlns:a16="http://schemas.microsoft.com/office/drawing/2014/main" id="{A081B568-8876-001D-70FC-53AF98738F39}"/>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直接连接符 410647">
                <a:extLst>
                  <a:ext uri="{FF2B5EF4-FFF2-40B4-BE49-F238E27FC236}">
                    <a16:creationId xmlns:a16="http://schemas.microsoft.com/office/drawing/2014/main" id="{55A4CE4C-9FAB-5981-BF46-A0EFFE7210A6}"/>
                  </a:ext>
                </a:extLst>
              </p:cNvPr>
              <p:cNvCxnSpPr>
                <a:cxnSpLocks/>
                <a:stCxn id="624" idx="2"/>
                <a:endCxn id="624"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直接连接符 410648">
                <a:extLst>
                  <a:ext uri="{FF2B5EF4-FFF2-40B4-BE49-F238E27FC236}">
                    <a16:creationId xmlns:a16="http://schemas.microsoft.com/office/drawing/2014/main" id="{91936BEC-90AA-DFCC-A63A-49F02127C869}"/>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0" name="组合 629">
                <a:extLst>
                  <a:ext uri="{FF2B5EF4-FFF2-40B4-BE49-F238E27FC236}">
                    <a16:creationId xmlns:a16="http://schemas.microsoft.com/office/drawing/2014/main" id="{2D0FF0DD-2FF9-7F1A-0293-0E4FE75FFCD5}"/>
                  </a:ext>
                </a:extLst>
              </p:cNvPr>
              <p:cNvGrpSpPr/>
              <p:nvPr/>
            </p:nvGrpSpPr>
            <p:grpSpPr>
              <a:xfrm>
                <a:off x="9270788" y="2848356"/>
                <a:ext cx="182366" cy="987884"/>
                <a:chOff x="9249017" y="2848356"/>
                <a:chExt cx="216251" cy="987884"/>
              </a:xfrm>
            </p:grpSpPr>
            <p:cxnSp>
              <p:nvCxnSpPr>
                <p:cNvPr id="635" name="直接连接符 410648">
                  <a:extLst>
                    <a:ext uri="{FF2B5EF4-FFF2-40B4-BE49-F238E27FC236}">
                      <a16:creationId xmlns:a16="http://schemas.microsoft.com/office/drawing/2014/main" id="{35771657-49CF-1750-5BB0-A0B615BFB9D8}"/>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直接连接符 410648">
                  <a:extLst>
                    <a:ext uri="{FF2B5EF4-FFF2-40B4-BE49-F238E27FC236}">
                      <a16:creationId xmlns:a16="http://schemas.microsoft.com/office/drawing/2014/main" id="{D050EA16-F2A2-1252-0A9D-72DAD9702EEA}"/>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直接连接符 410648">
                  <a:extLst>
                    <a:ext uri="{FF2B5EF4-FFF2-40B4-BE49-F238E27FC236}">
                      <a16:creationId xmlns:a16="http://schemas.microsoft.com/office/drawing/2014/main" id="{73DAC000-27FD-D591-AA30-A3E2A43F7196}"/>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直接连接符 410648">
                  <a:extLst>
                    <a:ext uri="{FF2B5EF4-FFF2-40B4-BE49-F238E27FC236}">
                      <a16:creationId xmlns:a16="http://schemas.microsoft.com/office/drawing/2014/main" id="{458910ED-B6AC-7B86-D676-BC8F4F3EB1AF}"/>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9" name="直接连接符 410648">
                  <a:extLst>
                    <a:ext uri="{FF2B5EF4-FFF2-40B4-BE49-F238E27FC236}">
                      <a16:creationId xmlns:a16="http://schemas.microsoft.com/office/drawing/2014/main" id="{D893C564-942D-9A88-55AD-9548D356EF83}"/>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直接连接符 410648">
                  <a:extLst>
                    <a:ext uri="{FF2B5EF4-FFF2-40B4-BE49-F238E27FC236}">
                      <a16:creationId xmlns:a16="http://schemas.microsoft.com/office/drawing/2014/main" id="{D4C89A1E-B456-ACB8-AE5E-8361488D759E}"/>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直接连接符 410648">
                  <a:extLst>
                    <a:ext uri="{FF2B5EF4-FFF2-40B4-BE49-F238E27FC236}">
                      <a16:creationId xmlns:a16="http://schemas.microsoft.com/office/drawing/2014/main" id="{6C38D918-64F4-4921-EDEF-401A2686AB84}"/>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直接连接符 410648">
                  <a:extLst>
                    <a:ext uri="{FF2B5EF4-FFF2-40B4-BE49-F238E27FC236}">
                      <a16:creationId xmlns:a16="http://schemas.microsoft.com/office/drawing/2014/main" id="{2D699D84-3B62-45C7-536F-2E082E89F236}"/>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3" name="直接连接符 410648">
                  <a:extLst>
                    <a:ext uri="{FF2B5EF4-FFF2-40B4-BE49-F238E27FC236}">
                      <a16:creationId xmlns:a16="http://schemas.microsoft.com/office/drawing/2014/main" id="{6917C297-A182-FF9F-52C8-3E26E9FFFF6F}"/>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直接连接符 410648">
                  <a:extLst>
                    <a:ext uri="{FF2B5EF4-FFF2-40B4-BE49-F238E27FC236}">
                      <a16:creationId xmlns:a16="http://schemas.microsoft.com/office/drawing/2014/main" id="{8926861D-C8D1-E7CC-6706-A7AC8390C760}"/>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直接连接符 410648">
                  <a:extLst>
                    <a:ext uri="{FF2B5EF4-FFF2-40B4-BE49-F238E27FC236}">
                      <a16:creationId xmlns:a16="http://schemas.microsoft.com/office/drawing/2014/main" id="{472A051B-D28C-52C6-758F-AB3398AFA717}"/>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直接连接符 410648">
                  <a:extLst>
                    <a:ext uri="{FF2B5EF4-FFF2-40B4-BE49-F238E27FC236}">
                      <a16:creationId xmlns:a16="http://schemas.microsoft.com/office/drawing/2014/main" id="{B0D62FB9-56C6-178D-2731-E7474AB8ABEF}"/>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直接连接符 410648">
                  <a:extLst>
                    <a:ext uri="{FF2B5EF4-FFF2-40B4-BE49-F238E27FC236}">
                      <a16:creationId xmlns:a16="http://schemas.microsoft.com/office/drawing/2014/main" id="{984B77FD-1CE7-A777-25C1-E0EACD447A86}"/>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直接连接符 410648">
                  <a:extLst>
                    <a:ext uri="{FF2B5EF4-FFF2-40B4-BE49-F238E27FC236}">
                      <a16:creationId xmlns:a16="http://schemas.microsoft.com/office/drawing/2014/main" id="{E04C1544-76D0-3997-E687-677E6F959E88}"/>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直接连接符 410648">
                  <a:extLst>
                    <a:ext uri="{FF2B5EF4-FFF2-40B4-BE49-F238E27FC236}">
                      <a16:creationId xmlns:a16="http://schemas.microsoft.com/office/drawing/2014/main" id="{E4595116-9E93-AE68-4B60-5FA78DB4A1A9}"/>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直接连接符 410648">
                  <a:extLst>
                    <a:ext uri="{FF2B5EF4-FFF2-40B4-BE49-F238E27FC236}">
                      <a16:creationId xmlns:a16="http://schemas.microsoft.com/office/drawing/2014/main" id="{3B3A8163-6660-B07A-2A6D-FBA5D16B66CF}"/>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1" name="直接连接符 410648">
                <a:extLst>
                  <a:ext uri="{FF2B5EF4-FFF2-40B4-BE49-F238E27FC236}">
                    <a16:creationId xmlns:a16="http://schemas.microsoft.com/office/drawing/2014/main" id="{D049CD23-243A-F948-1531-105970FC4C57}"/>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2" name="直接连接符 410649">
                <a:extLst>
                  <a:ext uri="{FF2B5EF4-FFF2-40B4-BE49-F238E27FC236}">
                    <a16:creationId xmlns:a16="http://schemas.microsoft.com/office/drawing/2014/main" id="{CDCD3713-4516-4652-24A1-073092C4EBBE}"/>
                  </a:ext>
                </a:extLst>
              </p:cNvPr>
              <p:cNvCxnSpPr>
                <a:cxnSpLocks/>
              </p:cNvCxnSpPr>
              <p:nvPr/>
            </p:nvCxnSpPr>
            <p:spPr>
              <a:xfrm>
                <a:off x="9360262"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33" name="矩形 632">
                <a:extLst>
                  <a:ext uri="{FF2B5EF4-FFF2-40B4-BE49-F238E27FC236}">
                    <a16:creationId xmlns:a16="http://schemas.microsoft.com/office/drawing/2014/main" id="{FD089FAC-2A62-63FD-92C2-23E889E5E8CD}"/>
                  </a:ext>
                </a:extLst>
              </p:cNvPr>
              <p:cNvSpPr/>
              <p:nvPr/>
            </p:nvSpPr>
            <p:spPr>
              <a:xfrm>
                <a:off x="9116686" y="4078989"/>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4" name="加号 633">
                <a:extLst>
                  <a:ext uri="{FF2B5EF4-FFF2-40B4-BE49-F238E27FC236}">
                    <a16:creationId xmlns:a16="http://schemas.microsoft.com/office/drawing/2014/main" id="{28DD409C-9571-7F0C-855A-D1F664DAB97C}"/>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5" name="矩形 624">
                <a:extLst>
                  <a:ext uri="{FF2B5EF4-FFF2-40B4-BE49-F238E27FC236}">
                    <a16:creationId xmlns:a16="http://schemas.microsoft.com/office/drawing/2014/main" id="{FAECA70B-ACB3-B597-068F-2F474E1E4317}"/>
                  </a:ext>
                </a:extLst>
              </p:cNvPr>
              <p:cNvSpPr/>
              <p:nvPr/>
            </p:nvSpPr>
            <p:spPr>
              <a:xfrm>
                <a:off x="9301050" y="3000361"/>
                <a:ext cx="124761" cy="1078629"/>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grpSp>
      <p:grpSp>
        <p:nvGrpSpPr>
          <p:cNvPr id="653" name="组合 652">
            <a:extLst>
              <a:ext uri="{FF2B5EF4-FFF2-40B4-BE49-F238E27FC236}">
                <a16:creationId xmlns:a16="http://schemas.microsoft.com/office/drawing/2014/main" id="{38A3CF1A-4D1B-6E14-1336-625AA1128C01}"/>
              </a:ext>
            </a:extLst>
          </p:cNvPr>
          <p:cNvGrpSpPr/>
          <p:nvPr/>
        </p:nvGrpSpPr>
        <p:grpSpPr>
          <a:xfrm>
            <a:off x="4032588" y="5027247"/>
            <a:ext cx="1960356" cy="1542145"/>
            <a:chOff x="4040539" y="5027247"/>
            <a:chExt cx="1960356" cy="1542145"/>
          </a:xfrm>
        </p:grpSpPr>
        <p:grpSp>
          <p:nvGrpSpPr>
            <p:cNvPr id="532" name="组合 531">
              <a:extLst>
                <a:ext uri="{FF2B5EF4-FFF2-40B4-BE49-F238E27FC236}">
                  <a16:creationId xmlns:a16="http://schemas.microsoft.com/office/drawing/2014/main" id="{EC0EF2C0-E4E5-810E-B455-6143A5C28A4F}"/>
                </a:ext>
              </a:extLst>
            </p:cNvPr>
            <p:cNvGrpSpPr/>
            <p:nvPr/>
          </p:nvGrpSpPr>
          <p:grpSpPr>
            <a:xfrm>
              <a:off x="4456768" y="5027247"/>
              <a:ext cx="1544127" cy="1542145"/>
              <a:chOff x="8101133" y="2637857"/>
              <a:chExt cx="2500386" cy="2497177"/>
            </a:xfrm>
          </p:grpSpPr>
          <p:sp>
            <p:nvSpPr>
              <p:cNvPr id="533" name="流程图: 接点 410645">
                <a:extLst>
                  <a:ext uri="{FF2B5EF4-FFF2-40B4-BE49-F238E27FC236}">
                    <a16:creationId xmlns:a16="http://schemas.microsoft.com/office/drawing/2014/main" id="{C1C63A05-F902-9CA0-2D97-8D6C1234A7F3}"/>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4" name="流程图: 接点 410646">
                <a:extLst>
                  <a:ext uri="{FF2B5EF4-FFF2-40B4-BE49-F238E27FC236}">
                    <a16:creationId xmlns:a16="http://schemas.microsoft.com/office/drawing/2014/main" id="{01FED347-D3EC-47BA-CED0-FC360D7F8427}"/>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6" name="直接连接符 410648">
                <a:extLst>
                  <a:ext uri="{FF2B5EF4-FFF2-40B4-BE49-F238E27FC236}">
                    <a16:creationId xmlns:a16="http://schemas.microsoft.com/office/drawing/2014/main" id="{77FF598F-2F20-5850-204E-CB159BC57651}"/>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直接连接符 410648">
                <a:extLst>
                  <a:ext uri="{FF2B5EF4-FFF2-40B4-BE49-F238E27FC236}">
                    <a16:creationId xmlns:a16="http://schemas.microsoft.com/office/drawing/2014/main" id="{CB735023-FB0F-A817-FA87-51B867EB6F13}"/>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直接连接符 410647">
                <a:extLst>
                  <a:ext uri="{FF2B5EF4-FFF2-40B4-BE49-F238E27FC236}">
                    <a16:creationId xmlns:a16="http://schemas.microsoft.com/office/drawing/2014/main" id="{A3E7A5C9-5C62-467A-3F02-E8ACB115065B}"/>
                  </a:ext>
                </a:extLst>
              </p:cNvPr>
              <p:cNvCxnSpPr>
                <a:cxnSpLocks/>
                <a:stCxn id="534" idx="2"/>
                <a:endCxn id="534"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直接连接符 410648">
                <a:extLst>
                  <a:ext uri="{FF2B5EF4-FFF2-40B4-BE49-F238E27FC236}">
                    <a16:creationId xmlns:a16="http://schemas.microsoft.com/office/drawing/2014/main" id="{CB286BF8-3F34-BEFA-77A8-CE47CCD8FDC5}"/>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0" name="组合 539">
                <a:extLst>
                  <a:ext uri="{FF2B5EF4-FFF2-40B4-BE49-F238E27FC236}">
                    <a16:creationId xmlns:a16="http://schemas.microsoft.com/office/drawing/2014/main" id="{BB6560C5-2D9E-9B2A-B434-B156C297EF35}"/>
                  </a:ext>
                </a:extLst>
              </p:cNvPr>
              <p:cNvGrpSpPr/>
              <p:nvPr/>
            </p:nvGrpSpPr>
            <p:grpSpPr>
              <a:xfrm>
                <a:off x="9270788" y="2848356"/>
                <a:ext cx="182366" cy="987884"/>
                <a:chOff x="9249017" y="2848356"/>
                <a:chExt cx="216251" cy="987884"/>
              </a:xfrm>
            </p:grpSpPr>
            <p:cxnSp>
              <p:nvCxnSpPr>
                <p:cNvPr id="545" name="直接连接符 410648">
                  <a:extLst>
                    <a:ext uri="{FF2B5EF4-FFF2-40B4-BE49-F238E27FC236}">
                      <a16:creationId xmlns:a16="http://schemas.microsoft.com/office/drawing/2014/main" id="{02F1B279-808B-EADF-3228-B39D63491951}"/>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直接连接符 410648">
                  <a:extLst>
                    <a:ext uri="{FF2B5EF4-FFF2-40B4-BE49-F238E27FC236}">
                      <a16:creationId xmlns:a16="http://schemas.microsoft.com/office/drawing/2014/main" id="{8266CF14-6542-649E-5410-8D09290AB77C}"/>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410648">
                  <a:extLst>
                    <a:ext uri="{FF2B5EF4-FFF2-40B4-BE49-F238E27FC236}">
                      <a16:creationId xmlns:a16="http://schemas.microsoft.com/office/drawing/2014/main" id="{241D7D55-2F21-ECFD-C4F9-302AC302FA05}"/>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8" name="直接连接符 410648">
                  <a:extLst>
                    <a:ext uri="{FF2B5EF4-FFF2-40B4-BE49-F238E27FC236}">
                      <a16:creationId xmlns:a16="http://schemas.microsoft.com/office/drawing/2014/main" id="{991932F5-96B7-15F7-CB43-69A24AA62A7B}"/>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9" name="直接连接符 410648">
                  <a:extLst>
                    <a:ext uri="{FF2B5EF4-FFF2-40B4-BE49-F238E27FC236}">
                      <a16:creationId xmlns:a16="http://schemas.microsoft.com/office/drawing/2014/main" id="{92B8693E-E225-36BF-EAA2-81D22ABE409C}"/>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0" name="直接连接符 410648">
                  <a:extLst>
                    <a:ext uri="{FF2B5EF4-FFF2-40B4-BE49-F238E27FC236}">
                      <a16:creationId xmlns:a16="http://schemas.microsoft.com/office/drawing/2014/main" id="{090DB3F9-3BDE-6396-389D-D101914CAE54}"/>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1" name="直接连接符 410648">
                  <a:extLst>
                    <a:ext uri="{FF2B5EF4-FFF2-40B4-BE49-F238E27FC236}">
                      <a16:creationId xmlns:a16="http://schemas.microsoft.com/office/drawing/2014/main" id="{C0C4035F-E2A4-929C-D3D0-58F9F99AA56F}"/>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2" name="直接连接符 410648">
                  <a:extLst>
                    <a:ext uri="{FF2B5EF4-FFF2-40B4-BE49-F238E27FC236}">
                      <a16:creationId xmlns:a16="http://schemas.microsoft.com/office/drawing/2014/main" id="{15B5A921-13D2-7BE6-EC6C-86D97602B049}"/>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3" name="直接连接符 410648">
                  <a:extLst>
                    <a:ext uri="{FF2B5EF4-FFF2-40B4-BE49-F238E27FC236}">
                      <a16:creationId xmlns:a16="http://schemas.microsoft.com/office/drawing/2014/main" id="{1A92B7AF-701D-76E8-ACAD-BCF6DE319764}"/>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4" name="直接连接符 410648">
                  <a:extLst>
                    <a:ext uri="{FF2B5EF4-FFF2-40B4-BE49-F238E27FC236}">
                      <a16:creationId xmlns:a16="http://schemas.microsoft.com/office/drawing/2014/main" id="{7419E7A0-179D-0271-0FEE-D23DCB5905DC}"/>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直接连接符 410648">
                  <a:extLst>
                    <a:ext uri="{FF2B5EF4-FFF2-40B4-BE49-F238E27FC236}">
                      <a16:creationId xmlns:a16="http://schemas.microsoft.com/office/drawing/2014/main" id="{593FA80E-04E3-1450-7CAD-F329E1824C8C}"/>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410648">
                  <a:extLst>
                    <a:ext uri="{FF2B5EF4-FFF2-40B4-BE49-F238E27FC236}">
                      <a16:creationId xmlns:a16="http://schemas.microsoft.com/office/drawing/2014/main" id="{D41EFC5C-D8F2-1177-9B79-F6123AE06C23}"/>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410648">
                  <a:extLst>
                    <a:ext uri="{FF2B5EF4-FFF2-40B4-BE49-F238E27FC236}">
                      <a16:creationId xmlns:a16="http://schemas.microsoft.com/office/drawing/2014/main" id="{735F0E7A-E04E-E0F4-1569-B24485D354DC}"/>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8" name="直接连接符 410648">
                  <a:extLst>
                    <a:ext uri="{FF2B5EF4-FFF2-40B4-BE49-F238E27FC236}">
                      <a16:creationId xmlns:a16="http://schemas.microsoft.com/office/drawing/2014/main" id="{226BCA23-BAF9-275E-C68B-89F0BE8B1FB5}"/>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直接连接符 410648">
                  <a:extLst>
                    <a:ext uri="{FF2B5EF4-FFF2-40B4-BE49-F238E27FC236}">
                      <a16:creationId xmlns:a16="http://schemas.microsoft.com/office/drawing/2014/main" id="{44F4325D-26AE-6679-9F5E-4F1310CB31E5}"/>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直接连接符 410648">
                  <a:extLst>
                    <a:ext uri="{FF2B5EF4-FFF2-40B4-BE49-F238E27FC236}">
                      <a16:creationId xmlns:a16="http://schemas.microsoft.com/office/drawing/2014/main" id="{A154FAA5-3ED7-AC7F-CA25-411E1807AB4A}"/>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1" name="直接连接符 410648">
                <a:extLst>
                  <a:ext uri="{FF2B5EF4-FFF2-40B4-BE49-F238E27FC236}">
                    <a16:creationId xmlns:a16="http://schemas.microsoft.com/office/drawing/2014/main" id="{5B7CE3D9-0969-2DDB-F2D6-AFE35CFE7B33}"/>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直接连接符 410649">
                <a:extLst>
                  <a:ext uri="{FF2B5EF4-FFF2-40B4-BE49-F238E27FC236}">
                    <a16:creationId xmlns:a16="http://schemas.microsoft.com/office/drawing/2014/main" id="{94A5F029-4F02-6484-2FEE-0B0AE6F009EE}"/>
                  </a:ext>
                </a:extLst>
              </p:cNvPr>
              <p:cNvCxnSpPr>
                <a:cxnSpLocks/>
              </p:cNvCxnSpPr>
              <p:nvPr/>
            </p:nvCxnSpPr>
            <p:spPr>
              <a:xfrm>
                <a:off x="9360264"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3" name="矩形 542">
                <a:extLst>
                  <a:ext uri="{FF2B5EF4-FFF2-40B4-BE49-F238E27FC236}">
                    <a16:creationId xmlns:a16="http://schemas.microsoft.com/office/drawing/2014/main" id="{15929F60-4C5E-B130-71A7-AF2D079DDDE2}"/>
                  </a:ext>
                </a:extLst>
              </p:cNvPr>
              <p:cNvSpPr/>
              <p:nvPr/>
            </p:nvSpPr>
            <p:spPr>
              <a:xfrm>
                <a:off x="9111545"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4" name="加号 543">
                <a:extLst>
                  <a:ext uri="{FF2B5EF4-FFF2-40B4-BE49-F238E27FC236}">
                    <a16:creationId xmlns:a16="http://schemas.microsoft.com/office/drawing/2014/main" id="{F1984FA9-5A9C-8B3C-BC57-79A18E3EB4BD}"/>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矩形 534">
                <a:extLst>
                  <a:ext uri="{FF2B5EF4-FFF2-40B4-BE49-F238E27FC236}">
                    <a16:creationId xmlns:a16="http://schemas.microsoft.com/office/drawing/2014/main" id="{0C8E9232-8F2A-3D0C-8D3B-77B966D08619}"/>
                  </a:ext>
                </a:extLst>
              </p:cNvPr>
              <p:cNvSpPr/>
              <p:nvPr/>
            </p:nvSpPr>
            <p:spPr>
              <a:xfrm flipH="1">
                <a:off x="9322984" y="3000361"/>
                <a:ext cx="74032" cy="1072995"/>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651" name="箭头: 右 414">
              <a:extLst>
                <a:ext uri="{FF2B5EF4-FFF2-40B4-BE49-F238E27FC236}">
                  <a16:creationId xmlns:a16="http://schemas.microsoft.com/office/drawing/2014/main" id="{A66E7A24-2671-5534-BEBD-D7524EFEA40D}"/>
                </a:ext>
              </a:extLst>
            </p:cNvPr>
            <p:cNvSpPr/>
            <p:nvPr/>
          </p:nvSpPr>
          <p:spPr>
            <a:xfrm>
              <a:off x="4040539" y="5618296"/>
              <a:ext cx="364754" cy="369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6" name="组合 655">
            <a:extLst>
              <a:ext uri="{FF2B5EF4-FFF2-40B4-BE49-F238E27FC236}">
                <a16:creationId xmlns:a16="http://schemas.microsoft.com/office/drawing/2014/main" id="{73DF9016-32C9-DC60-AF4F-2CD454B07039}"/>
              </a:ext>
            </a:extLst>
          </p:cNvPr>
          <p:cNvGrpSpPr/>
          <p:nvPr/>
        </p:nvGrpSpPr>
        <p:grpSpPr>
          <a:xfrm>
            <a:off x="1370636" y="3439096"/>
            <a:ext cx="1632855" cy="1504413"/>
            <a:chOff x="1370636" y="3439096"/>
            <a:chExt cx="1632855" cy="1504413"/>
          </a:xfrm>
        </p:grpSpPr>
        <p:grpSp>
          <p:nvGrpSpPr>
            <p:cNvPr id="522" name="组合 521">
              <a:extLst>
                <a:ext uri="{FF2B5EF4-FFF2-40B4-BE49-F238E27FC236}">
                  <a16:creationId xmlns:a16="http://schemas.microsoft.com/office/drawing/2014/main" id="{2F708276-5F1E-CE36-BAEB-9D5B603E47F1}"/>
                </a:ext>
              </a:extLst>
            </p:cNvPr>
            <p:cNvGrpSpPr/>
            <p:nvPr/>
          </p:nvGrpSpPr>
          <p:grpSpPr>
            <a:xfrm>
              <a:off x="1969361" y="3439096"/>
              <a:ext cx="538645" cy="1156356"/>
              <a:chOff x="1969361" y="3534508"/>
              <a:chExt cx="538645" cy="1129883"/>
            </a:xfrm>
          </p:grpSpPr>
          <p:sp>
            <p:nvSpPr>
              <p:cNvPr id="450" name="椭圆 449">
                <a:extLst>
                  <a:ext uri="{FF2B5EF4-FFF2-40B4-BE49-F238E27FC236}">
                    <a16:creationId xmlns:a16="http://schemas.microsoft.com/office/drawing/2014/main" id="{4144A831-4A75-FD8D-D335-619610286AEA}"/>
                  </a:ext>
                </a:extLst>
              </p:cNvPr>
              <p:cNvSpPr/>
              <p:nvPr/>
            </p:nvSpPr>
            <p:spPr>
              <a:xfrm>
                <a:off x="1969361" y="3534508"/>
                <a:ext cx="538645" cy="52781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sp>
            <p:nvSpPr>
              <p:cNvPr id="454" name="任意多边形 10">
                <a:extLst>
                  <a:ext uri="{FF2B5EF4-FFF2-40B4-BE49-F238E27FC236}">
                    <a16:creationId xmlns:a16="http://schemas.microsoft.com/office/drawing/2014/main" id="{0B9B9A67-FE7C-64D0-CB36-891A893B5EE3}"/>
                  </a:ext>
                </a:extLst>
              </p:cNvPr>
              <p:cNvSpPr/>
              <p:nvPr/>
            </p:nvSpPr>
            <p:spPr>
              <a:xfrm rot="2077061">
                <a:off x="2038283" y="4142525"/>
                <a:ext cx="323484" cy="521866"/>
              </a:xfrm>
              <a:custGeom>
                <a:avLst/>
                <a:gdLst>
                  <a:gd name="connsiteX0" fmla="*/ 0 w 278606"/>
                  <a:gd name="connsiteY0" fmla="*/ 0 h 421481"/>
                  <a:gd name="connsiteX1" fmla="*/ 278606 w 278606"/>
                  <a:gd name="connsiteY1" fmla="*/ 421481 h 421481"/>
                </a:gdLst>
                <a:ahLst/>
                <a:cxnLst>
                  <a:cxn ang="0">
                    <a:pos x="connsiteX0" y="connsiteY0"/>
                  </a:cxn>
                  <a:cxn ang="0">
                    <a:pos x="connsiteX1" y="connsiteY1"/>
                  </a:cxn>
                </a:cxnLst>
                <a:rect l="l" t="t" r="r" b="b"/>
                <a:pathLst>
                  <a:path w="278606" h="421481">
                    <a:moveTo>
                      <a:pt x="0" y="0"/>
                    </a:moveTo>
                    <a:lnTo>
                      <a:pt x="278606" y="421481"/>
                    </a:lnTo>
                  </a:path>
                </a:pathLst>
              </a:custGeom>
              <a:noFill/>
              <a:ln w="5715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5" name="矩形 654">
              <a:extLst>
                <a:ext uri="{FF2B5EF4-FFF2-40B4-BE49-F238E27FC236}">
                  <a16:creationId xmlns:a16="http://schemas.microsoft.com/office/drawing/2014/main" id="{EB1CBF62-0E82-8D5E-E3DB-57F0DB536B81}"/>
                </a:ext>
              </a:extLst>
            </p:cNvPr>
            <p:cNvSpPr/>
            <p:nvPr/>
          </p:nvSpPr>
          <p:spPr>
            <a:xfrm>
              <a:off x="1370636" y="4604955"/>
              <a:ext cx="1632855"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平行光调焦螺钉</a:t>
              </a:r>
            </a:p>
          </p:txBody>
        </p:sp>
      </p:grpSp>
      <p:cxnSp>
        <p:nvCxnSpPr>
          <p:cNvPr id="658" name="Line 15494">
            <a:extLst>
              <a:ext uri="{FF2B5EF4-FFF2-40B4-BE49-F238E27FC236}">
                <a16:creationId xmlns:a16="http://schemas.microsoft.com/office/drawing/2014/main" id="{4667B793-1732-3B6C-AA81-A00A34B560CC}"/>
              </a:ext>
            </a:extLst>
          </p:cNvPr>
          <p:cNvCxnSpPr>
            <a:cxnSpLocks/>
          </p:cNvCxnSpPr>
          <p:nvPr/>
        </p:nvCxnSpPr>
        <p:spPr bwMode="auto">
          <a:xfrm flipH="1">
            <a:off x="2542372" y="4355811"/>
            <a:ext cx="1492" cy="65138"/>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nvGrpSpPr>
          <p:cNvPr id="4" name="组合 3">
            <a:extLst>
              <a:ext uri="{FF2B5EF4-FFF2-40B4-BE49-F238E27FC236}">
                <a16:creationId xmlns:a16="http://schemas.microsoft.com/office/drawing/2014/main" id="{DFF40802-2629-09E2-1E39-697B58B70E4F}"/>
              </a:ext>
            </a:extLst>
          </p:cNvPr>
          <p:cNvGrpSpPr/>
          <p:nvPr/>
        </p:nvGrpSpPr>
        <p:grpSpPr>
          <a:xfrm>
            <a:off x="330525" y="5016465"/>
            <a:ext cx="1544127" cy="1542145"/>
            <a:chOff x="330525" y="5016465"/>
            <a:chExt cx="1544127" cy="1542145"/>
          </a:xfrm>
        </p:grpSpPr>
        <p:sp>
          <p:nvSpPr>
            <p:cNvPr id="7" name="流程图: 接点 410645">
              <a:extLst>
                <a:ext uri="{FF2B5EF4-FFF2-40B4-BE49-F238E27FC236}">
                  <a16:creationId xmlns:a16="http://schemas.microsoft.com/office/drawing/2014/main" id="{83050605-E316-E098-3655-5D4F018A2CE8}"/>
                </a:ext>
              </a:extLst>
            </p:cNvPr>
            <p:cNvSpPr/>
            <p:nvPr/>
          </p:nvSpPr>
          <p:spPr>
            <a:xfrm>
              <a:off x="330525" y="5016465"/>
              <a:ext cx="1544127" cy="1542145"/>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流程图: 接点 410646">
              <a:extLst>
                <a:ext uri="{FF2B5EF4-FFF2-40B4-BE49-F238E27FC236}">
                  <a16:creationId xmlns:a16="http://schemas.microsoft.com/office/drawing/2014/main" id="{CF8F76E7-7F39-1244-89B5-AACB7031011D}"/>
                </a:ext>
              </a:extLst>
            </p:cNvPr>
            <p:cNvSpPr/>
            <p:nvPr/>
          </p:nvSpPr>
          <p:spPr>
            <a:xfrm>
              <a:off x="388192" y="5069640"/>
              <a:ext cx="1432801" cy="1431677"/>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 name="直接连接符 410648">
              <a:extLst>
                <a:ext uri="{FF2B5EF4-FFF2-40B4-BE49-F238E27FC236}">
                  <a16:creationId xmlns:a16="http://schemas.microsoft.com/office/drawing/2014/main" id="{A3827042-772D-EDDC-73B2-D4A9F15CD835}"/>
                </a:ext>
              </a:extLst>
            </p:cNvPr>
            <p:cNvCxnSpPr>
              <a:cxnSpLocks/>
            </p:cNvCxnSpPr>
            <p:nvPr/>
          </p:nvCxnSpPr>
          <p:spPr>
            <a:xfrm>
              <a:off x="1015893" y="5625420"/>
              <a:ext cx="1805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410648">
              <a:extLst>
                <a:ext uri="{FF2B5EF4-FFF2-40B4-BE49-F238E27FC236}">
                  <a16:creationId xmlns:a16="http://schemas.microsoft.com/office/drawing/2014/main" id="{141F039F-A59F-4702-1C52-DEFF3FEC56FD}"/>
                </a:ext>
              </a:extLst>
            </p:cNvPr>
            <p:cNvCxnSpPr>
              <a:cxnSpLocks/>
            </p:cNvCxnSpPr>
            <p:nvPr/>
          </p:nvCxnSpPr>
          <p:spPr>
            <a:xfrm>
              <a:off x="1015893" y="5283148"/>
              <a:ext cx="1805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410647">
              <a:extLst>
                <a:ext uri="{FF2B5EF4-FFF2-40B4-BE49-F238E27FC236}">
                  <a16:creationId xmlns:a16="http://schemas.microsoft.com/office/drawing/2014/main" id="{69814DC7-4D71-3311-1A16-4DB8F9901EA2}"/>
                </a:ext>
              </a:extLst>
            </p:cNvPr>
            <p:cNvCxnSpPr>
              <a:cxnSpLocks/>
              <a:stCxn id="9" idx="2"/>
              <a:endCxn id="9" idx="6"/>
            </p:cNvCxnSpPr>
            <p:nvPr/>
          </p:nvCxnSpPr>
          <p:spPr>
            <a:xfrm>
              <a:off x="388192" y="5785479"/>
              <a:ext cx="14328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410648">
              <a:extLst>
                <a:ext uri="{FF2B5EF4-FFF2-40B4-BE49-F238E27FC236}">
                  <a16:creationId xmlns:a16="http://schemas.microsoft.com/office/drawing/2014/main" id="{6104D2F4-4F14-3798-FFD4-D17C91D1F897}"/>
                </a:ext>
              </a:extLst>
            </p:cNvPr>
            <p:cNvCxnSpPr>
              <a:cxnSpLocks/>
            </p:cNvCxnSpPr>
            <p:nvPr/>
          </p:nvCxnSpPr>
          <p:spPr>
            <a:xfrm>
              <a:off x="476526" y="5450752"/>
              <a:ext cx="126271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395DB780-F763-1128-E9AA-8FACE86F4A10}"/>
                </a:ext>
              </a:extLst>
            </p:cNvPr>
            <p:cNvGrpSpPr/>
            <p:nvPr/>
          </p:nvGrpSpPr>
          <p:grpSpPr>
            <a:xfrm>
              <a:off x="1052852" y="5146460"/>
              <a:ext cx="112621" cy="610073"/>
              <a:chOff x="9249017" y="2848356"/>
              <a:chExt cx="216251" cy="987884"/>
            </a:xfrm>
          </p:grpSpPr>
          <p:cxnSp>
            <p:nvCxnSpPr>
              <p:cNvPr id="48" name="直接连接符 410648">
                <a:extLst>
                  <a:ext uri="{FF2B5EF4-FFF2-40B4-BE49-F238E27FC236}">
                    <a16:creationId xmlns:a16="http://schemas.microsoft.com/office/drawing/2014/main" id="{5A2B5017-DAF9-5C23-5570-43FD64164E2B}"/>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10648">
                <a:extLst>
                  <a:ext uri="{FF2B5EF4-FFF2-40B4-BE49-F238E27FC236}">
                    <a16:creationId xmlns:a16="http://schemas.microsoft.com/office/drawing/2014/main" id="{B2FD4362-43EF-E56D-3FA7-0BEEFD6F4AA3}"/>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10648">
                <a:extLst>
                  <a:ext uri="{FF2B5EF4-FFF2-40B4-BE49-F238E27FC236}">
                    <a16:creationId xmlns:a16="http://schemas.microsoft.com/office/drawing/2014/main" id="{D4504261-B15C-421F-0A7F-A8D89F58FDA9}"/>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410648">
                <a:extLst>
                  <a:ext uri="{FF2B5EF4-FFF2-40B4-BE49-F238E27FC236}">
                    <a16:creationId xmlns:a16="http://schemas.microsoft.com/office/drawing/2014/main" id="{453A9195-BF9F-8A7E-1108-5148532A31D4}"/>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410648">
                <a:extLst>
                  <a:ext uri="{FF2B5EF4-FFF2-40B4-BE49-F238E27FC236}">
                    <a16:creationId xmlns:a16="http://schemas.microsoft.com/office/drawing/2014/main" id="{63695819-7D26-B203-A43A-F6F0EC7277D7}"/>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6" name="直接连接符 410648">
                <a:extLst>
                  <a:ext uri="{FF2B5EF4-FFF2-40B4-BE49-F238E27FC236}">
                    <a16:creationId xmlns:a16="http://schemas.microsoft.com/office/drawing/2014/main" id="{80FAB52A-C5CA-A5ED-E4D9-04916F419CC7}"/>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直接连接符 410648">
                <a:extLst>
                  <a:ext uri="{FF2B5EF4-FFF2-40B4-BE49-F238E27FC236}">
                    <a16:creationId xmlns:a16="http://schemas.microsoft.com/office/drawing/2014/main" id="{4B6B1BD0-C3B6-CD57-6135-0F7DC349B6E5}"/>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直接连接符 410648">
                <a:extLst>
                  <a:ext uri="{FF2B5EF4-FFF2-40B4-BE49-F238E27FC236}">
                    <a16:creationId xmlns:a16="http://schemas.microsoft.com/office/drawing/2014/main" id="{C4A12202-B199-8405-8310-1E8CED296787}"/>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直接连接符 410648">
                <a:extLst>
                  <a:ext uri="{FF2B5EF4-FFF2-40B4-BE49-F238E27FC236}">
                    <a16:creationId xmlns:a16="http://schemas.microsoft.com/office/drawing/2014/main" id="{9A4B46BD-6364-945F-04BF-A5E552E67A42}"/>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直接连接符 410648">
                <a:extLst>
                  <a:ext uri="{FF2B5EF4-FFF2-40B4-BE49-F238E27FC236}">
                    <a16:creationId xmlns:a16="http://schemas.microsoft.com/office/drawing/2014/main" id="{BA63FC4A-FCC0-BB02-7450-A315ED4E8125}"/>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直接连接符 410648">
                <a:extLst>
                  <a:ext uri="{FF2B5EF4-FFF2-40B4-BE49-F238E27FC236}">
                    <a16:creationId xmlns:a16="http://schemas.microsoft.com/office/drawing/2014/main" id="{FEE8F4EE-8090-911C-033F-4A2C58D83E99}"/>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直接连接符 410648">
                <a:extLst>
                  <a:ext uri="{FF2B5EF4-FFF2-40B4-BE49-F238E27FC236}">
                    <a16:creationId xmlns:a16="http://schemas.microsoft.com/office/drawing/2014/main" id="{C2F286B4-3920-12AD-A218-6A42F67258C2}"/>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直接连接符 410648">
                <a:extLst>
                  <a:ext uri="{FF2B5EF4-FFF2-40B4-BE49-F238E27FC236}">
                    <a16:creationId xmlns:a16="http://schemas.microsoft.com/office/drawing/2014/main" id="{70CB0693-D9F1-E624-AB2F-F3E8864EFBE2}"/>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直接连接符 410648">
                <a:extLst>
                  <a:ext uri="{FF2B5EF4-FFF2-40B4-BE49-F238E27FC236}">
                    <a16:creationId xmlns:a16="http://schemas.microsoft.com/office/drawing/2014/main" id="{2828698B-1849-2586-0751-D5DA4FDC75FF}"/>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0" name="直接连接符 410648">
                <a:extLst>
                  <a:ext uri="{FF2B5EF4-FFF2-40B4-BE49-F238E27FC236}">
                    <a16:creationId xmlns:a16="http://schemas.microsoft.com/office/drawing/2014/main" id="{DFD8EA6F-F1AF-B4DA-76CE-56E3925C3629}"/>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1" name="直接连接符 410648">
                <a:extLst>
                  <a:ext uri="{FF2B5EF4-FFF2-40B4-BE49-F238E27FC236}">
                    <a16:creationId xmlns:a16="http://schemas.microsoft.com/office/drawing/2014/main" id="{1D6CF715-4F2D-B993-4E78-A9B5E2AF0F58}"/>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410648">
              <a:extLst>
                <a:ext uri="{FF2B5EF4-FFF2-40B4-BE49-F238E27FC236}">
                  <a16:creationId xmlns:a16="http://schemas.microsoft.com/office/drawing/2014/main" id="{4EE7CCC3-B80A-125E-197D-646DA285F226}"/>
                </a:ext>
              </a:extLst>
            </p:cNvPr>
            <p:cNvCxnSpPr>
              <a:cxnSpLocks/>
            </p:cNvCxnSpPr>
            <p:nvPr/>
          </p:nvCxnSpPr>
          <p:spPr>
            <a:xfrm>
              <a:off x="1020134" y="5111900"/>
              <a:ext cx="164910"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410649">
              <a:extLst>
                <a:ext uri="{FF2B5EF4-FFF2-40B4-BE49-F238E27FC236}">
                  <a16:creationId xmlns:a16="http://schemas.microsoft.com/office/drawing/2014/main" id="{3EDE9BEF-76CB-9E16-C1BE-960E1BDBF336}"/>
                </a:ext>
              </a:extLst>
            </p:cNvPr>
            <p:cNvCxnSpPr>
              <a:cxnSpLocks/>
            </p:cNvCxnSpPr>
            <p:nvPr/>
          </p:nvCxnSpPr>
          <p:spPr>
            <a:xfrm>
              <a:off x="1108108" y="5069640"/>
              <a:ext cx="0" cy="143167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C4638A8C-098C-55D5-6137-22B7301AA941}"/>
                </a:ext>
              </a:extLst>
            </p:cNvPr>
            <p:cNvSpPr/>
            <p:nvPr/>
          </p:nvSpPr>
          <p:spPr>
            <a:xfrm>
              <a:off x="1071540" y="5240331"/>
              <a:ext cx="77047" cy="712558"/>
            </a:xfrm>
            <a:prstGeom prst="rect">
              <a:avLst/>
            </a:prstGeom>
            <a:solidFill>
              <a:schemeClr val="bg1"/>
            </a:solidFill>
            <a:ln>
              <a:noFill/>
            </a:ln>
            <a:effectLst>
              <a:glow rad="101600">
                <a:schemeClr val="bg1">
                  <a:alpha val="70117"/>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4" name="矩形 33">
              <a:extLst>
                <a:ext uri="{FF2B5EF4-FFF2-40B4-BE49-F238E27FC236}">
                  <a16:creationId xmlns:a16="http://schemas.microsoft.com/office/drawing/2014/main" id="{924CF387-E588-5220-87A9-181C6615BA3C}"/>
                </a:ext>
              </a:extLst>
            </p:cNvPr>
            <p:cNvSpPr/>
            <p:nvPr/>
          </p:nvSpPr>
          <p:spPr>
            <a:xfrm>
              <a:off x="959058" y="5906444"/>
              <a:ext cx="301339" cy="56246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加号 46">
              <a:extLst>
                <a:ext uri="{FF2B5EF4-FFF2-40B4-BE49-F238E27FC236}">
                  <a16:creationId xmlns:a16="http://schemas.microsoft.com/office/drawing/2014/main" id="{64A1975D-C673-84DB-7501-04CBFADDBA79}"/>
                </a:ext>
              </a:extLst>
            </p:cNvPr>
            <p:cNvSpPr/>
            <p:nvPr/>
          </p:nvSpPr>
          <p:spPr>
            <a:xfrm>
              <a:off x="1013112" y="5944096"/>
              <a:ext cx="191178" cy="228547"/>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a:extLst>
              <a:ext uri="{FF2B5EF4-FFF2-40B4-BE49-F238E27FC236}">
                <a16:creationId xmlns:a16="http://schemas.microsoft.com/office/drawing/2014/main" id="{0540A173-C345-CBEB-BD3F-5308006EA377}"/>
              </a:ext>
            </a:extLst>
          </p:cNvPr>
          <p:cNvSpPr/>
          <p:nvPr/>
        </p:nvSpPr>
        <p:spPr>
          <a:xfrm>
            <a:off x="224603" y="867301"/>
            <a:ext cx="3360420" cy="583565"/>
          </a:xfrm>
          <a:prstGeom prst="rect">
            <a:avLst/>
          </a:prstGeom>
        </p:spPr>
        <p:txBody>
          <a:bodyPr wrap="none">
            <a:spAutoFit/>
          </a:bodyPr>
          <a:lstStyle/>
          <a:p>
            <a:r>
              <a:rPr lang="en-US" altLang="zh-CN"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3.2 </a:t>
            </a:r>
            <a:r>
              <a:rPr lang="zh-CN" altLang="en-US"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分光计的调整</a:t>
            </a:r>
          </a:p>
        </p:txBody>
      </p:sp>
      <p:sp>
        <p:nvSpPr>
          <p:cNvPr id="8" name="灯片编号占位符 2">
            <a:extLst>
              <a:ext uri="{FF2B5EF4-FFF2-40B4-BE49-F238E27FC236}">
                <a16:creationId xmlns:a16="http://schemas.microsoft.com/office/drawing/2014/main" id="{A834CAFC-DFF4-25F6-98C6-415E94CEA8A3}"/>
              </a:ext>
            </a:extLst>
          </p:cNvPr>
          <p:cNvSpPr>
            <a:spLocks noGrp="1"/>
          </p:cNvSpPr>
          <p:nvPr>
            <p:ph type="sldNum" sz="quarter" idx="12"/>
          </p:nvPr>
        </p:nvSpPr>
        <p:spPr>
          <a:xfrm>
            <a:off x="9218930" y="6492877"/>
            <a:ext cx="2743200" cy="365125"/>
          </a:xfrm>
        </p:spPr>
        <p:txBody>
          <a:bodyPr/>
          <a:lstStyle/>
          <a:p>
            <a:r>
              <a:rPr lang="en-US" altLang="zh-CN" sz="1600" b="1" dirty="0"/>
              <a:t>15</a:t>
            </a:r>
            <a:endParaRPr lang="zh-CN" altLang="en-US" sz="1600" b="1" dirty="0"/>
          </a:p>
        </p:txBody>
      </p:sp>
      <p:grpSp>
        <p:nvGrpSpPr>
          <p:cNvPr id="5" name="组合 4">
            <a:extLst>
              <a:ext uri="{FF2B5EF4-FFF2-40B4-BE49-F238E27FC236}">
                <a16:creationId xmlns:a16="http://schemas.microsoft.com/office/drawing/2014/main" id="{4C2EB881-E125-14BB-9526-F57E86857952}"/>
              </a:ext>
            </a:extLst>
          </p:cNvPr>
          <p:cNvGrpSpPr/>
          <p:nvPr/>
        </p:nvGrpSpPr>
        <p:grpSpPr>
          <a:xfrm>
            <a:off x="-5664" y="234087"/>
            <a:ext cx="12197666" cy="491115"/>
            <a:chOff x="-5664" y="377519"/>
            <a:chExt cx="12197666" cy="491115"/>
          </a:xfrm>
        </p:grpSpPr>
        <p:sp>
          <p:nvSpPr>
            <p:cNvPr id="26" name="矩形 25">
              <a:extLst>
                <a:ext uri="{FF2B5EF4-FFF2-40B4-BE49-F238E27FC236}">
                  <a16:creationId xmlns:a16="http://schemas.microsoft.com/office/drawing/2014/main" id="{17D2B9D7-BCF4-F850-3E84-A976A8FBFE1A}"/>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a:extLst>
                <a:ext uri="{FF2B5EF4-FFF2-40B4-BE49-F238E27FC236}">
                  <a16:creationId xmlns:a16="http://schemas.microsoft.com/office/drawing/2014/main" id="{6F4AABC5-5C2D-97A4-7BCE-2ED11D8969B1}"/>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defRPr/>
              </a:pPr>
              <a:r>
                <a:rPr lang="en-US" altLang="zh-CN" sz="3600" dirty="0">
                  <a:solidFill>
                    <a:prstClr val="white"/>
                  </a:solidFill>
                  <a:latin typeface="等线" panose="02110004020202020204"/>
                  <a:ea typeface="等线" panose="02010600030101010101" pitchFamily="2" charset="-122"/>
                </a:rPr>
                <a:t>3</a:t>
              </a:r>
              <a:endParaRPr lang="zh-CN" altLang="en-US" sz="3600" dirty="0">
                <a:solidFill>
                  <a:prstClr val="white"/>
                </a:solidFill>
                <a:latin typeface="等线" panose="02110004020202020204"/>
                <a:ea typeface="等线" panose="02010600030101010101" pitchFamily="2" charset="-122"/>
              </a:endParaRPr>
            </a:p>
          </p:txBody>
        </p:sp>
        <p:sp>
          <p:nvSpPr>
            <p:cNvPr id="28" name="文本框 27">
              <a:extLst>
                <a:ext uri="{FF2B5EF4-FFF2-40B4-BE49-F238E27FC236}">
                  <a16:creationId xmlns:a16="http://schemas.microsoft.com/office/drawing/2014/main" id="{42045508-FBC1-15FC-54E0-12B369B1D8C0}"/>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29" name="矩形 28">
              <a:extLst>
                <a:ext uri="{FF2B5EF4-FFF2-40B4-BE49-F238E27FC236}">
                  <a16:creationId xmlns:a16="http://schemas.microsoft.com/office/drawing/2014/main" id="{8902C6B1-7EE2-34AA-1267-8E2C0370E36C}"/>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0" name="组 398">
              <a:extLst>
                <a:ext uri="{FF2B5EF4-FFF2-40B4-BE49-F238E27FC236}">
                  <a16:creationId xmlns:a16="http://schemas.microsoft.com/office/drawing/2014/main" id="{2EB72473-1B7C-565E-FFE6-EB6D12E2BDAD}"/>
                </a:ext>
              </a:extLst>
            </p:cNvPr>
            <p:cNvGrpSpPr/>
            <p:nvPr/>
          </p:nvGrpSpPr>
          <p:grpSpPr>
            <a:xfrm>
              <a:off x="11454106" y="380935"/>
              <a:ext cx="737892" cy="484288"/>
              <a:chOff x="11454105" y="252856"/>
              <a:chExt cx="737892" cy="484288"/>
            </a:xfrm>
          </p:grpSpPr>
          <p:grpSp>
            <p:nvGrpSpPr>
              <p:cNvPr id="31" name="组 400">
                <a:extLst>
                  <a:ext uri="{FF2B5EF4-FFF2-40B4-BE49-F238E27FC236}">
                    <a16:creationId xmlns:a16="http://schemas.microsoft.com/office/drawing/2014/main" id="{CFA64B1E-1CCD-0AE8-817A-39DFA1404928}"/>
                  </a:ext>
                </a:extLst>
              </p:cNvPr>
              <p:cNvGrpSpPr/>
              <p:nvPr/>
            </p:nvGrpSpPr>
            <p:grpSpPr>
              <a:xfrm>
                <a:off x="12039604" y="252856"/>
                <a:ext cx="152393" cy="484287"/>
                <a:chOff x="12039604" y="252856"/>
                <a:chExt cx="152393" cy="484287"/>
              </a:xfrm>
            </p:grpSpPr>
            <p:sp>
              <p:nvSpPr>
                <p:cNvPr id="36" name="圆角矩形 35">
                  <a:extLst>
                    <a:ext uri="{FF2B5EF4-FFF2-40B4-BE49-F238E27FC236}">
                      <a16:creationId xmlns:a16="http://schemas.microsoft.com/office/drawing/2014/main" id="{0D9EC289-EECA-F449-FC57-485759A0F7CC}"/>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a:extLst>
                    <a:ext uri="{FF2B5EF4-FFF2-40B4-BE49-F238E27FC236}">
                      <a16:creationId xmlns:a16="http://schemas.microsoft.com/office/drawing/2014/main" id="{EA44CE76-7999-C368-BB0D-25AB6EFED4FF}"/>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a:extLst>
                    <a:ext uri="{FF2B5EF4-FFF2-40B4-BE49-F238E27FC236}">
                      <a16:creationId xmlns:a16="http://schemas.microsoft.com/office/drawing/2014/main" id="{50A4FFBD-E4E3-6066-C653-612371540785}"/>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a:extLst>
                    <a:ext uri="{FF2B5EF4-FFF2-40B4-BE49-F238E27FC236}">
                      <a16:creationId xmlns:a16="http://schemas.microsoft.com/office/drawing/2014/main" id="{E032038E-0C82-5286-C909-5BA52F94577D}"/>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a:extLst>
                    <a:ext uri="{FF2B5EF4-FFF2-40B4-BE49-F238E27FC236}">
                      <a16:creationId xmlns:a16="http://schemas.microsoft.com/office/drawing/2014/main" id="{55CEC42F-A26F-E3E4-F257-BF340E023F18}"/>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99">
                <a:extLst>
                  <a:ext uri="{FF2B5EF4-FFF2-40B4-BE49-F238E27FC236}">
                    <a16:creationId xmlns:a16="http://schemas.microsoft.com/office/drawing/2014/main" id="{E83CE335-D8F5-07E8-98F5-7E3F9CCF7B69}"/>
                  </a:ext>
                </a:extLst>
              </p:cNvPr>
              <p:cNvGrpSpPr/>
              <p:nvPr/>
            </p:nvGrpSpPr>
            <p:grpSpPr>
              <a:xfrm>
                <a:off x="11454105" y="252857"/>
                <a:ext cx="491115" cy="484287"/>
                <a:chOff x="1528923" y="220268"/>
                <a:chExt cx="1284096" cy="1266241"/>
              </a:xfrm>
            </p:grpSpPr>
            <p:sp>
              <p:nvSpPr>
                <p:cNvPr id="33" name="圆角矩形 32">
                  <a:extLst>
                    <a:ext uri="{FF2B5EF4-FFF2-40B4-BE49-F238E27FC236}">
                      <a16:creationId xmlns:a16="http://schemas.microsoft.com/office/drawing/2014/main" id="{F05AE882-AAFA-CB25-F726-B0636E2CB7CD}"/>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6">
                  <a:extLst>
                    <a:ext uri="{FF2B5EF4-FFF2-40B4-BE49-F238E27FC236}">
                      <a16:creationId xmlns:a16="http://schemas.microsoft.com/office/drawing/2014/main" id="{DBA0A8EF-F21B-17D1-B8E4-0798FE51DBE6}"/>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Tree>
    <p:custDataLst>
      <p:tags r:id="rId1"/>
    </p:custDataLst>
    <p:extLst>
      <p:ext uri="{BB962C8B-B14F-4D97-AF65-F5344CB8AC3E}">
        <p14:creationId xmlns:p14="http://schemas.microsoft.com/office/powerpoint/2010/main" val="831080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56"/>
                                        </p:tgtEl>
                                        <p:attrNameLst>
                                          <p:attrName>style.visibility</p:attrName>
                                        </p:attrNameLst>
                                      </p:cBhvr>
                                      <p:to>
                                        <p:strVal val="visible"/>
                                      </p:to>
                                    </p:set>
                                    <p:animEffect transition="in" filter="blinds(horizontal)">
                                      <p:cBhvr>
                                        <p:cTn id="12" dur="500"/>
                                        <p:tgtEl>
                                          <p:spTgt spid="656"/>
                                        </p:tgtEl>
                                      </p:cBhvr>
                                    </p:animEffect>
                                  </p:childTnLst>
                                </p:cTn>
                              </p:par>
                            </p:childTnLst>
                          </p:cTn>
                        </p:par>
                        <p:par>
                          <p:cTn id="13" fill="hold">
                            <p:stCondLst>
                              <p:cond delay="500"/>
                            </p:stCondLst>
                            <p:childTnLst>
                              <p:par>
                                <p:cTn id="14" presetID="8" presetClass="emph" presetSubtype="0" fill="hold" nodeType="afterEffect">
                                  <p:stCondLst>
                                    <p:cond delay="0"/>
                                  </p:stCondLst>
                                  <p:childTnLst>
                                    <p:animRot by="5400000">
                                      <p:cBhvr>
                                        <p:cTn id="15" dur="2000" fill="hold"/>
                                        <p:tgtEl>
                                          <p:spTgt spid="426"/>
                                        </p:tgtEl>
                                        <p:attrNameLst>
                                          <p:attrName>r</p:attrName>
                                        </p:attrNameLst>
                                      </p:cBhvr>
                                    </p:animRot>
                                  </p:childTnLst>
                                </p:cTn>
                              </p:par>
                              <p:par>
                                <p:cTn id="16" presetID="0" presetClass="path" presetSubtype="0" accel="50000" decel="50000" fill="hold" nodeType="withEffect">
                                  <p:stCondLst>
                                    <p:cond delay="0"/>
                                  </p:stCondLst>
                                  <p:childTnLst>
                                    <p:animMotion origin="layout" path="M 1.45833E-6 3.7037E-6 L 0.01263 3.7037E-6 " pathEditMode="relative" rAng="0" ptsTypes="AA">
                                      <p:cBhvr>
                                        <p:cTn id="17" dur="2000" fill="hold"/>
                                        <p:tgtEl>
                                          <p:spTgt spid="430"/>
                                        </p:tgtEl>
                                        <p:attrNameLst>
                                          <p:attrName>ppt_x</p:attrName>
                                          <p:attrName>ppt_y</p:attrName>
                                        </p:attrNameLst>
                                      </p:cBhvr>
                                      <p:rCtr x="625" y="0"/>
                                    </p:animMotion>
                                  </p:childTnLst>
                                </p:cTn>
                              </p:par>
                              <p:par>
                                <p:cTn id="18" presetID="0" presetClass="path" presetSubtype="0" accel="50000" decel="50000" fill="hold" nodeType="withEffect">
                                  <p:stCondLst>
                                    <p:cond delay="0"/>
                                  </p:stCondLst>
                                  <p:childTnLst>
                                    <p:animMotion origin="layout" path="M 5E-6 -4.44444E-6 L 0.01264 -4.44444E-6 " pathEditMode="relative" rAng="0" ptsTypes="AA">
                                      <p:cBhvr>
                                        <p:cTn id="19" dur="2000" fill="hold"/>
                                        <p:tgtEl>
                                          <p:spTgt spid="621"/>
                                        </p:tgtEl>
                                        <p:attrNameLst>
                                          <p:attrName>ppt_x</p:attrName>
                                          <p:attrName>ppt_y</p:attrName>
                                        </p:attrNameLst>
                                      </p:cBhvr>
                                      <p:rCtr x="625" y="0"/>
                                    </p:animMotion>
                                  </p:childTnLst>
                                </p:cTn>
                              </p:par>
                              <p:par>
                                <p:cTn id="20" presetID="22" presetClass="entr" presetSubtype="8" fill="hold" nodeType="withEffect">
                                  <p:stCondLst>
                                    <p:cond delay="0"/>
                                  </p:stCondLst>
                                  <p:childTnLst>
                                    <p:set>
                                      <p:cBhvr>
                                        <p:cTn id="21" dur="1" fill="hold">
                                          <p:stCondLst>
                                            <p:cond delay="0"/>
                                          </p:stCondLst>
                                        </p:cTn>
                                        <p:tgtEl>
                                          <p:spTgt spid="652"/>
                                        </p:tgtEl>
                                        <p:attrNameLst>
                                          <p:attrName>style.visibility</p:attrName>
                                        </p:attrNameLst>
                                      </p:cBhvr>
                                      <p:to>
                                        <p:strVal val="visible"/>
                                      </p:to>
                                    </p:set>
                                    <p:animEffect transition="in" filter="wipe(left)">
                                      <p:cBhvr>
                                        <p:cTn id="22" dur="2000"/>
                                        <p:tgtEl>
                                          <p:spTgt spid="65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54"/>
                                        </p:tgtEl>
                                        <p:attrNameLst>
                                          <p:attrName>style.visibility</p:attrName>
                                        </p:attrNameLst>
                                      </p:cBhvr>
                                      <p:to>
                                        <p:strVal val="visible"/>
                                      </p:to>
                                    </p:set>
                                    <p:animEffect transition="in" filter="blinds(horizontal)">
                                      <p:cBhvr>
                                        <p:cTn id="27" dur="500"/>
                                        <p:tgtEl>
                                          <p:spTgt spid="654"/>
                                        </p:tgtEl>
                                      </p:cBhvr>
                                    </p:animEffect>
                                  </p:childTnLst>
                                </p:cTn>
                              </p:par>
                            </p:childTnLst>
                          </p:cTn>
                        </p:par>
                        <p:par>
                          <p:cTn id="28" fill="hold">
                            <p:stCondLst>
                              <p:cond delay="500"/>
                            </p:stCondLst>
                            <p:childTnLst>
                              <p:par>
                                <p:cTn id="29" presetID="8" presetClass="emph" presetSubtype="0" fill="hold" nodeType="afterEffect">
                                  <p:stCondLst>
                                    <p:cond delay="0"/>
                                  </p:stCondLst>
                                  <p:childTnLst>
                                    <p:animRot by="-5400000">
                                      <p:cBhvr>
                                        <p:cTn id="30" dur="2000" fill="hold"/>
                                        <p:tgtEl>
                                          <p:spTgt spid="430"/>
                                        </p:tgtEl>
                                        <p:attrNameLst>
                                          <p:attrName>r</p:attrName>
                                        </p:attrNameLst>
                                      </p:cBhvr>
                                    </p:animRot>
                                  </p:childTnLst>
                                </p:cTn>
                              </p:par>
                              <p:par>
                                <p:cTn id="31" presetID="22" presetClass="entr" presetSubtype="8" fill="hold" nodeType="withEffect">
                                  <p:stCondLst>
                                    <p:cond delay="0"/>
                                  </p:stCondLst>
                                  <p:childTnLst>
                                    <p:set>
                                      <p:cBhvr>
                                        <p:cTn id="32" dur="1" fill="hold">
                                          <p:stCondLst>
                                            <p:cond delay="0"/>
                                          </p:stCondLst>
                                        </p:cTn>
                                        <p:tgtEl>
                                          <p:spTgt spid="653"/>
                                        </p:tgtEl>
                                        <p:attrNameLst>
                                          <p:attrName>style.visibility</p:attrName>
                                        </p:attrNameLst>
                                      </p:cBhvr>
                                      <p:to>
                                        <p:strVal val="visible"/>
                                      </p:to>
                                    </p:set>
                                    <p:animEffect transition="in" filter="wipe(left)">
                                      <p:cBhvr>
                                        <p:cTn id="33" dur="2000"/>
                                        <p:tgtEl>
                                          <p:spTgt spid="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7" name="组合 656">
            <a:extLst>
              <a:ext uri="{FF2B5EF4-FFF2-40B4-BE49-F238E27FC236}">
                <a16:creationId xmlns:a16="http://schemas.microsoft.com/office/drawing/2014/main" id="{DB9520BF-2838-D0F9-EF5D-5D1D4686085E}"/>
              </a:ext>
            </a:extLst>
          </p:cNvPr>
          <p:cNvGrpSpPr/>
          <p:nvPr/>
        </p:nvGrpSpPr>
        <p:grpSpPr>
          <a:xfrm>
            <a:off x="8955686" y="5066102"/>
            <a:ext cx="2234109" cy="1542145"/>
            <a:chOff x="8772806" y="5066102"/>
            <a:chExt cx="2234109" cy="1542145"/>
          </a:xfrm>
        </p:grpSpPr>
        <p:sp>
          <p:nvSpPr>
            <p:cNvPr id="416" name="箭头: 右 415">
              <a:extLst>
                <a:ext uri="{FF2B5EF4-FFF2-40B4-BE49-F238E27FC236}">
                  <a16:creationId xmlns:a16="http://schemas.microsoft.com/office/drawing/2014/main" id="{822D9E58-5C81-41FC-663C-94C437E6A6A2}"/>
                </a:ext>
              </a:extLst>
            </p:cNvPr>
            <p:cNvSpPr/>
            <p:nvPr/>
          </p:nvSpPr>
          <p:spPr>
            <a:xfrm>
              <a:off x="8772806" y="5653968"/>
              <a:ext cx="481637" cy="3722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1" name="组合 590">
              <a:extLst>
                <a:ext uri="{FF2B5EF4-FFF2-40B4-BE49-F238E27FC236}">
                  <a16:creationId xmlns:a16="http://schemas.microsoft.com/office/drawing/2014/main" id="{8D8ED2B1-65B2-A332-8EC8-198C928F507E}"/>
                </a:ext>
              </a:extLst>
            </p:cNvPr>
            <p:cNvGrpSpPr/>
            <p:nvPr/>
          </p:nvGrpSpPr>
          <p:grpSpPr>
            <a:xfrm>
              <a:off x="9462788" y="5066102"/>
              <a:ext cx="1544127" cy="1542145"/>
              <a:chOff x="8101133" y="2637857"/>
              <a:chExt cx="2500386" cy="2497177"/>
            </a:xfrm>
          </p:grpSpPr>
          <p:sp>
            <p:nvSpPr>
              <p:cNvPr id="592" name="流程图: 接点 410645">
                <a:extLst>
                  <a:ext uri="{FF2B5EF4-FFF2-40B4-BE49-F238E27FC236}">
                    <a16:creationId xmlns:a16="http://schemas.microsoft.com/office/drawing/2014/main" id="{8146BBED-5092-0A3B-006B-884F4D3BDAC0}"/>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3" name="流程图: 接点 410646">
                <a:extLst>
                  <a:ext uri="{FF2B5EF4-FFF2-40B4-BE49-F238E27FC236}">
                    <a16:creationId xmlns:a16="http://schemas.microsoft.com/office/drawing/2014/main" id="{6BF75B60-DD79-9885-746A-DCC82BF55B2C}"/>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4" name="矩形 593">
                <a:extLst>
                  <a:ext uri="{FF2B5EF4-FFF2-40B4-BE49-F238E27FC236}">
                    <a16:creationId xmlns:a16="http://schemas.microsoft.com/office/drawing/2014/main" id="{7248DFA6-4072-7890-833E-0F454A747214}"/>
                  </a:ext>
                </a:extLst>
              </p:cNvPr>
              <p:cNvSpPr/>
              <p:nvPr/>
            </p:nvSpPr>
            <p:spPr>
              <a:xfrm rot="16200000" flipH="1">
                <a:off x="9299801" y="3302431"/>
                <a:ext cx="74032" cy="1153836"/>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cxnSp>
            <p:nvCxnSpPr>
              <p:cNvPr id="595" name="直接连接符 410648">
                <a:extLst>
                  <a:ext uri="{FF2B5EF4-FFF2-40B4-BE49-F238E27FC236}">
                    <a16:creationId xmlns:a16="http://schemas.microsoft.com/office/drawing/2014/main" id="{743E19FE-214D-9F1B-6618-DE5D237C9B04}"/>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直接连接符 410648">
                <a:extLst>
                  <a:ext uri="{FF2B5EF4-FFF2-40B4-BE49-F238E27FC236}">
                    <a16:creationId xmlns:a16="http://schemas.microsoft.com/office/drawing/2014/main" id="{7CF1838F-4685-41A1-BAB2-ADD592AE0FC6}"/>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直接连接符 410647">
                <a:extLst>
                  <a:ext uri="{FF2B5EF4-FFF2-40B4-BE49-F238E27FC236}">
                    <a16:creationId xmlns:a16="http://schemas.microsoft.com/office/drawing/2014/main" id="{A937930E-18B3-206C-4768-1C50F24EAA68}"/>
                  </a:ext>
                </a:extLst>
              </p:cNvPr>
              <p:cNvCxnSpPr>
                <a:cxnSpLocks/>
                <a:stCxn id="593" idx="2"/>
                <a:endCxn id="593"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直接连接符 410648">
                <a:extLst>
                  <a:ext uri="{FF2B5EF4-FFF2-40B4-BE49-F238E27FC236}">
                    <a16:creationId xmlns:a16="http://schemas.microsoft.com/office/drawing/2014/main" id="{947A0387-919A-7516-6796-FDBA25341982}"/>
                  </a:ext>
                </a:extLst>
              </p:cNvPr>
              <p:cNvCxnSpPr>
                <a:cxnSpLocks/>
              </p:cNvCxnSpPr>
              <p:nvPr/>
            </p:nvCxnSpPr>
            <p:spPr>
              <a:xfrm>
                <a:off x="8337551" y="3346477"/>
                <a:ext cx="20447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9" name="组合 598">
                <a:extLst>
                  <a:ext uri="{FF2B5EF4-FFF2-40B4-BE49-F238E27FC236}">
                    <a16:creationId xmlns:a16="http://schemas.microsoft.com/office/drawing/2014/main" id="{FBEB90BE-428B-098A-C9D8-C1797584B514}"/>
                  </a:ext>
                </a:extLst>
              </p:cNvPr>
              <p:cNvGrpSpPr/>
              <p:nvPr/>
            </p:nvGrpSpPr>
            <p:grpSpPr>
              <a:xfrm>
                <a:off x="9270788" y="2848356"/>
                <a:ext cx="182366" cy="987884"/>
                <a:chOff x="9249017" y="2848356"/>
                <a:chExt cx="216251" cy="987884"/>
              </a:xfrm>
            </p:grpSpPr>
            <p:cxnSp>
              <p:nvCxnSpPr>
                <p:cNvPr id="604" name="直接连接符 410648">
                  <a:extLst>
                    <a:ext uri="{FF2B5EF4-FFF2-40B4-BE49-F238E27FC236}">
                      <a16:creationId xmlns:a16="http://schemas.microsoft.com/office/drawing/2014/main" id="{A49B2B3A-2170-2664-F1B7-41EFF41D2E8D}"/>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直接连接符 410648">
                  <a:extLst>
                    <a:ext uri="{FF2B5EF4-FFF2-40B4-BE49-F238E27FC236}">
                      <a16:creationId xmlns:a16="http://schemas.microsoft.com/office/drawing/2014/main" id="{335D5A60-9DEE-8844-A359-7DE29DF46FA4}"/>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6" name="直接连接符 410648">
                  <a:extLst>
                    <a:ext uri="{FF2B5EF4-FFF2-40B4-BE49-F238E27FC236}">
                      <a16:creationId xmlns:a16="http://schemas.microsoft.com/office/drawing/2014/main" id="{4F65F2DE-056F-B203-38EF-C2A7AA5DC3C0}"/>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7" name="直接连接符 410648">
                  <a:extLst>
                    <a:ext uri="{FF2B5EF4-FFF2-40B4-BE49-F238E27FC236}">
                      <a16:creationId xmlns:a16="http://schemas.microsoft.com/office/drawing/2014/main" id="{41B64723-27BA-89F7-3091-FD5A8467C815}"/>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直接连接符 410648">
                  <a:extLst>
                    <a:ext uri="{FF2B5EF4-FFF2-40B4-BE49-F238E27FC236}">
                      <a16:creationId xmlns:a16="http://schemas.microsoft.com/office/drawing/2014/main" id="{96D2D1BF-11DB-F019-5377-ECD541BD1130}"/>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9" name="直接连接符 410648">
                  <a:extLst>
                    <a:ext uri="{FF2B5EF4-FFF2-40B4-BE49-F238E27FC236}">
                      <a16:creationId xmlns:a16="http://schemas.microsoft.com/office/drawing/2014/main" id="{42D85EF5-6A4E-CE35-94E2-EC58695D1888}"/>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0" name="直接连接符 410648">
                  <a:extLst>
                    <a:ext uri="{FF2B5EF4-FFF2-40B4-BE49-F238E27FC236}">
                      <a16:creationId xmlns:a16="http://schemas.microsoft.com/office/drawing/2014/main" id="{56484774-A582-223E-8780-CCBD98BD4326}"/>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直接连接符 410648">
                  <a:extLst>
                    <a:ext uri="{FF2B5EF4-FFF2-40B4-BE49-F238E27FC236}">
                      <a16:creationId xmlns:a16="http://schemas.microsoft.com/office/drawing/2014/main" id="{8D94AF07-20F3-E046-A371-F8D765F78ED9}"/>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直接连接符 410648">
                  <a:extLst>
                    <a:ext uri="{FF2B5EF4-FFF2-40B4-BE49-F238E27FC236}">
                      <a16:creationId xmlns:a16="http://schemas.microsoft.com/office/drawing/2014/main" id="{CA834A5F-76B1-9260-1580-65C27727CF8B}"/>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3" name="直接连接符 410648">
                  <a:extLst>
                    <a:ext uri="{FF2B5EF4-FFF2-40B4-BE49-F238E27FC236}">
                      <a16:creationId xmlns:a16="http://schemas.microsoft.com/office/drawing/2014/main" id="{9B4C0069-CFB0-0BDB-E3D8-BC32DB3C7F3B}"/>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直接连接符 410648">
                  <a:extLst>
                    <a:ext uri="{FF2B5EF4-FFF2-40B4-BE49-F238E27FC236}">
                      <a16:creationId xmlns:a16="http://schemas.microsoft.com/office/drawing/2014/main" id="{C5FFCBB6-08C2-A1A8-E2C5-4A8F04530624}"/>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 name="直接连接符 410648">
                  <a:extLst>
                    <a:ext uri="{FF2B5EF4-FFF2-40B4-BE49-F238E27FC236}">
                      <a16:creationId xmlns:a16="http://schemas.microsoft.com/office/drawing/2014/main" id="{F9BF9DAB-0BF4-10B3-2635-EE082498BAC4}"/>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直接连接符 410648">
                  <a:extLst>
                    <a:ext uri="{FF2B5EF4-FFF2-40B4-BE49-F238E27FC236}">
                      <a16:creationId xmlns:a16="http://schemas.microsoft.com/office/drawing/2014/main" id="{1E6335EC-C16A-8604-B12A-D498B9602483}"/>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直接连接符 410648">
                  <a:extLst>
                    <a:ext uri="{FF2B5EF4-FFF2-40B4-BE49-F238E27FC236}">
                      <a16:creationId xmlns:a16="http://schemas.microsoft.com/office/drawing/2014/main" id="{0D69B0E8-9F33-5382-5FE0-3A2405DF8B39}"/>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直接连接符 410648">
                  <a:extLst>
                    <a:ext uri="{FF2B5EF4-FFF2-40B4-BE49-F238E27FC236}">
                      <a16:creationId xmlns:a16="http://schemas.microsoft.com/office/drawing/2014/main" id="{F7A9BE06-8486-86F9-DFE8-4F62FCCA046D}"/>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9" name="直接连接符 410648">
                  <a:extLst>
                    <a:ext uri="{FF2B5EF4-FFF2-40B4-BE49-F238E27FC236}">
                      <a16:creationId xmlns:a16="http://schemas.microsoft.com/office/drawing/2014/main" id="{A89EF09B-7159-EF23-3595-C39701B97D7F}"/>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0" name="直接连接符 410648">
                <a:extLst>
                  <a:ext uri="{FF2B5EF4-FFF2-40B4-BE49-F238E27FC236}">
                    <a16:creationId xmlns:a16="http://schemas.microsoft.com/office/drawing/2014/main" id="{B4C3867B-2638-AE5D-3ADE-D92CF84F7B6E}"/>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直接连接符 410649">
                <a:extLst>
                  <a:ext uri="{FF2B5EF4-FFF2-40B4-BE49-F238E27FC236}">
                    <a16:creationId xmlns:a16="http://schemas.microsoft.com/office/drawing/2014/main" id="{E733B359-4BD5-EBE5-1FF9-E69F1BD824D6}"/>
                  </a:ext>
                </a:extLst>
              </p:cNvPr>
              <p:cNvCxnSpPr>
                <a:cxnSpLocks/>
              </p:cNvCxnSpPr>
              <p:nvPr/>
            </p:nvCxnSpPr>
            <p:spPr>
              <a:xfrm>
                <a:off x="9360264"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02" name="矩形 601">
                <a:extLst>
                  <a:ext uri="{FF2B5EF4-FFF2-40B4-BE49-F238E27FC236}">
                    <a16:creationId xmlns:a16="http://schemas.microsoft.com/office/drawing/2014/main" id="{13668AEC-02F7-048F-2AC5-05517ED2306C}"/>
                  </a:ext>
                </a:extLst>
              </p:cNvPr>
              <p:cNvSpPr/>
              <p:nvPr/>
            </p:nvSpPr>
            <p:spPr>
              <a:xfrm>
                <a:off x="9111545"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3" name="加号 602">
                <a:extLst>
                  <a:ext uri="{FF2B5EF4-FFF2-40B4-BE49-F238E27FC236}">
                    <a16:creationId xmlns:a16="http://schemas.microsoft.com/office/drawing/2014/main" id="{96820954-D7F9-B106-20F5-97A16195B4A2}"/>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1" name="矩形 20"/>
          <p:cNvSpPr/>
          <p:nvPr/>
        </p:nvSpPr>
        <p:spPr>
          <a:xfrm>
            <a:off x="6296660" y="2060504"/>
            <a:ext cx="5760720" cy="4624776"/>
          </a:xfrm>
          <a:prstGeom prst="rect">
            <a:avLst/>
          </a:prstGeom>
          <a:solidFill>
            <a:schemeClr val="accent5">
              <a:lumMod val="20000"/>
              <a:lumOff val="80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60" name="组合 659">
            <a:extLst>
              <a:ext uri="{FF2B5EF4-FFF2-40B4-BE49-F238E27FC236}">
                <a16:creationId xmlns:a16="http://schemas.microsoft.com/office/drawing/2014/main" id="{C2D854B6-F10B-AD50-2BD2-7593D19A370B}"/>
              </a:ext>
            </a:extLst>
          </p:cNvPr>
          <p:cNvGrpSpPr/>
          <p:nvPr/>
        </p:nvGrpSpPr>
        <p:grpSpPr>
          <a:xfrm rot="21438478">
            <a:off x="7556545" y="3002418"/>
            <a:ext cx="3491442" cy="1020498"/>
            <a:chOff x="7556545" y="3002418"/>
            <a:chExt cx="3491442" cy="1020498"/>
          </a:xfrm>
        </p:grpSpPr>
        <p:sp>
          <p:nvSpPr>
            <p:cNvPr id="467" name="Rectangle 15460">
              <a:extLst>
                <a:ext uri="{FF2B5EF4-FFF2-40B4-BE49-F238E27FC236}">
                  <a16:creationId xmlns:a16="http://schemas.microsoft.com/office/drawing/2014/main" id="{1DFCA18E-A759-55E2-E2F2-390957391FF6}"/>
                </a:ext>
              </a:extLst>
            </p:cNvPr>
            <p:cNvSpPr>
              <a:spLocks/>
            </p:cNvSpPr>
            <p:nvPr/>
          </p:nvSpPr>
          <p:spPr bwMode="auto">
            <a:xfrm flipV="1">
              <a:off x="8662003" y="3778902"/>
              <a:ext cx="151278" cy="135327"/>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69" name="Rectangle 15437">
              <a:extLst>
                <a:ext uri="{FF2B5EF4-FFF2-40B4-BE49-F238E27FC236}">
                  <a16:creationId xmlns:a16="http://schemas.microsoft.com/office/drawing/2014/main" id="{16D06E6B-955C-F85D-B62A-894844F5C58E}"/>
                </a:ext>
              </a:extLst>
            </p:cNvPr>
            <p:cNvSpPr>
              <a:spLocks/>
            </p:cNvSpPr>
            <p:nvPr/>
          </p:nvSpPr>
          <p:spPr bwMode="auto">
            <a:xfrm>
              <a:off x="7568390" y="3289137"/>
              <a:ext cx="925513" cy="4487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0" name="Rectangle 15456">
              <a:extLst>
                <a:ext uri="{FF2B5EF4-FFF2-40B4-BE49-F238E27FC236}">
                  <a16:creationId xmlns:a16="http://schemas.microsoft.com/office/drawing/2014/main" id="{E3C528A4-EA44-BE6D-DE21-B754F088140C}"/>
                </a:ext>
              </a:extLst>
            </p:cNvPr>
            <p:cNvSpPr>
              <a:spLocks/>
            </p:cNvSpPr>
            <p:nvPr/>
          </p:nvSpPr>
          <p:spPr bwMode="auto">
            <a:xfrm>
              <a:off x="7803020" y="3230021"/>
              <a:ext cx="104199" cy="563693"/>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72" name="AutoShape 15462">
              <a:extLst>
                <a:ext uri="{FF2B5EF4-FFF2-40B4-BE49-F238E27FC236}">
                  <a16:creationId xmlns:a16="http://schemas.microsoft.com/office/drawing/2014/main" id="{ECA2816C-AEFC-3C82-1E5D-4EA4CD4965B2}"/>
                </a:ext>
              </a:extLst>
            </p:cNvPr>
            <p:cNvSpPr>
              <a:spLocks/>
            </p:cNvSpPr>
            <p:nvPr/>
          </p:nvSpPr>
          <p:spPr bwMode="auto">
            <a:xfrm>
              <a:off x="8669472" y="3915167"/>
              <a:ext cx="137858" cy="57281"/>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73" name="Rectangle 15464">
              <a:extLst>
                <a:ext uri="{FF2B5EF4-FFF2-40B4-BE49-F238E27FC236}">
                  <a16:creationId xmlns:a16="http://schemas.microsoft.com/office/drawing/2014/main" id="{3C68794D-7205-F5FE-2C79-A99BA636EC86}"/>
                </a:ext>
              </a:extLst>
            </p:cNvPr>
            <p:cNvSpPr>
              <a:spLocks/>
            </p:cNvSpPr>
            <p:nvPr/>
          </p:nvSpPr>
          <p:spPr bwMode="auto">
            <a:xfrm>
              <a:off x="8264626" y="3245558"/>
              <a:ext cx="2496525" cy="547145"/>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4" name="Rectangle 15515">
              <a:extLst>
                <a:ext uri="{FF2B5EF4-FFF2-40B4-BE49-F238E27FC236}">
                  <a16:creationId xmlns:a16="http://schemas.microsoft.com/office/drawing/2014/main" id="{B791C1C4-C935-0D6E-1185-FB6D2CB86DF4}"/>
                </a:ext>
              </a:extLst>
            </p:cNvPr>
            <p:cNvSpPr>
              <a:spLocks/>
            </p:cNvSpPr>
            <p:nvPr/>
          </p:nvSpPr>
          <p:spPr bwMode="auto">
            <a:xfrm>
              <a:off x="10676347" y="3237797"/>
              <a:ext cx="371640" cy="555919"/>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75" name="Rectangle 15464">
              <a:extLst>
                <a:ext uri="{FF2B5EF4-FFF2-40B4-BE49-F238E27FC236}">
                  <a16:creationId xmlns:a16="http://schemas.microsoft.com/office/drawing/2014/main" id="{F04C3844-8E39-13A2-1158-269529FDBF9B}"/>
                </a:ext>
              </a:extLst>
            </p:cNvPr>
            <p:cNvSpPr>
              <a:spLocks/>
            </p:cNvSpPr>
            <p:nvPr/>
          </p:nvSpPr>
          <p:spPr bwMode="auto">
            <a:xfrm>
              <a:off x="10011832" y="3208384"/>
              <a:ext cx="670310" cy="609232"/>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9" name="Rectangle 15465">
              <a:extLst>
                <a:ext uri="{FF2B5EF4-FFF2-40B4-BE49-F238E27FC236}">
                  <a16:creationId xmlns:a16="http://schemas.microsoft.com/office/drawing/2014/main" id="{79F25F31-B6A6-C5AF-F444-30A13A6EB3A0}"/>
                </a:ext>
              </a:extLst>
            </p:cNvPr>
            <p:cNvSpPr>
              <a:spLocks/>
            </p:cNvSpPr>
            <p:nvPr/>
          </p:nvSpPr>
          <p:spPr bwMode="auto">
            <a:xfrm>
              <a:off x="8602746" y="3214056"/>
              <a:ext cx="261172" cy="609232"/>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81" name="Rectangle 15437">
              <a:extLst>
                <a:ext uri="{FF2B5EF4-FFF2-40B4-BE49-F238E27FC236}">
                  <a16:creationId xmlns:a16="http://schemas.microsoft.com/office/drawing/2014/main" id="{D3FE18F0-08B7-C16D-86AC-ED050A00FA8C}"/>
                </a:ext>
              </a:extLst>
            </p:cNvPr>
            <p:cNvSpPr>
              <a:spLocks/>
            </p:cNvSpPr>
            <p:nvPr/>
          </p:nvSpPr>
          <p:spPr bwMode="auto">
            <a:xfrm>
              <a:off x="8864773" y="3237795"/>
              <a:ext cx="1141873" cy="560039"/>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483" name="组合 482">
              <a:extLst>
                <a:ext uri="{FF2B5EF4-FFF2-40B4-BE49-F238E27FC236}">
                  <a16:creationId xmlns:a16="http://schemas.microsoft.com/office/drawing/2014/main" id="{CEFC92C2-CE4D-2B95-53D4-274B1B2E514F}"/>
                </a:ext>
              </a:extLst>
            </p:cNvPr>
            <p:cNvGrpSpPr/>
            <p:nvPr/>
          </p:nvGrpSpPr>
          <p:grpSpPr>
            <a:xfrm rot="10800000" flipH="1">
              <a:off x="7598428" y="3002418"/>
              <a:ext cx="182458" cy="177722"/>
              <a:chOff x="1879235" y="2086768"/>
              <a:chExt cx="181074" cy="177523"/>
            </a:xfrm>
          </p:grpSpPr>
          <p:grpSp>
            <p:nvGrpSpPr>
              <p:cNvPr id="496" name="Group 15491">
                <a:extLst>
                  <a:ext uri="{FF2B5EF4-FFF2-40B4-BE49-F238E27FC236}">
                    <a16:creationId xmlns:a16="http://schemas.microsoft.com/office/drawing/2014/main" id="{333E4014-B5FA-E760-AEEF-824A5DE82507}"/>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498" name="Rectangle 15492">
                  <a:extLst>
                    <a:ext uri="{FF2B5EF4-FFF2-40B4-BE49-F238E27FC236}">
                      <a16:creationId xmlns:a16="http://schemas.microsoft.com/office/drawing/2014/main" id="{3B0A7B26-0AB5-C808-622C-6FAD70446C0B}"/>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99" name="Rectangle 15493">
                  <a:extLst>
                    <a:ext uri="{FF2B5EF4-FFF2-40B4-BE49-F238E27FC236}">
                      <a16:creationId xmlns:a16="http://schemas.microsoft.com/office/drawing/2014/main" id="{FCE7725E-0AB0-D383-AD8E-293589CF0726}"/>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00" name="Line 15494">
                  <a:extLst>
                    <a:ext uri="{FF2B5EF4-FFF2-40B4-BE49-F238E27FC236}">
                      <a16:creationId xmlns:a16="http://schemas.microsoft.com/office/drawing/2014/main" id="{E51C023B-6815-F75B-6347-338BB850538B}"/>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501" name="Line 15495">
                  <a:extLst>
                    <a:ext uri="{FF2B5EF4-FFF2-40B4-BE49-F238E27FC236}">
                      <a16:creationId xmlns:a16="http://schemas.microsoft.com/office/drawing/2014/main" id="{77DEB396-C7CC-65AB-2664-F9C2A61E3858}"/>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502" name="Line 15496">
                  <a:extLst>
                    <a:ext uri="{FF2B5EF4-FFF2-40B4-BE49-F238E27FC236}">
                      <a16:creationId xmlns:a16="http://schemas.microsoft.com/office/drawing/2014/main" id="{41DFF150-8FBC-0867-95DE-D8105EFF37FE}"/>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503" name="Line 15497">
                  <a:extLst>
                    <a:ext uri="{FF2B5EF4-FFF2-40B4-BE49-F238E27FC236}">
                      <a16:creationId xmlns:a16="http://schemas.microsoft.com/office/drawing/2014/main" id="{7F774965-8B78-D154-2728-1E7E80571CF9}"/>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504" name="Line 15498">
                  <a:extLst>
                    <a:ext uri="{FF2B5EF4-FFF2-40B4-BE49-F238E27FC236}">
                      <a16:creationId xmlns:a16="http://schemas.microsoft.com/office/drawing/2014/main" id="{DCC80DE0-6AF4-9705-F7EF-C77746A61BF4}"/>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505" name="Line 15499">
                  <a:extLst>
                    <a:ext uri="{FF2B5EF4-FFF2-40B4-BE49-F238E27FC236}">
                      <a16:creationId xmlns:a16="http://schemas.microsoft.com/office/drawing/2014/main" id="{BFDDDE71-3FF1-626C-4404-1116C6E2456B}"/>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506" name="Line 15500">
                  <a:extLst>
                    <a:ext uri="{FF2B5EF4-FFF2-40B4-BE49-F238E27FC236}">
                      <a16:creationId xmlns:a16="http://schemas.microsoft.com/office/drawing/2014/main" id="{BA30D9D2-58CE-53C7-4A50-9A195934E904}"/>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497" name="Line 15500">
                <a:extLst>
                  <a:ext uri="{FF2B5EF4-FFF2-40B4-BE49-F238E27FC236}">
                    <a16:creationId xmlns:a16="http://schemas.microsoft.com/office/drawing/2014/main" id="{92F3051F-E1B3-4670-8A8F-1531798DCD2F}"/>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484" name="AutoShape 15440">
              <a:extLst>
                <a:ext uri="{FF2B5EF4-FFF2-40B4-BE49-F238E27FC236}">
                  <a16:creationId xmlns:a16="http://schemas.microsoft.com/office/drawing/2014/main" id="{C1EADDA3-D4FB-C399-90EA-E02EA99C1294}"/>
                </a:ext>
              </a:extLst>
            </p:cNvPr>
            <p:cNvSpPr>
              <a:spLocks/>
            </p:cNvSpPr>
            <p:nvPr/>
          </p:nvSpPr>
          <p:spPr bwMode="auto">
            <a:xfrm flipH="1">
              <a:off x="7556545" y="3141253"/>
              <a:ext cx="245440" cy="698619"/>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88" name="Oval 15540">
              <a:extLst>
                <a:ext uri="{FF2B5EF4-FFF2-40B4-BE49-F238E27FC236}">
                  <a16:creationId xmlns:a16="http://schemas.microsoft.com/office/drawing/2014/main" id="{26AA2961-F5E2-5208-E247-79DF2803C304}"/>
                </a:ext>
              </a:extLst>
            </p:cNvPr>
            <p:cNvSpPr>
              <a:spLocks/>
            </p:cNvSpPr>
            <p:nvPr/>
          </p:nvSpPr>
          <p:spPr bwMode="auto">
            <a:xfrm flipH="1">
              <a:off x="8332057" y="3429156"/>
              <a:ext cx="168646" cy="16755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489" name="Line 15541">
              <a:extLst>
                <a:ext uri="{FF2B5EF4-FFF2-40B4-BE49-F238E27FC236}">
                  <a16:creationId xmlns:a16="http://schemas.microsoft.com/office/drawing/2014/main" id="{C725A3E2-5754-E6DA-DD03-48B77310F815}"/>
                </a:ext>
              </a:extLst>
            </p:cNvPr>
            <p:cNvCxnSpPr>
              <a:cxnSpLocks/>
              <a:stCxn id="488" idx="1"/>
              <a:endCxn id="488" idx="5"/>
            </p:cNvCxnSpPr>
            <p:nvPr/>
          </p:nvCxnSpPr>
          <p:spPr bwMode="auto">
            <a:xfrm flipH="1">
              <a:off x="8356755" y="3453694"/>
              <a:ext cx="119251" cy="118479"/>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sp>
          <p:nvSpPr>
            <p:cNvPr id="463" name="椭圆 462">
              <a:extLst>
                <a:ext uri="{FF2B5EF4-FFF2-40B4-BE49-F238E27FC236}">
                  <a16:creationId xmlns:a16="http://schemas.microsoft.com/office/drawing/2014/main" id="{608CEDB4-37B3-6C22-EA41-FD0A6105E8F8}"/>
                </a:ext>
              </a:extLst>
            </p:cNvPr>
            <p:cNvSpPr/>
            <p:nvPr/>
          </p:nvSpPr>
          <p:spPr>
            <a:xfrm flipH="1">
              <a:off x="10782163" y="3245229"/>
              <a:ext cx="119255" cy="5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grpSp>
          <p:nvGrpSpPr>
            <p:cNvPr id="520" name="组合 519">
              <a:extLst>
                <a:ext uri="{FF2B5EF4-FFF2-40B4-BE49-F238E27FC236}">
                  <a16:creationId xmlns:a16="http://schemas.microsoft.com/office/drawing/2014/main" id="{4D93B2D5-364D-ECE3-E1FB-4B256CD6329E}"/>
                </a:ext>
              </a:extLst>
            </p:cNvPr>
            <p:cNvGrpSpPr/>
            <p:nvPr/>
          </p:nvGrpSpPr>
          <p:grpSpPr>
            <a:xfrm flipH="1">
              <a:off x="8112344" y="3588183"/>
              <a:ext cx="442616" cy="434733"/>
              <a:chOff x="9693620" y="3589523"/>
              <a:chExt cx="446419" cy="434733"/>
            </a:xfrm>
          </p:grpSpPr>
          <p:sp>
            <p:nvSpPr>
              <p:cNvPr id="480" name="Oval 15540">
                <a:extLst>
                  <a:ext uri="{FF2B5EF4-FFF2-40B4-BE49-F238E27FC236}">
                    <a16:creationId xmlns:a16="http://schemas.microsoft.com/office/drawing/2014/main" id="{F781B311-381B-19E2-1D62-0AC4D3BEC8E1}"/>
                  </a:ext>
                </a:extLst>
              </p:cNvPr>
              <p:cNvSpPr>
                <a:spLocks/>
              </p:cNvSpPr>
              <p:nvPr/>
            </p:nvSpPr>
            <p:spPr bwMode="auto">
              <a:xfrm flipH="1">
                <a:off x="9693620" y="3589523"/>
                <a:ext cx="446419" cy="434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486" name="组合 485">
                <a:extLst>
                  <a:ext uri="{FF2B5EF4-FFF2-40B4-BE49-F238E27FC236}">
                    <a16:creationId xmlns:a16="http://schemas.microsoft.com/office/drawing/2014/main" id="{E4A257C1-63B5-6430-18D4-C3216C31C9F8}"/>
                  </a:ext>
                </a:extLst>
              </p:cNvPr>
              <p:cNvGrpSpPr/>
              <p:nvPr/>
            </p:nvGrpSpPr>
            <p:grpSpPr>
              <a:xfrm>
                <a:off x="9831781" y="3724552"/>
                <a:ext cx="170095" cy="167554"/>
                <a:chOff x="9253470" y="1351580"/>
                <a:chExt cx="133734" cy="133734"/>
              </a:xfrm>
            </p:grpSpPr>
            <p:sp>
              <p:nvSpPr>
                <p:cNvPr id="492" name="Oval 15540">
                  <a:extLst>
                    <a:ext uri="{FF2B5EF4-FFF2-40B4-BE49-F238E27FC236}">
                      <a16:creationId xmlns:a16="http://schemas.microsoft.com/office/drawing/2014/main" id="{BB5A950B-3C13-2ED4-71D8-1666F5A9BD6D}"/>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93" name="Line 15541">
                  <a:extLst>
                    <a:ext uri="{FF2B5EF4-FFF2-40B4-BE49-F238E27FC236}">
                      <a16:creationId xmlns:a16="http://schemas.microsoft.com/office/drawing/2014/main" id="{02960344-87B5-6752-E99C-FAB9DB1A3222}"/>
                    </a:ext>
                  </a:extLst>
                </p:cNvPr>
                <p:cNvCxnSpPr>
                  <a:cxnSpLocks/>
                  <a:stCxn id="492" idx="1"/>
                  <a:endCxn id="492"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grpSp>
      <p:sp>
        <p:nvSpPr>
          <p:cNvPr id="19" name="矩形 18"/>
          <p:cNvSpPr/>
          <p:nvPr/>
        </p:nvSpPr>
        <p:spPr>
          <a:xfrm>
            <a:off x="265430" y="2088516"/>
            <a:ext cx="5760720" cy="4597400"/>
          </a:xfrm>
          <a:prstGeom prst="rect">
            <a:avLst/>
          </a:prstGeom>
          <a:solidFill>
            <a:schemeClr val="accent6">
              <a:lumMod val="20000"/>
              <a:lumOff val="80000"/>
            </a:schemeClr>
          </a:solidFill>
          <a:ln>
            <a:solidFill>
              <a:schemeClr val="accent6">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nvGrpSpPr>
          <p:cNvPr id="621" name="组合 620">
            <a:extLst>
              <a:ext uri="{FF2B5EF4-FFF2-40B4-BE49-F238E27FC236}">
                <a16:creationId xmlns:a16="http://schemas.microsoft.com/office/drawing/2014/main" id="{A9670A4E-6551-F9BB-3F47-804DABA201AA}"/>
              </a:ext>
            </a:extLst>
          </p:cNvPr>
          <p:cNvGrpSpPr/>
          <p:nvPr/>
        </p:nvGrpSpPr>
        <p:grpSpPr>
          <a:xfrm>
            <a:off x="1481759" y="3049951"/>
            <a:ext cx="937224" cy="682009"/>
            <a:chOff x="1459260" y="3145363"/>
            <a:chExt cx="937224" cy="682009"/>
          </a:xfrm>
        </p:grpSpPr>
        <p:sp>
          <p:nvSpPr>
            <p:cNvPr id="16" name="Rectangle 15437">
              <a:extLst>
                <a:ext uri="{FF2B5EF4-FFF2-40B4-BE49-F238E27FC236}">
                  <a16:creationId xmlns:a16="http://schemas.microsoft.com/office/drawing/2014/main" id="{59013D48-0455-50C1-1361-F9B524C1D71C}"/>
                </a:ext>
              </a:extLst>
            </p:cNvPr>
            <p:cNvSpPr>
              <a:spLocks/>
            </p:cNvSpPr>
            <p:nvPr/>
          </p:nvSpPr>
          <p:spPr bwMode="auto">
            <a:xfrm>
              <a:off x="1471103" y="3289731"/>
              <a:ext cx="925381" cy="438076"/>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8" name="Rectangle 15456">
              <a:extLst>
                <a:ext uri="{FF2B5EF4-FFF2-40B4-BE49-F238E27FC236}">
                  <a16:creationId xmlns:a16="http://schemas.microsoft.com/office/drawing/2014/main" id="{8E6685A0-F6DC-1283-30EC-DE600ECB7001}"/>
                </a:ext>
              </a:extLst>
            </p:cNvPr>
            <p:cNvSpPr>
              <a:spLocks/>
            </p:cNvSpPr>
            <p:nvPr/>
          </p:nvSpPr>
          <p:spPr bwMode="auto">
            <a:xfrm>
              <a:off x="1705701" y="3232020"/>
              <a:ext cx="104184" cy="550291"/>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4" name="AutoShape 15440">
              <a:extLst>
                <a:ext uri="{FF2B5EF4-FFF2-40B4-BE49-F238E27FC236}">
                  <a16:creationId xmlns:a16="http://schemas.microsoft.com/office/drawing/2014/main" id="{AE5703A8-7E5F-0E42-41A0-5073EE9F9108}"/>
                </a:ext>
              </a:extLst>
            </p:cNvPr>
            <p:cNvSpPr>
              <a:spLocks/>
            </p:cNvSpPr>
            <p:nvPr/>
          </p:nvSpPr>
          <p:spPr bwMode="auto">
            <a:xfrm flipH="1">
              <a:off x="1459260" y="3145363"/>
              <a:ext cx="245405" cy="682009"/>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sp>
        <p:nvSpPr>
          <p:cNvPr id="55" name="矩形 54"/>
          <p:cNvSpPr/>
          <p:nvPr/>
        </p:nvSpPr>
        <p:spPr>
          <a:xfrm>
            <a:off x="224603" y="867301"/>
            <a:ext cx="3360420" cy="583565"/>
          </a:xfrm>
          <a:prstGeom prst="rect">
            <a:avLst/>
          </a:prstGeom>
        </p:spPr>
        <p:txBody>
          <a:bodyPr wrap="none">
            <a:spAutoFit/>
          </a:bodyPr>
          <a:lstStyle/>
          <a:p>
            <a:r>
              <a:rPr lang="en-US" altLang="zh-CN"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3.2 </a:t>
            </a:r>
            <a:r>
              <a:rPr lang="zh-CN" altLang="en-US"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分光计的调整</a:t>
            </a:r>
          </a:p>
        </p:txBody>
      </p:sp>
      <p:sp>
        <p:nvSpPr>
          <p:cNvPr id="3" name="TextBox 95"/>
          <p:cNvSpPr txBox="1"/>
          <p:nvPr/>
        </p:nvSpPr>
        <p:spPr>
          <a:xfrm>
            <a:off x="478790" y="2242185"/>
            <a:ext cx="5547360" cy="706755"/>
          </a:xfrm>
          <a:prstGeom prst="rect">
            <a:avLst/>
          </a:prstGeom>
          <a:noFill/>
        </p:spPr>
        <p:txBody>
          <a:bodyPr wrap="square" rtlCol="0">
            <a:spAutoFit/>
          </a:bodyPr>
          <a:lstStyle/>
          <a:p>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调节狭缝和透镜间的距离，从望远镜中可看见清晰的狭缝的像；调节狭缝大小，目视约</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1mm</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p:txBody>
      </p:sp>
      <mc:AlternateContent xmlns:mc="http://schemas.openxmlformats.org/markup-compatibility/2006" xmlns:a14="http://schemas.microsoft.com/office/drawing/2010/main">
        <mc:Choice Requires="a14">
          <p:sp>
            <p:nvSpPr>
              <p:cNvPr id="26" name="TextBox 25"/>
              <p:cNvSpPr txBox="1"/>
              <p:nvPr/>
            </p:nvSpPr>
            <p:spPr>
              <a:xfrm>
                <a:off x="6564630" y="2195830"/>
                <a:ext cx="4725670" cy="707886"/>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sym typeface="+mn-ea"/>
                  </a:rPr>
                  <a:t>旋转狭缝套筒</a:t>
                </a:r>
                <a:r>
                  <a:rPr lang="en-US" altLang="zh-CN" sz="2000" b="1" dirty="0">
                    <a:latin typeface="微软雅黑" panose="020B0503020204020204" pitchFamily="34" charset="-122"/>
                    <a:ea typeface="微软雅黑" panose="020B0503020204020204" pitchFamily="34" charset="-122"/>
                    <a:sym typeface="+mn-ea"/>
                  </a:rPr>
                  <a:t>9</a:t>
                </a:r>
                <a:r>
                  <a:rPr lang="zh-CN" altLang="en-US" sz="2000" b="1" dirty="0">
                    <a:latin typeface="微软雅黑" panose="020B0503020204020204" pitchFamily="34" charset="-122"/>
                    <a:ea typeface="微软雅黑" panose="020B0503020204020204" pitchFamily="34" charset="-122"/>
                    <a:sym typeface="+mn-ea"/>
                  </a:rPr>
                  <a:t>0</a:t>
                </a:r>
                <a14:m>
                  <m:oMath xmlns:m="http://schemas.openxmlformats.org/officeDocument/2006/math">
                    <m:r>
                      <a:rPr lang="zh-CN" altLang="en-US" sz="2000" b="1" dirty="0" smtClean="0">
                        <a:latin typeface="Cambria Math" panose="02040503050406030204" pitchFamily="18" charset="0"/>
                        <a:ea typeface="微软雅黑" panose="020B0503020204020204" pitchFamily="34" charset="-122"/>
                      </a:rPr>
                      <m:t>°</m:t>
                    </m:r>
                  </m:oMath>
                </a14:m>
                <a:r>
                  <a:rPr lang="zh-CN" altLang="en-US" sz="2000" b="1" dirty="0">
                    <a:latin typeface="微软雅黑" panose="020B0503020204020204" pitchFamily="34" charset="-122"/>
                    <a:ea typeface="微软雅黑" panose="020B0503020204020204" pitchFamily="34" charset="-122"/>
                    <a:sym typeface="+mn-ea"/>
                  </a:rPr>
                  <a:t>，</a:t>
                </a:r>
                <a:r>
                  <a:rPr lang="zh-CN" altLang="en-US" sz="2000" b="1" dirty="0">
                    <a:solidFill>
                      <a:schemeClr val="tx1"/>
                    </a:solidFill>
                    <a:latin typeface="微软雅黑" panose="020B0503020204020204" pitchFamily="34" charset="-122"/>
                    <a:ea typeface="微软雅黑" panose="020B0503020204020204" pitchFamily="34" charset="-122"/>
                  </a:rPr>
                  <a:t>调节平行光管</a:t>
                </a:r>
                <a:r>
                  <a:rPr lang="zh-CN" altLang="en-US" sz="2000" b="1" dirty="0">
                    <a:latin typeface="微软雅黑" panose="020B0503020204020204" pitchFamily="34" charset="-122"/>
                    <a:ea typeface="微软雅黑" panose="020B0503020204020204" pitchFamily="34" charset="-122"/>
                  </a:rPr>
                  <a:t>倾斜程度</a:t>
                </a:r>
                <a:r>
                  <a:rPr lang="zh-CN" altLang="en-US" sz="2000" b="1" dirty="0">
                    <a:solidFill>
                      <a:schemeClr val="tx1"/>
                    </a:solidFill>
                    <a:latin typeface="微软雅黑" panose="020B0503020204020204" pitchFamily="34" charset="-122"/>
                    <a:ea typeface="微软雅黑" panose="020B0503020204020204" pitchFamily="34" charset="-122"/>
                  </a:rPr>
                  <a:t>，使平行光与</a:t>
                </a:r>
                <a:r>
                  <a:rPr lang="zh-CN" altLang="en-US" sz="2000" b="1" dirty="0">
                    <a:latin typeface="微软雅黑" panose="020B0503020204020204" pitchFamily="34" charset="-122"/>
                    <a:ea typeface="微软雅黑" panose="020B0503020204020204" pitchFamily="34" charset="-122"/>
                  </a:rPr>
                  <a:t>下</a:t>
                </a:r>
                <a:r>
                  <a:rPr lang="zh-CN" altLang="en-US" sz="2000" b="1" dirty="0">
                    <a:solidFill>
                      <a:schemeClr val="tx1"/>
                    </a:solidFill>
                    <a:latin typeface="微软雅黑" panose="020B0503020204020204" pitchFamily="34" charset="-122"/>
                    <a:ea typeface="微软雅黑" panose="020B0503020204020204" pitchFamily="34" charset="-122"/>
                  </a:rPr>
                  <a:t>刻线重合</a:t>
                </a:r>
                <a:r>
                  <a:rPr lang="zh-CN" altLang="en-US" sz="2000" b="1" dirty="0">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a:t>
                </a:r>
              </a:p>
            </p:txBody>
          </p:sp>
        </mc:Choice>
        <mc:Fallback xmlns="">
          <p:sp>
            <p:nvSpPr>
              <p:cNvPr id="26" name="TextBox 25"/>
              <p:cNvSpPr txBox="1">
                <a:spLocks noRot="1" noChangeAspect="1" noMove="1" noResize="1" noEditPoints="1" noAdjustHandles="1" noChangeArrowheads="1" noChangeShapeType="1" noTextEdit="1"/>
              </p:cNvSpPr>
              <p:nvPr/>
            </p:nvSpPr>
            <p:spPr>
              <a:xfrm>
                <a:off x="6564630" y="2195830"/>
                <a:ext cx="4725670" cy="707886"/>
              </a:xfrm>
              <a:prstGeom prst="rect">
                <a:avLst/>
              </a:prstGeom>
              <a:blipFill>
                <a:blip r:embed="rId4"/>
                <a:stretch>
                  <a:fillRect l="-1340" t="-3509" b="-14035"/>
                </a:stretch>
              </a:blipFill>
            </p:spPr>
            <p:txBody>
              <a:bodyPr/>
              <a:lstStyle/>
              <a:p>
                <a:r>
                  <a:rPr lang="zh-CN" altLang="en-US">
                    <a:noFill/>
                  </a:rPr>
                  <a:t> </a:t>
                </a:r>
              </a:p>
            </p:txBody>
          </p:sp>
        </mc:Fallback>
      </mc:AlternateContent>
      <p:sp>
        <p:nvSpPr>
          <p:cNvPr id="10" name="Rectangle 15501">
            <a:extLst>
              <a:ext uri="{FF2B5EF4-FFF2-40B4-BE49-F238E27FC236}">
                <a16:creationId xmlns:a16="http://schemas.microsoft.com/office/drawing/2014/main" id="{DA6273BC-7C2F-AEFC-CE59-0F65286EFD30}"/>
              </a:ext>
            </a:extLst>
          </p:cNvPr>
          <p:cNvSpPr>
            <a:spLocks/>
          </p:cNvSpPr>
          <p:nvPr/>
        </p:nvSpPr>
        <p:spPr bwMode="auto">
          <a:xfrm>
            <a:off x="2605854" y="3933999"/>
            <a:ext cx="1640273" cy="102586"/>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2" name="组合 11">
            <a:extLst>
              <a:ext uri="{FF2B5EF4-FFF2-40B4-BE49-F238E27FC236}">
                <a16:creationId xmlns:a16="http://schemas.microsoft.com/office/drawing/2014/main" id="{2297A6D8-0ABC-E16A-DD3D-8FFE9206B220}"/>
              </a:ext>
            </a:extLst>
          </p:cNvPr>
          <p:cNvGrpSpPr/>
          <p:nvPr/>
        </p:nvGrpSpPr>
        <p:grpSpPr>
          <a:xfrm flipH="1">
            <a:off x="2526037" y="3859969"/>
            <a:ext cx="228313" cy="570322"/>
            <a:chOff x="1879235" y="1797972"/>
            <a:chExt cx="181074" cy="466293"/>
          </a:xfrm>
        </p:grpSpPr>
        <p:grpSp>
          <p:nvGrpSpPr>
            <p:cNvPr id="439" name="Group 15491">
              <a:extLst>
                <a:ext uri="{FF2B5EF4-FFF2-40B4-BE49-F238E27FC236}">
                  <a16:creationId xmlns:a16="http://schemas.microsoft.com/office/drawing/2014/main" id="{9B8B1671-E159-3356-9A01-EE7FC8B5340D}"/>
                </a:ext>
              </a:extLst>
            </p:cNvPr>
            <p:cNvGrpSpPr>
              <a:grpSpLocks/>
            </p:cNvGrpSpPr>
            <p:nvPr/>
          </p:nvGrpSpPr>
          <p:grpSpPr bwMode="auto">
            <a:xfrm>
              <a:off x="1879235" y="1797972"/>
              <a:ext cx="181074" cy="466293"/>
              <a:chOff x="5389" y="13674"/>
              <a:chExt cx="153" cy="394"/>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441" name="Rectangle 15492">
                <a:extLst>
                  <a:ext uri="{FF2B5EF4-FFF2-40B4-BE49-F238E27FC236}">
                    <a16:creationId xmlns:a16="http://schemas.microsoft.com/office/drawing/2014/main" id="{D68B89F4-3082-AEF1-5EF1-AFEAECB5DA9F}"/>
                  </a:ext>
                </a:extLst>
              </p:cNvPr>
              <p:cNvSpPr>
                <a:spLocks/>
              </p:cNvSpPr>
              <p:nvPr/>
            </p:nvSpPr>
            <p:spPr bwMode="auto">
              <a:xfrm>
                <a:off x="5435" y="13674"/>
                <a:ext cx="58" cy="344"/>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42" name="Rectangle 15493">
                <a:extLst>
                  <a:ext uri="{FF2B5EF4-FFF2-40B4-BE49-F238E27FC236}">
                    <a16:creationId xmlns:a16="http://schemas.microsoft.com/office/drawing/2014/main" id="{15D28443-F740-092B-DB2C-1759787B1F42}"/>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43" name="Line 15494">
                <a:extLst>
                  <a:ext uri="{FF2B5EF4-FFF2-40B4-BE49-F238E27FC236}">
                    <a16:creationId xmlns:a16="http://schemas.microsoft.com/office/drawing/2014/main" id="{50436821-327E-0C10-DFD3-70157B55EB28}"/>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444" name="Line 15495">
                <a:extLst>
                  <a:ext uri="{FF2B5EF4-FFF2-40B4-BE49-F238E27FC236}">
                    <a16:creationId xmlns:a16="http://schemas.microsoft.com/office/drawing/2014/main" id="{5CB93C99-CA9A-C0B5-EF36-43AE993CC5C5}"/>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445" name="Line 15496">
                <a:extLst>
                  <a:ext uri="{FF2B5EF4-FFF2-40B4-BE49-F238E27FC236}">
                    <a16:creationId xmlns:a16="http://schemas.microsoft.com/office/drawing/2014/main" id="{C1887D96-FED1-3095-C496-CCC0A85712CA}"/>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446" name="Line 15497">
                <a:extLst>
                  <a:ext uri="{FF2B5EF4-FFF2-40B4-BE49-F238E27FC236}">
                    <a16:creationId xmlns:a16="http://schemas.microsoft.com/office/drawing/2014/main" id="{14149BA9-5D6D-4706-07D5-77762EEDEA0F}"/>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447" name="Line 15498">
                <a:extLst>
                  <a:ext uri="{FF2B5EF4-FFF2-40B4-BE49-F238E27FC236}">
                    <a16:creationId xmlns:a16="http://schemas.microsoft.com/office/drawing/2014/main" id="{2FE99311-A119-861E-6B77-171291992763}"/>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448" name="Line 15499">
                <a:extLst>
                  <a:ext uri="{FF2B5EF4-FFF2-40B4-BE49-F238E27FC236}">
                    <a16:creationId xmlns:a16="http://schemas.microsoft.com/office/drawing/2014/main" id="{5C387445-B0BC-AFE6-D311-790FE5C27ED6}"/>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449" name="Line 15500">
                <a:extLst>
                  <a:ext uri="{FF2B5EF4-FFF2-40B4-BE49-F238E27FC236}">
                    <a16:creationId xmlns:a16="http://schemas.microsoft.com/office/drawing/2014/main" id="{1830BADA-B532-72AE-D5E1-ADFB86D95203}"/>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440" name="Line 15500">
              <a:extLst>
                <a:ext uri="{FF2B5EF4-FFF2-40B4-BE49-F238E27FC236}">
                  <a16:creationId xmlns:a16="http://schemas.microsoft.com/office/drawing/2014/main" id="{B5ABEA16-4562-5BD4-89FB-EF6E17649C44}"/>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3" name="Rectangle 15436">
            <a:extLst>
              <a:ext uri="{FF2B5EF4-FFF2-40B4-BE49-F238E27FC236}">
                <a16:creationId xmlns:a16="http://schemas.microsoft.com/office/drawing/2014/main" id="{19FA9D63-2683-3E16-D1F5-3BFD591DF63E}"/>
              </a:ext>
            </a:extLst>
          </p:cNvPr>
          <p:cNvSpPr>
            <a:spLocks/>
          </p:cNvSpPr>
          <p:nvPr/>
        </p:nvSpPr>
        <p:spPr bwMode="auto">
          <a:xfrm flipH="1">
            <a:off x="4156524" y="3807279"/>
            <a:ext cx="233786" cy="103388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4" name="Rectangle 15460">
            <a:extLst>
              <a:ext uri="{FF2B5EF4-FFF2-40B4-BE49-F238E27FC236}">
                <a16:creationId xmlns:a16="http://schemas.microsoft.com/office/drawing/2014/main" id="{26767129-392F-D72C-5C15-EFC5F6895EAC}"/>
              </a:ext>
            </a:extLst>
          </p:cNvPr>
          <p:cNvSpPr>
            <a:spLocks/>
          </p:cNvSpPr>
          <p:nvPr/>
        </p:nvSpPr>
        <p:spPr bwMode="auto">
          <a:xfrm flipV="1">
            <a:off x="2564563" y="3672442"/>
            <a:ext cx="151256" cy="128049"/>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5" name="直角三角形 14">
            <a:extLst>
              <a:ext uri="{FF2B5EF4-FFF2-40B4-BE49-F238E27FC236}">
                <a16:creationId xmlns:a16="http://schemas.microsoft.com/office/drawing/2014/main" id="{DD5C2F61-1373-6822-4F4D-36E57B5897B0}"/>
              </a:ext>
            </a:extLst>
          </p:cNvPr>
          <p:cNvSpPr/>
          <p:nvPr/>
        </p:nvSpPr>
        <p:spPr>
          <a:xfrm flipH="1">
            <a:off x="2772618" y="3758220"/>
            <a:ext cx="1385837" cy="177967"/>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Rectangle 15460">
            <a:extLst>
              <a:ext uri="{FF2B5EF4-FFF2-40B4-BE49-F238E27FC236}">
                <a16:creationId xmlns:a16="http://schemas.microsoft.com/office/drawing/2014/main" id="{77AF20AE-1E55-51B6-4E6C-F1A027740C96}"/>
              </a:ext>
            </a:extLst>
          </p:cNvPr>
          <p:cNvSpPr>
            <a:spLocks/>
          </p:cNvSpPr>
          <p:nvPr/>
        </p:nvSpPr>
        <p:spPr bwMode="auto">
          <a:xfrm flipV="1">
            <a:off x="2502247" y="3892445"/>
            <a:ext cx="260763" cy="18409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 name="AutoShape 15462">
            <a:extLst>
              <a:ext uri="{FF2B5EF4-FFF2-40B4-BE49-F238E27FC236}">
                <a16:creationId xmlns:a16="http://schemas.microsoft.com/office/drawing/2014/main" id="{413773A5-B3D0-F372-05A7-7114C9B59A95}"/>
              </a:ext>
            </a:extLst>
          </p:cNvPr>
          <p:cNvSpPr>
            <a:spLocks/>
          </p:cNvSpPr>
          <p:nvPr/>
        </p:nvSpPr>
        <p:spPr bwMode="auto">
          <a:xfrm>
            <a:off x="2570832" y="3802637"/>
            <a:ext cx="137838" cy="5591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 name="Rectangle 15464">
            <a:extLst>
              <a:ext uri="{FF2B5EF4-FFF2-40B4-BE49-F238E27FC236}">
                <a16:creationId xmlns:a16="http://schemas.microsoft.com/office/drawing/2014/main" id="{C3AD48A3-4504-0E17-8F7A-7B81904144E5}"/>
              </a:ext>
            </a:extLst>
          </p:cNvPr>
          <p:cNvSpPr>
            <a:spLocks/>
          </p:cNvSpPr>
          <p:nvPr/>
        </p:nvSpPr>
        <p:spPr bwMode="auto">
          <a:xfrm>
            <a:off x="2167240" y="3151776"/>
            <a:ext cx="2496171" cy="534137"/>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 name="Rectangle 15515">
            <a:extLst>
              <a:ext uri="{FF2B5EF4-FFF2-40B4-BE49-F238E27FC236}">
                <a16:creationId xmlns:a16="http://schemas.microsoft.com/office/drawing/2014/main" id="{0A034EEC-DBB5-E680-B11E-CBE4BEA99D04}"/>
              </a:ext>
            </a:extLst>
          </p:cNvPr>
          <p:cNvSpPr>
            <a:spLocks/>
          </p:cNvSpPr>
          <p:nvPr/>
        </p:nvSpPr>
        <p:spPr bwMode="auto">
          <a:xfrm>
            <a:off x="4578620" y="3144199"/>
            <a:ext cx="371587" cy="542701"/>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52" name="Rectangle 15464">
            <a:extLst>
              <a:ext uri="{FF2B5EF4-FFF2-40B4-BE49-F238E27FC236}">
                <a16:creationId xmlns:a16="http://schemas.microsoft.com/office/drawing/2014/main" id="{73F85D1C-349E-6044-1815-AC76D5BBD481}"/>
              </a:ext>
            </a:extLst>
          </p:cNvPr>
          <p:cNvSpPr>
            <a:spLocks/>
          </p:cNvSpPr>
          <p:nvPr/>
        </p:nvSpPr>
        <p:spPr bwMode="auto">
          <a:xfrm>
            <a:off x="3914200" y="3115486"/>
            <a:ext cx="670215" cy="594747"/>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7" name="Rectangle 15465">
            <a:extLst>
              <a:ext uri="{FF2B5EF4-FFF2-40B4-BE49-F238E27FC236}">
                <a16:creationId xmlns:a16="http://schemas.microsoft.com/office/drawing/2014/main" id="{C0233C14-8F8C-4677-FD0A-54F93ABECCA1}"/>
              </a:ext>
            </a:extLst>
          </p:cNvPr>
          <p:cNvSpPr>
            <a:spLocks/>
          </p:cNvSpPr>
          <p:nvPr/>
        </p:nvSpPr>
        <p:spPr bwMode="auto">
          <a:xfrm>
            <a:off x="4158382" y="3408695"/>
            <a:ext cx="147028" cy="401483"/>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8" name="Rectangle 15501">
            <a:extLst>
              <a:ext uri="{FF2B5EF4-FFF2-40B4-BE49-F238E27FC236}">
                <a16:creationId xmlns:a16="http://schemas.microsoft.com/office/drawing/2014/main" id="{5E43E203-003A-79B3-736A-0586E6D4C287}"/>
              </a:ext>
            </a:extLst>
          </p:cNvPr>
          <p:cNvSpPr>
            <a:spLocks/>
          </p:cNvSpPr>
          <p:nvPr/>
        </p:nvSpPr>
        <p:spPr bwMode="auto">
          <a:xfrm>
            <a:off x="2461922" y="4086549"/>
            <a:ext cx="2075632" cy="149628"/>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9" name="直角三角形 418">
            <a:extLst>
              <a:ext uri="{FF2B5EF4-FFF2-40B4-BE49-F238E27FC236}">
                <a16:creationId xmlns:a16="http://schemas.microsoft.com/office/drawing/2014/main" id="{A8E90985-61AB-C0EA-F163-96830ED611D2}"/>
              </a:ext>
            </a:extLst>
          </p:cNvPr>
          <p:cNvSpPr/>
          <p:nvPr/>
        </p:nvSpPr>
        <p:spPr>
          <a:xfrm rot="10800000">
            <a:off x="2762765" y="4238870"/>
            <a:ext cx="1394734" cy="555848"/>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0" name="Rectangle 15465">
            <a:extLst>
              <a:ext uri="{FF2B5EF4-FFF2-40B4-BE49-F238E27FC236}">
                <a16:creationId xmlns:a16="http://schemas.microsoft.com/office/drawing/2014/main" id="{84703576-65C0-657B-E06B-32D8AA27138D}"/>
              </a:ext>
            </a:extLst>
          </p:cNvPr>
          <p:cNvSpPr>
            <a:spLocks/>
          </p:cNvSpPr>
          <p:nvPr/>
        </p:nvSpPr>
        <p:spPr bwMode="auto">
          <a:xfrm>
            <a:off x="2505313" y="3121023"/>
            <a:ext cx="261135" cy="594747"/>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1" name="Oval 15540">
            <a:extLst>
              <a:ext uri="{FF2B5EF4-FFF2-40B4-BE49-F238E27FC236}">
                <a16:creationId xmlns:a16="http://schemas.microsoft.com/office/drawing/2014/main" id="{9941A0E3-5166-2ED1-35D7-A0C70AEF02BE}"/>
              </a:ext>
            </a:extLst>
          </p:cNvPr>
          <p:cNvSpPr>
            <a:spLocks/>
          </p:cNvSpPr>
          <p:nvPr/>
        </p:nvSpPr>
        <p:spPr bwMode="auto">
          <a:xfrm>
            <a:off x="2014981" y="3486255"/>
            <a:ext cx="442553" cy="441249"/>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422" name="Rectangle 15437">
            <a:extLst>
              <a:ext uri="{FF2B5EF4-FFF2-40B4-BE49-F238E27FC236}">
                <a16:creationId xmlns:a16="http://schemas.microsoft.com/office/drawing/2014/main" id="{5EE65555-9499-4DA7-9489-9F84D3A4596D}"/>
              </a:ext>
            </a:extLst>
          </p:cNvPr>
          <p:cNvSpPr>
            <a:spLocks/>
          </p:cNvSpPr>
          <p:nvPr/>
        </p:nvSpPr>
        <p:spPr bwMode="auto">
          <a:xfrm>
            <a:off x="2767302" y="3144198"/>
            <a:ext cx="1141711" cy="546724"/>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3" name="Oval 15540">
            <a:extLst>
              <a:ext uri="{FF2B5EF4-FFF2-40B4-BE49-F238E27FC236}">
                <a16:creationId xmlns:a16="http://schemas.microsoft.com/office/drawing/2014/main" id="{663BB0F5-26FA-0F13-9E46-1D5D81B88C3E}"/>
              </a:ext>
            </a:extLst>
          </p:cNvPr>
          <p:cNvSpPr>
            <a:spLocks/>
          </p:cNvSpPr>
          <p:nvPr/>
        </p:nvSpPr>
        <p:spPr bwMode="auto">
          <a:xfrm>
            <a:off x="4084393" y="3262827"/>
            <a:ext cx="311211" cy="2984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 name="文本框 1"/>
          <p:cNvSpPr txBox="1"/>
          <p:nvPr/>
        </p:nvSpPr>
        <p:spPr>
          <a:xfrm>
            <a:off x="265430" y="1166495"/>
            <a:ext cx="8396574" cy="922020"/>
          </a:xfrm>
          <a:prstGeom prst="rect">
            <a:avLst/>
          </a:prstGeom>
          <a:noFill/>
        </p:spPr>
        <p:txBody>
          <a:bodyPr wrap="square" rtlCol="0" anchor="t">
            <a:noAutofit/>
          </a:bodyPr>
          <a:lstStyle/>
          <a:p>
            <a:pPr indent="0" eaLnBrk="0" hangingPunct="0">
              <a:lnSpc>
                <a:spcPct val="200000"/>
              </a:lnSpc>
              <a:buFont typeface="+mj-lt"/>
              <a:buNone/>
            </a:pP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平行光管</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发出平行光</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平行光管光轴</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25" name="组合 424">
            <a:extLst>
              <a:ext uri="{FF2B5EF4-FFF2-40B4-BE49-F238E27FC236}">
                <a16:creationId xmlns:a16="http://schemas.microsoft.com/office/drawing/2014/main" id="{6516F8DF-3038-28D1-3706-C4AAEB054AC3}"/>
              </a:ext>
            </a:extLst>
          </p:cNvPr>
          <p:cNvGrpSpPr/>
          <p:nvPr/>
        </p:nvGrpSpPr>
        <p:grpSpPr>
          <a:xfrm flipH="1">
            <a:off x="4185534" y="3896560"/>
            <a:ext cx="168622" cy="163571"/>
            <a:chOff x="9253470" y="1351580"/>
            <a:chExt cx="133734" cy="133734"/>
          </a:xfrm>
        </p:grpSpPr>
        <p:sp>
          <p:nvSpPr>
            <p:cNvPr id="437" name="Oval 15540">
              <a:extLst>
                <a:ext uri="{FF2B5EF4-FFF2-40B4-BE49-F238E27FC236}">
                  <a16:creationId xmlns:a16="http://schemas.microsoft.com/office/drawing/2014/main" id="{D2CD9EF8-3900-2EA8-3AA1-7A079B7D0A09}"/>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8" name="Line 15541">
              <a:extLst>
                <a:ext uri="{FF2B5EF4-FFF2-40B4-BE49-F238E27FC236}">
                  <a16:creationId xmlns:a16="http://schemas.microsoft.com/office/drawing/2014/main" id="{6A21B837-FE99-B26E-CC61-EED0A9FAB696}"/>
                </a:ext>
              </a:extLst>
            </p:cNvPr>
            <p:cNvCxnSpPr>
              <a:cxnSpLocks/>
              <a:stCxn id="437" idx="1"/>
              <a:endCxn id="437"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6" name="组合 425">
            <a:extLst>
              <a:ext uri="{FF2B5EF4-FFF2-40B4-BE49-F238E27FC236}">
                <a16:creationId xmlns:a16="http://schemas.microsoft.com/office/drawing/2014/main" id="{D582E822-D4A5-6064-2FD6-3166C46D51DA}"/>
              </a:ext>
            </a:extLst>
          </p:cNvPr>
          <p:cNvGrpSpPr/>
          <p:nvPr/>
        </p:nvGrpSpPr>
        <p:grpSpPr>
          <a:xfrm flipH="1">
            <a:off x="2146867" y="3628234"/>
            <a:ext cx="168622" cy="163571"/>
            <a:chOff x="9253470" y="1351580"/>
            <a:chExt cx="133734" cy="133734"/>
          </a:xfrm>
        </p:grpSpPr>
        <p:sp>
          <p:nvSpPr>
            <p:cNvPr id="435" name="Oval 15540">
              <a:extLst>
                <a:ext uri="{FF2B5EF4-FFF2-40B4-BE49-F238E27FC236}">
                  <a16:creationId xmlns:a16="http://schemas.microsoft.com/office/drawing/2014/main" id="{9C36B964-F6D0-10ED-FD14-A87165E91B8F}"/>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6" name="Line 15541">
              <a:extLst>
                <a:ext uri="{FF2B5EF4-FFF2-40B4-BE49-F238E27FC236}">
                  <a16:creationId xmlns:a16="http://schemas.microsoft.com/office/drawing/2014/main" id="{AE7E43B9-625C-3496-5B3E-A61D59346D29}"/>
                </a:ext>
              </a:extLst>
            </p:cNvPr>
            <p:cNvCxnSpPr>
              <a:cxnSpLocks/>
              <a:stCxn id="435" idx="1"/>
              <a:endCxn id="435"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7" name="组合 426">
            <a:extLst>
              <a:ext uri="{FF2B5EF4-FFF2-40B4-BE49-F238E27FC236}">
                <a16:creationId xmlns:a16="http://schemas.microsoft.com/office/drawing/2014/main" id="{8BFA121C-3E83-083C-9E4E-B4106FFDAD88}"/>
              </a:ext>
            </a:extLst>
          </p:cNvPr>
          <p:cNvGrpSpPr/>
          <p:nvPr/>
        </p:nvGrpSpPr>
        <p:grpSpPr>
          <a:xfrm flipH="1">
            <a:off x="4181037" y="3354827"/>
            <a:ext cx="118578" cy="115025"/>
            <a:chOff x="6860651" y="1146968"/>
            <a:chExt cx="94044" cy="94044"/>
          </a:xfrm>
        </p:grpSpPr>
        <p:sp>
          <p:nvSpPr>
            <p:cNvPr id="433" name="Oval 15540">
              <a:extLst>
                <a:ext uri="{FF2B5EF4-FFF2-40B4-BE49-F238E27FC236}">
                  <a16:creationId xmlns:a16="http://schemas.microsoft.com/office/drawing/2014/main" id="{0A2F2287-02A7-BB90-18F2-6A4143E3AD40}"/>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4" name="Line 15541">
              <a:extLst>
                <a:ext uri="{FF2B5EF4-FFF2-40B4-BE49-F238E27FC236}">
                  <a16:creationId xmlns:a16="http://schemas.microsoft.com/office/drawing/2014/main" id="{ADCEB449-4019-94F7-A683-067639D085EA}"/>
                </a:ext>
              </a:extLst>
            </p:cNvPr>
            <p:cNvCxnSpPr>
              <a:cxnSpLocks/>
              <a:stCxn id="433" idx="1"/>
              <a:endCxn id="433"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428" name="Oval 15540">
            <a:extLst>
              <a:ext uri="{FF2B5EF4-FFF2-40B4-BE49-F238E27FC236}">
                <a16:creationId xmlns:a16="http://schemas.microsoft.com/office/drawing/2014/main" id="{A3A71194-378B-04EF-A8E1-98DF9517FF91}"/>
              </a:ext>
            </a:extLst>
          </p:cNvPr>
          <p:cNvSpPr>
            <a:spLocks/>
          </p:cNvSpPr>
          <p:nvPr/>
        </p:nvSpPr>
        <p:spPr bwMode="auto">
          <a:xfrm flipH="1">
            <a:off x="2234662" y="3331009"/>
            <a:ext cx="168622" cy="163571"/>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429" name="Line 15541">
            <a:extLst>
              <a:ext uri="{FF2B5EF4-FFF2-40B4-BE49-F238E27FC236}">
                <a16:creationId xmlns:a16="http://schemas.microsoft.com/office/drawing/2014/main" id="{6CAE0EFC-0DE9-FBB0-6BE0-878C92385F4F}"/>
              </a:ext>
            </a:extLst>
          </p:cNvPr>
          <p:cNvCxnSpPr>
            <a:cxnSpLocks/>
            <a:stCxn id="428" idx="1"/>
            <a:endCxn id="428" idx="5"/>
          </p:cNvCxnSpPr>
          <p:nvPr/>
        </p:nvCxnSpPr>
        <p:spPr bwMode="auto">
          <a:xfrm flipH="1">
            <a:off x="2259357" y="3354963"/>
            <a:ext cx="119234" cy="115662"/>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grpSp>
        <p:nvGrpSpPr>
          <p:cNvPr id="430" name="组合 429">
            <a:extLst>
              <a:ext uri="{FF2B5EF4-FFF2-40B4-BE49-F238E27FC236}">
                <a16:creationId xmlns:a16="http://schemas.microsoft.com/office/drawing/2014/main" id="{CCDEDD32-200D-0344-2EB2-F65484C1EBFF}"/>
              </a:ext>
            </a:extLst>
          </p:cNvPr>
          <p:cNvGrpSpPr/>
          <p:nvPr/>
        </p:nvGrpSpPr>
        <p:grpSpPr>
          <a:xfrm flipH="1">
            <a:off x="1511889" y="3322184"/>
            <a:ext cx="168622" cy="163571"/>
            <a:chOff x="9253470" y="1351580"/>
            <a:chExt cx="133734" cy="133734"/>
          </a:xfrm>
        </p:grpSpPr>
        <p:sp>
          <p:nvSpPr>
            <p:cNvPr id="431" name="Oval 15540">
              <a:extLst>
                <a:ext uri="{FF2B5EF4-FFF2-40B4-BE49-F238E27FC236}">
                  <a16:creationId xmlns:a16="http://schemas.microsoft.com/office/drawing/2014/main" id="{7E762A25-2FB5-D40B-861C-020D72796AD9}"/>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2" name="Line 15541">
              <a:extLst>
                <a:ext uri="{FF2B5EF4-FFF2-40B4-BE49-F238E27FC236}">
                  <a16:creationId xmlns:a16="http://schemas.microsoft.com/office/drawing/2014/main" id="{453FD3E0-58E9-25C9-DE48-C4B89EC6CBA8}"/>
                </a:ext>
              </a:extLst>
            </p:cNvPr>
            <p:cNvCxnSpPr>
              <a:cxnSpLocks/>
              <a:stCxn id="431" idx="1"/>
              <a:endCxn id="43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654" name="组合 653">
            <a:extLst>
              <a:ext uri="{FF2B5EF4-FFF2-40B4-BE49-F238E27FC236}">
                <a16:creationId xmlns:a16="http://schemas.microsoft.com/office/drawing/2014/main" id="{2481FBC5-2533-9F47-D4D5-187C2001AEE9}"/>
              </a:ext>
            </a:extLst>
          </p:cNvPr>
          <p:cNvGrpSpPr/>
          <p:nvPr/>
        </p:nvGrpSpPr>
        <p:grpSpPr>
          <a:xfrm>
            <a:off x="271427" y="3022920"/>
            <a:ext cx="1812149" cy="1274587"/>
            <a:chOff x="271427" y="3118332"/>
            <a:chExt cx="1812149" cy="1274587"/>
          </a:xfrm>
        </p:grpSpPr>
        <p:sp>
          <p:nvSpPr>
            <p:cNvPr id="451" name="矩形 450">
              <a:extLst>
                <a:ext uri="{FF2B5EF4-FFF2-40B4-BE49-F238E27FC236}">
                  <a16:creationId xmlns:a16="http://schemas.microsoft.com/office/drawing/2014/main" id="{453D4528-BBFD-E4DC-6258-98A48BEFC357}"/>
                </a:ext>
              </a:extLst>
            </p:cNvPr>
            <p:cNvSpPr/>
            <p:nvPr/>
          </p:nvSpPr>
          <p:spPr>
            <a:xfrm>
              <a:off x="271427" y="4054365"/>
              <a:ext cx="1812149"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狭缝大小调节螺钉</a:t>
              </a:r>
            </a:p>
          </p:txBody>
        </p:sp>
        <p:sp>
          <p:nvSpPr>
            <p:cNvPr id="452" name="椭圆 451">
              <a:extLst>
                <a:ext uri="{FF2B5EF4-FFF2-40B4-BE49-F238E27FC236}">
                  <a16:creationId xmlns:a16="http://schemas.microsoft.com/office/drawing/2014/main" id="{378389D9-7D5D-932B-3EDA-184A66253F02}"/>
                </a:ext>
              </a:extLst>
            </p:cNvPr>
            <p:cNvSpPr/>
            <p:nvPr/>
          </p:nvSpPr>
          <p:spPr>
            <a:xfrm>
              <a:off x="1222691" y="3118332"/>
              <a:ext cx="754772" cy="7395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sp>
          <p:nvSpPr>
            <p:cNvPr id="453" name="任意多边形 6">
              <a:extLst>
                <a:ext uri="{FF2B5EF4-FFF2-40B4-BE49-F238E27FC236}">
                  <a16:creationId xmlns:a16="http://schemas.microsoft.com/office/drawing/2014/main" id="{F214CF3B-7534-F8D9-4A4D-E2C820896614}"/>
                </a:ext>
              </a:extLst>
            </p:cNvPr>
            <p:cNvSpPr/>
            <p:nvPr/>
          </p:nvSpPr>
          <p:spPr>
            <a:xfrm rot="9391344">
              <a:off x="1106857" y="3707564"/>
              <a:ext cx="509569" cy="321259"/>
            </a:xfrm>
            <a:custGeom>
              <a:avLst/>
              <a:gdLst>
                <a:gd name="connsiteX0" fmla="*/ 0 w 414338"/>
                <a:gd name="connsiteY0" fmla="*/ 292894 h 292894"/>
                <a:gd name="connsiteX1" fmla="*/ 414338 w 414338"/>
                <a:gd name="connsiteY1" fmla="*/ 0 h 292894"/>
              </a:gdLst>
              <a:ahLst/>
              <a:cxnLst>
                <a:cxn ang="0">
                  <a:pos x="connsiteX0" y="connsiteY0"/>
                </a:cxn>
                <a:cxn ang="0">
                  <a:pos x="connsiteX1" y="connsiteY1"/>
                </a:cxn>
              </a:cxnLst>
              <a:rect l="l" t="t" r="r" b="b"/>
              <a:pathLst>
                <a:path w="414338" h="292894">
                  <a:moveTo>
                    <a:pt x="0" y="292894"/>
                  </a:moveTo>
                  <a:lnTo>
                    <a:pt x="414338" y="0"/>
                  </a:lnTo>
                </a:path>
              </a:pathLst>
            </a:custGeom>
            <a:noFill/>
            <a:ln w="5715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grpSp>
      <p:sp>
        <p:nvSpPr>
          <p:cNvPr id="455" name="椭圆 454">
            <a:extLst>
              <a:ext uri="{FF2B5EF4-FFF2-40B4-BE49-F238E27FC236}">
                <a16:creationId xmlns:a16="http://schemas.microsoft.com/office/drawing/2014/main" id="{549F7F57-35C6-F9D9-EC2C-75C3859A8B05}"/>
              </a:ext>
            </a:extLst>
          </p:cNvPr>
          <p:cNvSpPr/>
          <p:nvPr/>
        </p:nvSpPr>
        <p:spPr>
          <a:xfrm>
            <a:off x="4678702" y="3154496"/>
            <a:ext cx="120535" cy="5341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sp>
        <p:nvSpPr>
          <p:cNvPr id="464" name="Rectangle 15501">
            <a:extLst>
              <a:ext uri="{FF2B5EF4-FFF2-40B4-BE49-F238E27FC236}">
                <a16:creationId xmlns:a16="http://schemas.microsoft.com/office/drawing/2014/main" id="{D7F5D736-3F48-070A-B65C-E24DC092F787}"/>
              </a:ext>
            </a:extLst>
          </p:cNvPr>
          <p:cNvSpPr>
            <a:spLocks/>
          </p:cNvSpPr>
          <p:nvPr/>
        </p:nvSpPr>
        <p:spPr bwMode="auto">
          <a:xfrm>
            <a:off x="8703303" y="4046831"/>
            <a:ext cx="1640505" cy="105085"/>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465" name="组合 464">
            <a:extLst>
              <a:ext uri="{FF2B5EF4-FFF2-40B4-BE49-F238E27FC236}">
                <a16:creationId xmlns:a16="http://schemas.microsoft.com/office/drawing/2014/main" id="{B888E8F2-5CA1-CF6F-B94A-5217EFEACF59}"/>
              </a:ext>
            </a:extLst>
          </p:cNvPr>
          <p:cNvGrpSpPr/>
          <p:nvPr/>
        </p:nvGrpSpPr>
        <p:grpSpPr>
          <a:xfrm flipH="1">
            <a:off x="8617123" y="4006969"/>
            <a:ext cx="228345" cy="561971"/>
            <a:chOff x="1879235" y="1815733"/>
            <a:chExt cx="181074" cy="448541"/>
          </a:xfrm>
        </p:grpSpPr>
        <p:grpSp>
          <p:nvGrpSpPr>
            <p:cNvPr id="507" name="Group 15491">
              <a:extLst>
                <a:ext uri="{FF2B5EF4-FFF2-40B4-BE49-F238E27FC236}">
                  <a16:creationId xmlns:a16="http://schemas.microsoft.com/office/drawing/2014/main" id="{1599E446-730A-0E5E-9F47-D35E113AC004}"/>
                </a:ext>
              </a:extLst>
            </p:cNvPr>
            <p:cNvGrpSpPr>
              <a:grpSpLocks/>
            </p:cNvGrpSpPr>
            <p:nvPr/>
          </p:nvGrpSpPr>
          <p:grpSpPr bwMode="auto">
            <a:xfrm>
              <a:off x="1879235" y="1815733"/>
              <a:ext cx="181074" cy="448541"/>
              <a:chOff x="5389" y="13689"/>
              <a:chExt cx="153" cy="379"/>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509" name="Rectangle 15492">
                <a:extLst>
                  <a:ext uri="{FF2B5EF4-FFF2-40B4-BE49-F238E27FC236}">
                    <a16:creationId xmlns:a16="http://schemas.microsoft.com/office/drawing/2014/main" id="{F6010B13-C7A9-8578-D606-BD383F151F01}"/>
                  </a:ext>
                </a:extLst>
              </p:cNvPr>
              <p:cNvSpPr>
                <a:spLocks/>
              </p:cNvSpPr>
              <p:nvPr/>
            </p:nvSpPr>
            <p:spPr bwMode="auto">
              <a:xfrm>
                <a:off x="5435" y="13689"/>
                <a:ext cx="58" cy="329"/>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510" name="Rectangle 15493">
                <a:extLst>
                  <a:ext uri="{FF2B5EF4-FFF2-40B4-BE49-F238E27FC236}">
                    <a16:creationId xmlns:a16="http://schemas.microsoft.com/office/drawing/2014/main" id="{FCF5BD4D-A1BC-87C8-AA38-41A0E7D23E50}"/>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511" name="Line 15494">
                <a:extLst>
                  <a:ext uri="{FF2B5EF4-FFF2-40B4-BE49-F238E27FC236}">
                    <a16:creationId xmlns:a16="http://schemas.microsoft.com/office/drawing/2014/main" id="{F6673CED-0604-6F48-F06E-2531A0301221}"/>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512" name="Line 15495">
                <a:extLst>
                  <a:ext uri="{FF2B5EF4-FFF2-40B4-BE49-F238E27FC236}">
                    <a16:creationId xmlns:a16="http://schemas.microsoft.com/office/drawing/2014/main" id="{C16AA4D8-FDE3-783E-BE99-3566C0F25B5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513" name="Line 15496">
                <a:extLst>
                  <a:ext uri="{FF2B5EF4-FFF2-40B4-BE49-F238E27FC236}">
                    <a16:creationId xmlns:a16="http://schemas.microsoft.com/office/drawing/2014/main" id="{A7A087AB-3E96-D37D-88D0-D2DA2331F6E6}"/>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514" name="Line 15497">
                <a:extLst>
                  <a:ext uri="{FF2B5EF4-FFF2-40B4-BE49-F238E27FC236}">
                    <a16:creationId xmlns:a16="http://schemas.microsoft.com/office/drawing/2014/main" id="{DDE70DD1-1CC1-3E4A-0DB2-7B3EF4CC8BE3}"/>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515" name="Line 15498">
                <a:extLst>
                  <a:ext uri="{FF2B5EF4-FFF2-40B4-BE49-F238E27FC236}">
                    <a16:creationId xmlns:a16="http://schemas.microsoft.com/office/drawing/2014/main" id="{42473858-0B7D-98A7-0BC7-6A1002799889}"/>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516" name="Line 15499">
                <a:extLst>
                  <a:ext uri="{FF2B5EF4-FFF2-40B4-BE49-F238E27FC236}">
                    <a16:creationId xmlns:a16="http://schemas.microsoft.com/office/drawing/2014/main" id="{C9BA5209-8FD8-7C84-974E-7809F98CBE2C}"/>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517" name="Line 15500">
                <a:extLst>
                  <a:ext uri="{FF2B5EF4-FFF2-40B4-BE49-F238E27FC236}">
                    <a16:creationId xmlns:a16="http://schemas.microsoft.com/office/drawing/2014/main" id="{72CF46AF-E095-66F7-D86A-5A0B79890088}"/>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508" name="Line 15500">
              <a:extLst>
                <a:ext uri="{FF2B5EF4-FFF2-40B4-BE49-F238E27FC236}">
                  <a16:creationId xmlns:a16="http://schemas.microsoft.com/office/drawing/2014/main" id="{A901952D-E913-D714-088D-4834388F3110}"/>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466" name="Rectangle 15436">
            <a:extLst>
              <a:ext uri="{FF2B5EF4-FFF2-40B4-BE49-F238E27FC236}">
                <a16:creationId xmlns:a16="http://schemas.microsoft.com/office/drawing/2014/main" id="{470CCB24-882A-D869-EB58-C5F01BBE6BE9}"/>
              </a:ext>
            </a:extLst>
          </p:cNvPr>
          <p:cNvSpPr>
            <a:spLocks/>
          </p:cNvSpPr>
          <p:nvPr/>
        </p:nvSpPr>
        <p:spPr bwMode="auto">
          <a:xfrm flipH="1">
            <a:off x="10254192" y="3917025"/>
            <a:ext cx="233819" cy="105906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68" name="直角三角形 467">
            <a:extLst>
              <a:ext uri="{FF2B5EF4-FFF2-40B4-BE49-F238E27FC236}">
                <a16:creationId xmlns:a16="http://schemas.microsoft.com/office/drawing/2014/main" id="{C4B6AAB5-E483-7C65-BB06-6B8EEB635B4B}"/>
              </a:ext>
            </a:extLst>
          </p:cNvPr>
          <p:cNvSpPr/>
          <p:nvPr/>
        </p:nvSpPr>
        <p:spPr>
          <a:xfrm flipH="1">
            <a:off x="8870089" y="3866771"/>
            <a:ext cx="1386034" cy="182301"/>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1" name="Rectangle 15460">
            <a:extLst>
              <a:ext uri="{FF2B5EF4-FFF2-40B4-BE49-F238E27FC236}">
                <a16:creationId xmlns:a16="http://schemas.microsoft.com/office/drawing/2014/main" id="{11D66308-91A6-ACA5-06E0-D7B299DF6D3E}"/>
              </a:ext>
            </a:extLst>
          </p:cNvPr>
          <p:cNvSpPr>
            <a:spLocks/>
          </p:cNvSpPr>
          <p:nvPr/>
        </p:nvSpPr>
        <p:spPr bwMode="auto">
          <a:xfrm flipV="1">
            <a:off x="8599680" y="4004265"/>
            <a:ext cx="260800" cy="188580"/>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6" name="Rectangle 15465">
            <a:extLst>
              <a:ext uri="{FF2B5EF4-FFF2-40B4-BE49-F238E27FC236}">
                <a16:creationId xmlns:a16="http://schemas.microsoft.com/office/drawing/2014/main" id="{1B17DF31-8ACD-4BD1-16C3-15C8D9E5B30E}"/>
              </a:ext>
            </a:extLst>
          </p:cNvPr>
          <p:cNvSpPr>
            <a:spLocks/>
          </p:cNvSpPr>
          <p:nvPr/>
        </p:nvSpPr>
        <p:spPr bwMode="auto">
          <a:xfrm>
            <a:off x="10256050" y="3508734"/>
            <a:ext cx="147048" cy="411261"/>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7" name="Rectangle 15501">
            <a:extLst>
              <a:ext uri="{FF2B5EF4-FFF2-40B4-BE49-F238E27FC236}">
                <a16:creationId xmlns:a16="http://schemas.microsoft.com/office/drawing/2014/main" id="{2BDF39A2-08BB-7D50-1ACE-D036E5D6BC3E}"/>
              </a:ext>
            </a:extLst>
          </p:cNvPr>
          <p:cNvSpPr>
            <a:spLocks/>
          </p:cNvSpPr>
          <p:nvPr/>
        </p:nvSpPr>
        <p:spPr bwMode="auto">
          <a:xfrm>
            <a:off x="8559349" y="4203097"/>
            <a:ext cx="2075927" cy="153272"/>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8" name="直角三角形 477">
            <a:extLst>
              <a:ext uri="{FF2B5EF4-FFF2-40B4-BE49-F238E27FC236}">
                <a16:creationId xmlns:a16="http://schemas.microsoft.com/office/drawing/2014/main" id="{C3CE1F80-8340-0698-7967-318ADF9BD4CB}"/>
              </a:ext>
            </a:extLst>
          </p:cNvPr>
          <p:cNvSpPr/>
          <p:nvPr/>
        </p:nvSpPr>
        <p:spPr>
          <a:xfrm rot="10800000">
            <a:off x="8860235" y="4359128"/>
            <a:ext cx="1394931" cy="569385"/>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2" name="Oval 15540">
            <a:extLst>
              <a:ext uri="{FF2B5EF4-FFF2-40B4-BE49-F238E27FC236}">
                <a16:creationId xmlns:a16="http://schemas.microsoft.com/office/drawing/2014/main" id="{B3EEFEB5-0777-36DC-985B-CE0C5BAB6205}"/>
              </a:ext>
            </a:extLst>
          </p:cNvPr>
          <p:cNvSpPr>
            <a:spLocks/>
          </p:cNvSpPr>
          <p:nvPr/>
        </p:nvSpPr>
        <p:spPr bwMode="auto">
          <a:xfrm>
            <a:off x="10182051" y="3359314"/>
            <a:ext cx="311256" cy="30571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485" name="组合 484">
            <a:extLst>
              <a:ext uri="{FF2B5EF4-FFF2-40B4-BE49-F238E27FC236}">
                <a16:creationId xmlns:a16="http://schemas.microsoft.com/office/drawing/2014/main" id="{BACC51EF-ED80-6C86-6569-38F513CD4A2C}"/>
              </a:ext>
            </a:extLst>
          </p:cNvPr>
          <p:cNvGrpSpPr/>
          <p:nvPr/>
        </p:nvGrpSpPr>
        <p:grpSpPr>
          <a:xfrm flipH="1">
            <a:off x="10283206" y="4008480"/>
            <a:ext cx="168646" cy="167554"/>
            <a:chOff x="9253470" y="1351580"/>
            <a:chExt cx="133734" cy="133734"/>
          </a:xfrm>
        </p:grpSpPr>
        <p:sp>
          <p:nvSpPr>
            <p:cNvPr id="494" name="Oval 15540">
              <a:extLst>
                <a:ext uri="{FF2B5EF4-FFF2-40B4-BE49-F238E27FC236}">
                  <a16:creationId xmlns:a16="http://schemas.microsoft.com/office/drawing/2014/main" id="{F8846051-8363-9A0A-703C-3D51BA7F31B7}"/>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95" name="Line 15541">
              <a:extLst>
                <a:ext uri="{FF2B5EF4-FFF2-40B4-BE49-F238E27FC236}">
                  <a16:creationId xmlns:a16="http://schemas.microsoft.com/office/drawing/2014/main" id="{071F5C31-F779-112F-861A-378BC72F42C0}"/>
                </a:ext>
              </a:extLst>
            </p:cNvPr>
            <p:cNvCxnSpPr>
              <a:cxnSpLocks/>
              <a:stCxn id="494" idx="1"/>
              <a:endCxn id="494"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87" name="组合 486">
            <a:extLst>
              <a:ext uri="{FF2B5EF4-FFF2-40B4-BE49-F238E27FC236}">
                <a16:creationId xmlns:a16="http://schemas.microsoft.com/office/drawing/2014/main" id="{CAD77447-9C03-01E8-D417-2797C7BF85B1}"/>
              </a:ext>
            </a:extLst>
          </p:cNvPr>
          <p:cNvGrpSpPr/>
          <p:nvPr/>
        </p:nvGrpSpPr>
        <p:grpSpPr>
          <a:xfrm flipH="1">
            <a:off x="10278708" y="3453554"/>
            <a:ext cx="118595" cy="117827"/>
            <a:chOff x="6860651" y="1146968"/>
            <a:chExt cx="94044" cy="94044"/>
          </a:xfrm>
        </p:grpSpPr>
        <p:sp>
          <p:nvSpPr>
            <p:cNvPr id="490" name="Oval 15540">
              <a:extLst>
                <a:ext uri="{FF2B5EF4-FFF2-40B4-BE49-F238E27FC236}">
                  <a16:creationId xmlns:a16="http://schemas.microsoft.com/office/drawing/2014/main" id="{1579B285-ACF4-2F1D-8F98-395661960218}"/>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91" name="Line 15541">
              <a:extLst>
                <a:ext uri="{FF2B5EF4-FFF2-40B4-BE49-F238E27FC236}">
                  <a16:creationId xmlns:a16="http://schemas.microsoft.com/office/drawing/2014/main" id="{75D39226-777D-4EAE-887D-CDE2263A3716}"/>
                </a:ext>
              </a:extLst>
            </p:cNvPr>
            <p:cNvCxnSpPr>
              <a:cxnSpLocks/>
              <a:stCxn id="490" idx="1"/>
              <a:endCxn id="490"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561" name="组合 560">
            <a:extLst>
              <a:ext uri="{FF2B5EF4-FFF2-40B4-BE49-F238E27FC236}">
                <a16:creationId xmlns:a16="http://schemas.microsoft.com/office/drawing/2014/main" id="{76933CE2-D1EB-3FB0-634B-669137F99426}"/>
              </a:ext>
            </a:extLst>
          </p:cNvPr>
          <p:cNvGrpSpPr/>
          <p:nvPr/>
        </p:nvGrpSpPr>
        <p:grpSpPr>
          <a:xfrm>
            <a:off x="7130843" y="5062996"/>
            <a:ext cx="1544127" cy="1542145"/>
            <a:chOff x="8101133" y="2637857"/>
            <a:chExt cx="2500386" cy="2497177"/>
          </a:xfrm>
        </p:grpSpPr>
        <p:sp>
          <p:nvSpPr>
            <p:cNvPr id="562" name="流程图: 接点 410645">
              <a:extLst>
                <a:ext uri="{FF2B5EF4-FFF2-40B4-BE49-F238E27FC236}">
                  <a16:creationId xmlns:a16="http://schemas.microsoft.com/office/drawing/2014/main" id="{332B81E6-858E-AE2C-EF14-A44DDEF7CBB1}"/>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3" name="流程图: 接点 410646">
              <a:extLst>
                <a:ext uri="{FF2B5EF4-FFF2-40B4-BE49-F238E27FC236}">
                  <a16:creationId xmlns:a16="http://schemas.microsoft.com/office/drawing/2014/main" id="{5E2B1398-C3F0-E0C9-7DE4-6AC3D651C374}"/>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65" name="直接连接符 410648">
              <a:extLst>
                <a:ext uri="{FF2B5EF4-FFF2-40B4-BE49-F238E27FC236}">
                  <a16:creationId xmlns:a16="http://schemas.microsoft.com/office/drawing/2014/main" id="{874BA462-6E4B-4B17-605F-26B726FAABB5}"/>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直接连接符 410648">
              <a:extLst>
                <a:ext uri="{FF2B5EF4-FFF2-40B4-BE49-F238E27FC236}">
                  <a16:creationId xmlns:a16="http://schemas.microsoft.com/office/drawing/2014/main" id="{EF8B291F-B07A-E7A1-1EBE-E68343C7E822}"/>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直接连接符 410647">
              <a:extLst>
                <a:ext uri="{FF2B5EF4-FFF2-40B4-BE49-F238E27FC236}">
                  <a16:creationId xmlns:a16="http://schemas.microsoft.com/office/drawing/2014/main" id="{9ACB5DF4-4BCB-71FE-9568-F29E1E78C82E}"/>
                </a:ext>
              </a:extLst>
            </p:cNvPr>
            <p:cNvCxnSpPr>
              <a:cxnSpLocks/>
              <a:stCxn id="563" idx="2"/>
              <a:endCxn id="563"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直接连接符 410648">
              <a:extLst>
                <a:ext uri="{FF2B5EF4-FFF2-40B4-BE49-F238E27FC236}">
                  <a16:creationId xmlns:a16="http://schemas.microsoft.com/office/drawing/2014/main" id="{A8FDDE4B-0043-CB61-0EE5-F050DBA0F7F4}"/>
                </a:ext>
              </a:extLst>
            </p:cNvPr>
            <p:cNvCxnSpPr>
              <a:cxnSpLocks/>
            </p:cNvCxnSpPr>
            <p:nvPr/>
          </p:nvCxnSpPr>
          <p:spPr>
            <a:xfrm>
              <a:off x="8337551" y="3341093"/>
              <a:ext cx="20447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9" name="组合 568">
              <a:extLst>
                <a:ext uri="{FF2B5EF4-FFF2-40B4-BE49-F238E27FC236}">
                  <a16:creationId xmlns:a16="http://schemas.microsoft.com/office/drawing/2014/main" id="{4578AB6D-CAB4-205D-7608-22B8D7348233}"/>
                </a:ext>
              </a:extLst>
            </p:cNvPr>
            <p:cNvGrpSpPr/>
            <p:nvPr/>
          </p:nvGrpSpPr>
          <p:grpSpPr>
            <a:xfrm>
              <a:off x="9270788" y="2848356"/>
              <a:ext cx="182366" cy="987884"/>
              <a:chOff x="9249017" y="2848356"/>
              <a:chExt cx="216251" cy="987884"/>
            </a:xfrm>
          </p:grpSpPr>
          <p:cxnSp>
            <p:nvCxnSpPr>
              <p:cNvPr id="574" name="直接连接符 410648">
                <a:extLst>
                  <a:ext uri="{FF2B5EF4-FFF2-40B4-BE49-F238E27FC236}">
                    <a16:creationId xmlns:a16="http://schemas.microsoft.com/office/drawing/2014/main" id="{B4963D6E-7894-F96D-6ED5-DE7BB006FDAD}"/>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直接连接符 410648">
                <a:extLst>
                  <a:ext uri="{FF2B5EF4-FFF2-40B4-BE49-F238E27FC236}">
                    <a16:creationId xmlns:a16="http://schemas.microsoft.com/office/drawing/2014/main" id="{193B3A46-58E2-1375-9C22-F4BCCF3FD93F}"/>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直接连接符 410648">
                <a:extLst>
                  <a:ext uri="{FF2B5EF4-FFF2-40B4-BE49-F238E27FC236}">
                    <a16:creationId xmlns:a16="http://schemas.microsoft.com/office/drawing/2014/main" id="{4F41CFB6-CB24-0267-118C-C798B3054AA7}"/>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直接连接符 410648">
                <a:extLst>
                  <a:ext uri="{FF2B5EF4-FFF2-40B4-BE49-F238E27FC236}">
                    <a16:creationId xmlns:a16="http://schemas.microsoft.com/office/drawing/2014/main" id="{1430E5D1-452E-BF25-094D-E13C53FEDEF6}"/>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直接连接符 410648">
                <a:extLst>
                  <a:ext uri="{FF2B5EF4-FFF2-40B4-BE49-F238E27FC236}">
                    <a16:creationId xmlns:a16="http://schemas.microsoft.com/office/drawing/2014/main" id="{91C51495-FA17-0D6E-FB57-B858720D9597}"/>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直接连接符 410648">
                <a:extLst>
                  <a:ext uri="{FF2B5EF4-FFF2-40B4-BE49-F238E27FC236}">
                    <a16:creationId xmlns:a16="http://schemas.microsoft.com/office/drawing/2014/main" id="{978523D0-B99E-656F-FE62-4706A721BECC}"/>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直接连接符 410648">
                <a:extLst>
                  <a:ext uri="{FF2B5EF4-FFF2-40B4-BE49-F238E27FC236}">
                    <a16:creationId xmlns:a16="http://schemas.microsoft.com/office/drawing/2014/main" id="{565D9D60-A04D-AEA8-AFD9-E8BA67EB4290}"/>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直接连接符 410648">
                <a:extLst>
                  <a:ext uri="{FF2B5EF4-FFF2-40B4-BE49-F238E27FC236}">
                    <a16:creationId xmlns:a16="http://schemas.microsoft.com/office/drawing/2014/main" id="{D6B2D330-3280-FBA5-A312-B287CEAA1D7D}"/>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直接连接符 410648">
                <a:extLst>
                  <a:ext uri="{FF2B5EF4-FFF2-40B4-BE49-F238E27FC236}">
                    <a16:creationId xmlns:a16="http://schemas.microsoft.com/office/drawing/2014/main" id="{97A61675-6999-314F-0A76-B1F117ADA6A4}"/>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3" name="直接连接符 410648">
                <a:extLst>
                  <a:ext uri="{FF2B5EF4-FFF2-40B4-BE49-F238E27FC236}">
                    <a16:creationId xmlns:a16="http://schemas.microsoft.com/office/drawing/2014/main" id="{7566155C-B5B5-281F-2F24-4EE9E6F6434A}"/>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4" name="直接连接符 410648">
                <a:extLst>
                  <a:ext uri="{FF2B5EF4-FFF2-40B4-BE49-F238E27FC236}">
                    <a16:creationId xmlns:a16="http://schemas.microsoft.com/office/drawing/2014/main" id="{845722D8-F28E-2617-C122-B069C80ED75F}"/>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5" name="直接连接符 410648">
                <a:extLst>
                  <a:ext uri="{FF2B5EF4-FFF2-40B4-BE49-F238E27FC236}">
                    <a16:creationId xmlns:a16="http://schemas.microsoft.com/office/drawing/2014/main" id="{EAFA8B26-1943-36B5-9E4B-6CB4C98F58A7}"/>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直接连接符 410648">
                <a:extLst>
                  <a:ext uri="{FF2B5EF4-FFF2-40B4-BE49-F238E27FC236}">
                    <a16:creationId xmlns:a16="http://schemas.microsoft.com/office/drawing/2014/main" id="{EB84D8AC-CD0F-4E15-069F-35BD676670F6}"/>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直接连接符 410648">
                <a:extLst>
                  <a:ext uri="{FF2B5EF4-FFF2-40B4-BE49-F238E27FC236}">
                    <a16:creationId xmlns:a16="http://schemas.microsoft.com/office/drawing/2014/main" id="{EB3800FB-558D-F94B-A3CF-B62BF4CDDE7E}"/>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直接连接符 410648">
                <a:extLst>
                  <a:ext uri="{FF2B5EF4-FFF2-40B4-BE49-F238E27FC236}">
                    <a16:creationId xmlns:a16="http://schemas.microsoft.com/office/drawing/2014/main" id="{271E37E8-B80E-B4FB-499A-0D009BB03718}"/>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直接连接符 410648">
                <a:extLst>
                  <a:ext uri="{FF2B5EF4-FFF2-40B4-BE49-F238E27FC236}">
                    <a16:creationId xmlns:a16="http://schemas.microsoft.com/office/drawing/2014/main" id="{9296934F-17F1-0896-4DE2-831850C007B5}"/>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0" name="直接连接符 410648">
              <a:extLst>
                <a:ext uri="{FF2B5EF4-FFF2-40B4-BE49-F238E27FC236}">
                  <a16:creationId xmlns:a16="http://schemas.microsoft.com/office/drawing/2014/main" id="{2CDD148A-2644-F031-5D6B-84463C3BA6CC}"/>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直接连接符 410649">
              <a:extLst>
                <a:ext uri="{FF2B5EF4-FFF2-40B4-BE49-F238E27FC236}">
                  <a16:creationId xmlns:a16="http://schemas.microsoft.com/office/drawing/2014/main" id="{EAAAB72E-2C12-07A4-475C-467C0FF8D69B}"/>
                </a:ext>
              </a:extLst>
            </p:cNvPr>
            <p:cNvCxnSpPr>
              <a:cxnSpLocks/>
            </p:cNvCxnSpPr>
            <p:nvPr/>
          </p:nvCxnSpPr>
          <p:spPr>
            <a:xfrm>
              <a:off x="9360264"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72" name="矩形 571">
              <a:extLst>
                <a:ext uri="{FF2B5EF4-FFF2-40B4-BE49-F238E27FC236}">
                  <a16:creationId xmlns:a16="http://schemas.microsoft.com/office/drawing/2014/main" id="{CB35BC68-FA78-9942-844E-18BD4CA0FA74}"/>
                </a:ext>
              </a:extLst>
            </p:cNvPr>
            <p:cNvSpPr/>
            <p:nvPr/>
          </p:nvSpPr>
          <p:spPr>
            <a:xfrm>
              <a:off x="9111545"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3" name="加号 572">
              <a:extLst>
                <a:ext uri="{FF2B5EF4-FFF2-40B4-BE49-F238E27FC236}">
                  <a16:creationId xmlns:a16="http://schemas.microsoft.com/office/drawing/2014/main" id="{1C9ADE54-FB95-4CC7-4970-D6F689A653BB}"/>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4" name="矩形 563">
              <a:extLst>
                <a:ext uri="{FF2B5EF4-FFF2-40B4-BE49-F238E27FC236}">
                  <a16:creationId xmlns:a16="http://schemas.microsoft.com/office/drawing/2014/main" id="{4C0BD749-DE07-D020-A2FE-96B164684BBE}"/>
                </a:ext>
              </a:extLst>
            </p:cNvPr>
            <p:cNvSpPr/>
            <p:nvPr/>
          </p:nvSpPr>
          <p:spPr>
            <a:xfrm rot="16200000" flipH="1">
              <a:off x="9299801" y="2899634"/>
              <a:ext cx="74032" cy="1153836"/>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grpSp>
      <p:grpSp>
        <p:nvGrpSpPr>
          <p:cNvPr id="652" name="组合 651">
            <a:extLst>
              <a:ext uri="{FF2B5EF4-FFF2-40B4-BE49-F238E27FC236}">
                <a16:creationId xmlns:a16="http://schemas.microsoft.com/office/drawing/2014/main" id="{57774006-1DB2-4A58-E58C-307C7A7EAA05}"/>
              </a:ext>
            </a:extLst>
          </p:cNvPr>
          <p:cNvGrpSpPr/>
          <p:nvPr/>
        </p:nvGrpSpPr>
        <p:grpSpPr>
          <a:xfrm>
            <a:off x="1974864" y="5024144"/>
            <a:ext cx="1962898" cy="1542145"/>
            <a:chOff x="1990766" y="5024144"/>
            <a:chExt cx="1962898" cy="1542145"/>
          </a:xfrm>
        </p:grpSpPr>
        <p:sp>
          <p:nvSpPr>
            <p:cNvPr id="415" name="箭头: 右 414">
              <a:extLst>
                <a:ext uri="{FF2B5EF4-FFF2-40B4-BE49-F238E27FC236}">
                  <a16:creationId xmlns:a16="http://schemas.microsoft.com/office/drawing/2014/main" id="{469B4013-00DD-4B24-37ED-3A4093FC72AF}"/>
                </a:ext>
              </a:extLst>
            </p:cNvPr>
            <p:cNvSpPr/>
            <p:nvPr/>
          </p:nvSpPr>
          <p:spPr>
            <a:xfrm>
              <a:off x="1990766" y="5597399"/>
              <a:ext cx="364754" cy="369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22" name="组合 621">
              <a:extLst>
                <a:ext uri="{FF2B5EF4-FFF2-40B4-BE49-F238E27FC236}">
                  <a16:creationId xmlns:a16="http://schemas.microsoft.com/office/drawing/2014/main" id="{CA44887A-1A33-6E20-D928-66286FBC532E}"/>
                </a:ext>
              </a:extLst>
            </p:cNvPr>
            <p:cNvGrpSpPr/>
            <p:nvPr/>
          </p:nvGrpSpPr>
          <p:grpSpPr>
            <a:xfrm>
              <a:off x="2409537" y="5024144"/>
              <a:ext cx="1544127" cy="1542145"/>
              <a:chOff x="8101133" y="2637857"/>
              <a:chExt cx="2500386" cy="2497177"/>
            </a:xfrm>
          </p:grpSpPr>
          <p:sp>
            <p:nvSpPr>
              <p:cNvPr id="623" name="流程图: 接点 410645">
                <a:extLst>
                  <a:ext uri="{FF2B5EF4-FFF2-40B4-BE49-F238E27FC236}">
                    <a16:creationId xmlns:a16="http://schemas.microsoft.com/office/drawing/2014/main" id="{6F96F9EC-BFE2-F626-7C91-F6A1F67473B4}"/>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4" name="流程图: 接点 410646">
                <a:extLst>
                  <a:ext uri="{FF2B5EF4-FFF2-40B4-BE49-F238E27FC236}">
                    <a16:creationId xmlns:a16="http://schemas.microsoft.com/office/drawing/2014/main" id="{D6BD757F-AFCF-A734-F7F4-6E68A4A1FF3A}"/>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26" name="直接连接符 410648">
                <a:extLst>
                  <a:ext uri="{FF2B5EF4-FFF2-40B4-BE49-F238E27FC236}">
                    <a16:creationId xmlns:a16="http://schemas.microsoft.com/office/drawing/2014/main" id="{42B679A0-43AE-B43D-1EC0-226F96014C7D}"/>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直接连接符 410648">
                <a:extLst>
                  <a:ext uri="{FF2B5EF4-FFF2-40B4-BE49-F238E27FC236}">
                    <a16:creationId xmlns:a16="http://schemas.microsoft.com/office/drawing/2014/main" id="{A081B568-8876-001D-70FC-53AF98738F39}"/>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直接连接符 410647">
                <a:extLst>
                  <a:ext uri="{FF2B5EF4-FFF2-40B4-BE49-F238E27FC236}">
                    <a16:creationId xmlns:a16="http://schemas.microsoft.com/office/drawing/2014/main" id="{55A4CE4C-9FAB-5981-BF46-A0EFFE7210A6}"/>
                  </a:ext>
                </a:extLst>
              </p:cNvPr>
              <p:cNvCxnSpPr>
                <a:cxnSpLocks/>
                <a:stCxn id="624" idx="2"/>
                <a:endCxn id="624"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直接连接符 410648">
                <a:extLst>
                  <a:ext uri="{FF2B5EF4-FFF2-40B4-BE49-F238E27FC236}">
                    <a16:creationId xmlns:a16="http://schemas.microsoft.com/office/drawing/2014/main" id="{91936BEC-90AA-DFCC-A63A-49F02127C869}"/>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0" name="组合 629">
                <a:extLst>
                  <a:ext uri="{FF2B5EF4-FFF2-40B4-BE49-F238E27FC236}">
                    <a16:creationId xmlns:a16="http://schemas.microsoft.com/office/drawing/2014/main" id="{2D0FF0DD-2FF9-7F1A-0293-0E4FE75FFCD5}"/>
                  </a:ext>
                </a:extLst>
              </p:cNvPr>
              <p:cNvGrpSpPr/>
              <p:nvPr/>
            </p:nvGrpSpPr>
            <p:grpSpPr>
              <a:xfrm>
                <a:off x="9270788" y="2848356"/>
                <a:ext cx="182366" cy="987884"/>
                <a:chOff x="9249017" y="2848356"/>
                <a:chExt cx="216251" cy="987884"/>
              </a:xfrm>
            </p:grpSpPr>
            <p:cxnSp>
              <p:nvCxnSpPr>
                <p:cNvPr id="635" name="直接连接符 410648">
                  <a:extLst>
                    <a:ext uri="{FF2B5EF4-FFF2-40B4-BE49-F238E27FC236}">
                      <a16:creationId xmlns:a16="http://schemas.microsoft.com/office/drawing/2014/main" id="{35771657-49CF-1750-5BB0-A0B615BFB9D8}"/>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直接连接符 410648">
                  <a:extLst>
                    <a:ext uri="{FF2B5EF4-FFF2-40B4-BE49-F238E27FC236}">
                      <a16:creationId xmlns:a16="http://schemas.microsoft.com/office/drawing/2014/main" id="{D050EA16-F2A2-1252-0A9D-72DAD9702EEA}"/>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直接连接符 410648">
                  <a:extLst>
                    <a:ext uri="{FF2B5EF4-FFF2-40B4-BE49-F238E27FC236}">
                      <a16:creationId xmlns:a16="http://schemas.microsoft.com/office/drawing/2014/main" id="{73DAC000-27FD-D591-AA30-A3E2A43F7196}"/>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直接连接符 410648">
                  <a:extLst>
                    <a:ext uri="{FF2B5EF4-FFF2-40B4-BE49-F238E27FC236}">
                      <a16:creationId xmlns:a16="http://schemas.microsoft.com/office/drawing/2014/main" id="{458910ED-B6AC-7B86-D676-BC8F4F3EB1AF}"/>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9" name="直接连接符 410648">
                  <a:extLst>
                    <a:ext uri="{FF2B5EF4-FFF2-40B4-BE49-F238E27FC236}">
                      <a16:creationId xmlns:a16="http://schemas.microsoft.com/office/drawing/2014/main" id="{D893C564-942D-9A88-55AD-9548D356EF83}"/>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直接连接符 410648">
                  <a:extLst>
                    <a:ext uri="{FF2B5EF4-FFF2-40B4-BE49-F238E27FC236}">
                      <a16:creationId xmlns:a16="http://schemas.microsoft.com/office/drawing/2014/main" id="{D4C89A1E-B456-ACB8-AE5E-8361488D759E}"/>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直接连接符 410648">
                  <a:extLst>
                    <a:ext uri="{FF2B5EF4-FFF2-40B4-BE49-F238E27FC236}">
                      <a16:creationId xmlns:a16="http://schemas.microsoft.com/office/drawing/2014/main" id="{6C38D918-64F4-4921-EDEF-401A2686AB84}"/>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直接连接符 410648">
                  <a:extLst>
                    <a:ext uri="{FF2B5EF4-FFF2-40B4-BE49-F238E27FC236}">
                      <a16:creationId xmlns:a16="http://schemas.microsoft.com/office/drawing/2014/main" id="{2D699D84-3B62-45C7-536F-2E082E89F236}"/>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3" name="直接连接符 410648">
                  <a:extLst>
                    <a:ext uri="{FF2B5EF4-FFF2-40B4-BE49-F238E27FC236}">
                      <a16:creationId xmlns:a16="http://schemas.microsoft.com/office/drawing/2014/main" id="{6917C297-A182-FF9F-52C8-3E26E9FFFF6F}"/>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直接连接符 410648">
                  <a:extLst>
                    <a:ext uri="{FF2B5EF4-FFF2-40B4-BE49-F238E27FC236}">
                      <a16:creationId xmlns:a16="http://schemas.microsoft.com/office/drawing/2014/main" id="{8926861D-C8D1-E7CC-6706-A7AC8390C760}"/>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直接连接符 410648">
                  <a:extLst>
                    <a:ext uri="{FF2B5EF4-FFF2-40B4-BE49-F238E27FC236}">
                      <a16:creationId xmlns:a16="http://schemas.microsoft.com/office/drawing/2014/main" id="{472A051B-D28C-52C6-758F-AB3398AFA717}"/>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直接连接符 410648">
                  <a:extLst>
                    <a:ext uri="{FF2B5EF4-FFF2-40B4-BE49-F238E27FC236}">
                      <a16:creationId xmlns:a16="http://schemas.microsoft.com/office/drawing/2014/main" id="{B0D62FB9-56C6-178D-2731-E7474AB8ABEF}"/>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直接连接符 410648">
                  <a:extLst>
                    <a:ext uri="{FF2B5EF4-FFF2-40B4-BE49-F238E27FC236}">
                      <a16:creationId xmlns:a16="http://schemas.microsoft.com/office/drawing/2014/main" id="{984B77FD-1CE7-A777-25C1-E0EACD447A86}"/>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直接连接符 410648">
                  <a:extLst>
                    <a:ext uri="{FF2B5EF4-FFF2-40B4-BE49-F238E27FC236}">
                      <a16:creationId xmlns:a16="http://schemas.microsoft.com/office/drawing/2014/main" id="{E04C1544-76D0-3997-E687-677E6F959E88}"/>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直接连接符 410648">
                  <a:extLst>
                    <a:ext uri="{FF2B5EF4-FFF2-40B4-BE49-F238E27FC236}">
                      <a16:creationId xmlns:a16="http://schemas.microsoft.com/office/drawing/2014/main" id="{E4595116-9E93-AE68-4B60-5FA78DB4A1A9}"/>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直接连接符 410648">
                  <a:extLst>
                    <a:ext uri="{FF2B5EF4-FFF2-40B4-BE49-F238E27FC236}">
                      <a16:creationId xmlns:a16="http://schemas.microsoft.com/office/drawing/2014/main" id="{3B3A8163-6660-B07A-2A6D-FBA5D16B66CF}"/>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1" name="直接连接符 410648">
                <a:extLst>
                  <a:ext uri="{FF2B5EF4-FFF2-40B4-BE49-F238E27FC236}">
                    <a16:creationId xmlns:a16="http://schemas.microsoft.com/office/drawing/2014/main" id="{D049CD23-243A-F948-1531-105970FC4C57}"/>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2" name="直接连接符 410649">
                <a:extLst>
                  <a:ext uri="{FF2B5EF4-FFF2-40B4-BE49-F238E27FC236}">
                    <a16:creationId xmlns:a16="http://schemas.microsoft.com/office/drawing/2014/main" id="{CDCD3713-4516-4652-24A1-073092C4EBBE}"/>
                  </a:ext>
                </a:extLst>
              </p:cNvPr>
              <p:cNvCxnSpPr>
                <a:cxnSpLocks/>
              </p:cNvCxnSpPr>
              <p:nvPr/>
            </p:nvCxnSpPr>
            <p:spPr>
              <a:xfrm>
                <a:off x="9360262"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33" name="矩形 632">
                <a:extLst>
                  <a:ext uri="{FF2B5EF4-FFF2-40B4-BE49-F238E27FC236}">
                    <a16:creationId xmlns:a16="http://schemas.microsoft.com/office/drawing/2014/main" id="{FD089FAC-2A62-63FD-92C2-23E889E5E8CD}"/>
                  </a:ext>
                </a:extLst>
              </p:cNvPr>
              <p:cNvSpPr/>
              <p:nvPr/>
            </p:nvSpPr>
            <p:spPr>
              <a:xfrm>
                <a:off x="9116686" y="4078989"/>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4" name="加号 633">
                <a:extLst>
                  <a:ext uri="{FF2B5EF4-FFF2-40B4-BE49-F238E27FC236}">
                    <a16:creationId xmlns:a16="http://schemas.microsoft.com/office/drawing/2014/main" id="{28DD409C-9571-7F0C-855A-D1F664DAB97C}"/>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5" name="矩形 624">
                <a:extLst>
                  <a:ext uri="{FF2B5EF4-FFF2-40B4-BE49-F238E27FC236}">
                    <a16:creationId xmlns:a16="http://schemas.microsoft.com/office/drawing/2014/main" id="{FAECA70B-ACB3-B597-068F-2F474E1E4317}"/>
                  </a:ext>
                </a:extLst>
              </p:cNvPr>
              <p:cNvSpPr/>
              <p:nvPr/>
            </p:nvSpPr>
            <p:spPr>
              <a:xfrm>
                <a:off x="9301050" y="3000361"/>
                <a:ext cx="124761" cy="1078629"/>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grpSp>
      <p:grpSp>
        <p:nvGrpSpPr>
          <p:cNvPr id="653" name="组合 652">
            <a:extLst>
              <a:ext uri="{FF2B5EF4-FFF2-40B4-BE49-F238E27FC236}">
                <a16:creationId xmlns:a16="http://schemas.microsoft.com/office/drawing/2014/main" id="{38A3CF1A-4D1B-6E14-1336-625AA1128C01}"/>
              </a:ext>
            </a:extLst>
          </p:cNvPr>
          <p:cNvGrpSpPr/>
          <p:nvPr/>
        </p:nvGrpSpPr>
        <p:grpSpPr>
          <a:xfrm>
            <a:off x="4032588" y="5027247"/>
            <a:ext cx="1960356" cy="1542145"/>
            <a:chOff x="4040539" y="5027247"/>
            <a:chExt cx="1960356" cy="1542145"/>
          </a:xfrm>
        </p:grpSpPr>
        <p:grpSp>
          <p:nvGrpSpPr>
            <p:cNvPr id="532" name="组合 531">
              <a:extLst>
                <a:ext uri="{FF2B5EF4-FFF2-40B4-BE49-F238E27FC236}">
                  <a16:creationId xmlns:a16="http://schemas.microsoft.com/office/drawing/2014/main" id="{EC0EF2C0-E4E5-810E-B455-6143A5C28A4F}"/>
                </a:ext>
              </a:extLst>
            </p:cNvPr>
            <p:cNvGrpSpPr/>
            <p:nvPr/>
          </p:nvGrpSpPr>
          <p:grpSpPr>
            <a:xfrm>
              <a:off x="4456768" y="5027247"/>
              <a:ext cx="1544127" cy="1542145"/>
              <a:chOff x="8101133" y="2637857"/>
              <a:chExt cx="2500386" cy="2497177"/>
            </a:xfrm>
          </p:grpSpPr>
          <p:sp>
            <p:nvSpPr>
              <p:cNvPr id="533" name="流程图: 接点 410645">
                <a:extLst>
                  <a:ext uri="{FF2B5EF4-FFF2-40B4-BE49-F238E27FC236}">
                    <a16:creationId xmlns:a16="http://schemas.microsoft.com/office/drawing/2014/main" id="{C1C63A05-F902-9CA0-2D97-8D6C1234A7F3}"/>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4" name="流程图: 接点 410646">
                <a:extLst>
                  <a:ext uri="{FF2B5EF4-FFF2-40B4-BE49-F238E27FC236}">
                    <a16:creationId xmlns:a16="http://schemas.microsoft.com/office/drawing/2014/main" id="{01FED347-D3EC-47BA-CED0-FC360D7F8427}"/>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6" name="直接连接符 410648">
                <a:extLst>
                  <a:ext uri="{FF2B5EF4-FFF2-40B4-BE49-F238E27FC236}">
                    <a16:creationId xmlns:a16="http://schemas.microsoft.com/office/drawing/2014/main" id="{77FF598F-2F20-5850-204E-CB159BC57651}"/>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直接连接符 410648">
                <a:extLst>
                  <a:ext uri="{FF2B5EF4-FFF2-40B4-BE49-F238E27FC236}">
                    <a16:creationId xmlns:a16="http://schemas.microsoft.com/office/drawing/2014/main" id="{CB735023-FB0F-A817-FA87-51B867EB6F13}"/>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直接连接符 410647">
                <a:extLst>
                  <a:ext uri="{FF2B5EF4-FFF2-40B4-BE49-F238E27FC236}">
                    <a16:creationId xmlns:a16="http://schemas.microsoft.com/office/drawing/2014/main" id="{A3E7A5C9-5C62-467A-3F02-E8ACB115065B}"/>
                  </a:ext>
                </a:extLst>
              </p:cNvPr>
              <p:cNvCxnSpPr>
                <a:cxnSpLocks/>
                <a:stCxn id="534" idx="2"/>
                <a:endCxn id="534"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直接连接符 410648">
                <a:extLst>
                  <a:ext uri="{FF2B5EF4-FFF2-40B4-BE49-F238E27FC236}">
                    <a16:creationId xmlns:a16="http://schemas.microsoft.com/office/drawing/2014/main" id="{CB286BF8-3F34-BEFA-77A8-CE47CCD8FDC5}"/>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0" name="组合 539">
                <a:extLst>
                  <a:ext uri="{FF2B5EF4-FFF2-40B4-BE49-F238E27FC236}">
                    <a16:creationId xmlns:a16="http://schemas.microsoft.com/office/drawing/2014/main" id="{BB6560C5-2D9E-9B2A-B434-B156C297EF35}"/>
                  </a:ext>
                </a:extLst>
              </p:cNvPr>
              <p:cNvGrpSpPr/>
              <p:nvPr/>
            </p:nvGrpSpPr>
            <p:grpSpPr>
              <a:xfrm>
                <a:off x="9270788" y="2848356"/>
                <a:ext cx="182366" cy="987884"/>
                <a:chOff x="9249017" y="2848356"/>
                <a:chExt cx="216251" cy="987884"/>
              </a:xfrm>
            </p:grpSpPr>
            <p:cxnSp>
              <p:nvCxnSpPr>
                <p:cNvPr id="545" name="直接连接符 410648">
                  <a:extLst>
                    <a:ext uri="{FF2B5EF4-FFF2-40B4-BE49-F238E27FC236}">
                      <a16:creationId xmlns:a16="http://schemas.microsoft.com/office/drawing/2014/main" id="{02F1B279-808B-EADF-3228-B39D63491951}"/>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直接连接符 410648">
                  <a:extLst>
                    <a:ext uri="{FF2B5EF4-FFF2-40B4-BE49-F238E27FC236}">
                      <a16:creationId xmlns:a16="http://schemas.microsoft.com/office/drawing/2014/main" id="{8266CF14-6542-649E-5410-8D09290AB77C}"/>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410648">
                  <a:extLst>
                    <a:ext uri="{FF2B5EF4-FFF2-40B4-BE49-F238E27FC236}">
                      <a16:creationId xmlns:a16="http://schemas.microsoft.com/office/drawing/2014/main" id="{241D7D55-2F21-ECFD-C4F9-302AC302FA05}"/>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8" name="直接连接符 410648">
                  <a:extLst>
                    <a:ext uri="{FF2B5EF4-FFF2-40B4-BE49-F238E27FC236}">
                      <a16:creationId xmlns:a16="http://schemas.microsoft.com/office/drawing/2014/main" id="{991932F5-96B7-15F7-CB43-69A24AA62A7B}"/>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9" name="直接连接符 410648">
                  <a:extLst>
                    <a:ext uri="{FF2B5EF4-FFF2-40B4-BE49-F238E27FC236}">
                      <a16:creationId xmlns:a16="http://schemas.microsoft.com/office/drawing/2014/main" id="{92B8693E-E225-36BF-EAA2-81D22ABE409C}"/>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0" name="直接连接符 410648">
                  <a:extLst>
                    <a:ext uri="{FF2B5EF4-FFF2-40B4-BE49-F238E27FC236}">
                      <a16:creationId xmlns:a16="http://schemas.microsoft.com/office/drawing/2014/main" id="{090DB3F9-3BDE-6396-389D-D101914CAE54}"/>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1" name="直接连接符 410648">
                  <a:extLst>
                    <a:ext uri="{FF2B5EF4-FFF2-40B4-BE49-F238E27FC236}">
                      <a16:creationId xmlns:a16="http://schemas.microsoft.com/office/drawing/2014/main" id="{C0C4035F-E2A4-929C-D3D0-58F9F99AA56F}"/>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2" name="直接连接符 410648">
                  <a:extLst>
                    <a:ext uri="{FF2B5EF4-FFF2-40B4-BE49-F238E27FC236}">
                      <a16:creationId xmlns:a16="http://schemas.microsoft.com/office/drawing/2014/main" id="{15B5A921-13D2-7BE6-EC6C-86D97602B049}"/>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3" name="直接连接符 410648">
                  <a:extLst>
                    <a:ext uri="{FF2B5EF4-FFF2-40B4-BE49-F238E27FC236}">
                      <a16:creationId xmlns:a16="http://schemas.microsoft.com/office/drawing/2014/main" id="{1A92B7AF-701D-76E8-ACAD-BCF6DE319764}"/>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4" name="直接连接符 410648">
                  <a:extLst>
                    <a:ext uri="{FF2B5EF4-FFF2-40B4-BE49-F238E27FC236}">
                      <a16:creationId xmlns:a16="http://schemas.microsoft.com/office/drawing/2014/main" id="{7419E7A0-179D-0271-0FEE-D23DCB5905DC}"/>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直接连接符 410648">
                  <a:extLst>
                    <a:ext uri="{FF2B5EF4-FFF2-40B4-BE49-F238E27FC236}">
                      <a16:creationId xmlns:a16="http://schemas.microsoft.com/office/drawing/2014/main" id="{593FA80E-04E3-1450-7CAD-F329E1824C8C}"/>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410648">
                  <a:extLst>
                    <a:ext uri="{FF2B5EF4-FFF2-40B4-BE49-F238E27FC236}">
                      <a16:creationId xmlns:a16="http://schemas.microsoft.com/office/drawing/2014/main" id="{D41EFC5C-D8F2-1177-9B79-F6123AE06C23}"/>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410648">
                  <a:extLst>
                    <a:ext uri="{FF2B5EF4-FFF2-40B4-BE49-F238E27FC236}">
                      <a16:creationId xmlns:a16="http://schemas.microsoft.com/office/drawing/2014/main" id="{735F0E7A-E04E-E0F4-1569-B24485D354DC}"/>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8" name="直接连接符 410648">
                  <a:extLst>
                    <a:ext uri="{FF2B5EF4-FFF2-40B4-BE49-F238E27FC236}">
                      <a16:creationId xmlns:a16="http://schemas.microsoft.com/office/drawing/2014/main" id="{226BCA23-BAF9-275E-C68B-89F0BE8B1FB5}"/>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直接连接符 410648">
                  <a:extLst>
                    <a:ext uri="{FF2B5EF4-FFF2-40B4-BE49-F238E27FC236}">
                      <a16:creationId xmlns:a16="http://schemas.microsoft.com/office/drawing/2014/main" id="{44F4325D-26AE-6679-9F5E-4F1310CB31E5}"/>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直接连接符 410648">
                  <a:extLst>
                    <a:ext uri="{FF2B5EF4-FFF2-40B4-BE49-F238E27FC236}">
                      <a16:creationId xmlns:a16="http://schemas.microsoft.com/office/drawing/2014/main" id="{A154FAA5-3ED7-AC7F-CA25-411E1807AB4A}"/>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1" name="直接连接符 410648">
                <a:extLst>
                  <a:ext uri="{FF2B5EF4-FFF2-40B4-BE49-F238E27FC236}">
                    <a16:creationId xmlns:a16="http://schemas.microsoft.com/office/drawing/2014/main" id="{5B7CE3D9-0969-2DDB-F2D6-AFE35CFE7B33}"/>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直接连接符 410649">
                <a:extLst>
                  <a:ext uri="{FF2B5EF4-FFF2-40B4-BE49-F238E27FC236}">
                    <a16:creationId xmlns:a16="http://schemas.microsoft.com/office/drawing/2014/main" id="{94A5F029-4F02-6484-2FEE-0B0AE6F009EE}"/>
                  </a:ext>
                </a:extLst>
              </p:cNvPr>
              <p:cNvCxnSpPr>
                <a:cxnSpLocks/>
              </p:cNvCxnSpPr>
              <p:nvPr/>
            </p:nvCxnSpPr>
            <p:spPr>
              <a:xfrm>
                <a:off x="9360264"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3" name="矩形 542">
                <a:extLst>
                  <a:ext uri="{FF2B5EF4-FFF2-40B4-BE49-F238E27FC236}">
                    <a16:creationId xmlns:a16="http://schemas.microsoft.com/office/drawing/2014/main" id="{15929F60-4C5E-B130-71A7-AF2D079DDDE2}"/>
                  </a:ext>
                </a:extLst>
              </p:cNvPr>
              <p:cNvSpPr/>
              <p:nvPr/>
            </p:nvSpPr>
            <p:spPr>
              <a:xfrm>
                <a:off x="9111545"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4" name="加号 543">
                <a:extLst>
                  <a:ext uri="{FF2B5EF4-FFF2-40B4-BE49-F238E27FC236}">
                    <a16:creationId xmlns:a16="http://schemas.microsoft.com/office/drawing/2014/main" id="{F1984FA9-5A9C-8B3C-BC57-79A18E3EB4BD}"/>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矩形 534">
                <a:extLst>
                  <a:ext uri="{FF2B5EF4-FFF2-40B4-BE49-F238E27FC236}">
                    <a16:creationId xmlns:a16="http://schemas.microsoft.com/office/drawing/2014/main" id="{0C8E9232-8F2A-3D0C-8D3B-77B966D08619}"/>
                  </a:ext>
                </a:extLst>
              </p:cNvPr>
              <p:cNvSpPr/>
              <p:nvPr/>
            </p:nvSpPr>
            <p:spPr>
              <a:xfrm flipH="1">
                <a:off x="9322984" y="3000361"/>
                <a:ext cx="74032" cy="1072995"/>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651" name="箭头: 右 414">
              <a:extLst>
                <a:ext uri="{FF2B5EF4-FFF2-40B4-BE49-F238E27FC236}">
                  <a16:creationId xmlns:a16="http://schemas.microsoft.com/office/drawing/2014/main" id="{A66E7A24-2671-5534-BEBD-D7524EFEA40D}"/>
                </a:ext>
              </a:extLst>
            </p:cNvPr>
            <p:cNvSpPr/>
            <p:nvPr/>
          </p:nvSpPr>
          <p:spPr>
            <a:xfrm>
              <a:off x="4040539" y="5618296"/>
              <a:ext cx="364754" cy="369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6" name="组合 655">
            <a:extLst>
              <a:ext uri="{FF2B5EF4-FFF2-40B4-BE49-F238E27FC236}">
                <a16:creationId xmlns:a16="http://schemas.microsoft.com/office/drawing/2014/main" id="{73DF9016-32C9-DC60-AF4F-2CD454B07039}"/>
              </a:ext>
            </a:extLst>
          </p:cNvPr>
          <p:cNvGrpSpPr/>
          <p:nvPr/>
        </p:nvGrpSpPr>
        <p:grpSpPr>
          <a:xfrm>
            <a:off x="1370636" y="3439096"/>
            <a:ext cx="1632855" cy="1504413"/>
            <a:chOff x="1370636" y="3439096"/>
            <a:chExt cx="1632855" cy="1504413"/>
          </a:xfrm>
        </p:grpSpPr>
        <p:grpSp>
          <p:nvGrpSpPr>
            <p:cNvPr id="522" name="组合 521">
              <a:extLst>
                <a:ext uri="{FF2B5EF4-FFF2-40B4-BE49-F238E27FC236}">
                  <a16:creationId xmlns:a16="http://schemas.microsoft.com/office/drawing/2014/main" id="{2F708276-5F1E-CE36-BAEB-9D5B603E47F1}"/>
                </a:ext>
              </a:extLst>
            </p:cNvPr>
            <p:cNvGrpSpPr/>
            <p:nvPr/>
          </p:nvGrpSpPr>
          <p:grpSpPr>
            <a:xfrm>
              <a:off x="1969361" y="3439096"/>
              <a:ext cx="538645" cy="1156356"/>
              <a:chOff x="1969361" y="3534508"/>
              <a:chExt cx="538645" cy="1129883"/>
            </a:xfrm>
          </p:grpSpPr>
          <p:sp>
            <p:nvSpPr>
              <p:cNvPr id="450" name="椭圆 449">
                <a:extLst>
                  <a:ext uri="{FF2B5EF4-FFF2-40B4-BE49-F238E27FC236}">
                    <a16:creationId xmlns:a16="http://schemas.microsoft.com/office/drawing/2014/main" id="{4144A831-4A75-FD8D-D335-619610286AEA}"/>
                  </a:ext>
                </a:extLst>
              </p:cNvPr>
              <p:cNvSpPr/>
              <p:nvPr/>
            </p:nvSpPr>
            <p:spPr>
              <a:xfrm>
                <a:off x="1969361" y="3534508"/>
                <a:ext cx="538645" cy="52781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sp>
            <p:nvSpPr>
              <p:cNvPr id="454" name="任意多边形 10">
                <a:extLst>
                  <a:ext uri="{FF2B5EF4-FFF2-40B4-BE49-F238E27FC236}">
                    <a16:creationId xmlns:a16="http://schemas.microsoft.com/office/drawing/2014/main" id="{0B9B9A67-FE7C-64D0-CB36-891A893B5EE3}"/>
                  </a:ext>
                </a:extLst>
              </p:cNvPr>
              <p:cNvSpPr/>
              <p:nvPr/>
            </p:nvSpPr>
            <p:spPr>
              <a:xfrm rot="2077061">
                <a:off x="2038283" y="4142525"/>
                <a:ext cx="323484" cy="521866"/>
              </a:xfrm>
              <a:custGeom>
                <a:avLst/>
                <a:gdLst>
                  <a:gd name="connsiteX0" fmla="*/ 0 w 278606"/>
                  <a:gd name="connsiteY0" fmla="*/ 0 h 421481"/>
                  <a:gd name="connsiteX1" fmla="*/ 278606 w 278606"/>
                  <a:gd name="connsiteY1" fmla="*/ 421481 h 421481"/>
                </a:gdLst>
                <a:ahLst/>
                <a:cxnLst>
                  <a:cxn ang="0">
                    <a:pos x="connsiteX0" y="connsiteY0"/>
                  </a:cxn>
                  <a:cxn ang="0">
                    <a:pos x="connsiteX1" y="connsiteY1"/>
                  </a:cxn>
                </a:cxnLst>
                <a:rect l="l" t="t" r="r" b="b"/>
                <a:pathLst>
                  <a:path w="278606" h="421481">
                    <a:moveTo>
                      <a:pt x="0" y="0"/>
                    </a:moveTo>
                    <a:lnTo>
                      <a:pt x="278606" y="421481"/>
                    </a:lnTo>
                  </a:path>
                </a:pathLst>
              </a:custGeom>
              <a:noFill/>
              <a:ln w="5715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5" name="矩形 654">
              <a:extLst>
                <a:ext uri="{FF2B5EF4-FFF2-40B4-BE49-F238E27FC236}">
                  <a16:creationId xmlns:a16="http://schemas.microsoft.com/office/drawing/2014/main" id="{EB1CBF62-0E82-8D5E-E3DB-57F0DB536B81}"/>
                </a:ext>
              </a:extLst>
            </p:cNvPr>
            <p:cNvSpPr/>
            <p:nvPr/>
          </p:nvSpPr>
          <p:spPr>
            <a:xfrm>
              <a:off x="1370636" y="4604955"/>
              <a:ext cx="1632855"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平行光调焦螺钉</a:t>
              </a:r>
            </a:p>
          </p:txBody>
        </p:sp>
      </p:grpSp>
      <p:cxnSp>
        <p:nvCxnSpPr>
          <p:cNvPr id="658" name="Line 15494">
            <a:extLst>
              <a:ext uri="{FF2B5EF4-FFF2-40B4-BE49-F238E27FC236}">
                <a16:creationId xmlns:a16="http://schemas.microsoft.com/office/drawing/2014/main" id="{4667B793-1732-3B6C-AA81-A00A34B560CC}"/>
              </a:ext>
            </a:extLst>
          </p:cNvPr>
          <p:cNvCxnSpPr>
            <a:cxnSpLocks/>
          </p:cNvCxnSpPr>
          <p:nvPr/>
        </p:nvCxnSpPr>
        <p:spPr bwMode="auto">
          <a:xfrm flipH="1">
            <a:off x="2542372" y="4355811"/>
            <a:ext cx="1492" cy="65138"/>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nvGrpSpPr>
          <p:cNvPr id="524" name="组合 523">
            <a:extLst>
              <a:ext uri="{FF2B5EF4-FFF2-40B4-BE49-F238E27FC236}">
                <a16:creationId xmlns:a16="http://schemas.microsoft.com/office/drawing/2014/main" id="{652D00B9-C56D-4A1D-93FB-80236B30FAC6}"/>
              </a:ext>
            </a:extLst>
          </p:cNvPr>
          <p:cNvGrpSpPr/>
          <p:nvPr/>
        </p:nvGrpSpPr>
        <p:grpSpPr>
          <a:xfrm flipH="1">
            <a:off x="6385975" y="3040226"/>
            <a:ext cx="1822034" cy="1727327"/>
            <a:chOff x="10043552" y="2968738"/>
            <a:chExt cx="1837690" cy="1727327"/>
          </a:xfrm>
        </p:grpSpPr>
        <p:sp>
          <p:nvSpPr>
            <p:cNvPr id="458" name="椭圆 457">
              <a:extLst>
                <a:ext uri="{FF2B5EF4-FFF2-40B4-BE49-F238E27FC236}">
                  <a16:creationId xmlns:a16="http://schemas.microsoft.com/office/drawing/2014/main" id="{F19244B9-B524-A10B-6CA0-E323A6965F48}"/>
                </a:ext>
              </a:extLst>
            </p:cNvPr>
            <p:cNvSpPr/>
            <p:nvPr/>
          </p:nvSpPr>
          <p:spPr>
            <a:xfrm>
              <a:off x="10104317" y="2968738"/>
              <a:ext cx="914171" cy="9141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sp>
          <p:nvSpPr>
            <p:cNvPr id="459" name="矩形 458">
              <a:extLst>
                <a:ext uri="{FF2B5EF4-FFF2-40B4-BE49-F238E27FC236}">
                  <a16:creationId xmlns:a16="http://schemas.microsoft.com/office/drawing/2014/main" id="{A2C5FE47-39FE-4982-9BDA-0B7D18C7896D}"/>
                </a:ext>
              </a:extLst>
            </p:cNvPr>
            <p:cNvSpPr/>
            <p:nvPr/>
          </p:nvSpPr>
          <p:spPr>
            <a:xfrm>
              <a:off x="10043552" y="4327765"/>
              <a:ext cx="1837690" cy="368300"/>
            </a:xfrm>
            <a:prstGeom prst="rect">
              <a:avLst/>
            </a:prstGeom>
          </p:spPr>
          <p:txBody>
            <a:bodyPr wrap="square">
              <a:spAutoFit/>
            </a:bodyPr>
            <a:lstStyle/>
            <a:p>
              <a:r>
                <a:rPr lang="zh-CN" altLang="en-US" sz="1800" dirty="0">
                  <a:solidFill>
                    <a:schemeClr val="tx1"/>
                  </a:solidFill>
                  <a:latin typeface="微软雅黑" panose="020B0503020204020204" pitchFamily="34" charset="-122"/>
                  <a:ea typeface="微软雅黑" panose="020B0503020204020204" pitchFamily="34" charset="-122"/>
                </a:rPr>
                <a:t>平行与垂直转换</a:t>
              </a:r>
            </a:p>
          </p:txBody>
        </p:sp>
        <p:sp>
          <p:nvSpPr>
            <p:cNvPr id="460" name="任意多边形 49">
              <a:extLst>
                <a:ext uri="{FF2B5EF4-FFF2-40B4-BE49-F238E27FC236}">
                  <a16:creationId xmlns:a16="http://schemas.microsoft.com/office/drawing/2014/main" id="{39510937-CBC1-8ECA-CF59-6BF6B056DC66}"/>
                </a:ext>
              </a:extLst>
            </p:cNvPr>
            <p:cNvSpPr/>
            <p:nvPr/>
          </p:nvSpPr>
          <p:spPr>
            <a:xfrm rot="1155024" flipV="1">
              <a:off x="10685951" y="3959044"/>
              <a:ext cx="271163" cy="333591"/>
            </a:xfrm>
            <a:custGeom>
              <a:avLst/>
              <a:gdLst>
                <a:gd name="connsiteX0" fmla="*/ 0 w 414338"/>
                <a:gd name="connsiteY0" fmla="*/ 292894 h 292894"/>
                <a:gd name="connsiteX1" fmla="*/ 414338 w 414338"/>
                <a:gd name="connsiteY1" fmla="*/ 0 h 292894"/>
              </a:gdLst>
              <a:ahLst/>
              <a:cxnLst>
                <a:cxn ang="0">
                  <a:pos x="connsiteX0" y="connsiteY0"/>
                </a:cxn>
                <a:cxn ang="0">
                  <a:pos x="connsiteX1" y="connsiteY1"/>
                </a:cxn>
              </a:cxnLst>
              <a:rect l="l" t="t" r="r" b="b"/>
              <a:pathLst>
                <a:path w="414338" h="292894">
                  <a:moveTo>
                    <a:pt x="0" y="292894"/>
                  </a:moveTo>
                  <a:lnTo>
                    <a:pt x="414338" y="0"/>
                  </a:lnTo>
                </a:path>
              </a:pathLst>
            </a:custGeom>
            <a:noFill/>
            <a:ln w="5715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grpSp>
      <p:grpSp>
        <p:nvGrpSpPr>
          <p:cNvPr id="662" name="组合 661">
            <a:extLst>
              <a:ext uri="{FF2B5EF4-FFF2-40B4-BE49-F238E27FC236}">
                <a16:creationId xmlns:a16="http://schemas.microsoft.com/office/drawing/2014/main" id="{92DED07F-3E9C-9FF0-6DE9-9FDD89D5154B}"/>
              </a:ext>
            </a:extLst>
          </p:cNvPr>
          <p:cNvGrpSpPr/>
          <p:nvPr/>
        </p:nvGrpSpPr>
        <p:grpSpPr>
          <a:xfrm>
            <a:off x="7992585" y="4239638"/>
            <a:ext cx="2216952" cy="929879"/>
            <a:chOff x="7992585" y="4239638"/>
            <a:chExt cx="2216952" cy="929879"/>
          </a:xfrm>
        </p:grpSpPr>
        <p:grpSp>
          <p:nvGrpSpPr>
            <p:cNvPr id="525" name="组合 524">
              <a:extLst>
                <a:ext uri="{FF2B5EF4-FFF2-40B4-BE49-F238E27FC236}">
                  <a16:creationId xmlns:a16="http://schemas.microsoft.com/office/drawing/2014/main" id="{125084AE-1468-62D8-A6F0-A71F0CDF2537}"/>
                </a:ext>
              </a:extLst>
            </p:cNvPr>
            <p:cNvGrpSpPr/>
            <p:nvPr/>
          </p:nvGrpSpPr>
          <p:grpSpPr>
            <a:xfrm flipH="1">
              <a:off x="8534362" y="4239638"/>
              <a:ext cx="465951" cy="635701"/>
              <a:chOff x="9234881" y="4225650"/>
              <a:chExt cx="469953" cy="635701"/>
            </a:xfrm>
          </p:grpSpPr>
          <p:sp>
            <p:nvSpPr>
              <p:cNvPr id="461" name="任意多边形 56">
                <a:extLst>
                  <a:ext uri="{FF2B5EF4-FFF2-40B4-BE49-F238E27FC236}">
                    <a16:creationId xmlns:a16="http://schemas.microsoft.com/office/drawing/2014/main" id="{49C70085-F233-A7DE-6D37-243778C5DBD1}"/>
                  </a:ext>
                </a:extLst>
              </p:cNvPr>
              <p:cNvSpPr/>
              <p:nvPr/>
            </p:nvSpPr>
            <p:spPr>
              <a:xfrm flipH="1">
                <a:off x="9234881" y="4616262"/>
                <a:ext cx="135102" cy="245089"/>
              </a:xfrm>
              <a:custGeom>
                <a:avLst/>
                <a:gdLst>
                  <a:gd name="connsiteX0" fmla="*/ 0 w 135731"/>
                  <a:gd name="connsiteY0" fmla="*/ 0 h 250031"/>
                  <a:gd name="connsiteX1" fmla="*/ 135731 w 135731"/>
                  <a:gd name="connsiteY1" fmla="*/ 250031 h 250031"/>
                </a:gdLst>
                <a:ahLst/>
                <a:cxnLst>
                  <a:cxn ang="0">
                    <a:pos x="connsiteX0" y="connsiteY0"/>
                  </a:cxn>
                  <a:cxn ang="0">
                    <a:pos x="connsiteX1" y="connsiteY1"/>
                  </a:cxn>
                </a:cxnLst>
                <a:rect l="l" t="t" r="r" b="b"/>
                <a:pathLst>
                  <a:path w="135731" h="250031">
                    <a:moveTo>
                      <a:pt x="0" y="0"/>
                    </a:moveTo>
                    <a:lnTo>
                      <a:pt x="135731" y="250031"/>
                    </a:lnTo>
                  </a:path>
                </a:pathLst>
              </a:custGeom>
              <a:noFill/>
              <a:ln w="508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2" name="椭圆 461">
                <a:extLst>
                  <a:ext uri="{FF2B5EF4-FFF2-40B4-BE49-F238E27FC236}">
                    <a16:creationId xmlns:a16="http://schemas.microsoft.com/office/drawing/2014/main" id="{9B63FF38-86D1-F3FF-EA33-0E4B5F85FA03}"/>
                  </a:ext>
                </a:extLst>
              </p:cNvPr>
              <p:cNvSpPr/>
              <p:nvPr/>
            </p:nvSpPr>
            <p:spPr>
              <a:xfrm>
                <a:off x="9299355" y="4225650"/>
                <a:ext cx="405479" cy="39732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grpSp>
        <p:sp>
          <p:nvSpPr>
            <p:cNvPr id="661" name="矩形 660">
              <a:extLst>
                <a:ext uri="{FF2B5EF4-FFF2-40B4-BE49-F238E27FC236}">
                  <a16:creationId xmlns:a16="http://schemas.microsoft.com/office/drawing/2014/main" id="{A3101573-83DC-CDE7-7239-28B87225F77D}"/>
                </a:ext>
              </a:extLst>
            </p:cNvPr>
            <p:cNvSpPr/>
            <p:nvPr/>
          </p:nvSpPr>
          <p:spPr>
            <a:xfrm flipH="1">
              <a:off x="7992585" y="4830963"/>
              <a:ext cx="2216952"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平行光管倾角调节螺钉</a:t>
              </a:r>
            </a:p>
          </p:txBody>
        </p:sp>
      </p:grpSp>
      <p:sp>
        <p:nvSpPr>
          <p:cNvPr id="664" name="箭头: 右 415">
            <a:extLst>
              <a:ext uri="{FF2B5EF4-FFF2-40B4-BE49-F238E27FC236}">
                <a16:creationId xmlns:a16="http://schemas.microsoft.com/office/drawing/2014/main" id="{4B4E69D4-195F-C5B7-1257-26EDF9449A5B}"/>
              </a:ext>
            </a:extLst>
          </p:cNvPr>
          <p:cNvSpPr/>
          <p:nvPr/>
        </p:nvSpPr>
        <p:spPr>
          <a:xfrm>
            <a:off x="9105878" y="5644088"/>
            <a:ext cx="481637" cy="372210"/>
          </a:xfrm>
          <a:prstGeom prst="rightArrow">
            <a:avLst/>
          </a:prstGeom>
          <a:solidFill>
            <a:schemeClr val="accent1">
              <a:alpha val="0"/>
            </a:schemeClr>
          </a:solid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6" name="流程图: 接点 410645">
            <a:extLst>
              <a:ext uri="{FF2B5EF4-FFF2-40B4-BE49-F238E27FC236}">
                <a16:creationId xmlns:a16="http://schemas.microsoft.com/office/drawing/2014/main" id="{EF383D09-C482-A0F1-7E40-4834E20E2BAE}"/>
              </a:ext>
            </a:extLst>
          </p:cNvPr>
          <p:cNvSpPr/>
          <p:nvPr/>
        </p:nvSpPr>
        <p:spPr>
          <a:xfrm>
            <a:off x="9795860" y="5056222"/>
            <a:ext cx="1544127" cy="1542145"/>
          </a:xfrm>
          <a:prstGeom prst="flowChartConnector">
            <a:avLst/>
          </a:prstGeom>
          <a:solidFill>
            <a:srgbClr val="C5C5C5">
              <a:alpha val="0"/>
            </a:srgbClr>
          </a:solidFill>
          <a:ln w="9525">
            <a:solidFill>
              <a:schemeClr val="tx1">
                <a:lumMod val="65000"/>
                <a:lumOff val="3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7" name="流程图: 接点 410646">
            <a:extLst>
              <a:ext uri="{FF2B5EF4-FFF2-40B4-BE49-F238E27FC236}">
                <a16:creationId xmlns:a16="http://schemas.microsoft.com/office/drawing/2014/main" id="{B04257DA-2A1F-08BD-A00D-A3B12C469FA0}"/>
              </a:ext>
            </a:extLst>
          </p:cNvPr>
          <p:cNvSpPr/>
          <p:nvPr/>
        </p:nvSpPr>
        <p:spPr>
          <a:xfrm>
            <a:off x="9853527" y="5109397"/>
            <a:ext cx="1432801" cy="1431677"/>
          </a:xfrm>
          <a:prstGeom prst="flowChartConnector">
            <a:avLst/>
          </a:prstGeom>
          <a:noFill/>
          <a:ln>
            <a:solidFill>
              <a:schemeClr val="tx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8" name="矩形 667">
            <a:extLst>
              <a:ext uri="{FF2B5EF4-FFF2-40B4-BE49-F238E27FC236}">
                <a16:creationId xmlns:a16="http://schemas.microsoft.com/office/drawing/2014/main" id="{BF6ED428-E630-B56B-BDC6-4F04B8313FB4}"/>
              </a:ext>
            </a:extLst>
          </p:cNvPr>
          <p:cNvSpPr/>
          <p:nvPr/>
        </p:nvSpPr>
        <p:spPr>
          <a:xfrm rot="16200000" flipH="1">
            <a:off x="10536104" y="5466633"/>
            <a:ext cx="45719" cy="712558"/>
          </a:xfrm>
          <a:prstGeom prst="rect">
            <a:avLst/>
          </a:prstGeom>
          <a:solidFill>
            <a:schemeClr val="bg1">
              <a:alpha val="0"/>
            </a:schemeClr>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cxnSp>
        <p:nvCxnSpPr>
          <p:cNvPr id="669" name="直接连接符 410648">
            <a:extLst>
              <a:ext uri="{FF2B5EF4-FFF2-40B4-BE49-F238E27FC236}">
                <a16:creationId xmlns:a16="http://schemas.microsoft.com/office/drawing/2014/main" id="{984F29CB-E499-7A16-57C2-C967C854495D}"/>
              </a:ext>
            </a:extLst>
          </p:cNvPr>
          <p:cNvCxnSpPr>
            <a:cxnSpLocks/>
          </p:cNvCxnSpPr>
          <p:nvPr/>
        </p:nvCxnSpPr>
        <p:spPr>
          <a:xfrm>
            <a:off x="10481228" y="5665177"/>
            <a:ext cx="180575"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70" name="直接连接符 410648">
            <a:extLst>
              <a:ext uri="{FF2B5EF4-FFF2-40B4-BE49-F238E27FC236}">
                <a16:creationId xmlns:a16="http://schemas.microsoft.com/office/drawing/2014/main" id="{3CBB4F2D-2707-4813-D686-3F0160AED5EC}"/>
              </a:ext>
            </a:extLst>
          </p:cNvPr>
          <p:cNvCxnSpPr>
            <a:cxnSpLocks/>
          </p:cNvCxnSpPr>
          <p:nvPr/>
        </p:nvCxnSpPr>
        <p:spPr>
          <a:xfrm>
            <a:off x="10481228" y="5322905"/>
            <a:ext cx="180575"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71" name="直接连接符 410647">
            <a:extLst>
              <a:ext uri="{FF2B5EF4-FFF2-40B4-BE49-F238E27FC236}">
                <a16:creationId xmlns:a16="http://schemas.microsoft.com/office/drawing/2014/main" id="{0BC41BBE-5F31-3F4E-3962-5CA322963734}"/>
              </a:ext>
            </a:extLst>
          </p:cNvPr>
          <p:cNvCxnSpPr>
            <a:cxnSpLocks/>
          </p:cNvCxnSpPr>
          <p:nvPr/>
        </p:nvCxnSpPr>
        <p:spPr>
          <a:xfrm>
            <a:off x="9853527" y="5825236"/>
            <a:ext cx="143280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72" name="直接连接符 410648">
            <a:extLst>
              <a:ext uri="{FF2B5EF4-FFF2-40B4-BE49-F238E27FC236}">
                <a16:creationId xmlns:a16="http://schemas.microsoft.com/office/drawing/2014/main" id="{BE38DC77-7FB7-88C0-5BF8-3FE64DECAFEB}"/>
              </a:ext>
            </a:extLst>
          </p:cNvPr>
          <p:cNvCxnSpPr>
            <a:cxnSpLocks/>
          </p:cNvCxnSpPr>
          <p:nvPr/>
        </p:nvCxnSpPr>
        <p:spPr>
          <a:xfrm>
            <a:off x="9941861" y="5493834"/>
            <a:ext cx="1262716"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grpSp>
        <p:nvGrpSpPr>
          <p:cNvPr id="673" name="组合 672">
            <a:extLst>
              <a:ext uri="{FF2B5EF4-FFF2-40B4-BE49-F238E27FC236}">
                <a16:creationId xmlns:a16="http://schemas.microsoft.com/office/drawing/2014/main" id="{6BA3B132-C31C-E305-FCF7-CB28F65D8CA0}"/>
              </a:ext>
            </a:extLst>
          </p:cNvPr>
          <p:cNvGrpSpPr/>
          <p:nvPr/>
        </p:nvGrpSpPr>
        <p:grpSpPr>
          <a:xfrm>
            <a:off x="10518187" y="5186217"/>
            <a:ext cx="112621" cy="610073"/>
            <a:chOff x="9249017" y="2848356"/>
            <a:chExt cx="216251" cy="987884"/>
          </a:xfrm>
        </p:grpSpPr>
        <p:cxnSp>
          <p:nvCxnSpPr>
            <p:cNvPr id="678" name="直接连接符 410648">
              <a:extLst>
                <a:ext uri="{FF2B5EF4-FFF2-40B4-BE49-F238E27FC236}">
                  <a16:creationId xmlns:a16="http://schemas.microsoft.com/office/drawing/2014/main" id="{5AF8D7D5-DED2-CA8F-27FB-2C7E20841F4B}"/>
                </a:ext>
              </a:extLst>
            </p:cNvPr>
            <p:cNvCxnSpPr>
              <a:cxnSpLocks/>
            </p:cNvCxnSpPr>
            <p:nvPr/>
          </p:nvCxnSpPr>
          <p:spPr>
            <a:xfrm>
              <a:off x="9249017" y="3460218"/>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79" name="直接连接符 410648">
              <a:extLst>
                <a:ext uri="{FF2B5EF4-FFF2-40B4-BE49-F238E27FC236}">
                  <a16:creationId xmlns:a16="http://schemas.microsoft.com/office/drawing/2014/main" id="{C1894F9A-5509-81E2-8C22-43C026749B5B}"/>
                </a:ext>
              </a:extLst>
            </p:cNvPr>
            <p:cNvCxnSpPr>
              <a:cxnSpLocks/>
            </p:cNvCxnSpPr>
            <p:nvPr/>
          </p:nvCxnSpPr>
          <p:spPr>
            <a:xfrm>
              <a:off x="9249017" y="3515565"/>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0" name="直接连接符 410648">
              <a:extLst>
                <a:ext uri="{FF2B5EF4-FFF2-40B4-BE49-F238E27FC236}">
                  <a16:creationId xmlns:a16="http://schemas.microsoft.com/office/drawing/2014/main" id="{B513ECA4-DFD7-C9CC-4BDE-A89476EBD9F5}"/>
                </a:ext>
              </a:extLst>
            </p:cNvPr>
            <p:cNvCxnSpPr>
              <a:cxnSpLocks/>
            </p:cNvCxnSpPr>
            <p:nvPr/>
          </p:nvCxnSpPr>
          <p:spPr>
            <a:xfrm>
              <a:off x="9249017" y="3403692"/>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1" name="直接连接符 410648">
              <a:extLst>
                <a:ext uri="{FF2B5EF4-FFF2-40B4-BE49-F238E27FC236}">
                  <a16:creationId xmlns:a16="http://schemas.microsoft.com/office/drawing/2014/main" id="{78366E8D-FD7A-040F-D059-C0E0CC00B75F}"/>
                </a:ext>
              </a:extLst>
            </p:cNvPr>
            <p:cNvCxnSpPr>
              <a:cxnSpLocks/>
            </p:cNvCxnSpPr>
            <p:nvPr/>
          </p:nvCxnSpPr>
          <p:spPr>
            <a:xfrm>
              <a:off x="9249017" y="3569540"/>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2" name="直接连接符 410648">
              <a:extLst>
                <a:ext uri="{FF2B5EF4-FFF2-40B4-BE49-F238E27FC236}">
                  <a16:creationId xmlns:a16="http://schemas.microsoft.com/office/drawing/2014/main" id="{CC0036B3-FB94-48BB-8E9E-13F5A41C85D7}"/>
                </a:ext>
              </a:extLst>
            </p:cNvPr>
            <p:cNvCxnSpPr>
              <a:cxnSpLocks/>
            </p:cNvCxnSpPr>
            <p:nvPr/>
          </p:nvCxnSpPr>
          <p:spPr>
            <a:xfrm>
              <a:off x="9249017" y="3726918"/>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3" name="直接连接符 410648">
              <a:extLst>
                <a:ext uri="{FF2B5EF4-FFF2-40B4-BE49-F238E27FC236}">
                  <a16:creationId xmlns:a16="http://schemas.microsoft.com/office/drawing/2014/main" id="{A2F20054-2049-F70F-6015-A116F182E834}"/>
                </a:ext>
              </a:extLst>
            </p:cNvPr>
            <p:cNvCxnSpPr>
              <a:cxnSpLocks/>
            </p:cNvCxnSpPr>
            <p:nvPr/>
          </p:nvCxnSpPr>
          <p:spPr>
            <a:xfrm>
              <a:off x="9249017" y="3782265"/>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4" name="直接连接符 410648">
              <a:extLst>
                <a:ext uri="{FF2B5EF4-FFF2-40B4-BE49-F238E27FC236}">
                  <a16:creationId xmlns:a16="http://schemas.microsoft.com/office/drawing/2014/main" id="{222E2712-EDC2-A2DF-B3E2-3B1C043CBFF8}"/>
                </a:ext>
              </a:extLst>
            </p:cNvPr>
            <p:cNvCxnSpPr>
              <a:cxnSpLocks/>
            </p:cNvCxnSpPr>
            <p:nvPr/>
          </p:nvCxnSpPr>
          <p:spPr>
            <a:xfrm>
              <a:off x="9249017" y="3670392"/>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5" name="直接连接符 410648">
              <a:extLst>
                <a:ext uri="{FF2B5EF4-FFF2-40B4-BE49-F238E27FC236}">
                  <a16:creationId xmlns:a16="http://schemas.microsoft.com/office/drawing/2014/main" id="{E60A9D24-7E3B-0090-54D7-B616AB40FD4B}"/>
                </a:ext>
              </a:extLst>
            </p:cNvPr>
            <p:cNvCxnSpPr>
              <a:cxnSpLocks/>
            </p:cNvCxnSpPr>
            <p:nvPr/>
          </p:nvCxnSpPr>
          <p:spPr>
            <a:xfrm>
              <a:off x="9249017" y="3836240"/>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6" name="直接连接符 410648">
              <a:extLst>
                <a:ext uri="{FF2B5EF4-FFF2-40B4-BE49-F238E27FC236}">
                  <a16:creationId xmlns:a16="http://schemas.microsoft.com/office/drawing/2014/main" id="{0D21B041-28D7-547B-E321-587908345816}"/>
                </a:ext>
              </a:extLst>
            </p:cNvPr>
            <p:cNvCxnSpPr>
              <a:cxnSpLocks/>
            </p:cNvCxnSpPr>
            <p:nvPr/>
          </p:nvCxnSpPr>
          <p:spPr>
            <a:xfrm>
              <a:off x="9249017" y="3177643"/>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7" name="直接连接符 410648">
              <a:extLst>
                <a:ext uri="{FF2B5EF4-FFF2-40B4-BE49-F238E27FC236}">
                  <a16:creationId xmlns:a16="http://schemas.microsoft.com/office/drawing/2014/main" id="{73B1032E-8992-9229-B0B5-5BDF2679119B}"/>
                </a:ext>
              </a:extLst>
            </p:cNvPr>
            <p:cNvCxnSpPr>
              <a:cxnSpLocks/>
            </p:cNvCxnSpPr>
            <p:nvPr/>
          </p:nvCxnSpPr>
          <p:spPr>
            <a:xfrm>
              <a:off x="9249017" y="3232990"/>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8" name="直接连接符 410648">
              <a:extLst>
                <a:ext uri="{FF2B5EF4-FFF2-40B4-BE49-F238E27FC236}">
                  <a16:creationId xmlns:a16="http://schemas.microsoft.com/office/drawing/2014/main" id="{272D5393-68CD-86A6-A07D-E026E1322C16}"/>
                </a:ext>
              </a:extLst>
            </p:cNvPr>
            <p:cNvCxnSpPr>
              <a:cxnSpLocks/>
            </p:cNvCxnSpPr>
            <p:nvPr/>
          </p:nvCxnSpPr>
          <p:spPr>
            <a:xfrm>
              <a:off x="9249017" y="3121117"/>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89" name="直接连接符 410648">
              <a:extLst>
                <a:ext uri="{FF2B5EF4-FFF2-40B4-BE49-F238E27FC236}">
                  <a16:creationId xmlns:a16="http://schemas.microsoft.com/office/drawing/2014/main" id="{6EC04D8F-1B3F-4E59-F27E-0AC518E24BAA}"/>
                </a:ext>
              </a:extLst>
            </p:cNvPr>
            <p:cNvCxnSpPr>
              <a:cxnSpLocks/>
            </p:cNvCxnSpPr>
            <p:nvPr/>
          </p:nvCxnSpPr>
          <p:spPr>
            <a:xfrm>
              <a:off x="9249017" y="3286965"/>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90" name="直接连接符 410648">
              <a:extLst>
                <a:ext uri="{FF2B5EF4-FFF2-40B4-BE49-F238E27FC236}">
                  <a16:creationId xmlns:a16="http://schemas.microsoft.com/office/drawing/2014/main" id="{221DB447-D447-2954-8DF8-E0FECBD7CF60}"/>
                </a:ext>
              </a:extLst>
            </p:cNvPr>
            <p:cNvCxnSpPr>
              <a:cxnSpLocks/>
            </p:cNvCxnSpPr>
            <p:nvPr/>
          </p:nvCxnSpPr>
          <p:spPr>
            <a:xfrm>
              <a:off x="9249017" y="2904882"/>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91" name="直接连接符 410648">
              <a:extLst>
                <a:ext uri="{FF2B5EF4-FFF2-40B4-BE49-F238E27FC236}">
                  <a16:creationId xmlns:a16="http://schemas.microsoft.com/office/drawing/2014/main" id="{06456B49-130A-5AAC-DADF-DC07A9349810}"/>
                </a:ext>
              </a:extLst>
            </p:cNvPr>
            <p:cNvCxnSpPr>
              <a:cxnSpLocks/>
            </p:cNvCxnSpPr>
            <p:nvPr/>
          </p:nvCxnSpPr>
          <p:spPr>
            <a:xfrm>
              <a:off x="9249017" y="2960229"/>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92" name="直接连接符 410648">
              <a:extLst>
                <a:ext uri="{FF2B5EF4-FFF2-40B4-BE49-F238E27FC236}">
                  <a16:creationId xmlns:a16="http://schemas.microsoft.com/office/drawing/2014/main" id="{6201BAC7-4ED0-628C-824C-CB17EB659F0A}"/>
                </a:ext>
              </a:extLst>
            </p:cNvPr>
            <p:cNvCxnSpPr>
              <a:cxnSpLocks/>
            </p:cNvCxnSpPr>
            <p:nvPr/>
          </p:nvCxnSpPr>
          <p:spPr>
            <a:xfrm>
              <a:off x="9249017" y="2848356"/>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93" name="直接连接符 410648">
              <a:extLst>
                <a:ext uri="{FF2B5EF4-FFF2-40B4-BE49-F238E27FC236}">
                  <a16:creationId xmlns:a16="http://schemas.microsoft.com/office/drawing/2014/main" id="{2F9E949E-364C-642F-FB3B-C797AC901B56}"/>
                </a:ext>
              </a:extLst>
            </p:cNvPr>
            <p:cNvCxnSpPr>
              <a:cxnSpLocks/>
            </p:cNvCxnSpPr>
            <p:nvPr/>
          </p:nvCxnSpPr>
          <p:spPr>
            <a:xfrm>
              <a:off x="9249017" y="3014204"/>
              <a:ext cx="216251" cy="0"/>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grpSp>
      <p:cxnSp>
        <p:nvCxnSpPr>
          <p:cNvPr id="674" name="直接连接符 410648">
            <a:extLst>
              <a:ext uri="{FF2B5EF4-FFF2-40B4-BE49-F238E27FC236}">
                <a16:creationId xmlns:a16="http://schemas.microsoft.com/office/drawing/2014/main" id="{74453888-0E38-19AE-7B83-E537976A7F5C}"/>
              </a:ext>
            </a:extLst>
          </p:cNvPr>
          <p:cNvCxnSpPr>
            <a:cxnSpLocks/>
          </p:cNvCxnSpPr>
          <p:nvPr/>
        </p:nvCxnSpPr>
        <p:spPr>
          <a:xfrm>
            <a:off x="10485469" y="5151657"/>
            <a:ext cx="164910" cy="1"/>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cxnSp>
        <p:nvCxnSpPr>
          <p:cNvPr id="675" name="直接连接符 410649">
            <a:extLst>
              <a:ext uri="{FF2B5EF4-FFF2-40B4-BE49-F238E27FC236}">
                <a16:creationId xmlns:a16="http://schemas.microsoft.com/office/drawing/2014/main" id="{E0EC5385-C0EA-68D7-BEB8-AC16D9B928E6}"/>
              </a:ext>
            </a:extLst>
          </p:cNvPr>
          <p:cNvCxnSpPr>
            <a:cxnSpLocks/>
          </p:cNvCxnSpPr>
          <p:nvPr/>
        </p:nvCxnSpPr>
        <p:spPr>
          <a:xfrm>
            <a:off x="10573443" y="5109397"/>
            <a:ext cx="0" cy="1431677"/>
          </a:xfrm>
          <a:prstGeom prst="line">
            <a:avLst/>
          </a:prstGeom>
          <a:ln w="9525">
            <a:solidFill>
              <a:schemeClr val="tx1">
                <a:alpha val="0"/>
              </a:schemeClr>
            </a:solidFill>
          </a:ln>
        </p:spPr>
        <p:style>
          <a:lnRef idx="1">
            <a:schemeClr val="accent1"/>
          </a:lnRef>
          <a:fillRef idx="0">
            <a:schemeClr val="accent1"/>
          </a:fillRef>
          <a:effectRef idx="0">
            <a:schemeClr val="accent1"/>
          </a:effectRef>
          <a:fontRef idx="minor">
            <a:schemeClr val="tx1"/>
          </a:fontRef>
        </p:style>
      </p:cxnSp>
      <p:sp>
        <p:nvSpPr>
          <p:cNvPr id="676" name="矩形 675">
            <a:extLst>
              <a:ext uri="{FF2B5EF4-FFF2-40B4-BE49-F238E27FC236}">
                <a16:creationId xmlns:a16="http://schemas.microsoft.com/office/drawing/2014/main" id="{449D8ADE-0D60-0E95-29A4-EA9817F2CCBB}"/>
              </a:ext>
            </a:extLst>
          </p:cNvPr>
          <p:cNvSpPr/>
          <p:nvPr/>
        </p:nvSpPr>
        <p:spPr>
          <a:xfrm>
            <a:off x="10419845" y="5946201"/>
            <a:ext cx="301339" cy="562469"/>
          </a:xfrm>
          <a:prstGeom prst="rect">
            <a:avLst/>
          </a:prstGeom>
          <a:solidFill>
            <a:srgbClr val="00FF00">
              <a:alpha val="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7" name="加号 676">
            <a:extLst>
              <a:ext uri="{FF2B5EF4-FFF2-40B4-BE49-F238E27FC236}">
                <a16:creationId xmlns:a16="http://schemas.microsoft.com/office/drawing/2014/main" id="{CD8C05AF-6790-4ED3-2F5C-ED77B2C9D319}"/>
              </a:ext>
            </a:extLst>
          </p:cNvPr>
          <p:cNvSpPr/>
          <p:nvPr/>
        </p:nvSpPr>
        <p:spPr>
          <a:xfrm>
            <a:off x="10478447" y="5983853"/>
            <a:ext cx="191178" cy="228547"/>
          </a:xfrm>
          <a:prstGeom prst="mathPlus">
            <a:avLst>
              <a:gd name="adj1" fmla="val 13622"/>
            </a:avLst>
          </a:prstGeom>
          <a:solidFill>
            <a:schemeClr val="bg1">
              <a:lumMod val="65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DFF40802-2629-09E2-1E39-697B58B70E4F}"/>
              </a:ext>
            </a:extLst>
          </p:cNvPr>
          <p:cNvGrpSpPr/>
          <p:nvPr/>
        </p:nvGrpSpPr>
        <p:grpSpPr>
          <a:xfrm>
            <a:off x="330525" y="5016465"/>
            <a:ext cx="1544127" cy="1542145"/>
            <a:chOff x="330525" y="5016465"/>
            <a:chExt cx="1544127" cy="1542145"/>
          </a:xfrm>
        </p:grpSpPr>
        <p:sp>
          <p:nvSpPr>
            <p:cNvPr id="7" name="流程图: 接点 410645">
              <a:extLst>
                <a:ext uri="{FF2B5EF4-FFF2-40B4-BE49-F238E27FC236}">
                  <a16:creationId xmlns:a16="http://schemas.microsoft.com/office/drawing/2014/main" id="{83050605-E316-E098-3655-5D4F018A2CE8}"/>
                </a:ext>
              </a:extLst>
            </p:cNvPr>
            <p:cNvSpPr/>
            <p:nvPr/>
          </p:nvSpPr>
          <p:spPr>
            <a:xfrm>
              <a:off x="330525" y="5016465"/>
              <a:ext cx="1544127" cy="1542145"/>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流程图: 接点 410646">
              <a:extLst>
                <a:ext uri="{FF2B5EF4-FFF2-40B4-BE49-F238E27FC236}">
                  <a16:creationId xmlns:a16="http://schemas.microsoft.com/office/drawing/2014/main" id="{CF8F76E7-7F39-1244-89B5-AACB7031011D}"/>
                </a:ext>
              </a:extLst>
            </p:cNvPr>
            <p:cNvSpPr/>
            <p:nvPr/>
          </p:nvSpPr>
          <p:spPr>
            <a:xfrm>
              <a:off x="388192" y="5069640"/>
              <a:ext cx="1432801" cy="1431677"/>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 name="直接连接符 410648">
              <a:extLst>
                <a:ext uri="{FF2B5EF4-FFF2-40B4-BE49-F238E27FC236}">
                  <a16:creationId xmlns:a16="http://schemas.microsoft.com/office/drawing/2014/main" id="{A3827042-772D-EDDC-73B2-D4A9F15CD835}"/>
                </a:ext>
              </a:extLst>
            </p:cNvPr>
            <p:cNvCxnSpPr>
              <a:cxnSpLocks/>
            </p:cNvCxnSpPr>
            <p:nvPr/>
          </p:nvCxnSpPr>
          <p:spPr>
            <a:xfrm>
              <a:off x="1015893" y="5625420"/>
              <a:ext cx="1805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410648">
              <a:extLst>
                <a:ext uri="{FF2B5EF4-FFF2-40B4-BE49-F238E27FC236}">
                  <a16:creationId xmlns:a16="http://schemas.microsoft.com/office/drawing/2014/main" id="{141F039F-A59F-4702-1C52-DEFF3FEC56FD}"/>
                </a:ext>
              </a:extLst>
            </p:cNvPr>
            <p:cNvCxnSpPr>
              <a:cxnSpLocks/>
            </p:cNvCxnSpPr>
            <p:nvPr/>
          </p:nvCxnSpPr>
          <p:spPr>
            <a:xfrm>
              <a:off x="1015893" y="5283148"/>
              <a:ext cx="1805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410647">
              <a:extLst>
                <a:ext uri="{FF2B5EF4-FFF2-40B4-BE49-F238E27FC236}">
                  <a16:creationId xmlns:a16="http://schemas.microsoft.com/office/drawing/2014/main" id="{69814DC7-4D71-3311-1A16-4DB8F9901EA2}"/>
                </a:ext>
              </a:extLst>
            </p:cNvPr>
            <p:cNvCxnSpPr>
              <a:cxnSpLocks/>
              <a:stCxn id="9" idx="2"/>
              <a:endCxn id="9" idx="6"/>
            </p:cNvCxnSpPr>
            <p:nvPr/>
          </p:nvCxnSpPr>
          <p:spPr>
            <a:xfrm>
              <a:off x="388192" y="5785479"/>
              <a:ext cx="14328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410648">
              <a:extLst>
                <a:ext uri="{FF2B5EF4-FFF2-40B4-BE49-F238E27FC236}">
                  <a16:creationId xmlns:a16="http://schemas.microsoft.com/office/drawing/2014/main" id="{6104D2F4-4F14-3798-FFD4-D17C91D1F897}"/>
                </a:ext>
              </a:extLst>
            </p:cNvPr>
            <p:cNvCxnSpPr>
              <a:cxnSpLocks/>
            </p:cNvCxnSpPr>
            <p:nvPr/>
          </p:nvCxnSpPr>
          <p:spPr>
            <a:xfrm>
              <a:off x="476526" y="5450752"/>
              <a:ext cx="126271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395DB780-F763-1128-E9AA-8FACE86F4A10}"/>
                </a:ext>
              </a:extLst>
            </p:cNvPr>
            <p:cNvGrpSpPr/>
            <p:nvPr/>
          </p:nvGrpSpPr>
          <p:grpSpPr>
            <a:xfrm>
              <a:off x="1052852" y="5146460"/>
              <a:ext cx="112621" cy="610073"/>
              <a:chOff x="9249017" y="2848356"/>
              <a:chExt cx="216251" cy="987884"/>
            </a:xfrm>
          </p:grpSpPr>
          <p:cxnSp>
            <p:nvCxnSpPr>
              <p:cNvPr id="48" name="直接连接符 410648">
                <a:extLst>
                  <a:ext uri="{FF2B5EF4-FFF2-40B4-BE49-F238E27FC236}">
                    <a16:creationId xmlns:a16="http://schemas.microsoft.com/office/drawing/2014/main" id="{5A2B5017-DAF9-5C23-5570-43FD64164E2B}"/>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10648">
                <a:extLst>
                  <a:ext uri="{FF2B5EF4-FFF2-40B4-BE49-F238E27FC236}">
                    <a16:creationId xmlns:a16="http://schemas.microsoft.com/office/drawing/2014/main" id="{B2FD4362-43EF-E56D-3FA7-0BEEFD6F4AA3}"/>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10648">
                <a:extLst>
                  <a:ext uri="{FF2B5EF4-FFF2-40B4-BE49-F238E27FC236}">
                    <a16:creationId xmlns:a16="http://schemas.microsoft.com/office/drawing/2014/main" id="{D4504261-B15C-421F-0A7F-A8D89F58FDA9}"/>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410648">
                <a:extLst>
                  <a:ext uri="{FF2B5EF4-FFF2-40B4-BE49-F238E27FC236}">
                    <a16:creationId xmlns:a16="http://schemas.microsoft.com/office/drawing/2014/main" id="{453A9195-BF9F-8A7E-1108-5148532A31D4}"/>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410648">
                <a:extLst>
                  <a:ext uri="{FF2B5EF4-FFF2-40B4-BE49-F238E27FC236}">
                    <a16:creationId xmlns:a16="http://schemas.microsoft.com/office/drawing/2014/main" id="{63695819-7D26-B203-A43A-F6F0EC7277D7}"/>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6" name="直接连接符 410648">
                <a:extLst>
                  <a:ext uri="{FF2B5EF4-FFF2-40B4-BE49-F238E27FC236}">
                    <a16:creationId xmlns:a16="http://schemas.microsoft.com/office/drawing/2014/main" id="{80FAB52A-C5CA-A5ED-E4D9-04916F419CC7}"/>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直接连接符 410648">
                <a:extLst>
                  <a:ext uri="{FF2B5EF4-FFF2-40B4-BE49-F238E27FC236}">
                    <a16:creationId xmlns:a16="http://schemas.microsoft.com/office/drawing/2014/main" id="{4B6B1BD0-C3B6-CD57-6135-0F7DC349B6E5}"/>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直接连接符 410648">
                <a:extLst>
                  <a:ext uri="{FF2B5EF4-FFF2-40B4-BE49-F238E27FC236}">
                    <a16:creationId xmlns:a16="http://schemas.microsoft.com/office/drawing/2014/main" id="{C4A12202-B199-8405-8310-1E8CED296787}"/>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直接连接符 410648">
                <a:extLst>
                  <a:ext uri="{FF2B5EF4-FFF2-40B4-BE49-F238E27FC236}">
                    <a16:creationId xmlns:a16="http://schemas.microsoft.com/office/drawing/2014/main" id="{9A4B46BD-6364-945F-04BF-A5E552E67A42}"/>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直接连接符 410648">
                <a:extLst>
                  <a:ext uri="{FF2B5EF4-FFF2-40B4-BE49-F238E27FC236}">
                    <a16:creationId xmlns:a16="http://schemas.microsoft.com/office/drawing/2014/main" id="{BA63FC4A-FCC0-BB02-7450-A315ED4E8125}"/>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直接连接符 410648">
                <a:extLst>
                  <a:ext uri="{FF2B5EF4-FFF2-40B4-BE49-F238E27FC236}">
                    <a16:creationId xmlns:a16="http://schemas.microsoft.com/office/drawing/2014/main" id="{FEE8F4EE-8090-911C-033F-4A2C58D83E99}"/>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直接连接符 410648">
                <a:extLst>
                  <a:ext uri="{FF2B5EF4-FFF2-40B4-BE49-F238E27FC236}">
                    <a16:creationId xmlns:a16="http://schemas.microsoft.com/office/drawing/2014/main" id="{C2F286B4-3920-12AD-A218-6A42F67258C2}"/>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直接连接符 410648">
                <a:extLst>
                  <a:ext uri="{FF2B5EF4-FFF2-40B4-BE49-F238E27FC236}">
                    <a16:creationId xmlns:a16="http://schemas.microsoft.com/office/drawing/2014/main" id="{70CB0693-D9F1-E624-AB2F-F3E8864EFBE2}"/>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直接连接符 410648">
                <a:extLst>
                  <a:ext uri="{FF2B5EF4-FFF2-40B4-BE49-F238E27FC236}">
                    <a16:creationId xmlns:a16="http://schemas.microsoft.com/office/drawing/2014/main" id="{2828698B-1849-2586-0751-D5DA4FDC75FF}"/>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0" name="直接连接符 410648">
                <a:extLst>
                  <a:ext uri="{FF2B5EF4-FFF2-40B4-BE49-F238E27FC236}">
                    <a16:creationId xmlns:a16="http://schemas.microsoft.com/office/drawing/2014/main" id="{DFD8EA6F-F1AF-B4DA-76CE-56E3925C3629}"/>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1" name="直接连接符 410648">
                <a:extLst>
                  <a:ext uri="{FF2B5EF4-FFF2-40B4-BE49-F238E27FC236}">
                    <a16:creationId xmlns:a16="http://schemas.microsoft.com/office/drawing/2014/main" id="{1D6CF715-4F2D-B993-4E78-A9B5E2AF0F58}"/>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410648">
              <a:extLst>
                <a:ext uri="{FF2B5EF4-FFF2-40B4-BE49-F238E27FC236}">
                  <a16:creationId xmlns:a16="http://schemas.microsoft.com/office/drawing/2014/main" id="{4EE7CCC3-B80A-125E-197D-646DA285F226}"/>
                </a:ext>
              </a:extLst>
            </p:cNvPr>
            <p:cNvCxnSpPr>
              <a:cxnSpLocks/>
            </p:cNvCxnSpPr>
            <p:nvPr/>
          </p:nvCxnSpPr>
          <p:spPr>
            <a:xfrm>
              <a:off x="1020134" y="5111900"/>
              <a:ext cx="164910"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410649">
              <a:extLst>
                <a:ext uri="{FF2B5EF4-FFF2-40B4-BE49-F238E27FC236}">
                  <a16:creationId xmlns:a16="http://schemas.microsoft.com/office/drawing/2014/main" id="{3EDE9BEF-76CB-9E16-C1BE-960E1BDBF336}"/>
                </a:ext>
              </a:extLst>
            </p:cNvPr>
            <p:cNvCxnSpPr>
              <a:cxnSpLocks/>
            </p:cNvCxnSpPr>
            <p:nvPr/>
          </p:nvCxnSpPr>
          <p:spPr>
            <a:xfrm>
              <a:off x="1108108" y="5069640"/>
              <a:ext cx="0" cy="143167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C4638A8C-098C-55D5-6137-22B7301AA941}"/>
                </a:ext>
              </a:extLst>
            </p:cNvPr>
            <p:cNvSpPr/>
            <p:nvPr/>
          </p:nvSpPr>
          <p:spPr>
            <a:xfrm>
              <a:off x="1071540" y="5240331"/>
              <a:ext cx="77047" cy="712558"/>
            </a:xfrm>
            <a:prstGeom prst="rect">
              <a:avLst/>
            </a:prstGeom>
            <a:solidFill>
              <a:schemeClr val="bg1"/>
            </a:solidFill>
            <a:ln>
              <a:noFill/>
            </a:ln>
            <a:effectLst>
              <a:glow rad="101600">
                <a:schemeClr val="bg1">
                  <a:alpha val="70117"/>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4" name="矩形 33">
              <a:extLst>
                <a:ext uri="{FF2B5EF4-FFF2-40B4-BE49-F238E27FC236}">
                  <a16:creationId xmlns:a16="http://schemas.microsoft.com/office/drawing/2014/main" id="{924CF387-E588-5220-87A9-181C6615BA3C}"/>
                </a:ext>
              </a:extLst>
            </p:cNvPr>
            <p:cNvSpPr/>
            <p:nvPr/>
          </p:nvSpPr>
          <p:spPr>
            <a:xfrm>
              <a:off x="959058" y="5906444"/>
              <a:ext cx="301339" cy="56246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加号 46">
              <a:extLst>
                <a:ext uri="{FF2B5EF4-FFF2-40B4-BE49-F238E27FC236}">
                  <a16:creationId xmlns:a16="http://schemas.microsoft.com/office/drawing/2014/main" id="{64A1975D-C673-84DB-7501-04CBFADDBA79}"/>
                </a:ext>
              </a:extLst>
            </p:cNvPr>
            <p:cNvSpPr/>
            <p:nvPr/>
          </p:nvSpPr>
          <p:spPr>
            <a:xfrm>
              <a:off x="1013112" y="5944096"/>
              <a:ext cx="191178" cy="228547"/>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灯片编号占位符 2">
            <a:extLst>
              <a:ext uri="{FF2B5EF4-FFF2-40B4-BE49-F238E27FC236}">
                <a16:creationId xmlns:a16="http://schemas.microsoft.com/office/drawing/2014/main" id="{0421508D-F77C-7BAA-F029-FE4F687FED76}"/>
              </a:ext>
            </a:extLst>
          </p:cNvPr>
          <p:cNvSpPr>
            <a:spLocks noGrp="1"/>
          </p:cNvSpPr>
          <p:nvPr>
            <p:ph type="sldNum" sz="quarter" idx="12"/>
          </p:nvPr>
        </p:nvSpPr>
        <p:spPr>
          <a:xfrm>
            <a:off x="9218930" y="6492877"/>
            <a:ext cx="2743200" cy="365125"/>
          </a:xfrm>
        </p:spPr>
        <p:txBody>
          <a:bodyPr/>
          <a:lstStyle/>
          <a:p>
            <a:r>
              <a:rPr lang="en-US" altLang="zh-CN" sz="1600" b="1" dirty="0"/>
              <a:t>15</a:t>
            </a:r>
            <a:endParaRPr lang="zh-CN" altLang="en-US" sz="1600" b="1" dirty="0"/>
          </a:p>
        </p:txBody>
      </p:sp>
      <p:grpSp>
        <p:nvGrpSpPr>
          <p:cNvPr id="6" name="组合 5">
            <a:extLst>
              <a:ext uri="{FF2B5EF4-FFF2-40B4-BE49-F238E27FC236}">
                <a16:creationId xmlns:a16="http://schemas.microsoft.com/office/drawing/2014/main" id="{4065DFEA-CEAF-4FEB-4B42-F2F912EB75ED}"/>
              </a:ext>
            </a:extLst>
          </p:cNvPr>
          <p:cNvGrpSpPr/>
          <p:nvPr/>
        </p:nvGrpSpPr>
        <p:grpSpPr>
          <a:xfrm>
            <a:off x="-5664" y="234087"/>
            <a:ext cx="12197666" cy="491115"/>
            <a:chOff x="-5664" y="377519"/>
            <a:chExt cx="12197666" cy="491115"/>
          </a:xfrm>
        </p:grpSpPr>
        <p:sp>
          <p:nvSpPr>
            <p:cNvPr id="8" name="矩形 7">
              <a:extLst>
                <a:ext uri="{FF2B5EF4-FFF2-40B4-BE49-F238E27FC236}">
                  <a16:creationId xmlns:a16="http://schemas.microsoft.com/office/drawing/2014/main" id="{F2C34948-BBB2-2102-DC39-5DAEEBB82817}"/>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a:extLst>
                <a:ext uri="{FF2B5EF4-FFF2-40B4-BE49-F238E27FC236}">
                  <a16:creationId xmlns:a16="http://schemas.microsoft.com/office/drawing/2014/main" id="{2597E63F-E8E2-C412-7EFF-E2779D54EC60}"/>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defRPr/>
              </a:pPr>
              <a:r>
                <a:rPr lang="en-US" altLang="zh-CN" sz="3600" dirty="0">
                  <a:solidFill>
                    <a:prstClr val="white"/>
                  </a:solidFill>
                  <a:latin typeface="等线" panose="02110004020202020204"/>
                  <a:ea typeface="等线" panose="02010600030101010101" pitchFamily="2" charset="-122"/>
                </a:rPr>
                <a:t>3</a:t>
              </a:r>
              <a:endParaRPr lang="zh-CN" altLang="en-US" sz="3600" dirty="0">
                <a:solidFill>
                  <a:prstClr val="white"/>
                </a:solidFill>
                <a:latin typeface="等线" panose="02110004020202020204"/>
                <a:ea typeface="等线" panose="02010600030101010101" pitchFamily="2" charset="-122"/>
              </a:endParaRPr>
            </a:p>
          </p:txBody>
        </p:sp>
        <p:sp>
          <p:nvSpPr>
            <p:cNvPr id="28" name="文本框 27">
              <a:extLst>
                <a:ext uri="{FF2B5EF4-FFF2-40B4-BE49-F238E27FC236}">
                  <a16:creationId xmlns:a16="http://schemas.microsoft.com/office/drawing/2014/main" id="{C153AA7C-62ED-3B5E-EDD3-9D97ADF7CC9A}"/>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29" name="矩形 28">
              <a:extLst>
                <a:ext uri="{FF2B5EF4-FFF2-40B4-BE49-F238E27FC236}">
                  <a16:creationId xmlns:a16="http://schemas.microsoft.com/office/drawing/2014/main" id="{A1AB89BF-92D6-29F5-7319-82A406D0F311}"/>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30" name="组 398">
              <a:extLst>
                <a:ext uri="{FF2B5EF4-FFF2-40B4-BE49-F238E27FC236}">
                  <a16:creationId xmlns:a16="http://schemas.microsoft.com/office/drawing/2014/main" id="{DD980E47-847C-7370-C21D-F1C1B6357509}"/>
                </a:ext>
              </a:extLst>
            </p:cNvPr>
            <p:cNvGrpSpPr/>
            <p:nvPr/>
          </p:nvGrpSpPr>
          <p:grpSpPr>
            <a:xfrm>
              <a:off x="11454106" y="380935"/>
              <a:ext cx="737892" cy="484288"/>
              <a:chOff x="11454105" y="252856"/>
              <a:chExt cx="737892" cy="484288"/>
            </a:xfrm>
          </p:grpSpPr>
          <p:grpSp>
            <p:nvGrpSpPr>
              <p:cNvPr id="31" name="组 400">
                <a:extLst>
                  <a:ext uri="{FF2B5EF4-FFF2-40B4-BE49-F238E27FC236}">
                    <a16:creationId xmlns:a16="http://schemas.microsoft.com/office/drawing/2014/main" id="{B5A8BFDB-92B1-BB0B-2FA9-8DB3C77D03F9}"/>
                  </a:ext>
                </a:extLst>
              </p:cNvPr>
              <p:cNvGrpSpPr/>
              <p:nvPr/>
            </p:nvGrpSpPr>
            <p:grpSpPr>
              <a:xfrm>
                <a:off x="12039604" y="252856"/>
                <a:ext cx="152393" cy="484287"/>
                <a:chOff x="12039604" y="252856"/>
                <a:chExt cx="152393" cy="484287"/>
              </a:xfrm>
            </p:grpSpPr>
            <p:sp>
              <p:nvSpPr>
                <p:cNvPr id="36" name="圆角矩形 35">
                  <a:extLst>
                    <a:ext uri="{FF2B5EF4-FFF2-40B4-BE49-F238E27FC236}">
                      <a16:creationId xmlns:a16="http://schemas.microsoft.com/office/drawing/2014/main" id="{0E7335B8-8D40-8CC0-2A8A-E3BBA808FAB6}"/>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a:extLst>
                    <a:ext uri="{FF2B5EF4-FFF2-40B4-BE49-F238E27FC236}">
                      <a16:creationId xmlns:a16="http://schemas.microsoft.com/office/drawing/2014/main" id="{BB318D82-EF39-2251-FED7-D30CADE9B508}"/>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a:extLst>
                    <a:ext uri="{FF2B5EF4-FFF2-40B4-BE49-F238E27FC236}">
                      <a16:creationId xmlns:a16="http://schemas.microsoft.com/office/drawing/2014/main" id="{E1EBB7B6-4E14-4C93-F39F-F2F6F5FED613}"/>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a:extLst>
                    <a:ext uri="{FF2B5EF4-FFF2-40B4-BE49-F238E27FC236}">
                      <a16:creationId xmlns:a16="http://schemas.microsoft.com/office/drawing/2014/main" id="{1A652C2A-AC97-0106-6DDC-5BE7EA54DBB8}"/>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a:extLst>
                    <a:ext uri="{FF2B5EF4-FFF2-40B4-BE49-F238E27FC236}">
                      <a16:creationId xmlns:a16="http://schemas.microsoft.com/office/drawing/2014/main" id="{A6D15028-F217-2AC1-2DF4-757AA7C46662}"/>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99">
                <a:extLst>
                  <a:ext uri="{FF2B5EF4-FFF2-40B4-BE49-F238E27FC236}">
                    <a16:creationId xmlns:a16="http://schemas.microsoft.com/office/drawing/2014/main" id="{F338717E-5A1A-ABFD-52DE-D70CEBE0F003}"/>
                  </a:ext>
                </a:extLst>
              </p:cNvPr>
              <p:cNvGrpSpPr/>
              <p:nvPr/>
            </p:nvGrpSpPr>
            <p:grpSpPr>
              <a:xfrm>
                <a:off x="11454105" y="252857"/>
                <a:ext cx="491115" cy="484287"/>
                <a:chOff x="1528923" y="220268"/>
                <a:chExt cx="1284096" cy="1266241"/>
              </a:xfrm>
            </p:grpSpPr>
            <p:sp>
              <p:nvSpPr>
                <p:cNvPr id="33" name="圆角矩形 32">
                  <a:extLst>
                    <a:ext uri="{FF2B5EF4-FFF2-40B4-BE49-F238E27FC236}">
                      <a16:creationId xmlns:a16="http://schemas.microsoft.com/office/drawing/2014/main" id="{23C07C2D-2E85-CF94-EE48-84AAE44B75EF}"/>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6">
                  <a:extLst>
                    <a:ext uri="{FF2B5EF4-FFF2-40B4-BE49-F238E27FC236}">
                      <a16:creationId xmlns:a16="http://schemas.microsoft.com/office/drawing/2014/main" id="{4AC98E9A-5008-4B74-63FD-EA8BE0D1F799}"/>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61"/>
                                        </p:tgtEl>
                                        <p:attrNameLst>
                                          <p:attrName>style.visibility</p:attrName>
                                        </p:attrNameLst>
                                      </p:cBhvr>
                                      <p:to>
                                        <p:strVal val="visible"/>
                                      </p:to>
                                    </p:set>
                                    <p:animEffect transition="in" filter="wipe(left)">
                                      <p:cBhvr>
                                        <p:cTn id="7" dur="1000"/>
                                        <p:tgtEl>
                                          <p:spTgt spid="561"/>
                                        </p:tgtEl>
                                      </p:cBhvr>
                                    </p:animEffect>
                                  </p:childTnLst>
                                </p:cTn>
                              </p:par>
                              <p:par>
                                <p:cTn id="8" presetID="3" presetClass="entr" presetSubtype="10" fill="hold" nodeType="withEffect">
                                  <p:stCondLst>
                                    <p:cond delay="0"/>
                                  </p:stCondLst>
                                  <p:childTnLst>
                                    <p:set>
                                      <p:cBhvr>
                                        <p:cTn id="9" dur="1" fill="hold">
                                          <p:stCondLst>
                                            <p:cond delay="0"/>
                                          </p:stCondLst>
                                        </p:cTn>
                                        <p:tgtEl>
                                          <p:spTgt spid="524"/>
                                        </p:tgtEl>
                                        <p:attrNameLst>
                                          <p:attrName>style.visibility</p:attrName>
                                        </p:attrNameLst>
                                      </p:cBhvr>
                                      <p:to>
                                        <p:strVal val="visible"/>
                                      </p:to>
                                    </p:set>
                                    <p:animEffect transition="in" filter="blinds(horizontal)">
                                      <p:cBhvr>
                                        <p:cTn id="10" dur="500"/>
                                        <p:tgtEl>
                                          <p:spTgt spid="52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62"/>
                                        </p:tgtEl>
                                        <p:attrNameLst>
                                          <p:attrName>style.visibility</p:attrName>
                                        </p:attrNameLst>
                                      </p:cBhvr>
                                      <p:to>
                                        <p:strVal val="visible"/>
                                      </p:to>
                                    </p:set>
                                    <p:animEffect transition="in" filter="blinds(horizontal)">
                                      <p:cBhvr>
                                        <p:cTn id="15" dur="500"/>
                                        <p:tgtEl>
                                          <p:spTgt spid="662"/>
                                        </p:tgtEl>
                                      </p:cBhvr>
                                    </p:animEffect>
                                  </p:childTnLst>
                                </p:cTn>
                              </p:par>
                              <p:par>
                                <p:cTn id="16" presetID="9" presetClass="exit" presetSubtype="0" fill="hold" nodeType="withEffect">
                                  <p:stCondLst>
                                    <p:cond delay="0"/>
                                  </p:stCondLst>
                                  <p:childTnLst>
                                    <p:animEffect transition="out" filter="dissolve">
                                      <p:cBhvr>
                                        <p:cTn id="17" dur="500"/>
                                        <p:tgtEl>
                                          <p:spTgt spid="524"/>
                                        </p:tgtEl>
                                      </p:cBhvr>
                                    </p:animEffect>
                                    <p:set>
                                      <p:cBhvr>
                                        <p:cTn id="18" dur="1" fill="hold">
                                          <p:stCondLst>
                                            <p:cond delay="499"/>
                                          </p:stCondLst>
                                        </p:cTn>
                                        <p:tgtEl>
                                          <p:spTgt spid="5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矩形 459">
            <a:extLst>
              <a:ext uri="{FF2B5EF4-FFF2-40B4-BE49-F238E27FC236}">
                <a16:creationId xmlns:a16="http://schemas.microsoft.com/office/drawing/2014/main" id="{6E6D60BE-7CE0-9EA7-9CF5-D7885EF528FA}"/>
              </a:ext>
            </a:extLst>
          </p:cNvPr>
          <p:cNvSpPr/>
          <p:nvPr/>
        </p:nvSpPr>
        <p:spPr>
          <a:xfrm>
            <a:off x="6296660" y="2060504"/>
            <a:ext cx="5760720" cy="4624776"/>
          </a:xfrm>
          <a:prstGeom prst="rect">
            <a:avLst/>
          </a:prstGeom>
          <a:solidFill>
            <a:schemeClr val="accent5">
              <a:lumMod val="20000"/>
              <a:lumOff val="80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9" name="矩形 458">
            <a:extLst>
              <a:ext uri="{FF2B5EF4-FFF2-40B4-BE49-F238E27FC236}">
                <a16:creationId xmlns:a16="http://schemas.microsoft.com/office/drawing/2014/main" id="{72C77220-80DE-CEEC-7D1D-1FA0CDC14DCE}"/>
              </a:ext>
            </a:extLst>
          </p:cNvPr>
          <p:cNvSpPr/>
          <p:nvPr/>
        </p:nvSpPr>
        <p:spPr>
          <a:xfrm>
            <a:off x="265430" y="2088516"/>
            <a:ext cx="5760720" cy="4597400"/>
          </a:xfrm>
          <a:prstGeom prst="rect">
            <a:avLst/>
          </a:prstGeom>
          <a:solidFill>
            <a:schemeClr val="accent6">
              <a:lumMod val="20000"/>
              <a:lumOff val="80000"/>
            </a:schemeClr>
          </a:solidFill>
          <a:ln>
            <a:solidFill>
              <a:schemeClr val="accent6">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grpSp>
        <p:nvGrpSpPr>
          <p:cNvPr id="4" name="组合 3">
            <a:extLst>
              <a:ext uri="{FF2B5EF4-FFF2-40B4-BE49-F238E27FC236}">
                <a16:creationId xmlns:a16="http://schemas.microsoft.com/office/drawing/2014/main" id="{C1CEE93F-610C-575E-5157-1C5444239D79}"/>
              </a:ext>
            </a:extLst>
          </p:cNvPr>
          <p:cNvGrpSpPr/>
          <p:nvPr/>
        </p:nvGrpSpPr>
        <p:grpSpPr>
          <a:xfrm>
            <a:off x="7554834" y="2996571"/>
            <a:ext cx="3491442" cy="1020498"/>
            <a:chOff x="7556545" y="3002418"/>
            <a:chExt cx="3491442" cy="1020498"/>
          </a:xfrm>
        </p:grpSpPr>
        <p:sp>
          <p:nvSpPr>
            <p:cNvPr id="8" name="Rectangle 15460">
              <a:extLst>
                <a:ext uri="{FF2B5EF4-FFF2-40B4-BE49-F238E27FC236}">
                  <a16:creationId xmlns:a16="http://schemas.microsoft.com/office/drawing/2014/main" id="{9CDC12B9-B12D-3C54-EF95-4210986D1A23}"/>
                </a:ext>
              </a:extLst>
            </p:cNvPr>
            <p:cNvSpPr>
              <a:spLocks/>
            </p:cNvSpPr>
            <p:nvPr/>
          </p:nvSpPr>
          <p:spPr bwMode="auto">
            <a:xfrm flipV="1">
              <a:off x="8662004" y="3778904"/>
              <a:ext cx="151278" cy="131167"/>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7" name="Rectangle 15437">
              <a:extLst>
                <a:ext uri="{FF2B5EF4-FFF2-40B4-BE49-F238E27FC236}">
                  <a16:creationId xmlns:a16="http://schemas.microsoft.com/office/drawing/2014/main" id="{DD6B7788-D7D0-BAB8-2328-07A31779C060}"/>
                </a:ext>
              </a:extLst>
            </p:cNvPr>
            <p:cNvSpPr>
              <a:spLocks/>
            </p:cNvSpPr>
            <p:nvPr/>
          </p:nvSpPr>
          <p:spPr bwMode="auto">
            <a:xfrm>
              <a:off x="7568390" y="3289137"/>
              <a:ext cx="925513" cy="4487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28" name="Rectangle 15456">
              <a:extLst>
                <a:ext uri="{FF2B5EF4-FFF2-40B4-BE49-F238E27FC236}">
                  <a16:creationId xmlns:a16="http://schemas.microsoft.com/office/drawing/2014/main" id="{33BB75A6-AD61-D44F-F18A-A25D24D5D6F5}"/>
                </a:ext>
              </a:extLst>
            </p:cNvPr>
            <p:cNvSpPr>
              <a:spLocks/>
            </p:cNvSpPr>
            <p:nvPr/>
          </p:nvSpPr>
          <p:spPr bwMode="auto">
            <a:xfrm>
              <a:off x="7803020" y="3230021"/>
              <a:ext cx="104199" cy="563693"/>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29" name="AutoShape 15462">
              <a:extLst>
                <a:ext uri="{FF2B5EF4-FFF2-40B4-BE49-F238E27FC236}">
                  <a16:creationId xmlns:a16="http://schemas.microsoft.com/office/drawing/2014/main" id="{AFF64939-BBAC-E255-E8E1-D43FE147C3D9}"/>
                </a:ext>
              </a:extLst>
            </p:cNvPr>
            <p:cNvSpPr>
              <a:spLocks/>
            </p:cNvSpPr>
            <p:nvPr/>
          </p:nvSpPr>
          <p:spPr bwMode="auto">
            <a:xfrm>
              <a:off x="8668274" y="3909832"/>
              <a:ext cx="137858" cy="57281"/>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0" name="Rectangle 15464">
              <a:extLst>
                <a:ext uri="{FF2B5EF4-FFF2-40B4-BE49-F238E27FC236}">
                  <a16:creationId xmlns:a16="http://schemas.microsoft.com/office/drawing/2014/main" id="{16E920BD-9C4B-F352-B5B5-CBD802E2CBF3}"/>
                </a:ext>
              </a:extLst>
            </p:cNvPr>
            <p:cNvSpPr>
              <a:spLocks/>
            </p:cNvSpPr>
            <p:nvPr/>
          </p:nvSpPr>
          <p:spPr bwMode="auto">
            <a:xfrm>
              <a:off x="8264626" y="3245558"/>
              <a:ext cx="2496525" cy="547145"/>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1" name="Rectangle 15515">
              <a:extLst>
                <a:ext uri="{FF2B5EF4-FFF2-40B4-BE49-F238E27FC236}">
                  <a16:creationId xmlns:a16="http://schemas.microsoft.com/office/drawing/2014/main" id="{0DBD9A3E-9950-D8D7-D4BC-248E96AD4258}"/>
                </a:ext>
              </a:extLst>
            </p:cNvPr>
            <p:cNvSpPr>
              <a:spLocks/>
            </p:cNvSpPr>
            <p:nvPr/>
          </p:nvSpPr>
          <p:spPr bwMode="auto">
            <a:xfrm>
              <a:off x="10676347" y="3237797"/>
              <a:ext cx="371640" cy="555919"/>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32" name="Rectangle 15464">
              <a:extLst>
                <a:ext uri="{FF2B5EF4-FFF2-40B4-BE49-F238E27FC236}">
                  <a16:creationId xmlns:a16="http://schemas.microsoft.com/office/drawing/2014/main" id="{AD9CE48A-7F2B-9016-2030-D65B027C76F6}"/>
                </a:ext>
              </a:extLst>
            </p:cNvPr>
            <p:cNvSpPr>
              <a:spLocks/>
            </p:cNvSpPr>
            <p:nvPr/>
          </p:nvSpPr>
          <p:spPr bwMode="auto">
            <a:xfrm>
              <a:off x="10011832" y="3208384"/>
              <a:ext cx="670310" cy="609232"/>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3" name="Rectangle 15465">
              <a:extLst>
                <a:ext uri="{FF2B5EF4-FFF2-40B4-BE49-F238E27FC236}">
                  <a16:creationId xmlns:a16="http://schemas.microsoft.com/office/drawing/2014/main" id="{6DF7D62B-4694-AA4A-B6EC-926911C3A186}"/>
                </a:ext>
              </a:extLst>
            </p:cNvPr>
            <p:cNvSpPr>
              <a:spLocks/>
            </p:cNvSpPr>
            <p:nvPr/>
          </p:nvSpPr>
          <p:spPr bwMode="auto">
            <a:xfrm>
              <a:off x="8602746" y="3214056"/>
              <a:ext cx="261172" cy="609232"/>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5" name="Rectangle 15437">
              <a:extLst>
                <a:ext uri="{FF2B5EF4-FFF2-40B4-BE49-F238E27FC236}">
                  <a16:creationId xmlns:a16="http://schemas.microsoft.com/office/drawing/2014/main" id="{A7285725-FE4C-72A4-F907-9891A173468F}"/>
                </a:ext>
              </a:extLst>
            </p:cNvPr>
            <p:cNvSpPr>
              <a:spLocks/>
            </p:cNvSpPr>
            <p:nvPr/>
          </p:nvSpPr>
          <p:spPr bwMode="auto">
            <a:xfrm>
              <a:off x="8864773" y="3237795"/>
              <a:ext cx="1141873" cy="560039"/>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grpSp>
          <p:nvGrpSpPr>
            <p:cNvPr id="36" name="组合 35">
              <a:extLst>
                <a:ext uri="{FF2B5EF4-FFF2-40B4-BE49-F238E27FC236}">
                  <a16:creationId xmlns:a16="http://schemas.microsoft.com/office/drawing/2014/main" id="{966BBBCA-3214-9549-1625-A7AF57921E7B}"/>
                </a:ext>
              </a:extLst>
            </p:cNvPr>
            <p:cNvGrpSpPr/>
            <p:nvPr/>
          </p:nvGrpSpPr>
          <p:grpSpPr>
            <a:xfrm rot="10800000" flipH="1">
              <a:off x="7598428" y="3002418"/>
              <a:ext cx="182458" cy="177722"/>
              <a:chOff x="1879235" y="2086768"/>
              <a:chExt cx="181074" cy="177523"/>
            </a:xfrm>
          </p:grpSpPr>
          <p:grpSp>
            <p:nvGrpSpPr>
              <p:cNvPr id="59" name="Group 15491">
                <a:extLst>
                  <a:ext uri="{FF2B5EF4-FFF2-40B4-BE49-F238E27FC236}">
                    <a16:creationId xmlns:a16="http://schemas.microsoft.com/office/drawing/2014/main" id="{8A5778FB-DEF4-418F-E8FE-8CB3F600A580}"/>
                  </a:ext>
                </a:extLst>
              </p:cNvPr>
              <p:cNvGrpSpPr>
                <a:grpSpLocks/>
              </p:cNvGrpSpPr>
              <p:nvPr/>
            </p:nvGrpSpPr>
            <p:grpSpPr bwMode="auto">
              <a:xfrm>
                <a:off x="1879235" y="2086768"/>
                <a:ext cx="181074" cy="177523"/>
                <a:chOff x="5389" y="13918"/>
                <a:chExt cx="153" cy="150"/>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61" name="Rectangle 15492">
                  <a:extLst>
                    <a:ext uri="{FF2B5EF4-FFF2-40B4-BE49-F238E27FC236}">
                      <a16:creationId xmlns:a16="http://schemas.microsoft.com/office/drawing/2014/main" id="{A3EEBB4E-C8CB-5001-67A4-7AC2742F0CEA}"/>
                    </a:ext>
                  </a:extLst>
                </p:cNvPr>
                <p:cNvSpPr>
                  <a:spLocks/>
                </p:cNvSpPr>
                <p:nvPr/>
              </p:nvSpPr>
              <p:spPr bwMode="auto">
                <a:xfrm>
                  <a:off x="5435" y="13918"/>
                  <a:ext cx="58" cy="100"/>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62" name="Rectangle 15493">
                  <a:extLst>
                    <a:ext uri="{FF2B5EF4-FFF2-40B4-BE49-F238E27FC236}">
                      <a16:creationId xmlns:a16="http://schemas.microsoft.com/office/drawing/2014/main" id="{23481D07-2E62-A5C7-423B-F38FDA86963E}"/>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63" name="Line 15494">
                  <a:extLst>
                    <a:ext uri="{FF2B5EF4-FFF2-40B4-BE49-F238E27FC236}">
                      <a16:creationId xmlns:a16="http://schemas.microsoft.com/office/drawing/2014/main" id="{43C2DD93-5D0C-3DE7-0DE9-4F12688D1840}"/>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523" name="Line 15495">
                  <a:extLst>
                    <a:ext uri="{FF2B5EF4-FFF2-40B4-BE49-F238E27FC236}">
                      <a16:creationId xmlns:a16="http://schemas.microsoft.com/office/drawing/2014/main" id="{F10E9B1F-3C3A-F0FE-CF1E-3AA23FC4BC64}"/>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590" name="Line 15496">
                  <a:extLst>
                    <a:ext uri="{FF2B5EF4-FFF2-40B4-BE49-F238E27FC236}">
                      <a16:creationId xmlns:a16="http://schemas.microsoft.com/office/drawing/2014/main" id="{F3580609-264F-DEED-AF0B-B5E37B81ADB9}"/>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620" name="Line 15497">
                  <a:extLst>
                    <a:ext uri="{FF2B5EF4-FFF2-40B4-BE49-F238E27FC236}">
                      <a16:creationId xmlns:a16="http://schemas.microsoft.com/office/drawing/2014/main" id="{F9D4D2E9-0BC7-835E-C0EF-BB6BF44C6030}"/>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659" name="Line 15498">
                  <a:extLst>
                    <a:ext uri="{FF2B5EF4-FFF2-40B4-BE49-F238E27FC236}">
                      <a16:creationId xmlns:a16="http://schemas.microsoft.com/office/drawing/2014/main" id="{91D03E41-FE55-B8F5-31AF-FAB33F13EABD}"/>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663" name="Line 15499">
                  <a:extLst>
                    <a:ext uri="{FF2B5EF4-FFF2-40B4-BE49-F238E27FC236}">
                      <a16:creationId xmlns:a16="http://schemas.microsoft.com/office/drawing/2014/main" id="{A3E50246-B433-81BB-7788-4F68CB568974}"/>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664" name="Line 15500">
                  <a:extLst>
                    <a:ext uri="{FF2B5EF4-FFF2-40B4-BE49-F238E27FC236}">
                      <a16:creationId xmlns:a16="http://schemas.microsoft.com/office/drawing/2014/main" id="{B1E7BDF9-6928-38AB-5C4C-EFE13EE28A63}"/>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60" name="Line 15500">
                <a:extLst>
                  <a:ext uri="{FF2B5EF4-FFF2-40B4-BE49-F238E27FC236}">
                    <a16:creationId xmlns:a16="http://schemas.microsoft.com/office/drawing/2014/main" id="{AE041B42-CF67-3A71-3A18-AE00A696DE1B}"/>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37" name="AutoShape 15440">
              <a:extLst>
                <a:ext uri="{FF2B5EF4-FFF2-40B4-BE49-F238E27FC236}">
                  <a16:creationId xmlns:a16="http://schemas.microsoft.com/office/drawing/2014/main" id="{F60D000C-79F1-A276-253A-8481ACAE74DB}"/>
                </a:ext>
              </a:extLst>
            </p:cNvPr>
            <p:cNvSpPr>
              <a:spLocks/>
            </p:cNvSpPr>
            <p:nvPr/>
          </p:nvSpPr>
          <p:spPr bwMode="auto">
            <a:xfrm flipH="1">
              <a:off x="7556545" y="3141253"/>
              <a:ext cx="245440" cy="698619"/>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3" name="Oval 15540">
              <a:extLst>
                <a:ext uri="{FF2B5EF4-FFF2-40B4-BE49-F238E27FC236}">
                  <a16:creationId xmlns:a16="http://schemas.microsoft.com/office/drawing/2014/main" id="{9D323BA0-99A4-300D-E679-9E8C18B73531}"/>
                </a:ext>
              </a:extLst>
            </p:cNvPr>
            <p:cNvSpPr>
              <a:spLocks/>
            </p:cNvSpPr>
            <p:nvPr/>
          </p:nvSpPr>
          <p:spPr bwMode="auto">
            <a:xfrm flipH="1">
              <a:off x="8332057" y="3429156"/>
              <a:ext cx="168646" cy="16755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44" name="Line 15541">
              <a:extLst>
                <a:ext uri="{FF2B5EF4-FFF2-40B4-BE49-F238E27FC236}">
                  <a16:creationId xmlns:a16="http://schemas.microsoft.com/office/drawing/2014/main" id="{6C01FA25-75F6-5254-6EE4-8E8FAA1E6BA7}"/>
                </a:ext>
              </a:extLst>
            </p:cNvPr>
            <p:cNvCxnSpPr>
              <a:cxnSpLocks/>
              <a:stCxn id="43" idx="1"/>
              <a:endCxn id="43" idx="5"/>
            </p:cNvCxnSpPr>
            <p:nvPr/>
          </p:nvCxnSpPr>
          <p:spPr bwMode="auto">
            <a:xfrm flipH="1">
              <a:off x="8356755" y="3453694"/>
              <a:ext cx="119251" cy="118479"/>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sp>
          <p:nvSpPr>
            <p:cNvPr id="45" name="椭圆 44">
              <a:extLst>
                <a:ext uri="{FF2B5EF4-FFF2-40B4-BE49-F238E27FC236}">
                  <a16:creationId xmlns:a16="http://schemas.microsoft.com/office/drawing/2014/main" id="{628D2A21-0D9C-4CD8-80AD-8E32A82E194C}"/>
                </a:ext>
              </a:extLst>
            </p:cNvPr>
            <p:cNvSpPr/>
            <p:nvPr/>
          </p:nvSpPr>
          <p:spPr>
            <a:xfrm flipH="1">
              <a:off x="10782163" y="3245229"/>
              <a:ext cx="119255" cy="533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grpSp>
          <p:nvGrpSpPr>
            <p:cNvPr id="46" name="组合 45">
              <a:extLst>
                <a:ext uri="{FF2B5EF4-FFF2-40B4-BE49-F238E27FC236}">
                  <a16:creationId xmlns:a16="http://schemas.microsoft.com/office/drawing/2014/main" id="{F3A589C3-A96A-C561-E6DA-FB4F027C6979}"/>
                </a:ext>
              </a:extLst>
            </p:cNvPr>
            <p:cNvGrpSpPr/>
            <p:nvPr/>
          </p:nvGrpSpPr>
          <p:grpSpPr>
            <a:xfrm flipH="1">
              <a:off x="8112344" y="3588183"/>
              <a:ext cx="442616" cy="434733"/>
              <a:chOff x="9693620" y="3589523"/>
              <a:chExt cx="446419" cy="434733"/>
            </a:xfrm>
          </p:grpSpPr>
          <p:sp>
            <p:nvSpPr>
              <p:cNvPr id="51" name="Oval 15540">
                <a:extLst>
                  <a:ext uri="{FF2B5EF4-FFF2-40B4-BE49-F238E27FC236}">
                    <a16:creationId xmlns:a16="http://schemas.microsoft.com/office/drawing/2014/main" id="{14B9FDBB-1D3D-2C98-B968-6E7EAF4D531B}"/>
                  </a:ext>
                </a:extLst>
              </p:cNvPr>
              <p:cNvSpPr>
                <a:spLocks/>
              </p:cNvSpPr>
              <p:nvPr/>
            </p:nvSpPr>
            <p:spPr bwMode="auto">
              <a:xfrm flipH="1">
                <a:off x="9693620" y="3589523"/>
                <a:ext cx="446419" cy="43473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53" name="组合 52">
                <a:extLst>
                  <a:ext uri="{FF2B5EF4-FFF2-40B4-BE49-F238E27FC236}">
                    <a16:creationId xmlns:a16="http://schemas.microsoft.com/office/drawing/2014/main" id="{A1E2724D-A99F-958F-AFE9-0B81224E0884}"/>
                  </a:ext>
                </a:extLst>
              </p:cNvPr>
              <p:cNvGrpSpPr/>
              <p:nvPr/>
            </p:nvGrpSpPr>
            <p:grpSpPr>
              <a:xfrm>
                <a:off x="9831781" y="3724552"/>
                <a:ext cx="170095" cy="167554"/>
                <a:chOff x="9253470" y="1351580"/>
                <a:chExt cx="133734" cy="133734"/>
              </a:xfrm>
            </p:grpSpPr>
            <p:sp>
              <p:nvSpPr>
                <p:cNvPr id="54" name="Oval 15540">
                  <a:extLst>
                    <a:ext uri="{FF2B5EF4-FFF2-40B4-BE49-F238E27FC236}">
                      <a16:creationId xmlns:a16="http://schemas.microsoft.com/office/drawing/2014/main" id="{E2DF66D0-CD98-9F79-09EF-5D7842D1DF31}"/>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56" name="Line 15541">
                  <a:extLst>
                    <a:ext uri="{FF2B5EF4-FFF2-40B4-BE49-F238E27FC236}">
                      <a16:creationId xmlns:a16="http://schemas.microsoft.com/office/drawing/2014/main" id="{18E08193-8BEA-3A4E-08EC-197451F37CFE}"/>
                    </a:ext>
                  </a:extLst>
                </p:cNvPr>
                <p:cNvCxnSpPr>
                  <a:cxnSpLocks/>
                  <a:stCxn id="54" idx="1"/>
                  <a:endCxn id="54"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grpSp>
      <p:grpSp>
        <p:nvGrpSpPr>
          <p:cNvPr id="696" name="组合 695">
            <a:extLst>
              <a:ext uri="{FF2B5EF4-FFF2-40B4-BE49-F238E27FC236}">
                <a16:creationId xmlns:a16="http://schemas.microsoft.com/office/drawing/2014/main" id="{C30AF2BB-0B8D-500A-E719-985CBBA3696E}"/>
              </a:ext>
            </a:extLst>
          </p:cNvPr>
          <p:cNvGrpSpPr/>
          <p:nvPr/>
        </p:nvGrpSpPr>
        <p:grpSpPr>
          <a:xfrm flipH="1">
            <a:off x="8617122" y="3957399"/>
            <a:ext cx="228345" cy="535341"/>
            <a:chOff x="1879235" y="1815733"/>
            <a:chExt cx="181074" cy="448541"/>
          </a:xfrm>
        </p:grpSpPr>
        <p:grpSp>
          <p:nvGrpSpPr>
            <p:cNvPr id="697" name="Group 15491">
              <a:extLst>
                <a:ext uri="{FF2B5EF4-FFF2-40B4-BE49-F238E27FC236}">
                  <a16:creationId xmlns:a16="http://schemas.microsoft.com/office/drawing/2014/main" id="{DD4C1022-E636-C8D5-4B96-23478C0932B9}"/>
                </a:ext>
              </a:extLst>
            </p:cNvPr>
            <p:cNvGrpSpPr>
              <a:grpSpLocks/>
            </p:cNvGrpSpPr>
            <p:nvPr/>
          </p:nvGrpSpPr>
          <p:grpSpPr bwMode="auto">
            <a:xfrm>
              <a:off x="1879235" y="1815733"/>
              <a:ext cx="181074" cy="448541"/>
              <a:chOff x="5389" y="13689"/>
              <a:chExt cx="153" cy="379"/>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699" name="Rectangle 15492">
                <a:extLst>
                  <a:ext uri="{FF2B5EF4-FFF2-40B4-BE49-F238E27FC236}">
                    <a16:creationId xmlns:a16="http://schemas.microsoft.com/office/drawing/2014/main" id="{6EBF73B1-138F-FC94-A48C-EB11F3CBB234}"/>
                  </a:ext>
                </a:extLst>
              </p:cNvPr>
              <p:cNvSpPr>
                <a:spLocks/>
              </p:cNvSpPr>
              <p:nvPr/>
            </p:nvSpPr>
            <p:spPr bwMode="auto">
              <a:xfrm>
                <a:off x="5435" y="13689"/>
                <a:ext cx="58" cy="329"/>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700" name="Rectangle 15493">
                <a:extLst>
                  <a:ext uri="{FF2B5EF4-FFF2-40B4-BE49-F238E27FC236}">
                    <a16:creationId xmlns:a16="http://schemas.microsoft.com/office/drawing/2014/main" id="{61B25767-6733-788D-AE52-E906EC32DAB8}"/>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701" name="Line 15494">
                <a:extLst>
                  <a:ext uri="{FF2B5EF4-FFF2-40B4-BE49-F238E27FC236}">
                    <a16:creationId xmlns:a16="http://schemas.microsoft.com/office/drawing/2014/main" id="{C2BD8E73-358B-1083-901F-33AF58498916}"/>
                  </a:ext>
                </a:extLst>
              </p:cNvPr>
              <p:cNvCxnSpPr>
                <a:cxnSpLocks/>
              </p:cNvCxnSpPr>
              <p:nvPr/>
            </p:nvCxnSpPr>
            <p:spPr bwMode="auto">
              <a:xfrm>
                <a:off x="5408" y="14017"/>
                <a:ext cx="1" cy="45"/>
              </a:xfrm>
              <a:prstGeom prst="line">
                <a:avLst/>
              </a:prstGeom>
              <a:grpFill/>
              <a:ln w="3175">
                <a:solidFill>
                  <a:srgbClr val="000000"/>
                </a:solidFill>
                <a:round/>
                <a:headEnd/>
                <a:tailEnd/>
              </a:ln>
            </p:spPr>
          </p:cxnSp>
          <p:cxnSp>
            <p:nvCxnSpPr>
              <p:cNvPr id="702" name="Line 15495">
                <a:extLst>
                  <a:ext uri="{FF2B5EF4-FFF2-40B4-BE49-F238E27FC236}">
                    <a16:creationId xmlns:a16="http://schemas.microsoft.com/office/drawing/2014/main" id="{C6E4849C-7E3D-6389-F486-388AD7666C06}"/>
                  </a:ext>
                </a:extLst>
              </p:cNvPr>
              <p:cNvCxnSpPr>
                <a:cxnSpLocks/>
              </p:cNvCxnSpPr>
              <p:nvPr/>
            </p:nvCxnSpPr>
            <p:spPr bwMode="auto">
              <a:xfrm>
                <a:off x="5432" y="14020"/>
                <a:ext cx="1" cy="45"/>
              </a:xfrm>
              <a:prstGeom prst="line">
                <a:avLst/>
              </a:prstGeom>
              <a:grpFill/>
              <a:ln w="3175">
                <a:solidFill>
                  <a:srgbClr val="000000"/>
                </a:solidFill>
                <a:round/>
                <a:headEnd/>
                <a:tailEnd/>
              </a:ln>
            </p:spPr>
          </p:cxnSp>
          <p:cxnSp>
            <p:nvCxnSpPr>
              <p:cNvPr id="703" name="Line 15496">
                <a:extLst>
                  <a:ext uri="{FF2B5EF4-FFF2-40B4-BE49-F238E27FC236}">
                    <a16:creationId xmlns:a16="http://schemas.microsoft.com/office/drawing/2014/main" id="{3819501D-B364-6F6C-B662-F84D4A911A16}"/>
                  </a:ext>
                </a:extLst>
              </p:cNvPr>
              <p:cNvCxnSpPr>
                <a:cxnSpLocks/>
              </p:cNvCxnSpPr>
              <p:nvPr/>
            </p:nvCxnSpPr>
            <p:spPr bwMode="auto">
              <a:xfrm>
                <a:off x="5455" y="14020"/>
                <a:ext cx="1" cy="45"/>
              </a:xfrm>
              <a:prstGeom prst="line">
                <a:avLst/>
              </a:prstGeom>
              <a:grpFill/>
              <a:ln w="3175">
                <a:solidFill>
                  <a:srgbClr val="000000"/>
                </a:solidFill>
                <a:round/>
                <a:headEnd/>
                <a:tailEnd/>
              </a:ln>
            </p:spPr>
          </p:cxnSp>
          <p:cxnSp>
            <p:nvCxnSpPr>
              <p:cNvPr id="384" name="Line 15497">
                <a:extLst>
                  <a:ext uri="{FF2B5EF4-FFF2-40B4-BE49-F238E27FC236}">
                    <a16:creationId xmlns:a16="http://schemas.microsoft.com/office/drawing/2014/main" id="{4DF084FA-5736-074B-FC1B-A7C71D8105FF}"/>
                  </a:ext>
                </a:extLst>
              </p:cNvPr>
              <p:cNvCxnSpPr>
                <a:cxnSpLocks/>
              </p:cNvCxnSpPr>
              <p:nvPr/>
            </p:nvCxnSpPr>
            <p:spPr bwMode="auto">
              <a:xfrm>
                <a:off x="5480" y="14017"/>
                <a:ext cx="1" cy="45"/>
              </a:xfrm>
              <a:prstGeom prst="line">
                <a:avLst/>
              </a:prstGeom>
              <a:grpFill/>
              <a:ln w="3175">
                <a:solidFill>
                  <a:srgbClr val="000000"/>
                </a:solidFill>
                <a:round/>
                <a:headEnd/>
                <a:tailEnd/>
              </a:ln>
            </p:spPr>
          </p:cxnSp>
          <p:cxnSp>
            <p:nvCxnSpPr>
              <p:cNvPr id="385" name="Line 15498">
                <a:extLst>
                  <a:ext uri="{FF2B5EF4-FFF2-40B4-BE49-F238E27FC236}">
                    <a16:creationId xmlns:a16="http://schemas.microsoft.com/office/drawing/2014/main" id="{AA5471AE-D54E-3649-6DDD-D5168F06F5AF}"/>
                  </a:ext>
                </a:extLst>
              </p:cNvPr>
              <p:cNvCxnSpPr>
                <a:cxnSpLocks/>
              </p:cNvCxnSpPr>
              <p:nvPr/>
            </p:nvCxnSpPr>
            <p:spPr bwMode="auto">
              <a:xfrm>
                <a:off x="5501" y="14017"/>
                <a:ext cx="1" cy="45"/>
              </a:xfrm>
              <a:prstGeom prst="line">
                <a:avLst/>
              </a:prstGeom>
              <a:grpFill/>
              <a:ln w="3175">
                <a:solidFill>
                  <a:srgbClr val="000000"/>
                </a:solidFill>
                <a:round/>
                <a:headEnd/>
                <a:tailEnd/>
              </a:ln>
            </p:spPr>
          </p:cxnSp>
          <p:cxnSp>
            <p:nvCxnSpPr>
              <p:cNvPr id="386" name="Line 15499">
                <a:extLst>
                  <a:ext uri="{FF2B5EF4-FFF2-40B4-BE49-F238E27FC236}">
                    <a16:creationId xmlns:a16="http://schemas.microsoft.com/office/drawing/2014/main" id="{D7A1DDB4-D1DC-674E-210E-08977DF5FCA4}"/>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387" name="Line 15500">
                <a:extLst>
                  <a:ext uri="{FF2B5EF4-FFF2-40B4-BE49-F238E27FC236}">
                    <a16:creationId xmlns:a16="http://schemas.microsoft.com/office/drawing/2014/main" id="{650D47C2-EB8D-DEAA-F980-0AC5E215538C}"/>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698" name="Line 15500">
              <a:extLst>
                <a:ext uri="{FF2B5EF4-FFF2-40B4-BE49-F238E27FC236}">
                  <a16:creationId xmlns:a16="http://schemas.microsoft.com/office/drawing/2014/main" id="{7522316B-37A4-1810-8719-19D21A23DBCF}"/>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grpSp>
        <p:nvGrpSpPr>
          <p:cNvPr id="621" name="组合 620">
            <a:extLst>
              <a:ext uri="{FF2B5EF4-FFF2-40B4-BE49-F238E27FC236}">
                <a16:creationId xmlns:a16="http://schemas.microsoft.com/office/drawing/2014/main" id="{A9670A4E-6551-F9BB-3F47-804DABA201AA}"/>
              </a:ext>
            </a:extLst>
          </p:cNvPr>
          <p:cNvGrpSpPr/>
          <p:nvPr/>
        </p:nvGrpSpPr>
        <p:grpSpPr>
          <a:xfrm>
            <a:off x="1483277" y="3049951"/>
            <a:ext cx="937224" cy="682009"/>
            <a:chOff x="1459260" y="3145363"/>
            <a:chExt cx="937224" cy="682009"/>
          </a:xfrm>
        </p:grpSpPr>
        <p:sp>
          <p:nvSpPr>
            <p:cNvPr id="16" name="Rectangle 15437">
              <a:extLst>
                <a:ext uri="{FF2B5EF4-FFF2-40B4-BE49-F238E27FC236}">
                  <a16:creationId xmlns:a16="http://schemas.microsoft.com/office/drawing/2014/main" id="{59013D48-0455-50C1-1361-F9B524C1D71C}"/>
                </a:ext>
              </a:extLst>
            </p:cNvPr>
            <p:cNvSpPr>
              <a:spLocks/>
            </p:cNvSpPr>
            <p:nvPr/>
          </p:nvSpPr>
          <p:spPr bwMode="auto">
            <a:xfrm>
              <a:off x="1471103" y="3289731"/>
              <a:ext cx="925381" cy="438076"/>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38" name="Rectangle 15456">
              <a:extLst>
                <a:ext uri="{FF2B5EF4-FFF2-40B4-BE49-F238E27FC236}">
                  <a16:creationId xmlns:a16="http://schemas.microsoft.com/office/drawing/2014/main" id="{8E6685A0-F6DC-1283-30EC-DE600ECB7001}"/>
                </a:ext>
              </a:extLst>
            </p:cNvPr>
            <p:cNvSpPr>
              <a:spLocks/>
            </p:cNvSpPr>
            <p:nvPr/>
          </p:nvSpPr>
          <p:spPr bwMode="auto">
            <a:xfrm>
              <a:off x="1705701" y="3232020"/>
              <a:ext cx="104184" cy="550291"/>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4" name="AutoShape 15440">
              <a:extLst>
                <a:ext uri="{FF2B5EF4-FFF2-40B4-BE49-F238E27FC236}">
                  <a16:creationId xmlns:a16="http://schemas.microsoft.com/office/drawing/2014/main" id="{AE5703A8-7E5F-0E42-41A0-5073EE9F9108}"/>
                </a:ext>
              </a:extLst>
            </p:cNvPr>
            <p:cNvSpPr>
              <a:spLocks/>
            </p:cNvSpPr>
            <p:nvPr/>
          </p:nvSpPr>
          <p:spPr bwMode="auto">
            <a:xfrm flipH="1">
              <a:off x="1459260" y="3145363"/>
              <a:ext cx="245405" cy="682009"/>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sp>
        <p:nvSpPr>
          <p:cNvPr id="55" name="矩形 54"/>
          <p:cNvSpPr/>
          <p:nvPr/>
        </p:nvSpPr>
        <p:spPr>
          <a:xfrm>
            <a:off x="224603" y="867301"/>
            <a:ext cx="3360420" cy="583565"/>
          </a:xfrm>
          <a:prstGeom prst="rect">
            <a:avLst/>
          </a:prstGeom>
        </p:spPr>
        <p:txBody>
          <a:bodyPr wrap="none">
            <a:spAutoFit/>
          </a:bodyPr>
          <a:lstStyle/>
          <a:p>
            <a:r>
              <a:rPr lang="en-US" altLang="zh-CN"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3.2 </a:t>
            </a:r>
            <a:r>
              <a:rPr lang="zh-CN" altLang="en-US"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分光计的调整</a:t>
            </a:r>
          </a:p>
        </p:txBody>
      </p:sp>
      <p:sp>
        <p:nvSpPr>
          <p:cNvPr id="3" name="TextBox 95"/>
          <p:cNvSpPr txBox="1"/>
          <p:nvPr/>
        </p:nvSpPr>
        <p:spPr>
          <a:xfrm>
            <a:off x="478790" y="2242185"/>
            <a:ext cx="5547360" cy="706755"/>
          </a:xfrm>
          <a:prstGeom prst="rect">
            <a:avLst/>
          </a:prstGeom>
          <a:noFill/>
        </p:spPr>
        <p:txBody>
          <a:bodyPr wrap="square" rtlCol="0">
            <a:spAutoFit/>
          </a:bodyPr>
          <a:lstStyle/>
          <a:p>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调节狭缝和透镜间的距离，从望远镜中可看见清晰的狭缝的像；调节狭缝大小，目视约</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1mm</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p:txBody>
      </p:sp>
      <mc:AlternateContent xmlns:mc="http://schemas.openxmlformats.org/markup-compatibility/2006" xmlns:a14="http://schemas.microsoft.com/office/drawing/2010/main">
        <mc:Choice Requires="a14">
          <p:sp>
            <p:nvSpPr>
              <p:cNvPr id="26" name="TextBox 25"/>
              <p:cNvSpPr txBox="1"/>
              <p:nvPr/>
            </p:nvSpPr>
            <p:spPr>
              <a:xfrm>
                <a:off x="6564630" y="2195830"/>
                <a:ext cx="4725670" cy="819785"/>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sym typeface="+mn-ea"/>
                  </a:rPr>
                  <a:t>旋转狭缝套筒</a:t>
                </a:r>
                <a:r>
                  <a:rPr lang="en-US" altLang="zh-CN" sz="2000" b="1" dirty="0">
                    <a:latin typeface="微软雅黑" panose="020B0503020204020204" pitchFamily="34" charset="-122"/>
                    <a:ea typeface="微软雅黑" panose="020B0503020204020204" pitchFamily="34" charset="-122"/>
                    <a:sym typeface="+mn-ea"/>
                  </a:rPr>
                  <a:t>9</a:t>
                </a:r>
                <a:r>
                  <a:rPr lang="zh-CN" altLang="en-US" sz="2000" b="1" dirty="0">
                    <a:latin typeface="微软雅黑" panose="020B0503020204020204" pitchFamily="34" charset="-122"/>
                    <a:ea typeface="微软雅黑" panose="020B0503020204020204" pitchFamily="34" charset="-122"/>
                    <a:sym typeface="+mn-ea"/>
                  </a:rPr>
                  <a:t>0</a:t>
                </a:r>
                <a14:m>
                  <m:oMath xmlns:m="http://schemas.openxmlformats.org/officeDocument/2006/math">
                    <m:r>
                      <a:rPr lang="zh-CN" altLang="en-US" sz="2000" b="1" dirty="0" smtClean="0">
                        <a:latin typeface="Cambria Math" panose="02040503050406030204" pitchFamily="18" charset="0"/>
                        <a:ea typeface="微软雅黑" panose="020B0503020204020204" pitchFamily="34" charset="-122"/>
                      </a:rPr>
                      <m:t>°</m:t>
                    </m:r>
                  </m:oMath>
                </a14:m>
                <a:r>
                  <a:rPr lang="zh-CN" altLang="en-US" sz="2000" b="1" dirty="0">
                    <a:latin typeface="微软雅黑" panose="020B0503020204020204" pitchFamily="34" charset="-122"/>
                    <a:ea typeface="微软雅黑" panose="020B0503020204020204" pitchFamily="34" charset="-122"/>
                    <a:sym typeface="+mn-ea"/>
                  </a:rPr>
                  <a:t>，</a:t>
                </a:r>
                <a:r>
                  <a:rPr lang="zh-CN" altLang="en-US" sz="2000" b="1" dirty="0">
                    <a:solidFill>
                      <a:schemeClr val="tx1"/>
                    </a:solidFill>
                    <a:latin typeface="微软雅黑" panose="020B0503020204020204" pitchFamily="34" charset="-122"/>
                    <a:ea typeface="微软雅黑" panose="020B0503020204020204" pitchFamily="34" charset="-122"/>
                  </a:rPr>
                  <a:t>调节平行光管倾斜，使平行光与中间刻线重合</a:t>
                </a:r>
                <a:r>
                  <a:rPr lang="zh-CN" altLang="en-US" sz="2000" b="1" dirty="0">
                    <a:solidFill>
                      <a:schemeClr val="tx1"/>
                    </a:solidFill>
                    <a:latin typeface="微软雅黑" panose="020B0503020204020204" pitchFamily="34" charset="-122"/>
                    <a:ea typeface="微软雅黑" panose="020B0503020204020204" pitchFamily="34" charset="-122"/>
                    <a:cs typeface="Times New Roman" panose="02020503050405090304" pitchFamily="18" charset="0"/>
                  </a:rPr>
                  <a:t>。</a:t>
                </a:r>
              </a:p>
            </p:txBody>
          </p:sp>
        </mc:Choice>
        <mc:Fallback xmlns="">
          <p:sp>
            <p:nvSpPr>
              <p:cNvPr id="26" name="TextBox 25"/>
              <p:cNvSpPr txBox="1">
                <a:spLocks noRot="1" noChangeAspect="1" noMove="1" noResize="1" noEditPoints="1" noAdjustHandles="1" noChangeArrowheads="1" noChangeShapeType="1" noTextEdit="1"/>
              </p:cNvSpPr>
              <p:nvPr/>
            </p:nvSpPr>
            <p:spPr>
              <a:xfrm>
                <a:off x="6564630" y="2195830"/>
                <a:ext cx="4725670" cy="819785"/>
              </a:xfrm>
              <a:prstGeom prst="rect">
                <a:avLst/>
              </a:prstGeom>
              <a:blipFill rotWithShape="1">
                <a:blip r:embed="rId9"/>
                <a:stretch>
                  <a:fillRect/>
                </a:stretch>
              </a:blipFill>
            </p:spPr>
            <p:txBody>
              <a:bodyPr/>
              <a:lstStyle/>
              <a:p>
                <a:r>
                  <a:rPr lang="zh-CN" altLang="en-US">
                    <a:noFill/>
                  </a:rPr>
                  <a:t> </a:t>
                </a:r>
              </a:p>
            </p:txBody>
          </p:sp>
        </mc:Fallback>
      </mc:AlternateContent>
      <p:sp>
        <p:nvSpPr>
          <p:cNvPr id="10" name="Rectangle 15501">
            <a:extLst>
              <a:ext uri="{FF2B5EF4-FFF2-40B4-BE49-F238E27FC236}">
                <a16:creationId xmlns:a16="http://schemas.microsoft.com/office/drawing/2014/main" id="{DA6273BC-7C2F-AEFC-CE59-0F65286EFD30}"/>
              </a:ext>
            </a:extLst>
          </p:cNvPr>
          <p:cNvSpPr>
            <a:spLocks/>
          </p:cNvSpPr>
          <p:nvPr/>
        </p:nvSpPr>
        <p:spPr bwMode="auto">
          <a:xfrm>
            <a:off x="2605854" y="3933999"/>
            <a:ext cx="1640273" cy="102586"/>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grpSp>
        <p:nvGrpSpPr>
          <p:cNvPr id="12" name="组合 11">
            <a:extLst>
              <a:ext uri="{FF2B5EF4-FFF2-40B4-BE49-F238E27FC236}">
                <a16:creationId xmlns:a16="http://schemas.microsoft.com/office/drawing/2014/main" id="{2297A6D8-0ABC-E16A-DD3D-8FFE9206B220}"/>
              </a:ext>
            </a:extLst>
          </p:cNvPr>
          <p:cNvGrpSpPr/>
          <p:nvPr/>
        </p:nvGrpSpPr>
        <p:grpSpPr>
          <a:xfrm flipH="1">
            <a:off x="2526037" y="3861437"/>
            <a:ext cx="228313" cy="568875"/>
            <a:chOff x="1879235" y="1799172"/>
            <a:chExt cx="181074" cy="465110"/>
          </a:xfrm>
        </p:grpSpPr>
        <p:grpSp>
          <p:nvGrpSpPr>
            <p:cNvPr id="439" name="Group 15491">
              <a:extLst>
                <a:ext uri="{FF2B5EF4-FFF2-40B4-BE49-F238E27FC236}">
                  <a16:creationId xmlns:a16="http://schemas.microsoft.com/office/drawing/2014/main" id="{9B8B1671-E159-3356-9A01-EE7FC8B5340D}"/>
                </a:ext>
              </a:extLst>
            </p:cNvPr>
            <p:cNvGrpSpPr>
              <a:grpSpLocks/>
            </p:cNvGrpSpPr>
            <p:nvPr/>
          </p:nvGrpSpPr>
          <p:grpSpPr bwMode="auto">
            <a:xfrm>
              <a:off x="1879235" y="1799172"/>
              <a:ext cx="181074" cy="465110"/>
              <a:chOff x="5389" y="13675"/>
              <a:chExt cx="153" cy="393"/>
            </a:xfr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p:grpSpPr>
          <p:sp>
            <p:nvSpPr>
              <p:cNvPr id="441" name="Rectangle 15492">
                <a:extLst>
                  <a:ext uri="{FF2B5EF4-FFF2-40B4-BE49-F238E27FC236}">
                    <a16:creationId xmlns:a16="http://schemas.microsoft.com/office/drawing/2014/main" id="{D68B89F4-3082-AEF1-5EF1-AFEAECB5DA9F}"/>
                  </a:ext>
                </a:extLst>
              </p:cNvPr>
              <p:cNvSpPr>
                <a:spLocks/>
              </p:cNvSpPr>
              <p:nvPr/>
            </p:nvSpPr>
            <p:spPr bwMode="auto">
              <a:xfrm>
                <a:off x="5435" y="13675"/>
                <a:ext cx="58" cy="345"/>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42" name="Rectangle 15493">
                <a:extLst>
                  <a:ext uri="{FF2B5EF4-FFF2-40B4-BE49-F238E27FC236}">
                    <a16:creationId xmlns:a16="http://schemas.microsoft.com/office/drawing/2014/main" id="{15D28443-F740-092B-DB2C-1759787B1F42}"/>
                  </a:ext>
                </a:extLst>
              </p:cNvPr>
              <p:cNvSpPr>
                <a:spLocks/>
              </p:cNvSpPr>
              <p:nvPr/>
            </p:nvSpPr>
            <p:spPr bwMode="auto">
              <a:xfrm>
                <a:off x="5389" y="14011"/>
                <a:ext cx="153" cy="57"/>
              </a:xfrm>
              <a:prstGeom prst="rect">
                <a:avLst/>
              </a:prstGeom>
              <a:grp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cxnSp>
            <p:nvCxnSpPr>
              <p:cNvPr id="443" name="Line 15494">
                <a:extLst>
                  <a:ext uri="{FF2B5EF4-FFF2-40B4-BE49-F238E27FC236}">
                    <a16:creationId xmlns:a16="http://schemas.microsoft.com/office/drawing/2014/main" id="{50436821-327E-0C10-DFD3-70157B55EB28}"/>
                  </a:ext>
                </a:extLst>
              </p:cNvPr>
              <p:cNvCxnSpPr>
                <a:cxnSpLocks/>
              </p:cNvCxnSpPr>
              <p:nvPr/>
            </p:nvCxnSpPr>
            <p:spPr bwMode="auto">
              <a:xfrm>
                <a:off x="5416" y="14017"/>
                <a:ext cx="1" cy="45"/>
              </a:xfrm>
              <a:prstGeom prst="line">
                <a:avLst/>
              </a:prstGeom>
              <a:grpFill/>
              <a:ln w="3175">
                <a:solidFill>
                  <a:srgbClr val="000000"/>
                </a:solidFill>
                <a:round/>
                <a:headEnd/>
                <a:tailEnd/>
              </a:ln>
            </p:spPr>
          </p:cxnSp>
          <p:cxnSp>
            <p:nvCxnSpPr>
              <p:cNvPr id="444" name="Line 15495">
                <a:extLst>
                  <a:ext uri="{FF2B5EF4-FFF2-40B4-BE49-F238E27FC236}">
                    <a16:creationId xmlns:a16="http://schemas.microsoft.com/office/drawing/2014/main" id="{5CB93C99-CA9A-C0B5-EF36-43AE993CC5C5}"/>
                  </a:ext>
                </a:extLst>
              </p:cNvPr>
              <p:cNvCxnSpPr>
                <a:cxnSpLocks/>
              </p:cNvCxnSpPr>
              <p:nvPr/>
            </p:nvCxnSpPr>
            <p:spPr bwMode="auto">
              <a:xfrm>
                <a:off x="5440" y="14020"/>
                <a:ext cx="1" cy="45"/>
              </a:xfrm>
              <a:prstGeom prst="line">
                <a:avLst/>
              </a:prstGeom>
              <a:grpFill/>
              <a:ln w="3175">
                <a:solidFill>
                  <a:srgbClr val="000000"/>
                </a:solidFill>
                <a:round/>
                <a:headEnd/>
                <a:tailEnd/>
              </a:ln>
            </p:spPr>
          </p:cxnSp>
          <p:cxnSp>
            <p:nvCxnSpPr>
              <p:cNvPr id="445" name="Line 15496">
                <a:extLst>
                  <a:ext uri="{FF2B5EF4-FFF2-40B4-BE49-F238E27FC236}">
                    <a16:creationId xmlns:a16="http://schemas.microsoft.com/office/drawing/2014/main" id="{C1887D96-FED1-3095-C496-CCC0A85712CA}"/>
                  </a:ext>
                </a:extLst>
              </p:cNvPr>
              <p:cNvCxnSpPr>
                <a:cxnSpLocks/>
              </p:cNvCxnSpPr>
              <p:nvPr/>
            </p:nvCxnSpPr>
            <p:spPr bwMode="auto">
              <a:xfrm>
                <a:off x="5461" y="14020"/>
                <a:ext cx="1" cy="45"/>
              </a:xfrm>
              <a:prstGeom prst="line">
                <a:avLst/>
              </a:prstGeom>
              <a:grpFill/>
              <a:ln w="3175">
                <a:solidFill>
                  <a:srgbClr val="000000"/>
                </a:solidFill>
                <a:round/>
                <a:headEnd/>
                <a:tailEnd/>
              </a:ln>
            </p:spPr>
          </p:cxnSp>
          <p:cxnSp>
            <p:nvCxnSpPr>
              <p:cNvPr id="446" name="Line 15497">
                <a:extLst>
                  <a:ext uri="{FF2B5EF4-FFF2-40B4-BE49-F238E27FC236}">
                    <a16:creationId xmlns:a16="http://schemas.microsoft.com/office/drawing/2014/main" id="{14149BA9-5D6D-4706-07D5-77762EEDEA0F}"/>
                  </a:ext>
                </a:extLst>
              </p:cNvPr>
              <p:cNvCxnSpPr>
                <a:cxnSpLocks/>
              </p:cNvCxnSpPr>
              <p:nvPr/>
            </p:nvCxnSpPr>
            <p:spPr bwMode="auto">
              <a:xfrm>
                <a:off x="5488" y="14017"/>
                <a:ext cx="1" cy="45"/>
              </a:xfrm>
              <a:prstGeom prst="line">
                <a:avLst/>
              </a:prstGeom>
              <a:grpFill/>
              <a:ln w="3175">
                <a:solidFill>
                  <a:srgbClr val="000000"/>
                </a:solidFill>
                <a:round/>
                <a:headEnd/>
                <a:tailEnd/>
              </a:ln>
            </p:spPr>
          </p:cxnSp>
          <p:cxnSp>
            <p:nvCxnSpPr>
              <p:cNvPr id="447" name="Line 15498">
                <a:extLst>
                  <a:ext uri="{FF2B5EF4-FFF2-40B4-BE49-F238E27FC236}">
                    <a16:creationId xmlns:a16="http://schemas.microsoft.com/office/drawing/2014/main" id="{2FE99311-A119-861E-6B77-171291992763}"/>
                  </a:ext>
                </a:extLst>
              </p:cNvPr>
              <p:cNvCxnSpPr>
                <a:cxnSpLocks/>
              </p:cNvCxnSpPr>
              <p:nvPr/>
            </p:nvCxnSpPr>
            <p:spPr bwMode="auto">
              <a:xfrm>
                <a:off x="5509" y="14017"/>
                <a:ext cx="1" cy="45"/>
              </a:xfrm>
              <a:prstGeom prst="line">
                <a:avLst/>
              </a:prstGeom>
              <a:grpFill/>
              <a:ln w="3175">
                <a:solidFill>
                  <a:srgbClr val="000000"/>
                </a:solidFill>
                <a:round/>
                <a:headEnd/>
                <a:tailEnd/>
              </a:ln>
            </p:spPr>
          </p:cxnSp>
          <p:cxnSp>
            <p:nvCxnSpPr>
              <p:cNvPr id="448" name="Line 15499">
                <a:extLst>
                  <a:ext uri="{FF2B5EF4-FFF2-40B4-BE49-F238E27FC236}">
                    <a16:creationId xmlns:a16="http://schemas.microsoft.com/office/drawing/2014/main" id="{5C387445-B0BC-AFE6-D311-790FE5C27ED6}"/>
                  </a:ext>
                </a:extLst>
              </p:cNvPr>
              <p:cNvCxnSpPr>
                <a:cxnSpLocks/>
              </p:cNvCxnSpPr>
              <p:nvPr/>
            </p:nvCxnSpPr>
            <p:spPr bwMode="auto">
              <a:xfrm>
                <a:off x="5434" y="13987"/>
                <a:ext cx="62" cy="1"/>
              </a:xfrm>
              <a:prstGeom prst="line">
                <a:avLst/>
              </a:prstGeom>
              <a:grpFill/>
              <a:ln w="3175">
                <a:solidFill>
                  <a:srgbClr val="000000"/>
                </a:solidFill>
                <a:round/>
                <a:headEnd/>
                <a:tailEnd/>
              </a:ln>
            </p:spPr>
          </p:cxnSp>
          <p:cxnSp>
            <p:nvCxnSpPr>
              <p:cNvPr id="449" name="Line 15500">
                <a:extLst>
                  <a:ext uri="{FF2B5EF4-FFF2-40B4-BE49-F238E27FC236}">
                    <a16:creationId xmlns:a16="http://schemas.microsoft.com/office/drawing/2014/main" id="{1830BADA-B532-72AE-D5E1-ADFB86D95203}"/>
                  </a:ext>
                </a:extLst>
              </p:cNvPr>
              <p:cNvCxnSpPr>
                <a:cxnSpLocks/>
              </p:cNvCxnSpPr>
              <p:nvPr/>
            </p:nvCxnSpPr>
            <p:spPr bwMode="auto">
              <a:xfrm>
                <a:off x="5434" y="13963"/>
                <a:ext cx="62" cy="1"/>
              </a:xfrm>
              <a:prstGeom prst="line">
                <a:avLst/>
              </a:prstGeom>
              <a:grpFill/>
              <a:ln w="3175">
                <a:solidFill>
                  <a:srgbClr val="000000"/>
                </a:solidFill>
                <a:round/>
                <a:headEnd/>
                <a:tailEnd/>
              </a:ln>
            </p:spPr>
          </p:cxnSp>
        </p:grpSp>
        <p:cxnSp>
          <p:nvCxnSpPr>
            <p:cNvPr id="440" name="Line 15500">
              <a:extLst>
                <a:ext uri="{FF2B5EF4-FFF2-40B4-BE49-F238E27FC236}">
                  <a16:creationId xmlns:a16="http://schemas.microsoft.com/office/drawing/2014/main" id="{B5ABEA16-4562-5BD4-89FB-EF6E17649C44}"/>
                </a:ext>
              </a:extLst>
            </p:cNvPr>
            <p:cNvCxnSpPr>
              <a:cxnSpLocks/>
            </p:cNvCxnSpPr>
            <p:nvPr/>
          </p:nvCxnSpPr>
          <p:spPr bwMode="auto">
            <a:xfrm>
              <a:off x="1929908" y="2110321"/>
              <a:ext cx="73376"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3" name="Rectangle 15436">
            <a:extLst>
              <a:ext uri="{FF2B5EF4-FFF2-40B4-BE49-F238E27FC236}">
                <a16:creationId xmlns:a16="http://schemas.microsoft.com/office/drawing/2014/main" id="{19FA9D63-2683-3E16-D1F5-3BFD591DF63E}"/>
              </a:ext>
            </a:extLst>
          </p:cNvPr>
          <p:cNvSpPr>
            <a:spLocks/>
          </p:cNvSpPr>
          <p:nvPr/>
        </p:nvSpPr>
        <p:spPr bwMode="auto">
          <a:xfrm flipH="1">
            <a:off x="4156524" y="3807279"/>
            <a:ext cx="233786" cy="103388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4" name="Rectangle 15460">
            <a:extLst>
              <a:ext uri="{FF2B5EF4-FFF2-40B4-BE49-F238E27FC236}">
                <a16:creationId xmlns:a16="http://schemas.microsoft.com/office/drawing/2014/main" id="{26767129-392F-D72C-5C15-EFC5F6895EAC}"/>
              </a:ext>
            </a:extLst>
          </p:cNvPr>
          <p:cNvSpPr>
            <a:spLocks/>
          </p:cNvSpPr>
          <p:nvPr/>
        </p:nvSpPr>
        <p:spPr bwMode="auto">
          <a:xfrm flipV="1">
            <a:off x="2564563" y="3665381"/>
            <a:ext cx="151256" cy="13483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15" name="直角三角形 14">
            <a:extLst>
              <a:ext uri="{FF2B5EF4-FFF2-40B4-BE49-F238E27FC236}">
                <a16:creationId xmlns:a16="http://schemas.microsoft.com/office/drawing/2014/main" id="{DD5C2F61-1373-6822-4F4D-36E57B5897B0}"/>
              </a:ext>
            </a:extLst>
          </p:cNvPr>
          <p:cNvSpPr/>
          <p:nvPr/>
        </p:nvSpPr>
        <p:spPr>
          <a:xfrm flipH="1">
            <a:off x="2772618" y="3758220"/>
            <a:ext cx="1385837" cy="177967"/>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Rectangle 15460">
            <a:extLst>
              <a:ext uri="{FF2B5EF4-FFF2-40B4-BE49-F238E27FC236}">
                <a16:creationId xmlns:a16="http://schemas.microsoft.com/office/drawing/2014/main" id="{77AF20AE-1E55-51B6-4E6C-F1A027740C96}"/>
              </a:ext>
            </a:extLst>
          </p:cNvPr>
          <p:cNvSpPr>
            <a:spLocks/>
          </p:cNvSpPr>
          <p:nvPr/>
        </p:nvSpPr>
        <p:spPr bwMode="auto">
          <a:xfrm flipV="1">
            <a:off x="2502247" y="3892445"/>
            <a:ext cx="260763" cy="184096"/>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0" name="AutoShape 15462">
            <a:extLst>
              <a:ext uri="{FF2B5EF4-FFF2-40B4-BE49-F238E27FC236}">
                <a16:creationId xmlns:a16="http://schemas.microsoft.com/office/drawing/2014/main" id="{413773A5-B3D0-F372-05A7-7114C9B59A95}"/>
              </a:ext>
            </a:extLst>
          </p:cNvPr>
          <p:cNvSpPr>
            <a:spLocks/>
          </p:cNvSpPr>
          <p:nvPr/>
        </p:nvSpPr>
        <p:spPr bwMode="auto">
          <a:xfrm>
            <a:off x="2570832" y="3802692"/>
            <a:ext cx="137838" cy="55919"/>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gradFill flip="none" rotWithShape="1">
            <a:gsLst>
              <a:gs pos="0">
                <a:srgbClr val="535353"/>
              </a:gs>
              <a:gs pos="59000">
                <a:srgbClr val="858587"/>
              </a:gs>
              <a:gs pos="99000">
                <a:srgbClr val="BABABA"/>
              </a:gs>
            </a:gsLst>
            <a:lin ang="135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 name="Rectangle 15464">
            <a:extLst>
              <a:ext uri="{FF2B5EF4-FFF2-40B4-BE49-F238E27FC236}">
                <a16:creationId xmlns:a16="http://schemas.microsoft.com/office/drawing/2014/main" id="{C3AD48A3-4504-0E17-8F7A-7B81904144E5}"/>
              </a:ext>
            </a:extLst>
          </p:cNvPr>
          <p:cNvSpPr>
            <a:spLocks/>
          </p:cNvSpPr>
          <p:nvPr/>
        </p:nvSpPr>
        <p:spPr bwMode="auto">
          <a:xfrm>
            <a:off x="2167240" y="3151776"/>
            <a:ext cx="2496171" cy="534137"/>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 name="Rectangle 15515">
            <a:extLst>
              <a:ext uri="{FF2B5EF4-FFF2-40B4-BE49-F238E27FC236}">
                <a16:creationId xmlns:a16="http://schemas.microsoft.com/office/drawing/2014/main" id="{0A034EEC-DBB5-E680-B11E-CBE4BEA99D04}"/>
              </a:ext>
            </a:extLst>
          </p:cNvPr>
          <p:cNvSpPr>
            <a:spLocks/>
          </p:cNvSpPr>
          <p:nvPr/>
        </p:nvSpPr>
        <p:spPr bwMode="auto">
          <a:xfrm>
            <a:off x="4578620" y="3144199"/>
            <a:ext cx="371587" cy="542701"/>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52" name="Rectangle 15464">
            <a:extLst>
              <a:ext uri="{FF2B5EF4-FFF2-40B4-BE49-F238E27FC236}">
                <a16:creationId xmlns:a16="http://schemas.microsoft.com/office/drawing/2014/main" id="{73F85D1C-349E-6044-1815-AC76D5BBD481}"/>
              </a:ext>
            </a:extLst>
          </p:cNvPr>
          <p:cNvSpPr>
            <a:spLocks/>
          </p:cNvSpPr>
          <p:nvPr/>
        </p:nvSpPr>
        <p:spPr bwMode="auto">
          <a:xfrm>
            <a:off x="3914200" y="3115486"/>
            <a:ext cx="670215" cy="594747"/>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7" name="Rectangle 15465">
            <a:extLst>
              <a:ext uri="{FF2B5EF4-FFF2-40B4-BE49-F238E27FC236}">
                <a16:creationId xmlns:a16="http://schemas.microsoft.com/office/drawing/2014/main" id="{C0233C14-8F8C-4677-FD0A-54F93ABECCA1}"/>
              </a:ext>
            </a:extLst>
          </p:cNvPr>
          <p:cNvSpPr>
            <a:spLocks/>
          </p:cNvSpPr>
          <p:nvPr/>
        </p:nvSpPr>
        <p:spPr bwMode="auto">
          <a:xfrm>
            <a:off x="4158382" y="3408695"/>
            <a:ext cx="147028" cy="401483"/>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8" name="Rectangle 15501">
            <a:extLst>
              <a:ext uri="{FF2B5EF4-FFF2-40B4-BE49-F238E27FC236}">
                <a16:creationId xmlns:a16="http://schemas.microsoft.com/office/drawing/2014/main" id="{5E43E203-003A-79B3-736A-0586E6D4C287}"/>
              </a:ext>
            </a:extLst>
          </p:cNvPr>
          <p:cNvSpPr>
            <a:spLocks/>
          </p:cNvSpPr>
          <p:nvPr/>
        </p:nvSpPr>
        <p:spPr bwMode="auto">
          <a:xfrm>
            <a:off x="2461922" y="4086549"/>
            <a:ext cx="2075632" cy="149628"/>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19" name="直角三角形 418">
            <a:extLst>
              <a:ext uri="{FF2B5EF4-FFF2-40B4-BE49-F238E27FC236}">
                <a16:creationId xmlns:a16="http://schemas.microsoft.com/office/drawing/2014/main" id="{A8E90985-61AB-C0EA-F163-96830ED611D2}"/>
              </a:ext>
            </a:extLst>
          </p:cNvPr>
          <p:cNvSpPr/>
          <p:nvPr/>
        </p:nvSpPr>
        <p:spPr>
          <a:xfrm rot="10800000">
            <a:off x="2762765" y="4238870"/>
            <a:ext cx="1394734" cy="555848"/>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0" name="Rectangle 15465">
            <a:extLst>
              <a:ext uri="{FF2B5EF4-FFF2-40B4-BE49-F238E27FC236}">
                <a16:creationId xmlns:a16="http://schemas.microsoft.com/office/drawing/2014/main" id="{84703576-65C0-657B-E06B-32D8AA27138D}"/>
              </a:ext>
            </a:extLst>
          </p:cNvPr>
          <p:cNvSpPr>
            <a:spLocks/>
          </p:cNvSpPr>
          <p:nvPr/>
        </p:nvSpPr>
        <p:spPr bwMode="auto">
          <a:xfrm>
            <a:off x="2505313" y="3121023"/>
            <a:ext cx="261135" cy="594747"/>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21" name="Oval 15540">
            <a:extLst>
              <a:ext uri="{FF2B5EF4-FFF2-40B4-BE49-F238E27FC236}">
                <a16:creationId xmlns:a16="http://schemas.microsoft.com/office/drawing/2014/main" id="{9941A0E3-5166-2ED1-35D7-A0C70AEF02BE}"/>
              </a:ext>
            </a:extLst>
          </p:cNvPr>
          <p:cNvSpPr>
            <a:spLocks/>
          </p:cNvSpPr>
          <p:nvPr/>
        </p:nvSpPr>
        <p:spPr bwMode="auto">
          <a:xfrm>
            <a:off x="2014981" y="3486255"/>
            <a:ext cx="442553" cy="441249"/>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422" name="Rectangle 15437">
            <a:extLst>
              <a:ext uri="{FF2B5EF4-FFF2-40B4-BE49-F238E27FC236}">
                <a16:creationId xmlns:a16="http://schemas.microsoft.com/office/drawing/2014/main" id="{5EE65555-9499-4DA7-9489-9F84D3A4596D}"/>
              </a:ext>
            </a:extLst>
          </p:cNvPr>
          <p:cNvSpPr>
            <a:spLocks/>
          </p:cNvSpPr>
          <p:nvPr/>
        </p:nvSpPr>
        <p:spPr bwMode="auto">
          <a:xfrm>
            <a:off x="2767302" y="3144198"/>
            <a:ext cx="1141711" cy="546724"/>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dirty="0"/>
          </a:p>
        </p:txBody>
      </p:sp>
      <p:sp>
        <p:nvSpPr>
          <p:cNvPr id="423" name="Oval 15540">
            <a:extLst>
              <a:ext uri="{FF2B5EF4-FFF2-40B4-BE49-F238E27FC236}">
                <a16:creationId xmlns:a16="http://schemas.microsoft.com/office/drawing/2014/main" id="{663BB0F5-26FA-0F13-9E46-1D5D81B88C3E}"/>
              </a:ext>
            </a:extLst>
          </p:cNvPr>
          <p:cNvSpPr>
            <a:spLocks/>
          </p:cNvSpPr>
          <p:nvPr/>
        </p:nvSpPr>
        <p:spPr bwMode="auto">
          <a:xfrm>
            <a:off x="4084393" y="3262827"/>
            <a:ext cx="311211" cy="2984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sp>
        <p:nvSpPr>
          <p:cNvPr id="2" name="文本框 1"/>
          <p:cNvSpPr txBox="1"/>
          <p:nvPr/>
        </p:nvSpPr>
        <p:spPr>
          <a:xfrm>
            <a:off x="265430" y="1166495"/>
            <a:ext cx="8396574" cy="922020"/>
          </a:xfrm>
          <a:prstGeom prst="rect">
            <a:avLst/>
          </a:prstGeom>
          <a:noFill/>
        </p:spPr>
        <p:txBody>
          <a:bodyPr wrap="square" rtlCol="0" anchor="t">
            <a:noAutofit/>
          </a:bodyPr>
          <a:lstStyle/>
          <a:p>
            <a:pPr indent="0" eaLnBrk="0" hangingPunct="0">
              <a:lnSpc>
                <a:spcPct val="200000"/>
              </a:lnSpc>
              <a:buFont typeface="+mj-lt"/>
              <a:buNone/>
            </a:pP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平行光管</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发出平行光</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平行光管光轴</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垂直</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于仪器主轴</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25" name="组合 424">
            <a:extLst>
              <a:ext uri="{FF2B5EF4-FFF2-40B4-BE49-F238E27FC236}">
                <a16:creationId xmlns:a16="http://schemas.microsoft.com/office/drawing/2014/main" id="{6516F8DF-3038-28D1-3706-C4AAEB054AC3}"/>
              </a:ext>
            </a:extLst>
          </p:cNvPr>
          <p:cNvGrpSpPr/>
          <p:nvPr/>
        </p:nvGrpSpPr>
        <p:grpSpPr>
          <a:xfrm flipH="1">
            <a:off x="4185534" y="3896560"/>
            <a:ext cx="168622" cy="163571"/>
            <a:chOff x="9253470" y="1351580"/>
            <a:chExt cx="133734" cy="133734"/>
          </a:xfrm>
        </p:grpSpPr>
        <p:sp>
          <p:nvSpPr>
            <p:cNvPr id="437" name="Oval 15540">
              <a:extLst>
                <a:ext uri="{FF2B5EF4-FFF2-40B4-BE49-F238E27FC236}">
                  <a16:creationId xmlns:a16="http://schemas.microsoft.com/office/drawing/2014/main" id="{D2CD9EF8-3900-2EA8-3AA1-7A079B7D0A09}"/>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8" name="Line 15541">
              <a:extLst>
                <a:ext uri="{FF2B5EF4-FFF2-40B4-BE49-F238E27FC236}">
                  <a16:creationId xmlns:a16="http://schemas.microsoft.com/office/drawing/2014/main" id="{6A21B837-FE99-B26E-CC61-EED0A9FAB696}"/>
                </a:ext>
              </a:extLst>
            </p:cNvPr>
            <p:cNvCxnSpPr>
              <a:cxnSpLocks/>
              <a:stCxn id="437" idx="1"/>
              <a:endCxn id="437"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6" name="组合 425">
            <a:extLst>
              <a:ext uri="{FF2B5EF4-FFF2-40B4-BE49-F238E27FC236}">
                <a16:creationId xmlns:a16="http://schemas.microsoft.com/office/drawing/2014/main" id="{D582E822-D4A5-6064-2FD6-3166C46D51DA}"/>
              </a:ext>
            </a:extLst>
          </p:cNvPr>
          <p:cNvGrpSpPr/>
          <p:nvPr/>
        </p:nvGrpSpPr>
        <p:grpSpPr>
          <a:xfrm flipH="1">
            <a:off x="2146867" y="3628234"/>
            <a:ext cx="168622" cy="163571"/>
            <a:chOff x="9253470" y="1351580"/>
            <a:chExt cx="133734" cy="133734"/>
          </a:xfrm>
        </p:grpSpPr>
        <p:sp>
          <p:nvSpPr>
            <p:cNvPr id="435" name="Oval 15540">
              <a:extLst>
                <a:ext uri="{FF2B5EF4-FFF2-40B4-BE49-F238E27FC236}">
                  <a16:creationId xmlns:a16="http://schemas.microsoft.com/office/drawing/2014/main" id="{9C36B964-F6D0-10ED-FD14-A87165E91B8F}"/>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6" name="Line 15541">
              <a:extLst>
                <a:ext uri="{FF2B5EF4-FFF2-40B4-BE49-F238E27FC236}">
                  <a16:creationId xmlns:a16="http://schemas.microsoft.com/office/drawing/2014/main" id="{AE7E43B9-625C-3496-5B3E-A61D59346D29}"/>
                </a:ext>
              </a:extLst>
            </p:cNvPr>
            <p:cNvCxnSpPr>
              <a:cxnSpLocks/>
              <a:stCxn id="435" idx="1"/>
              <a:endCxn id="435"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27" name="组合 426">
            <a:extLst>
              <a:ext uri="{FF2B5EF4-FFF2-40B4-BE49-F238E27FC236}">
                <a16:creationId xmlns:a16="http://schemas.microsoft.com/office/drawing/2014/main" id="{8BFA121C-3E83-083C-9E4E-B4106FFDAD88}"/>
              </a:ext>
            </a:extLst>
          </p:cNvPr>
          <p:cNvGrpSpPr/>
          <p:nvPr/>
        </p:nvGrpSpPr>
        <p:grpSpPr>
          <a:xfrm flipH="1">
            <a:off x="4181037" y="3354827"/>
            <a:ext cx="118578" cy="115025"/>
            <a:chOff x="6860651" y="1146968"/>
            <a:chExt cx="94044" cy="94044"/>
          </a:xfrm>
        </p:grpSpPr>
        <p:sp>
          <p:nvSpPr>
            <p:cNvPr id="433" name="Oval 15540">
              <a:extLst>
                <a:ext uri="{FF2B5EF4-FFF2-40B4-BE49-F238E27FC236}">
                  <a16:creationId xmlns:a16="http://schemas.microsoft.com/office/drawing/2014/main" id="{0A2F2287-02A7-BB90-18F2-6A4143E3AD40}"/>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4" name="Line 15541">
              <a:extLst>
                <a:ext uri="{FF2B5EF4-FFF2-40B4-BE49-F238E27FC236}">
                  <a16:creationId xmlns:a16="http://schemas.microsoft.com/office/drawing/2014/main" id="{ADCEB449-4019-94F7-A683-067639D085EA}"/>
                </a:ext>
              </a:extLst>
            </p:cNvPr>
            <p:cNvCxnSpPr>
              <a:cxnSpLocks/>
              <a:stCxn id="433" idx="1"/>
              <a:endCxn id="433"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sp>
        <p:nvSpPr>
          <p:cNvPr id="428" name="Oval 15540">
            <a:extLst>
              <a:ext uri="{FF2B5EF4-FFF2-40B4-BE49-F238E27FC236}">
                <a16:creationId xmlns:a16="http://schemas.microsoft.com/office/drawing/2014/main" id="{A3A71194-378B-04EF-A8E1-98DF9517FF91}"/>
              </a:ext>
            </a:extLst>
          </p:cNvPr>
          <p:cNvSpPr>
            <a:spLocks/>
          </p:cNvSpPr>
          <p:nvPr/>
        </p:nvSpPr>
        <p:spPr bwMode="auto">
          <a:xfrm flipH="1">
            <a:off x="2234662" y="3331009"/>
            <a:ext cx="168622" cy="163571"/>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prstDash val="sysDash"/>
            <a:round/>
            <a:headEnd/>
            <a:tailEnd/>
          </a:ln>
        </p:spPr>
        <p:txBody>
          <a:bodyPr rot="0" vert="horz" wrap="square" lIns="91440" tIns="45720" rIns="91440" bIns="45720" anchor="t" anchorCtr="0" upright="1">
            <a:noAutofit/>
          </a:bodyPr>
          <a:lstStyle/>
          <a:p>
            <a:endParaRPr lang="zh-CN" altLang="en-US"/>
          </a:p>
        </p:txBody>
      </p:sp>
      <p:cxnSp>
        <p:nvCxnSpPr>
          <p:cNvPr id="429" name="Line 15541">
            <a:extLst>
              <a:ext uri="{FF2B5EF4-FFF2-40B4-BE49-F238E27FC236}">
                <a16:creationId xmlns:a16="http://schemas.microsoft.com/office/drawing/2014/main" id="{6CAE0EFC-0DE9-FBB0-6BE0-878C92385F4F}"/>
              </a:ext>
            </a:extLst>
          </p:cNvPr>
          <p:cNvCxnSpPr>
            <a:cxnSpLocks/>
            <a:stCxn id="428" idx="1"/>
            <a:endCxn id="428" idx="5"/>
          </p:cNvCxnSpPr>
          <p:nvPr/>
        </p:nvCxnSpPr>
        <p:spPr bwMode="auto">
          <a:xfrm flipH="1">
            <a:off x="2259357" y="3354963"/>
            <a:ext cx="119234" cy="115662"/>
          </a:xfrm>
          <a:prstGeom prst="line">
            <a:avLst/>
          </a:prstGeom>
          <a:noFill/>
          <a:ln w="6350">
            <a:solidFill>
              <a:srgbClr val="000000"/>
            </a:solidFill>
            <a:prstDash val="sysDash"/>
            <a:round/>
            <a:headEnd/>
            <a:tailEnd/>
          </a:ln>
          <a:extLst>
            <a:ext uri="{909E8E84-426E-40DD-AFC4-6F175D3DCCD1}">
              <a14:hiddenFill xmlns:a14="http://schemas.microsoft.com/office/drawing/2010/main">
                <a:noFill/>
              </a14:hiddenFill>
            </a:ext>
          </a:extLst>
        </p:spPr>
      </p:cxnSp>
      <p:grpSp>
        <p:nvGrpSpPr>
          <p:cNvPr id="430" name="组合 429">
            <a:extLst>
              <a:ext uri="{FF2B5EF4-FFF2-40B4-BE49-F238E27FC236}">
                <a16:creationId xmlns:a16="http://schemas.microsoft.com/office/drawing/2014/main" id="{CCDEDD32-200D-0344-2EB2-F65484C1EBFF}"/>
              </a:ext>
            </a:extLst>
          </p:cNvPr>
          <p:cNvGrpSpPr/>
          <p:nvPr/>
        </p:nvGrpSpPr>
        <p:grpSpPr>
          <a:xfrm flipH="1">
            <a:off x="1513405" y="3322184"/>
            <a:ext cx="168622" cy="163571"/>
            <a:chOff x="9253470" y="1351580"/>
            <a:chExt cx="133734" cy="133734"/>
          </a:xfrm>
        </p:grpSpPr>
        <p:sp>
          <p:nvSpPr>
            <p:cNvPr id="431" name="Oval 15540">
              <a:extLst>
                <a:ext uri="{FF2B5EF4-FFF2-40B4-BE49-F238E27FC236}">
                  <a16:creationId xmlns:a16="http://schemas.microsoft.com/office/drawing/2014/main" id="{7E762A25-2FB5-D40B-861C-020D72796AD9}"/>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32" name="Line 15541">
              <a:extLst>
                <a:ext uri="{FF2B5EF4-FFF2-40B4-BE49-F238E27FC236}">
                  <a16:creationId xmlns:a16="http://schemas.microsoft.com/office/drawing/2014/main" id="{453FD3E0-58E9-25C9-DE48-C4B89EC6CBA8}"/>
                </a:ext>
              </a:extLst>
            </p:cNvPr>
            <p:cNvCxnSpPr>
              <a:cxnSpLocks/>
              <a:stCxn id="431" idx="1"/>
              <a:endCxn id="431"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654" name="组合 653">
            <a:extLst>
              <a:ext uri="{FF2B5EF4-FFF2-40B4-BE49-F238E27FC236}">
                <a16:creationId xmlns:a16="http://schemas.microsoft.com/office/drawing/2014/main" id="{2481FBC5-2533-9F47-D4D5-187C2001AEE9}"/>
              </a:ext>
            </a:extLst>
          </p:cNvPr>
          <p:cNvGrpSpPr/>
          <p:nvPr/>
        </p:nvGrpSpPr>
        <p:grpSpPr>
          <a:xfrm>
            <a:off x="271427" y="3022920"/>
            <a:ext cx="1812149" cy="1274587"/>
            <a:chOff x="271427" y="3118332"/>
            <a:chExt cx="1812149" cy="1274587"/>
          </a:xfrm>
        </p:grpSpPr>
        <p:sp>
          <p:nvSpPr>
            <p:cNvPr id="451" name="矩形 450">
              <a:extLst>
                <a:ext uri="{FF2B5EF4-FFF2-40B4-BE49-F238E27FC236}">
                  <a16:creationId xmlns:a16="http://schemas.microsoft.com/office/drawing/2014/main" id="{453D4528-BBFD-E4DC-6258-98A48BEFC357}"/>
                </a:ext>
              </a:extLst>
            </p:cNvPr>
            <p:cNvSpPr/>
            <p:nvPr/>
          </p:nvSpPr>
          <p:spPr>
            <a:xfrm>
              <a:off x="271427" y="4054365"/>
              <a:ext cx="1812149"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狭缝大小调节螺钉</a:t>
              </a:r>
            </a:p>
          </p:txBody>
        </p:sp>
        <p:sp>
          <p:nvSpPr>
            <p:cNvPr id="452" name="椭圆 451">
              <a:extLst>
                <a:ext uri="{FF2B5EF4-FFF2-40B4-BE49-F238E27FC236}">
                  <a16:creationId xmlns:a16="http://schemas.microsoft.com/office/drawing/2014/main" id="{378389D9-7D5D-932B-3EDA-184A66253F02}"/>
                </a:ext>
              </a:extLst>
            </p:cNvPr>
            <p:cNvSpPr/>
            <p:nvPr/>
          </p:nvSpPr>
          <p:spPr>
            <a:xfrm>
              <a:off x="1222691" y="3118332"/>
              <a:ext cx="754772" cy="73959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sp>
          <p:nvSpPr>
            <p:cNvPr id="453" name="任意多边形 6">
              <a:extLst>
                <a:ext uri="{FF2B5EF4-FFF2-40B4-BE49-F238E27FC236}">
                  <a16:creationId xmlns:a16="http://schemas.microsoft.com/office/drawing/2014/main" id="{F214CF3B-7534-F8D9-4A4D-E2C820896614}"/>
                </a:ext>
              </a:extLst>
            </p:cNvPr>
            <p:cNvSpPr/>
            <p:nvPr/>
          </p:nvSpPr>
          <p:spPr>
            <a:xfrm rot="9391344">
              <a:off x="1106857" y="3707564"/>
              <a:ext cx="509569" cy="321259"/>
            </a:xfrm>
            <a:custGeom>
              <a:avLst/>
              <a:gdLst>
                <a:gd name="connsiteX0" fmla="*/ 0 w 414338"/>
                <a:gd name="connsiteY0" fmla="*/ 292894 h 292894"/>
                <a:gd name="connsiteX1" fmla="*/ 414338 w 414338"/>
                <a:gd name="connsiteY1" fmla="*/ 0 h 292894"/>
              </a:gdLst>
              <a:ahLst/>
              <a:cxnLst>
                <a:cxn ang="0">
                  <a:pos x="connsiteX0" y="connsiteY0"/>
                </a:cxn>
                <a:cxn ang="0">
                  <a:pos x="connsiteX1" y="connsiteY1"/>
                </a:cxn>
              </a:cxnLst>
              <a:rect l="l" t="t" r="r" b="b"/>
              <a:pathLst>
                <a:path w="414338" h="292894">
                  <a:moveTo>
                    <a:pt x="0" y="292894"/>
                  </a:moveTo>
                  <a:lnTo>
                    <a:pt x="414338" y="0"/>
                  </a:lnTo>
                </a:path>
              </a:pathLst>
            </a:custGeom>
            <a:noFill/>
            <a:ln w="5715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grpSp>
      <p:sp>
        <p:nvSpPr>
          <p:cNvPr id="455" name="椭圆 454">
            <a:extLst>
              <a:ext uri="{FF2B5EF4-FFF2-40B4-BE49-F238E27FC236}">
                <a16:creationId xmlns:a16="http://schemas.microsoft.com/office/drawing/2014/main" id="{549F7F57-35C6-F9D9-EC2C-75C3859A8B05}"/>
              </a:ext>
            </a:extLst>
          </p:cNvPr>
          <p:cNvSpPr/>
          <p:nvPr/>
        </p:nvSpPr>
        <p:spPr>
          <a:xfrm>
            <a:off x="4678702" y="3154496"/>
            <a:ext cx="120535" cy="5341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chemeClr val="lt1"/>
              </a:solidFill>
              <a:effectLst/>
              <a:uLnTx/>
              <a:uFillTx/>
              <a:latin typeface="+mn-lt"/>
              <a:ea typeface="+mn-ea"/>
              <a:cs typeface="+mn-cs"/>
            </a:endParaRPr>
          </a:p>
        </p:txBody>
      </p:sp>
      <p:sp>
        <p:nvSpPr>
          <p:cNvPr id="464" name="Rectangle 15501">
            <a:extLst>
              <a:ext uri="{FF2B5EF4-FFF2-40B4-BE49-F238E27FC236}">
                <a16:creationId xmlns:a16="http://schemas.microsoft.com/office/drawing/2014/main" id="{D7F5D736-3F48-070A-B65C-E24DC092F787}"/>
              </a:ext>
            </a:extLst>
          </p:cNvPr>
          <p:cNvSpPr>
            <a:spLocks/>
          </p:cNvSpPr>
          <p:nvPr/>
        </p:nvSpPr>
        <p:spPr bwMode="auto">
          <a:xfrm>
            <a:off x="8703303" y="4046831"/>
            <a:ext cx="1640505" cy="105085"/>
          </a:xfrm>
          <a:prstGeom prst="rect">
            <a:avLst/>
          </a:prstGeom>
          <a:gradFill flip="none" rotWithShape="1">
            <a:gsLst>
              <a:gs pos="0">
                <a:srgbClr val="A3A3A3"/>
              </a:gs>
              <a:gs pos="59000">
                <a:srgbClr val="BDBDBD"/>
              </a:gs>
              <a:gs pos="100000">
                <a:srgbClr val="BABABA"/>
              </a:gs>
            </a:gsLst>
            <a:lin ang="5400000" scaled="1"/>
            <a:tileRect/>
          </a:gradFill>
          <a:ln w="9525">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66" name="Rectangle 15436">
            <a:extLst>
              <a:ext uri="{FF2B5EF4-FFF2-40B4-BE49-F238E27FC236}">
                <a16:creationId xmlns:a16="http://schemas.microsoft.com/office/drawing/2014/main" id="{470CCB24-882A-D869-EB58-C5F01BBE6BE9}"/>
              </a:ext>
            </a:extLst>
          </p:cNvPr>
          <p:cNvSpPr>
            <a:spLocks/>
          </p:cNvSpPr>
          <p:nvPr/>
        </p:nvSpPr>
        <p:spPr bwMode="auto">
          <a:xfrm flipH="1">
            <a:off x="10254192" y="3917025"/>
            <a:ext cx="233819" cy="1059063"/>
          </a:xfrm>
          <a:prstGeom prst="rect">
            <a:avLst/>
          </a:prstGeom>
          <a:gradFill flip="none" rotWithShape="1">
            <a:gsLst>
              <a:gs pos="20000">
                <a:srgbClr val="8C8D8F"/>
              </a:gs>
              <a:gs pos="12000">
                <a:srgbClr val="818587"/>
              </a:gs>
              <a:gs pos="8000">
                <a:schemeClr val="tx1">
                  <a:lumMod val="65000"/>
                  <a:lumOff val="35000"/>
                </a:schemeClr>
              </a:gs>
              <a:gs pos="0">
                <a:schemeClr val="tx1"/>
              </a:gs>
              <a:gs pos="77000">
                <a:schemeClr val="bg1">
                  <a:lumMod val="75000"/>
                </a:schemeClr>
              </a:gs>
              <a:gs pos="53000">
                <a:schemeClr val="bg1">
                  <a:lumMod val="75000"/>
                </a:schemeClr>
              </a:gs>
              <a:gs pos="92000">
                <a:srgbClr val="A8A8A8"/>
              </a:gs>
              <a:gs pos="100000">
                <a:srgbClr val="9B9B9B"/>
              </a:gs>
            </a:gsLst>
            <a:lin ang="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68" name="直角三角形 467">
            <a:extLst>
              <a:ext uri="{FF2B5EF4-FFF2-40B4-BE49-F238E27FC236}">
                <a16:creationId xmlns:a16="http://schemas.microsoft.com/office/drawing/2014/main" id="{C4B6AAB5-E483-7C65-BB06-6B8EEB635B4B}"/>
              </a:ext>
            </a:extLst>
          </p:cNvPr>
          <p:cNvSpPr/>
          <p:nvPr/>
        </p:nvSpPr>
        <p:spPr>
          <a:xfrm flipH="1">
            <a:off x="8870089" y="3866771"/>
            <a:ext cx="1386034" cy="182301"/>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1" name="Rectangle 15460">
            <a:extLst>
              <a:ext uri="{FF2B5EF4-FFF2-40B4-BE49-F238E27FC236}">
                <a16:creationId xmlns:a16="http://schemas.microsoft.com/office/drawing/2014/main" id="{11D66308-91A6-ACA5-06E0-D7B299DF6D3E}"/>
              </a:ext>
            </a:extLst>
          </p:cNvPr>
          <p:cNvSpPr>
            <a:spLocks/>
          </p:cNvSpPr>
          <p:nvPr/>
        </p:nvSpPr>
        <p:spPr bwMode="auto">
          <a:xfrm flipV="1">
            <a:off x="8599680" y="4004265"/>
            <a:ext cx="260800" cy="188580"/>
          </a:xfrm>
          <a:prstGeom prst="rect">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6" name="Rectangle 15465">
            <a:extLst>
              <a:ext uri="{FF2B5EF4-FFF2-40B4-BE49-F238E27FC236}">
                <a16:creationId xmlns:a16="http://schemas.microsoft.com/office/drawing/2014/main" id="{1B17DF31-8ACD-4BD1-16C3-15C8D9E5B30E}"/>
              </a:ext>
            </a:extLst>
          </p:cNvPr>
          <p:cNvSpPr>
            <a:spLocks/>
          </p:cNvSpPr>
          <p:nvPr/>
        </p:nvSpPr>
        <p:spPr bwMode="auto">
          <a:xfrm>
            <a:off x="10256050" y="3508734"/>
            <a:ext cx="147048" cy="411261"/>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7" name="Rectangle 15501">
            <a:extLst>
              <a:ext uri="{FF2B5EF4-FFF2-40B4-BE49-F238E27FC236}">
                <a16:creationId xmlns:a16="http://schemas.microsoft.com/office/drawing/2014/main" id="{2BDF39A2-08BB-7D50-1ACE-D036E5D6BC3E}"/>
              </a:ext>
            </a:extLst>
          </p:cNvPr>
          <p:cNvSpPr>
            <a:spLocks/>
          </p:cNvSpPr>
          <p:nvPr/>
        </p:nvSpPr>
        <p:spPr bwMode="auto">
          <a:xfrm>
            <a:off x="8559349" y="4203097"/>
            <a:ext cx="2075927" cy="153272"/>
          </a:xfrm>
          <a:prstGeom prst="rect">
            <a:avLst/>
          </a:prstGeom>
          <a:gradFill>
            <a:gsLst>
              <a:gs pos="0">
                <a:srgbClr val="A3A3A3"/>
              </a:gs>
              <a:gs pos="59000">
                <a:srgbClr val="BDBDBD"/>
              </a:gs>
              <a:gs pos="100000">
                <a:srgbClr val="BABABA"/>
              </a:gs>
            </a:gsLst>
            <a:lin ang="5400000" scaled="1"/>
          </a:gradFill>
          <a:ln w="6350">
            <a:solidFill>
              <a:srgbClr val="000000"/>
            </a:solidFill>
            <a:miter lim="800000"/>
            <a:headEnd/>
            <a:tailEnd/>
          </a:ln>
        </p:spPr>
        <p:txBody>
          <a:bodyPr rot="0" vert="horz" wrap="square" lIns="91440" tIns="45720" rIns="91440" bIns="45720" anchor="t" anchorCtr="0" upright="1">
            <a:noAutofit/>
          </a:bodyPr>
          <a:lstStyle/>
          <a:p>
            <a:endParaRPr lang="zh-CN" altLang="en-US"/>
          </a:p>
        </p:txBody>
      </p:sp>
      <p:sp>
        <p:nvSpPr>
          <p:cNvPr id="478" name="直角三角形 477">
            <a:extLst>
              <a:ext uri="{FF2B5EF4-FFF2-40B4-BE49-F238E27FC236}">
                <a16:creationId xmlns:a16="http://schemas.microsoft.com/office/drawing/2014/main" id="{C3CE1F80-8340-0698-7967-318ADF9BD4CB}"/>
              </a:ext>
            </a:extLst>
          </p:cNvPr>
          <p:cNvSpPr/>
          <p:nvPr/>
        </p:nvSpPr>
        <p:spPr>
          <a:xfrm rot="10800000">
            <a:off x="8860235" y="4359128"/>
            <a:ext cx="1394931" cy="569385"/>
          </a:xfrm>
          <a:prstGeom prst="rtTriangle">
            <a:avLst/>
          </a:prstGeom>
          <a:gradFill flip="none" rotWithShape="1">
            <a:gsLst>
              <a:gs pos="0">
                <a:srgbClr val="32342E"/>
              </a:gs>
              <a:gs pos="65000">
                <a:srgbClr val="BABABA"/>
              </a:gs>
              <a:gs pos="83000">
                <a:srgbClr val="B5B5B5"/>
              </a:gs>
              <a:gs pos="100000">
                <a:srgbClr val="B5B5B5"/>
              </a:gs>
            </a:gsLst>
            <a:lin ang="8100000" scaled="1"/>
            <a:tileRect/>
          </a:gra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2" name="Oval 15540">
            <a:extLst>
              <a:ext uri="{FF2B5EF4-FFF2-40B4-BE49-F238E27FC236}">
                <a16:creationId xmlns:a16="http://schemas.microsoft.com/office/drawing/2014/main" id="{B3EEFEB5-0777-36DC-985B-CE0C5BAB6205}"/>
              </a:ext>
            </a:extLst>
          </p:cNvPr>
          <p:cNvSpPr>
            <a:spLocks/>
          </p:cNvSpPr>
          <p:nvPr/>
        </p:nvSpPr>
        <p:spPr bwMode="auto">
          <a:xfrm>
            <a:off x="10182051" y="3359314"/>
            <a:ext cx="311256" cy="305713"/>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grpSp>
        <p:nvGrpSpPr>
          <p:cNvPr id="485" name="组合 484">
            <a:extLst>
              <a:ext uri="{FF2B5EF4-FFF2-40B4-BE49-F238E27FC236}">
                <a16:creationId xmlns:a16="http://schemas.microsoft.com/office/drawing/2014/main" id="{BACC51EF-ED80-6C86-6569-38F513CD4A2C}"/>
              </a:ext>
            </a:extLst>
          </p:cNvPr>
          <p:cNvGrpSpPr/>
          <p:nvPr/>
        </p:nvGrpSpPr>
        <p:grpSpPr>
          <a:xfrm flipH="1">
            <a:off x="10283206" y="4008480"/>
            <a:ext cx="168646" cy="167554"/>
            <a:chOff x="9253470" y="1351580"/>
            <a:chExt cx="133734" cy="133734"/>
          </a:xfrm>
        </p:grpSpPr>
        <p:sp>
          <p:nvSpPr>
            <p:cNvPr id="494" name="Oval 15540">
              <a:extLst>
                <a:ext uri="{FF2B5EF4-FFF2-40B4-BE49-F238E27FC236}">
                  <a16:creationId xmlns:a16="http://schemas.microsoft.com/office/drawing/2014/main" id="{F8846051-8363-9A0A-703C-3D51BA7F31B7}"/>
                </a:ext>
              </a:extLst>
            </p:cNvPr>
            <p:cNvSpPr>
              <a:spLocks/>
            </p:cNvSpPr>
            <p:nvPr/>
          </p:nvSpPr>
          <p:spPr bwMode="auto">
            <a:xfrm>
              <a:off x="9253470" y="1351580"/>
              <a:ext cx="133734" cy="13373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95" name="Line 15541">
              <a:extLst>
                <a:ext uri="{FF2B5EF4-FFF2-40B4-BE49-F238E27FC236}">
                  <a16:creationId xmlns:a16="http://schemas.microsoft.com/office/drawing/2014/main" id="{071F5C31-F779-112F-861A-378BC72F42C0}"/>
                </a:ext>
              </a:extLst>
            </p:cNvPr>
            <p:cNvCxnSpPr>
              <a:cxnSpLocks/>
              <a:stCxn id="494" idx="1"/>
              <a:endCxn id="494" idx="5"/>
            </p:cNvCxnSpPr>
            <p:nvPr/>
          </p:nvCxnSpPr>
          <p:spPr bwMode="auto">
            <a:xfrm>
              <a:off x="9273055" y="1371165"/>
              <a:ext cx="94564" cy="9456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487" name="组合 486">
            <a:extLst>
              <a:ext uri="{FF2B5EF4-FFF2-40B4-BE49-F238E27FC236}">
                <a16:creationId xmlns:a16="http://schemas.microsoft.com/office/drawing/2014/main" id="{CAD77447-9C03-01E8-D417-2797C7BF85B1}"/>
              </a:ext>
            </a:extLst>
          </p:cNvPr>
          <p:cNvGrpSpPr/>
          <p:nvPr/>
        </p:nvGrpSpPr>
        <p:grpSpPr>
          <a:xfrm flipH="1">
            <a:off x="10278708" y="3453554"/>
            <a:ext cx="118595" cy="117827"/>
            <a:chOff x="6860651" y="1146968"/>
            <a:chExt cx="94044" cy="94044"/>
          </a:xfrm>
        </p:grpSpPr>
        <p:sp>
          <p:nvSpPr>
            <p:cNvPr id="490" name="Oval 15540">
              <a:extLst>
                <a:ext uri="{FF2B5EF4-FFF2-40B4-BE49-F238E27FC236}">
                  <a16:creationId xmlns:a16="http://schemas.microsoft.com/office/drawing/2014/main" id="{1579B285-ACF4-2F1D-8F98-395661960218}"/>
                </a:ext>
              </a:extLst>
            </p:cNvPr>
            <p:cNvSpPr>
              <a:spLocks/>
            </p:cNvSpPr>
            <p:nvPr/>
          </p:nvSpPr>
          <p:spPr bwMode="auto">
            <a:xfrm>
              <a:off x="6860651" y="1146968"/>
              <a:ext cx="94044" cy="94044"/>
            </a:xfrm>
            <a:prstGeom prst="ellipse">
              <a:avLst/>
            </a:prstGeom>
            <a:gradFill flip="none" rotWithShape="1">
              <a:gsLst>
                <a:gs pos="18000">
                  <a:srgbClr val="BDBDBD"/>
                </a:gs>
                <a:gs pos="0">
                  <a:srgbClr val="BEBEBE"/>
                </a:gs>
                <a:gs pos="47000">
                  <a:srgbClr val="AFAFAF"/>
                </a:gs>
                <a:gs pos="44000">
                  <a:srgbClr val="AFAFAF"/>
                </a:gs>
                <a:gs pos="73000">
                  <a:srgbClr val="737373"/>
                </a:gs>
                <a:gs pos="98000">
                  <a:srgbClr val="737373"/>
                </a:gs>
              </a:gsLst>
              <a:lin ang="8100000" scaled="1"/>
              <a:tileRect/>
            </a:gradFill>
            <a:ln w="6350">
              <a:solidFill>
                <a:srgbClr val="000000"/>
              </a:solidFill>
              <a:round/>
              <a:headEnd/>
              <a:tailEnd/>
            </a:ln>
          </p:spPr>
          <p:txBody>
            <a:bodyPr rot="0" vert="horz" wrap="square" lIns="91440" tIns="45720" rIns="91440" bIns="45720" anchor="t" anchorCtr="0" upright="1">
              <a:noAutofit/>
            </a:bodyPr>
            <a:lstStyle/>
            <a:p>
              <a:endParaRPr lang="zh-CN" altLang="en-US"/>
            </a:p>
          </p:txBody>
        </p:sp>
        <p:cxnSp>
          <p:nvCxnSpPr>
            <p:cNvPr id="491" name="Line 15541">
              <a:extLst>
                <a:ext uri="{FF2B5EF4-FFF2-40B4-BE49-F238E27FC236}">
                  <a16:creationId xmlns:a16="http://schemas.microsoft.com/office/drawing/2014/main" id="{75D39226-777D-4EAE-887D-CDE2263A3716}"/>
                </a:ext>
              </a:extLst>
            </p:cNvPr>
            <p:cNvCxnSpPr>
              <a:cxnSpLocks/>
              <a:stCxn id="490" idx="1"/>
              <a:endCxn id="490" idx="5"/>
            </p:cNvCxnSpPr>
            <p:nvPr/>
          </p:nvCxnSpPr>
          <p:spPr bwMode="auto">
            <a:xfrm>
              <a:off x="6874423" y="1160740"/>
              <a:ext cx="66500" cy="6650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cxnSp>
      </p:grpSp>
      <p:grpSp>
        <p:nvGrpSpPr>
          <p:cNvPr id="6" name="组合 5">
            <a:extLst>
              <a:ext uri="{FF2B5EF4-FFF2-40B4-BE49-F238E27FC236}">
                <a16:creationId xmlns:a16="http://schemas.microsoft.com/office/drawing/2014/main" id="{5BE98BF6-08EE-6FCD-EF72-7893772F6A7F}"/>
              </a:ext>
            </a:extLst>
          </p:cNvPr>
          <p:cNvGrpSpPr/>
          <p:nvPr/>
        </p:nvGrpSpPr>
        <p:grpSpPr>
          <a:xfrm>
            <a:off x="330525" y="5016465"/>
            <a:ext cx="1544127" cy="1542145"/>
            <a:chOff x="8101133" y="2637857"/>
            <a:chExt cx="2500386" cy="2497177"/>
          </a:xfrm>
        </p:grpSpPr>
        <p:sp>
          <p:nvSpPr>
            <p:cNvPr id="7" name="流程图: 接点 410645">
              <a:extLst>
                <a:ext uri="{FF2B5EF4-FFF2-40B4-BE49-F238E27FC236}">
                  <a16:creationId xmlns:a16="http://schemas.microsoft.com/office/drawing/2014/main" id="{83050605-E316-E098-3655-5D4F018A2CE8}"/>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流程图: 接点 410646">
              <a:extLst>
                <a:ext uri="{FF2B5EF4-FFF2-40B4-BE49-F238E27FC236}">
                  <a16:creationId xmlns:a16="http://schemas.microsoft.com/office/drawing/2014/main" id="{CF8F76E7-7F39-1244-89B5-AACB7031011D}"/>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 name="直接连接符 410648">
              <a:extLst>
                <a:ext uri="{FF2B5EF4-FFF2-40B4-BE49-F238E27FC236}">
                  <a16:creationId xmlns:a16="http://schemas.microsoft.com/office/drawing/2014/main" id="{A3827042-772D-EDDC-73B2-D4A9F15CD835}"/>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410648">
              <a:extLst>
                <a:ext uri="{FF2B5EF4-FFF2-40B4-BE49-F238E27FC236}">
                  <a16:creationId xmlns:a16="http://schemas.microsoft.com/office/drawing/2014/main" id="{141F039F-A59F-4702-1C52-DEFF3FEC56FD}"/>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410647">
              <a:extLst>
                <a:ext uri="{FF2B5EF4-FFF2-40B4-BE49-F238E27FC236}">
                  <a16:creationId xmlns:a16="http://schemas.microsoft.com/office/drawing/2014/main" id="{69814DC7-4D71-3311-1A16-4DB8F9901EA2}"/>
                </a:ext>
              </a:extLst>
            </p:cNvPr>
            <p:cNvCxnSpPr>
              <a:cxnSpLocks/>
              <a:stCxn id="9" idx="2"/>
              <a:endCxn id="9"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410648">
              <a:extLst>
                <a:ext uri="{FF2B5EF4-FFF2-40B4-BE49-F238E27FC236}">
                  <a16:creationId xmlns:a16="http://schemas.microsoft.com/office/drawing/2014/main" id="{6104D2F4-4F14-3798-FFD4-D17C91D1F897}"/>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395DB780-F763-1128-E9AA-8FACE86F4A10}"/>
                </a:ext>
              </a:extLst>
            </p:cNvPr>
            <p:cNvGrpSpPr/>
            <p:nvPr/>
          </p:nvGrpSpPr>
          <p:grpSpPr>
            <a:xfrm>
              <a:off x="9270788" y="2848356"/>
              <a:ext cx="182366" cy="987884"/>
              <a:chOff x="9249017" y="2848356"/>
              <a:chExt cx="216251" cy="987884"/>
            </a:xfrm>
          </p:grpSpPr>
          <p:cxnSp>
            <p:nvCxnSpPr>
              <p:cNvPr id="48" name="直接连接符 410648">
                <a:extLst>
                  <a:ext uri="{FF2B5EF4-FFF2-40B4-BE49-F238E27FC236}">
                    <a16:creationId xmlns:a16="http://schemas.microsoft.com/office/drawing/2014/main" id="{5A2B5017-DAF9-5C23-5570-43FD64164E2B}"/>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10648">
                <a:extLst>
                  <a:ext uri="{FF2B5EF4-FFF2-40B4-BE49-F238E27FC236}">
                    <a16:creationId xmlns:a16="http://schemas.microsoft.com/office/drawing/2014/main" id="{B2FD4362-43EF-E56D-3FA7-0BEEFD6F4AA3}"/>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10648">
                <a:extLst>
                  <a:ext uri="{FF2B5EF4-FFF2-40B4-BE49-F238E27FC236}">
                    <a16:creationId xmlns:a16="http://schemas.microsoft.com/office/drawing/2014/main" id="{D4504261-B15C-421F-0A7F-A8D89F58FDA9}"/>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410648">
                <a:extLst>
                  <a:ext uri="{FF2B5EF4-FFF2-40B4-BE49-F238E27FC236}">
                    <a16:creationId xmlns:a16="http://schemas.microsoft.com/office/drawing/2014/main" id="{453A9195-BF9F-8A7E-1108-5148532A31D4}"/>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410648">
                <a:extLst>
                  <a:ext uri="{FF2B5EF4-FFF2-40B4-BE49-F238E27FC236}">
                    <a16:creationId xmlns:a16="http://schemas.microsoft.com/office/drawing/2014/main" id="{63695819-7D26-B203-A43A-F6F0EC7277D7}"/>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6" name="直接连接符 410648">
                <a:extLst>
                  <a:ext uri="{FF2B5EF4-FFF2-40B4-BE49-F238E27FC236}">
                    <a16:creationId xmlns:a16="http://schemas.microsoft.com/office/drawing/2014/main" id="{80FAB52A-C5CA-A5ED-E4D9-04916F419CC7}"/>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直接连接符 410648">
                <a:extLst>
                  <a:ext uri="{FF2B5EF4-FFF2-40B4-BE49-F238E27FC236}">
                    <a16:creationId xmlns:a16="http://schemas.microsoft.com/office/drawing/2014/main" id="{4B6B1BD0-C3B6-CD57-6135-0F7DC349B6E5}"/>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直接连接符 410648">
                <a:extLst>
                  <a:ext uri="{FF2B5EF4-FFF2-40B4-BE49-F238E27FC236}">
                    <a16:creationId xmlns:a16="http://schemas.microsoft.com/office/drawing/2014/main" id="{C4A12202-B199-8405-8310-1E8CED296787}"/>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直接连接符 410648">
                <a:extLst>
                  <a:ext uri="{FF2B5EF4-FFF2-40B4-BE49-F238E27FC236}">
                    <a16:creationId xmlns:a16="http://schemas.microsoft.com/office/drawing/2014/main" id="{9A4B46BD-6364-945F-04BF-A5E552E67A42}"/>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直接连接符 410648">
                <a:extLst>
                  <a:ext uri="{FF2B5EF4-FFF2-40B4-BE49-F238E27FC236}">
                    <a16:creationId xmlns:a16="http://schemas.microsoft.com/office/drawing/2014/main" id="{BA63FC4A-FCC0-BB02-7450-A315ED4E8125}"/>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直接连接符 410648">
                <a:extLst>
                  <a:ext uri="{FF2B5EF4-FFF2-40B4-BE49-F238E27FC236}">
                    <a16:creationId xmlns:a16="http://schemas.microsoft.com/office/drawing/2014/main" id="{FEE8F4EE-8090-911C-033F-4A2C58D83E99}"/>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直接连接符 410648">
                <a:extLst>
                  <a:ext uri="{FF2B5EF4-FFF2-40B4-BE49-F238E27FC236}">
                    <a16:creationId xmlns:a16="http://schemas.microsoft.com/office/drawing/2014/main" id="{C2F286B4-3920-12AD-A218-6A42F67258C2}"/>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直接连接符 410648">
                <a:extLst>
                  <a:ext uri="{FF2B5EF4-FFF2-40B4-BE49-F238E27FC236}">
                    <a16:creationId xmlns:a16="http://schemas.microsoft.com/office/drawing/2014/main" id="{70CB0693-D9F1-E624-AB2F-F3E8864EFBE2}"/>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直接连接符 410648">
                <a:extLst>
                  <a:ext uri="{FF2B5EF4-FFF2-40B4-BE49-F238E27FC236}">
                    <a16:creationId xmlns:a16="http://schemas.microsoft.com/office/drawing/2014/main" id="{2828698B-1849-2586-0751-D5DA4FDC75FF}"/>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0" name="直接连接符 410648">
                <a:extLst>
                  <a:ext uri="{FF2B5EF4-FFF2-40B4-BE49-F238E27FC236}">
                    <a16:creationId xmlns:a16="http://schemas.microsoft.com/office/drawing/2014/main" id="{DFD8EA6F-F1AF-B4DA-76CE-56E3925C3629}"/>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1" name="直接连接符 410648">
                <a:extLst>
                  <a:ext uri="{FF2B5EF4-FFF2-40B4-BE49-F238E27FC236}">
                    <a16:creationId xmlns:a16="http://schemas.microsoft.com/office/drawing/2014/main" id="{1D6CF715-4F2D-B993-4E78-A9B5E2AF0F58}"/>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410648">
              <a:extLst>
                <a:ext uri="{FF2B5EF4-FFF2-40B4-BE49-F238E27FC236}">
                  <a16:creationId xmlns:a16="http://schemas.microsoft.com/office/drawing/2014/main" id="{4EE7CCC3-B80A-125E-197D-646DA285F226}"/>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410649">
              <a:extLst>
                <a:ext uri="{FF2B5EF4-FFF2-40B4-BE49-F238E27FC236}">
                  <a16:creationId xmlns:a16="http://schemas.microsoft.com/office/drawing/2014/main" id="{3EDE9BEF-76CB-9E16-C1BE-960E1BDBF336}"/>
                </a:ext>
              </a:extLst>
            </p:cNvPr>
            <p:cNvCxnSpPr>
              <a:cxnSpLocks/>
            </p:cNvCxnSpPr>
            <p:nvPr/>
          </p:nvCxnSpPr>
          <p:spPr>
            <a:xfrm>
              <a:off x="9360264" y="2723963"/>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C4638A8C-098C-55D5-6137-22B7301AA941}"/>
                </a:ext>
              </a:extLst>
            </p:cNvPr>
            <p:cNvSpPr/>
            <p:nvPr/>
          </p:nvSpPr>
          <p:spPr>
            <a:xfrm>
              <a:off x="9301049" y="3000361"/>
              <a:ext cx="124761" cy="1153836"/>
            </a:xfrm>
            <a:prstGeom prst="rect">
              <a:avLst/>
            </a:prstGeom>
            <a:solidFill>
              <a:schemeClr val="bg1"/>
            </a:solidFill>
            <a:ln>
              <a:noFill/>
            </a:ln>
            <a:effectLst>
              <a:glow rad="101600">
                <a:schemeClr val="bg1">
                  <a:alpha val="7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4" name="矩形 33">
              <a:extLst>
                <a:ext uri="{FF2B5EF4-FFF2-40B4-BE49-F238E27FC236}">
                  <a16:creationId xmlns:a16="http://schemas.microsoft.com/office/drawing/2014/main" id="{924CF387-E588-5220-87A9-181C6615BA3C}"/>
                </a:ext>
              </a:extLst>
            </p:cNvPr>
            <p:cNvSpPr/>
            <p:nvPr/>
          </p:nvSpPr>
          <p:spPr>
            <a:xfrm>
              <a:off x="9107347" y="4078989"/>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加号 46">
              <a:extLst>
                <a:ext uri="{FF2B5EF4-FFF2-40B4-BE49-F238E27FC236}">
                  <a16:creationId xmlns:a16="http://schemas.microsoft.com/office/drawing/2014/main" id="{64A1975D-C673-84DB-7501-04CBFADDBA79}"/>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1" name="组合 560">
            <a:extLst>
              <a:ext uri="{FF2B5EF4-FFF2-40B4-BE49-F238E27FC236}">
                <a16:creationId xmlns:a16="http://schemas.microsoft.com/office/drawing/2014/main" id="{76933CE2-D1EB-3FB0-634B-669137F99426}"/>
              </a:ext>
            </a:extLst>
          </p:cNvPr>
          <p:cNvGrpSpPr/>
          <p:nvPr/>
        </p:nvGrpSpPr>
        <p:grpSpPr>
          <a:xfrm>
            <a:off x="7130843" y="5062996"/>
            <a:ext cx="1544127" cy="1542145"/>
            <a:chOff x="8101133" y="2637857"/>
            <a:chExt cx="2500386" cy="2497177"/>
          </a:xfrm>
        </p:grpSpPr>
        <p:sp>
          <p:nvSpPr>
            <p:cNvPr id="562" name="流程图: 接点 410645">
              <a:extLst>
                <a:ext uri="{FF2B5EF4-FFF2-40B4-BE49-F238E27FC236}">
                  <a16:creationId xmlns:a16="http://schemas.microsoft.com/office/drawing/2014/main" id="{332B81E6-858E-AE2C-EF14-A44DDEF7CBB1}"/>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3" name="流程图: 接点 410646">
              <a:extLst>
                <a:ext uri="{FF2B5EF4-FFF2-40B4-BE49-F238E27FC236}">
                  <a16:creationId xmlns:a16="http://schemas.microsoft.com/office/drawing/2014/main" id="{5E2B1398-C3F0-E0C9-7DE4-6AC3D651C374}"/>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65" name="直接连接符 410648">
              <a:extLst>
                <a:ext uri="{FF2B5EF4-FFF2-40B4-BE49-F238E27FC236}">
                  <a16:creationId xmlns:a16="http://schemas.microsoft.com/office/drawing/2014/main" id="{874BA462-6E4B-4B17-605F-26B726FAABB5}"/>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直接连接符 410648">
              <a:extLst>
                <a:ext uri="{FF2B5EF4-FFF2-40B4-BE49-F238E27FC236}">
                  <a16:creationId xmlns:a16="http://schemas.microsoft.com/office/drawing/2014/main" id="{EF8B291F-B07A-E7A1-1EBE-E68343C7E822}"/>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直接连接符 410647">
              <a:extLst>
                <a:ext uri="{FF2B5EF4-FFF2-40B4-BE49-F238E27FC236}">
                  <a16:creationId xmlns:a16="http://schemas.microsoft.com/office/drawing/2014/main" id="{9ACB5DF4-4BCB-71FE-9568-F29E1E78C82E}"/>
                </a:ext>
              </a:extLst>
            </p:cNvPr>
            <p:cNvCxnSpPr>
              <a:cxnSpLocks/>
              <a:stCxn id="563" idx="2"/>
              <a:endCxn id="563"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直接连接符 410648">
              <a:extLst>
                <a:ext uri="{FF2B5EF4-FFF2-40B4-BE49-F238E27FC236}">
                  <a16:creationId xmlns:a16="http://schemas.microsoft.com/office/drawing/2014/main" id="{A8FDDE4B-0043-CB61-0EE5-F050DBA0F7F4}"/>
                </a:ext>
              </a:extLst>
            </p:cNvPr>
            <p:cNvCxnSpPr>
              <a:cxnSpLocks/>
            </p:cNvCxnSpPr>
            <p:nvPr/>
          </p:nvCxnSpPr>
          <p:spPr>
            <a:xfrm>
              <a:off x="8337551" y="3341093"/>
              <a:ext cx="20447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9" name="组合 568">
              <a:extLst>
                <a:ext uri="{FF2B5EF4-FFF2-40B4-BE49-F238E27FC236}">
                  <a16:creationId xmlns:a16="http://schemas.microsoft.com/office/drawing/2014/main" id="{4578AB6D-CAB4-205D-7608-22B8D7348233}"/>
                </a:ext>
              </a:extLst>
            </p:cNvPr>
            <p:cNvGrpSpPr/>
            <p:nvPr/>
          </p:nvGrpSpPr>
          <p:grpSpPr>
            <a:xfrm>
              <a:off x="9270788" y="2848356"/>
              <a:ext cx="182366" cy="987884"/>
              <a:chOff x="9249017" y="2848356"/>
              <a:chExt cx="216251" cy="987884"/>
            </a:xfrm>
          </p:grpSpPr>
          <p:cxnSp>
            <p:nvCxnSpPr>
              <p:cNvPr id="574" name="直接连接符 410648">
                <a:extLst>
                  <a:ext uri="{FF2B5EF4-FFF2-40B4-BE49-F238E27FC236}">
                    <a16:creationId xmlns:a16="http://schemas.microsoft.com/office/drawing/2014/main" id="{B4963D6E-7894-F96D-6ED5-DE7BB006FDAD}"/>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直接连接符 410648">
                <a:extLst>
                  <a:ext uri="{FF2B5EF4-FFF2-40B4-BE49-F238E27FC236}">
                    <a16:creationId xmlns:a16="http://schemas.microsoft.com/office/drawing/2014/main" id="{193B3A46-58E2-1375-9C22-F4BCCF3FD93F}"/>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直接连接符 410648">
                <a:extLst>
                  <a:ext uri="{FF2B5EF4-FFF2-40B4-BE49-F238E27FC236}">
                    <a16:creationId xmlns:a16="http://schemas.microsoft.com/office/drawing/2014/main" id="{4F41CFB6-CB24-0267-118C-C798B3054AA7}"/>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直接连接符 410648">
                <a:extLst>
                  <a:ext uri="{FF2B5EF4-FFF2-40B4-BE49-F238E27FC236}">
                    <a16:creationId xmlns:a16="http://schemas.microsoft.com/office/drawing/2014/main" id="{1430E5D1-452E-BF25-094D-E13C53FEDEF6}"/>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直接连接符 410648">
                <a:extLst>
                  <a:ext uri="{FF2B5EF4-FFF2-40B4-BE49-F238E27FC236}">
                    <a16:creationId xmlns:a16="http://schemas.microsoft.com/office/drawing/2014/main" id="{91C51495-FA17-0D6E-FB57-B858720D9597}"/>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直接连接符 410648">
                <a:extLst>
                  <a:ext uri="{FF2B5EF4-FFF2-40B4-BE49-F238E27FC236}">
                    <a16:creationId xmlns:a16="http://schemas.microsoft.com/office/drawing/2014/main" id="{978523D0-B99E-656F-FE62-4706A721BECC}"/>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直接连接符 410648">
                <a:extLst>
                  <a:ext uri="{FF2B5EF4-FFF2-40B4-BE49-F238E27FC236}">
                    <a16:creationId xmlns:a16="http://schemas.microsoft.com/office/drawing/2014/main" id="{565D9D60-A04D-AEA8-AFD9-E8BA67EB4290}"/>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直接连接符 410648">
                <a:extLst>
                  <a:ext uri="{FF2B5EF4-FFF2-40B4-BE49-F238E27FC236}">
                    <a16:creationId xmlns:a16="http://schemas.microsoft.com/office/drawing/2014/main" id="{D6B2D330-3280-FBA5-A312-B287CEAA1D7D}"/>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直接连接符 410648">
                <a:extLst>
                  <a:ext uri="{FF2B5EF4-FFF2-40B4-BE49-F238E27FC236}">
                    <a16:creationId xmlns:a16="http://schemas.microsoft.com/office/drawing/2014/main" id="{97A61675-6999-314F-0A76-B1F117ADA6A4}"/>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3" name="直接连接符 410648">
                <a:extLst>
                  <a:ext uri="{FF2B5EF4-FFF2-40B4-BE49-F238E27FC236}">
                    <a16:creationId xmlns:a16="http://schemas.microsoft.com/office/drawing/2014/main" id="{7566155C-B5B5-281F-2F24-4EE9E6F6434A}"/>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4" name="直接连接符 410648">
                <a:extLst>
                  <a:ext uri="{FF2B5EF4-FFF2-40B4-BE49-F238E27FC236}">
                    <a16:creationId xmlns:a16="http://schemas.microsoft.com/office/drawing/2014/main" id="{845722D8-F28E-2617-C122-B069C80ED75F}"/>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5" name="直接连接符 410648">
                <a:extLst>
                  <a:ext uri="{FF2B5EF4-FFF2-40B4-BE49-F238E27FC236}">
                    <a16:creationId xmlns:a16="http://schemas.microsoft.com/office/drawing/2014/main" id="{EAFA8B26-1943-36B5-9E4B-6CB4C98F58A7}"/>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直接连接符 410648">
                <a:extLst>
                  <a:ext uri="{FF2B5EF4-FFF2-40B4-BE49-F238E27FC236}">
                    <a16:creationId xmlns:a16="http://schemas.microsoft.com/office/drawing/2014/main" id="{EB84D8AC-CD0F-4E15-069F-35BD676670F6}"/>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直接连接符 410648">
                <a:extLst>
                  <a:ext uri="{FF2B5EF4-FFF2-40B4-BE49-F238E27FC236}">
                    <a16:creationId xmlns:a16="http://schemas.microsoft.com/office/drawing/2014/main" id="{EB3800FB-558D-F94B-A3CF-B62BF4CDDE7E}"/>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直接连接符 410648">
                <a:extLst>
                  <a:ext uri="{FF2B5EF4-FFF2-40B4-BE49-F238E27FC236}">
                    <a16:creationId xmlns:a16="http://schemas.microsoft.com/office/drawing/2014/main" id="{271E37E8-B80E-B4FB-499A-0D009BB03718}"/>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直接连接符 410648">
                <a:extLst>
                  <a:ext uri="{FF2B5EF4-FFF2-40B4-BE49-F238E27FC236}">
                    <a16:creationId xmlns:a16="http://schemas.microsoft.com/office/drawing/2014/main" id="{9296934F-17F1-0896-4DE2-831850C007B5}"/>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0" name="直接连接符 410648">
              <a:extLst>
                <a:ext uri="{FF2B5EF4-FFF2-40B4-BE49-F238E27FC236}">
                  <a16:creationId xmlns:a16="http://schemas.microsoft.com/office/drawing/2014/main" id="{2CDD148A-2644-F031-5D6B-84463C3BA6CC}"/>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直接连接符 410649">
              <a:extLst>
                <a:ext uri="{FF2B5EF4-FFF2-40B4-BE49-F238E27FC236}">
                  <a16:creationId xmlns:a16="http://schemas.microsoft.com/office/drawing/2014/main" id="{EAAAB72E-2C12-07A4-475C-467C0FF8D69B}"/>
                </a:ext>
              </a:extLst>
            </p:cNvPr>
            <p:cNvCxnSpPr>
              <a:cxnSpLocks/>
            </p:cNvCxnSpPr>
            <p:nvPr/>
          </p:nvCxnSpPr>
          <p:spPr>
            <a:xfrm>
              <a:off x="9360264"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72" name="矩形 571">
              <a:extLst>
                <a:ext uri="{FF2B5EF4-FFF2-40B4-BE49-F238E27FC236}">
                  <a16:creationId xmlns:a16="http://schemas.microsoft.com/office/drawing/2014/main" id="{CB35BC68-FA78-9942-844E-18BD4CA0FA74}"/>
                </a:ext>
              </a:extLst>
            </p:cNvPr>
            <p:cNvSpPr/>
            <p:nvPr/>
          </p:nvSpPr>
          <p:spPr>
            <a:xfrm>
              <a:off x="9111545"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3" name="加号 572">
              <a:extLst>
                <a:ext uri="{FF2B5EF4-FFF2-40B4-BE49-F238E27FC236}">
                  <a16:creationId xmlns:a16="http://schemas.microsoft.com/office/drawing/2014/main" id="{1C9ADE54-FB95-4CC7-4970-D6F689A653BB}"/>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4" name="矩形 563">
              <a:extLst>
                <a:ext uri="{FF2B5EF4-FFF2-40B4-BE49-F238E27FC236}">
                  <a16:creationId xmlns:a16="http://schemas.microsoft.com/office/drawing/2014/main" id="{4C0BD749-DE07-D020-A2FE-96B164684BBE}"/>
                </a:ext>
              </a:extLst>
            </p:cNvPr>
            <p:cNvSpPr/>
            <p:nvPr/>
          </p:nvSpPr>
          <p:spPr>
            <a:xfrm rot="16200000" flipH="1">
              <a:off x="9299801" y="2899634"/>
              <a:ext cx="74032" cy="1153836"/>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grpSp>
      <p:grpSp>
        <p:nvGrpSpPr>
          <p:cNvPr id="657" name="组合 656">
            <a:extLst>
              <a:ext uri="{FF2B5EF4-FFF2-40B4-BE49-F238E27FC236}">
                <a16:creationId xmlns:a16="http://schemas.microsoft.com/office/drawing/2014/main" id="{DB9520BF-2838-D0F9-EF5D-5D1D4686085E}"/>
              </a:ext>
            </a:extLst>
          </p:cNvPr>
          <p:cNvGrpSpPr/>
          <p:nvPr/>
        </p:nvGrpSpPr>
        <p:grpSpPr>
          <a:xfrm>
            <a:off x="8955686" y="5066102"/>
            <a:ext cx="2234109" cy="1542145"/>
            <a:chOff x="8772806" y="5066102"/>
            <a:chExt cx="2234109" cy="1542145"/>
          </a:xfrm>
        </p:grpSpPr>
        <p:sp>
          <p:nvSpPr>
            <p:cNvPr id="416" name="箭头: 右 415">
              <a:extLst>
                <a:ext uri="{FF2B5EF4-FFF2-40B4-BE49-F238E27FC236}">
                  <a16:creationId xmlns:a16="http://schemas.microsoft.com/office/drawing/2014/main" id="{822D9E58-5C81-41FC-663C-94C437E6A6A2}"/>
                </a:ext>
              </a:extLst>
            </p:cNvPr>
            <p:cNvSpPr/>
            <p:nvPr/>
          </p:nvSpPr>
          <p:spPr>
            <a:xfrm>
              <a:off x="8772806" y="5653968"/>
              <a:ext cx="481637" cy="3722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1" name="组合 590">
              <a:extLst>
                <a:ext uri="{FF2B5EF4-FFF2-40B4-BE49-F238E27FC236}">
                  <a16:creationId xmlns:a16="http://schemas.microsoft.com/office/drawing/2014/main" id="{8D8ED2B1-65B2-A332-8EC8-198C928F507E}"/>
                </a:ext>
              </a:extLst>
            </p:cNvPr>
            <p:cNvGrpSpPr/>
            <p:nvPr/>
          </p:nvGrpSpPr>
          <p:grpSpPr>
            <a:xfrm>
              <a:off x="9462788" y="5066102"/>
              <a:ext cx="1544127" cy="1542145"/>
              <a:chOff x="8101133" y="2637857"/>
              <a:chExt cx="2500386" cy="2497177"/>
            </a:xfrm>
          </p:grpSpPr>
          <p:sp>
            <p:nvSpPr>
              <p:cNvPr id="592" name="流程图: 接点 410645">
                <a:extLst>
                  <a:ext uri="{FF2B5EF4-FFF2-40B4-BE49-F238E27FC236}">
                    <a16:creationId xmlns:a16="http://schemas.microsoft.com/office/drawing/2014/main" id="{8146BBED-5092-0A3B-006B-884F4D3BDAC0}"/>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3" name="流程图: 接点 410646">
                <a:extLst>
                  <a:ext uri="{FF2B5EF4-FFF2-40B4-BE49-F238E27FC236}">
                    <a16:creationId xmlns:a16="http://schemas.microsoft.com/office/drawing/2014/main" id="{6BF75B60-DD79-9885-746A-DCC82BF55B2C}"/>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95" name="直接连接符 410648">
                <a:extLst>
                  <a:ext uri="{FF2B5EF4-FFF2-40B4-BE49-F238E27FC236}">
                    <a16:creationId xmlns:a16="http://schemas.microsoft.com/office/drawing/2014/main" id="{743E19FE-214D-9F1B-6618-DE5D237C9B04}"/>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直接连接符 410648">
                <a:extLst>
                  <a:ext uri="{FF2B5EF4-FFF2-40B4-BE49-F238E27FC236}">
                    <a16:creationId xmlns:a16="http://schemas.microsoft.com/office/drawing/2014/main" id="{7CF1838F-4685-41A1-BAB2-ADD592AE0FC6}"/>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直接连接符 410647">
                <a:extLst>
                  <a:ext uri="{FF2B5EF4-FFF2-40B4-BE49-F238E27FC236}">
                    <a16:creationId xmlns:a16="http://schemas.microsoft.com/office/drawing/2014/main" id="{A937930E-18B3-206C-4768-1C50F24EAA68}"/>
                  </a:ext>
                </a:extLst>
              </p:cNvPr>
              <p:cNvCxnSpPr>
                <a:cxnSpLocks/>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直接连接符 410648">
                <a:extLst>
                  <a:ext uri="{FF2B5EF4-FFF2-40B4-BE49-F238E27FC236}">
                    <a16:creationId xmlns:a16="http://schemas.microsoft.com/office/drawing/2014/main" id="{947A0387-919A-7516-6796-FDBA25341982}"/>
                  </a:ext>
                </a:extLst>
              </p:cNvPr>
              <p:cNvCxnSpPr>
                <a:cxnSpLocks/>
              </p:cNvCxnSpPr>
              <p:nvPr/>
            </p:nvCxnSpPr>
            <p:spPr>
              <a:xfrm>
                <a:off x="8337551" y="3346477"/>
                <a:ext cx="204470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9" name="组合 598">
                <a:extLst>
                  <a:ext uri="{FF2B5EF4-FFF2-40B4-BE49-F238E27FC236}">
                    <a16:creationId xmlns:a16="http://schemas.microsoft.com/office/drawing/2014/main" id="{FBEB90BE-428B-098A-C9D8-C1797584B514}"/>
                  </a:ext>
                </a:extLst>
              </p:cNvPr>
              <p:cNvGrpSpPr/>
              <p:nvPr/>
            </p:nvGrpSpPr>
            <p:grpSpPr>
              <a:xfrm>
                <a:off x="9270788" y="2848356"/>
                <a:ext cx="182366" cy="987884"/>
                <a:chOff x="9249017" y="2848356"/>
                <a:chExt cx="216251" cy="987884"/>
              </a:xfrm>
            </p:grpSpPr>
            <p:cxnSp>
              <p:nvCxnSpPr>
                <p:cNvPr id="604" name="直接连接符 410648">
                  <a:extLst>
                    <a:ext uri="{FF2B5EF4-FFF2-40B4-BE49-F238E27FC236}">
                      <a16:creationId xmlns:a16="http://schemas.microsoft.com/office/drawing/2014/main" id="{A49B2B3A-2170-2664-F1B7-41EFF41D2E8D}"/>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直接连接符 410648">
                  <a:extLst>
                    <a:ext uri="{FF2B5EF4-FFF2-40B4-BE49-F238E27FC236}">
                      <a16:creationId xmlns:a16="http://schemas.microsoft.com/office/drawing/2014/main" id="{335D5A60-9DEE-8844-A359-7DE29DF46FA4}"/>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6" name="直接连接符 410648">
                  <a:extLst>
                    <a:ext uri="{FF2B5EF4-FFF2-40B4-BE49-F238E27FC236}">
                      <a16:creationId xmlns:a16="http://schemas.microsoft.com/office/drawing/2014/main" id="{4F65F2DE-056F-B203-38EF-C2A7AA5DC3C0}"/>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7" name="直接连接符 410648">
                  <a:extLst>
                    <a:ext uri="{FF2B5EF4-FFF2-40B4-BE49-F238E27FC236}">
                      <a16:creationId xmlns:a16="http://schemas.microsoft.com/office/drawing/2014/main" id="{41B64723-27BA-89F7-3091-FD5A8467C815}"/>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直接连接符 410648">
                  <a:extLst>
                    <a:ext uri="{FF2B5EF4-FFF2-40B4-BE49-F238E27FC236}">
                      <a16:creationId xmlns:a16="http://schemas.microsoft.com/office/drawing/2014/main" id="{96D2D1BF-11DB-F019-5377-ECD541BD1130}"/>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9" name="直接连接符 410648">
                  <a:extLst>
                    <a:ext uri="{FF2B5EF4-FFF2-40B4-BE49-F238E27FC236}">
                      <a16:creationId xmlns:a16="http://schemas.microsoft.com/office/drawing/2014/main" id="{42D85EF5-6A4E-CE35-94E2-EC58695D1888}"/>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0" name="直接连接符 410648">
                  <a:extLst>
                    <a:ext uri="{FF2B5EF4-FFF2-40B4-BE49-F238E27FC236}">
                      <a16:creationId xmlns:a16="http://schemas.microsoft.com/office/drawing/2014/main" id="{56484774-A582-223E-8780-CCBD98BD4326}"/>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直接连接符 410648">
                  <a:extLst>
                    <a:ext uri="{FF2B5EF4-FFF2-40B4-BE49-F238E27FC236}">
                      <a16:creationId xmlns:a16="http://schemas.microsoft.com/office/drawing/2014/main" id="{8D94AF07-20F3-E046-A371-F8D765F78ED9}"/>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直接连接符 410648">
                  <a:extLst>
                    <a:ext uri="{FF2B5EF4-FFF2-40B4-BE49-F238E27FC236}">
                      <a16:creationId xmlns:a16="http://schemas.microsoft.com/office/drawing/2014/main" id="{CA834A5F-76B1-9260-1580-65C27727CF8B}"/>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3" name="直接连接符 410648">
                  <a:extLst>
                    <a:ext uri="{FF2B5EF4-FFF2-40B4-BE49-F238E27FC236}">
                      <a16:creationId xmlns:a16="http://schemas.microsoft.com/office/drawing/2014/main" id="{9B4C0069-CFB0-0BDB-E3D8-BC32DB3C7F3B}"/>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直接连接符 410648">
                  <a:extLst>
                    <a:ext uri="{FF2B5EF4-FFF2-40B4-BE49-F238E27FC236}">
                      <a16:creationId xmlns:a16="http://schemas.microsoft.com/office/drawing/2014/main" id="{C5FFCBB6-08C2-A1A8-E2C5-4A8F04530624}"/>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 name="直接连接符 410648">
                  <a:extLst>
                    <a:ext uri="{FF2B5EF4-FFF2-40B4-BE49-F238E27FC236}">
                      <a16:creationId xmlns:a16="http://schemas.microsoft.com/office/drawing/2014/main" id="{F9BF9DAB-0BF4-10B3-2635-EE082498BAC4}"/>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直接连接符 410648">
                  <a:extLst>
                    <a:ext uri="{FF2B5EF4-FFF2-40B4-BE49-F238E27FC236}">
                      <a16:creationId xmlns:a16="http://schemas.microsoft.com/office/drawing/2014/main" id="{1E6335EC-C16A-8604-B12A-D498B9602483}"/>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直接连接符 410648">
                  <a:extLst>
                    <a:ext uri="{FF2B5EF4-FFF2-40B4-BE49-F238E27FC236}">
                      <a16:creationId xmlns:a16="http://schemas.microsoft.com/office/drawing/2014/main" id="{0D69B0E8-9F33-5382-5FE0-3A2405DF8B39}"/>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直接连接符 410648">
                  <a:extLst>
                    <a:ext uri="{FF2B5EF4-FFF2-40B4-BE49-F238E27FC236}">
                      <a16:creationId xmlns:a16="http://schemas.microsoft.com/office/drawing/2014/main" id="{F7A9BE06-8486-86F9-DFE8-4F62FCCA046D}"/>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9" name="直接连接符 410648">
                  <a:extLst>
                    <a:ext uri="{FF2B5EF4-FFF2-40B4-BE49-F238E27FC236}">
                      <a16:creationId xmlns:a16="http://schemas.microsoft.com/office/drawing/2014/main" id="{A89EF09B-7159-EF23-3595-C39701B97D7F}"/>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0" name="直接连接符 410648">
                <a:extLst>
                  <a:ext uri="{FF2B5EF4-FFF2-40B4-BE49-F238E27FC236}">
                    <a16:creationId xmlns:a16="http://schemas.microsoft.com/office/drawing/2014/main" id="{B4C3867B-2638-AE5D-3ADE-D92CF84F7B6E}"/>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直接连接符 410649">
                <a:extLst>
                  <a:ext uri="{FF2B5EF4-FFF2-40B4-BE49-F238E27FC236}">
                    <a16:creationId xmlns:a16="http://schemas.microsoft.com/office/drawing/2014/main" id="{E733B359-4BD5-EBE5-1FF9-E69F1BD824D6}"/>
                  </a:ext>
                </a:extLst>
              </p:cNvPr>
              <p:cNvCxnSpPr>
                <a:cxnSpLocks/>
              </p:cNvCxnSpPr>
              <p:nvPr/>
            </p:nvCxnSpPr>
            <p:spPr>
              <a:xfrm>
                <a:off x="9360264"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02" name="矩形 601">
                <a:extLst>
                  <a:ext uri="{FF2B5EF4-FFF2-40B4-BE49-F238E27FC236}">
                    <a16:creationId xmlns:a16="http://schemas.microsoft.com/office/drawing/2014/main" id="{13668AEC-02F7-048F-2AC5-05517ED2306C}"/>
                  </a:ext>
                </a:extLst>
              </p:cNvPr>
              <p:cNvSpPr/>
              <p:nvPr/>
            </p:nvSpPr>
            <p:spPr>
              <a:xfrm>
                <a:off x="9111545"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3" name="加号 602">
                <a:extLst>
                  <a:ext uri="{FF2B5EF4-FFF2-40B4-BE49-F238E27FC236}">
                    <a16:creationId xmlns:a16="http://schemas.microsoft.com/office/drawing/2014/main" id="{96820954-D7F9-B106-20F5-97A16195B4A2}"/>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4" name="矩形 593">
                <a:extLst>
                  <a:ext uri="{FF2B5EF4-FFF2-40B4-BE49-F238E27FC236}">
                    <a16:creationId xmlns:a16="http://schemas.microsoft.com/office/drawing/2014/main" id="{7248DFA6-4072-7890-833E-0F454A747214}"/>
                  </a:ext>
                </a:extLst>
              </p:cNvPr>
              <p:cNvSpPr/>
              <p:nvPr/>
            </p:nvSpPr>
            <p:spPr>
              <a:xfrm rot="16200000" flipH="1">
                <a:off x="9299801" y="3302431"/>
                <a:ext cx="74032" cy="1153836"/>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grpSp>
      </p:grpSp>
      <p:grpSp>
        <p:nvGrpSpPr>
          <p:cNvPr id="652" name="组合 651">
            <a:extLst>
              <a:ext uri="{FF2B5EF4-FFF2-40B4-BE49-F238E27FC236}">
                <a16:creationId xmlns:a16="http://schemas.microsoft.com/office/drawing/2014/main" id="{57774006-1DB2-4A58-E58C-307C7A7EAA05}"/>
              </a:ext>
            </a:extLst>
          </p:cNvPr>
          <p:cNvGrpSpPr/>
          <p:nvPr/>
        </p:nvGrpSpPr>
        <p:grpSpPr>
          <a:xfrm>
            <a:off x="1974864" y="5024144"/>
            <a:ext cx="1962898" cy="1542145"/>
            <a:chOff x="1990766" y="5024144"/>
            <a:chExt cx="1962898" cy="1542145"/>
          </a:xfrm>
        </p:grpSpPr>
        <p:sp>
          <p:nvSpPr>
            <p:cNvPr id="415" name="箭头: 右 414">
              <a:extLst>
                <a:ext uri="{FF2B5EF4-FFF2-40B4-BE49-F238E27FC236}">
                  <a16:creationId xmlns:a16="http://schemas.microsoft.com/office/drawing/2014/main" id="{469B4013-00DD-4B24-37ED-3A4093FC72AF}"/>
                </a:ext>
              </a:extLst>
            </p:cNvPr>
            <p:cNvSpPr/>
            <p:nvPr/>
          </p:nvSpPr>
          <p:spPr>
            <a:xfrm>
              <a:off x="1990766" y="5597399"/>
              <a:ext cx="364754" cy="369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22" name="组合 621">
              <a:extLst>
                <a:ext uri="{FF2B5EF4-FFF2-40B4-BE49-F238E27FC236}">
                  <a16:creationId xmlns:a16="http://schemas.microsoft.com/office/drawing/2014/main" id="{CA44887A-1A33-6E20-D928-66286FBC532E}"/>
                </a:ext>
              </a:extLst>
            </p:cNvPr>
            <p:cNvGrpSpPr/>
            <p:nvPr/>
          </p:nvGrpSpPr>
          <p:grpSpPr>
            <a:xfrm>
              <a:off x="2409537" y="5024144"/>
              <a:ext cx="1544127" cy="1542145"/>
              <a:chOff x="8101133" y="2637857"/>
              <a:chExt cx="2500386" cy="2497177"/>
            </a:xfrm>
          </p:grpSpPr>
          <p:sp>
            <p:nvSpPr>
              <p:cNvPr id="623" name="流程图: 接点 410645">
                <a:extLst>
                  <a:ext uri="{FF2B5EF4-FFF2-40B4-BE49-F238E27FC236}">
                    <a16:creationId xmlns:a16="http://schemas.microsoft.com/office/drawing/2014/main" id="{6F96F9EC-BFE2-F626-7C91-F6A1F67473B4}"/>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4" name="流程图: 接点 410646">
                <a:extLst>
                  <a:ext uri="{FF2B5EF4-FFF2-40B4-BE49-F238E27FC236}">
                    <a16:creationId xmlns:a16="http://schemas.microsoft.com/office/drawing/2014/main" id="{D6BD757F-AFCF-A734-F7F4-6E68A4A1FF3A}"/>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26" name="直接连接符 410648">
                <a:extLst>
                  <a:ext uri="{FF2B5EF4-FFF2-40B4-BE49-F238E27FC236}">
                    <a16:creationId xmlns:a16="http://schemas.microsoft.com/office/drawing/2014/main" id="{42B679A0-43AE-B43D-1EC0-226F96014C7D}"/>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直接连接符 410648">
                <a:extLst>
                  <a:ext uri="{FF2B5EF4-FFF2-40B4-BE49-F238E27FC236}">
                    <a16:creationId xmlns:a16="http://schemas.microsoft.com/office/drawing/2014/main" id="{A081B568-8876-001D-70FC-53AF98738F39}"/>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直接连接符 410647">
                <a:extLst>
                  <a:ext uri="{FF2B5EF4-FFF2-40B4-BE49-F238E27FC236}">
                    <a16:creationId xmlns:a16="http://schemas.microsoft.com/office/drawing/2014/main" id="{55A4CE4C-9FAB-5981-BF46-A0EFFE7210A6}"/>
                  </a:ext>
                </a:extLst>
              </p:cNvPr>
              <p:cNvCxnSpPr>
                <a:cxnSpLocks/>
                <a:stCxn id="624" idx="2"/>
                <a:endCxn id="624"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直接连接符 410648">
                <a:extLst>
                  <a:ext uri="{FF2B5EF4-FFF2-40B4-BE49-F238E27FC236}">
                    <a16:creationId xmlns:a16="http://schemas.microsoft.com/office/drawing/2014/main" id="{91936BEC-90AA-DFCC-A63A-49F02127C869}"/>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0" name="组合 629">
                <a:extLst>
                  <a:ext uri="{FF2B5EF4-FFF2-40B4-BE49-F238E27FC236}">
                    <a16:creationId xmlns:a16="http://schemas.microsoft.com/office/drawing/2014/main" id="{2D0FF0DD-2FF9-7F1A-0293-0E4FE75FFCD5}"/>
                  </a:ext>
                </a:extLst>
              </p:cNvPr>
              <p:cNvGrpSpPr/>
              <p:nvPr/>
            </p:nvGrpSpPr>
            <p:grpSpPr>
              <a:xfrm>
                <a:off x="9270788" y="2848356"/>
                <a:ext cx="182366" cy="987884"/>
                <a:chOff x="9249017" y="2848356"/>
                <a:chExt cx="216251" cy="987884"/>
              </a:xfrm>
            </p:grpSpPr>
            <p:cxnSp>
              <p:nvCxnSpPr>
                <p:cNvPr id="635" name="直接连接符 410648">
                  <a:extLst>
                    <a:ext uri="{FF2B5EF4-FFF2-40B4-BE49-F238E27FC236}">
                      <a16:creationId xmlns:a16="http://schemas.microsoft.com/office/drawing/2014/main" id="{35771657-49CF-1750-5BB0-A0B615BFB9D8}"/>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直接连接符 410648">
                  <a:extLst>
                    <a:ext uri="{FF2B5EF4-FFF2-40B4-BE49-F238E27FC236}">
                      <a16:creationId xmlns:a16="http://schemas.microsoft.com/office/drawing/2014/main" id="{D050EA16-F2A2-1252-0A9D-72DAD9702EEA}"/>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直接连接符 410648">
                  <a:extLst>
                    <a:ext uri="{FF2B5EF4-FFF2-40B4-BE49-F238E27FC236}">
                      <a16:creationId xmlns:a16="http://schemas.microsoft.com/office/drawing/2014/main" id="{73DAC000-27FD-D591-AA30-A3E2A43F7196}"/>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直接连接符 410648">
                  <a:extLst>
                    <a:ext uri="{FF2B5EF4-FFF2-40B4-BE49-F238E27FC236}">
                      <a16:creationId xmlns:a16="http://schemas.microsoft.com/office/drawing/2014/main" id="{458910ED-B6AC-7B86-D676-BC8F4F3EB1AF}"/>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9" name="直接连接符 410648">
                  <a:extLst>
                    <a:ext uri="{FF2B5EF4-FFF2-40B4-BE49-F238E27FC236}">
                      <a16:creationId xmlns:a16="http://schemas.microsoft.com/office/drawing/2014/main" id="{D893C564-942D-9A88-55AD-9548D356EF83}"/>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直接连接符 410648">
                  <a:extLst>
                    <a:ext uri="{FF2B5EF4-FFF2-40B4-BE49-F238E27FC236}">
                      <a16:creationId xmlns:a16="http://schemas.microsoft.com/office/drawing/2014/main" id="{D4C89A1E-B456-ACB8-AE5E-8361488D759E}"/>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直接连接符 410648">
                  <a:extLst>
                    <a:ext uri="{FF2B5EF4-FFF2-40B4-BE49-F238E27FC236}">
                      <a16:creationId xmlns:a16="http://schemas.microsoft.com/office/drawing/2014/main" id="{6C38D918-64F4-4921-EDEF-401A2686AB84}"/>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直接连接符 410648">
                  <a:extLst>
                    <a:ext uri="{FF2B5EF4-FFF2-40B4-BE49-F238E27FC236}">
                      <a16:creationId xmlns:a16="http://schemas.microsoft.com/office/drawing/2014/main" id="{2D699D84-3B62-45C7-536F-2E082E89F236}"/>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3" name="直接连接符 410648">
                  <a:extLst>
                    <a:ext uri="{FF2B5EF4-FFF2-40B4-BE49-F238E27FC236}">
                      <a16:creationId xmlns:a16="http://schemas.microsoft.com/office/drawing/2014/main" id="{6917C297-A182-FF9F-52C8-3E26E9FFFF6F}"/>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直接连接符 410648">
                  <a:extLst>
                    <a:ext uri="{FF2B5EF4-FFF2-40B4-BE49-F238E27FC236}">
                      <a16:creationId xmlns:a16="http://schemas.microsoft.com/office/drawing/2014/main" id="{8926861D-C8D1-E7CC-6706-A7AC8390C760}"/>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直接连接符 410648">
                  <a:extLst>
                    <a:ext uri="{FF2B5EF4-FFF2-40B4-BE49-F238E27FC236}">
                      <a16:creationId xmlns:a16="http://schemas.microsoft.com/office/drawing/2014/main" id="{472A051B-D28C-52C6-758F-AB3398AFA717}"/>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直接连接符 410648">
                  <a:extLst>
                    <a:ext uri="{FF2B5EF4-FFF2-40B4-BE49-F238E27FC236}">
                      <a16:creationId xmlns:a16="http://schemas.microsoft.com/office/drawing/2014/main" id="{B0D62FB9-56C6-178D-2731-E7474AB8ABEF}"/>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直接连接符 410648">
                  <a:extLst>
                    <a:ext uri="{FF2B5EF4-FFF2-40B4-BE49-F238E27FC236}">
                      <a16:creationId xmlns:a16="http://schemas.microsoft.com/office/drawing/2014/main" id="{984B77FD-1CE7-A777-25C1-E0EACD447A86}"/>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直接连接符 410648">
                  <a:extLst>
                    <a:ext uri="{FF2B5EF4-FFF2-40B4-BE49-F238E27FC236}">
                      <a16:creationId xmlns:a16="http://schemas.microsoft.com/office/drawing/2014/main" id="{E04C1544-76D0-3997-E687-677E6F959E88}"/>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直接连接符 410648">
                  <a:extLst>
                    <a:ext uri="{FF2B5EF4-FFF2-40B4-BE49-F238E27FC236}">
                      <a16:creationId xmlns:a16="http://schemas.microsoft.com/office/drawing/2014/main" id="{E4595116-9E93-AE68-4B60-5FA78DB4A1A9}"/>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直接连接符 410648">
                  <a:extLst>
                    <a:ext uri="{FF2B5EF4-FFF2-40B4-BE49-F238E27FC236}">
                      <a16:creationId xmlns:a16="http://schemas.microsoft.com/office/drawing/2014/main" id="{3B3A8163-6660-B07A-2A6D-FBA5D16B66CF}"/>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1" name="直接连接符 410648">
                <a:extLst>
                  <a:ext uri="{FF2B5EF4-FFF2-40B4-BE49-F238E27FC236}">
                    <a16:creationId xmlns:a16="http://schemas.microsoft.com/office/drawing/2014/main" id="{D049CD23-243A-F948-1531-105970FC4C57}"/>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2" name="直接连接符 410649">
                <a:extLst>
                  <a:ext uri="{FF2B5EF4-FFF2-40B4-BE49-F238E27FC236}">
                    <a16:creationId xmlns:a16="http://schemas.microsoft.com/office/drawing/2014/main" id="{CDCD3713-4516-4652-24A1-073092C4EBBE}"/>
                  </a:ext>
                </a:extLst>
              </p:cNvPr>
              <p:cNvCxnSpPr>
                <a:cxnSpLocks/>
              </p:cNvCxnSpPr>
              <p:nvPr/>
            </p:nvCxnSpPr>
            <p:spPr>
              <a:xfrm>
                <a:off x="9360262"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33" name="矩形 632">
                <a:extLst>
                  <a:ext uri="{FF2B5EF4-FFF2-40B4-BE49-F238E27FC236}">
                    <a16:creationId xmlns:a16="http://schemas.microsoft.com/office/drawing/2014/main" id="{FD089FAC-2A62-63FD-92C2-23E889E5E8CD}"/>
                  </a:ext>
                </a:extLst>
              </p:cNvPr>
              <p:cNvSpPr/>
              <p:nvPr/>
            </p:nvSpPr>
            <p:spPr>
              <a:xfrm>
                <a:off x="9116686" y="4078871"/>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4" name="加号 633">
                <a:extLst>
                  <a:ext uri="{FF2B5EF4-FFF2-40B4-BE49-F238E27FC236}">
                    <a16:creationId xmlns:a16="http://schemas.microsoft.com/office/drawing/2014/main" id="{28DD409C-9571-7F0C-855A-D1F664DAB97C}"/>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5" name="矩形 624">
                <a:extLst>
                  <a:ext uri="{FF2B5EF4-FFF2-40B4-BE49-F238E27FC236}">
                    <a16:creationId xmlns:a16="http://schemas.microsoft.com/office/drawing/2014/main" id="{FAECA70B-ACB3-B597-068F-2F474E1E4317}"/>
                  </a:ext>
                </a:extLst>
              </p:cNvPr>
              <p:cNvSpPr/>
              <p:nvPr/>
            </p:nvSpPr>
            <p:spPr>
              <a:xfrm>
                <a:off x="9301050" y="3000361"/>
                <a:ext cx="124761" cy="1078624"/>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grpSp>
      <p:grpSp>
        <p:nvGrpSpPr>
          <p:cNvPr id="653" name="组合 652">
            <a:extLst>
              <a:ext uri="{FF2B5EF4-FFF2-40B4-BE49-F238E27FC236}">
                <a16:creationId xmlns:a16="http://schemas.microsoft.com/office/drawing/2014/main" id="{38A3CF1A-4D1B-6E14-1336-625AA1128C01}"/>
              </a:ext>
            </a:extLst>
          </p:cNvPr>
          <p:cNvGrpSpPr/>
          <p:nvPr/>
        </p:nvGrpSpPr>
        <p:grpSpPr>
          <a:xfrm>
            <a:off x="4032588" y="5027247"/>
            <a:ext cx="1960356" cy="1542145"/>
            <a:chOff x="4040539" y="5027247"/>
            <a:chExt cx="1960356" cy="1542145"/>
          </a:xfrm>
        </p:grpSpPr>
        <p:grpSp>
          <p:nvGrpSpPr>
            <p:cNvPr id="532" name="组合 531">
              <a:extLst>
                <a:ext uri="{FF2B5EF4-FFF2-40B4-BE49-F238E27FC236}">
                  <a16:creationId xmlns:a16="http://schemas.microsoft.com/office/drawing/2014/main" id="{EC0EF2C0-E4E5-810E-B455-6143A5C28A4F}"/>
                </a:ext>
              </a:extLst>
            </p:cNvPr>
            <p:cNvGrpSpPr/>
            <p:nvPr/>
          </p:nvGrpSpPr>
          <p:grpSpPr>
            <a:xfrm>
              <a:off x="4456768" y="5027247"/>
              <a:ext cx="1544127" cy="1542145"/>
              <a:chOff x="8101133" y="2637857"/>
              <a:chExt cx="2500386" cy="2497177"/>
            </a:xfrm>
          </p:grpSpPr>
          <p:sp>
            <p:nvSpPr>
              <p:cNvPr id="533" name="流程图: 接点 410645">
                <a:extLst>
                  <a:ext uri="{FF2B5EF4-FFF2-40B4-BE49-F238E27FC236}">
                    <a16:creationId xmlns:a16="http://schemas.microsoft.com/office/drawing/2014/main" id="{C1C63A05-F902-9CA0-2D97-8D6C1234A7F3}"/>
                  </a:ext>
                </a:extLst>
              </p:cNvPr>
              <p:cNvSpPr/>
              <p:nvPr/>
            </p:nvSpPr>
            <p:spPr>
              <a:xfrm>
                <a:off x="8101133" y="2637857"/>
                <a:ext cx="2500386" cy="2497177"/>
              </a:xfrm>
              <a:prstGeom prst="flowChartConnector">
                <a:avLst/>
              </a:prstGeom>
              <a:solidFill>
                <a:srgbClr val="C5C5C5"/>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4" name="流程图: 接点 410646">
                <a:extLst>
                  <a:ext uri="{FF2B5EF4-FFF2-40B4-BE49-F238E27FC236}">
                    <a16:creationId xmlns:a16="http://schemas.microsoft.com/office/drawing/2014/main" id="{01FED347-D3EC-47BA-CED0-FC360D7F8427}"/>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6" name="直接连接符 410648">
                <a:extLst>
                  <a:ext uri="{FF2B5EF4-FFF2-40B4-BE49-F238E27FC236}">
                    <a16:creationId xmlns:a16="http://schemas.microsoft.com/office/drawing/2014/main" id="{77FF598F-2F20-5850-204E-CB159BC57651}"/>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直接连接符 410648">
                <a:extLst>
                  <a:ext uri="{FF2B5EF4-FFF2-40B4-BE49-F238E27FC236}">
                    <a16:creationId xmlns:a16="http://schemas.microsoft.com/office/drawing/2014/main" id="{CB735023-FB0F-A817-FA87-51B867EB6F13}"/>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直接连接符 410647">
                <a:extLst>
                  <a:ext uri="{FF2B5EF4-FFF2-40B4-BE49-F238E27FC236}">
                    <a16:creationId xmlns:a16="http://schemas.microsoft.com/office/drawing/2014/main" id="{A3E7A5C9-5C62-467A-3F02-E8ACB115065B}"/>
                  </a:ext>
                </a:extLst>
              </p:cNvPr>
              <p:cNvCxnSpPr>
                <a:cxnSpLocks/>
                <a:stCxn id="534" idx="2"/>
                <a:endCxn id="534"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直接连接符 410648">
                <a:extLst>
                  <a:ext uri="{FF2B5EF4-FFF2-40B4-BE49-F238E27FC236}">
                    <a16:creationId xmlns:a16="http://schemas.microsoft.com/office/drawing/2014/main" id="{CB286BF8-3F34-BEFA-77A8-CE47CCD8FDC5}"/>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0" name="组合 539">
                <a:extLst>
                  <a:ext uri="{FF2B5EF4-FFF2-40B4-BE49-F238E27FC236}">
                    <a16:creationId xmlns:a16="http://schemas.microsoft.com/office/drawing/2014/main" id="{BB6560C5-2D9E-9B2A-B434-B156C297EF35}"/>
                  </a:ext>
                </a:extLst>
              </p:cNvPr>
              <p:cNvGrpSpPr/>
              <p:nvPr/>
            </p:nvGrpSpPr>
            <p:grpSpPr>
              <a:xfrm>
                <a:off x="9270788" y="2848356"/>
                <a:ext cx="182366" cy="987884"/>
                <a:chOff x="9249017" y="2848356"/>
                <a:chExt cx="216251" cy="987884"/>
              </a:xfrm>
            </p:grpSpPr>
            <p:cxnSp>
              <p:nvCxnSpPr>
                <p:cNvPr id="545" name="直接连接符 410648">
                  <a:extLst>
                    <a:ext uri="{FF2B5EF4-FFF2-40B4-BE49-F238E27FC236}">
                      <a16:creationId xmlns:a16="http://schemas.microsoft.com/office/drawing/2014/main" id="{02F1B279-808B-EADF-3228-B39D63491951}"/>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直接连接符 410648">
                  <a:extLst>
                    <a:ext uri="{FF2B5EF4-FFF2-40B4-BE49-F238E27FC236}">
                      <a16:creationId xmlns:a16="http://schemas.microsoft.com/office/drawing/2014/main" id="{8266CF14-6542-649E-5410-8D09290AB77C}"/>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410648">
                  <a:extLst>
                    <a:ext uri="{FF2B5EF4-FFF2-40B4-BE49-F238E27FC236}">
                      <a16:creationId xmlns:a16="http://schemas.microsoft.com/office/drawing/2014/main" id="{241D7D55-2F21-ECFD-C4F9-302AC302FA05}"/>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8" name="直接连接符 410648">
                  <a:extLst>
                    <a:ext uri="{FF2B5EF4-FFF2-40B4-BE49-F238E27FC236}">
                      <a16:creationId xmlns:a16="http://schemas.microsoft.com/office/drawing/2014/main" id="{991932F5-96B7-15F7-CB43-69A24AA62A7B}"/>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9" name="直接连接符 410648">
                  <a:extLst>
                    <a:ext uri="{FF2B5EF4-FFF2-40B4-BE49-F238E27FC236}">
                      <a16:creationId xmlns:a16="http://schemas.microsoft.com/office/drawing/2014/main" id="{92B8693E-E225-36BF-EAA2-81D22ABE409C}"/>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0" name="直接连接符 410648">
                  <a:extLst>
                    <a:ext uri="{FF2B5EF4-FFF2-40B4-BE49-F238E27FC236}">
                      <a16:creationId xmlns:a16="http://schemas.microsoft.com/office/drawing/2014/main" id="{090DB3F9-3BDE-6396-389D-D101914CAE54}"/>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1" name="直接连接符 410648">
                  <a:extLst>
                    <a:ext uri="{FF2B5EF4-FFF2-40B4-BE49-F238E27FC236}">
                      <a16:creationId xmlns:a16="http://schemas.microsoft.com/office/drawing/2014/main" id="{C0C4035F-E2A4-929C-D3D0-58F9F99AA56F}"/>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2" name="直接连接符 410648">
                  <a:extLst>
                    <a:ext uri="{FF2B5EF4-FFF2-40B4-BE49-F238E27FC236}">
                      <a16:creationId xmlns:a16="http://schemas.microsoft.com/office/drawing/2014/main" id="{15B5A921-13D2-7BE6-EC6C-86D97602B049}"/>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3" name="直接连接符 410648">
                  <a:extLst>
                    <a:ext uri="{FF2B5EF4-FFF2-40B4-BE49-F238E27FC236}">
                      <a16:creationId xmlns:a16="http://schemas.microsoft.com/office/drawing/2014/main" id="{1A92B7AF-701D-76E8-ACAD-BCF6DE319764}"/>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4" name="直接连接符 410648">
                  <a:extLst>
                    <a:ext uri="{FF2B5EF4-FFF2-40B4-BE49-F238E27FC236}">
                      <a16:creationId xmlns:a16="http://schemas.microsoft.com/office/drawing/2014/main" id="{7419E7A0-179D-0271-0FEE-D23DCB5905DC}"/>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直接连接符 410648">
                  <a:extLst>
                    <a:ext uri="{FF2B5EF4-FFF2-40B4-BE49-F238E27FC236}">
                      <a16:creationId xmlns:a16="http://schemas.microsoft.com/office/drawing/2014/main" id="{593FA80E-04E3-1450-7CAD-F329E1824C8C}"/>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410648">
                  <a:extLst>
                    <a:ext uri="{FF2B5EF4-FFF2-40B4-BE49-F238E27FC236}">
                      <a16:creationId xmlns:a16="http://schemas.microsoft.com/office/drawing/2014/main" id="{D41EFC5C-D8F2-1177-9B79-F6123AE06C23}"/>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410648">
                  <a:extLst>
                    <a:ext uri="{FF2B5EF4-FFF2-40B4-BE49-F238E27FC236}">
                      <a16:creationId xmlns:a16="http://schemas.microsoft.com/office/drawing/2014/main" id="{735F0E7A-E04E-E0F4-1569-B24485D354DC}"/>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8" name="直接连接符 410648">
                  <a:extLst>
                    <a:ext uri="{FF2B5EF4-FFF2-40B4-BE49-F238E27FC236}">
                      <a16:creationId xmlns:a16="http://schemas.microsoft.com/office/drawing/2014/main" id="{226BCA23-BAF9-275E-C68B-89F0BE8B1FB5}"/>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直接连接符 410648">
                  <a:extLst>
                    <a:ext uri="{FF2B5EF4-FFF2-40B4-BE49-F238E27FC236}">
                      <a16:creationId xmlns:a16="http://schemas.microsoft.com/office/drawing/2014/main" id="{44F4325D-26AE-6679-9F5E-4F1310CB31E5}"/>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直接连接符 410648">
                  <a:extLst>
                    <a:ext uri="{FF2B5EF4-FFF2-40B4-BE49-F238E27FC236}">
                      <a16:creationId xmlns:a16="http://schemas.microsoft.com/office/drawing/2014/main" id="{A154FAA5-3ED7-AC7F-CA25-411E1807AB4A}"/>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1" name="直接连接符 410648">
                <a:extLst>
                  <a:ext uri="{FF2B5EF4-FFF2-40B4-BE49-F238E27FC236}">
                    <a16:creationId xmlns:a16="http://schemas.microsoft.com/office/drawing/2014/main" id="{5B7CE3D9-0969-2DDB-F2D6-AFE35CFE7B33}"/>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直接连接符 410649">
                <a:extLst>
                  <a:ext uri="{FF2B5EF4-FFF2-40B4-BE49-F238E27FC236}">
                    <a16:creationId xmlns:a16="http://schemas.microsoft.com/office/drawing/2014/main" id="{94A5F029-4F02-6484-2FEE-0B0AE6F009EE}"/>
                  </a:ext>
                </a:extLst>
              </p:cNvPr>
              <p:cNvCxnSpPr>
                <a:cxnSpLocks/>
              </p:cNvCxnSpPr>
              <p:nvPr/>
            </p:nvCxnSpPr>
            <p:spPr>
              <a:xfrm>
                <a:off x="9364278" y="2723963"/>
                <a:ext cx="0" cy="231829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3" name="矩形 542">
                <a:extLst>
                  <a:ext uri="{FF2B5EF4-FFF2-40B4-BE49-F238E27FC236}">
                    <a16:creationId xmlns:a16="http://schemas.microsoft.com/office/drawing/2014/main" id="{15929F60-4C5E-B130-71A7-AF2D079DDDE2}"/>
                  </a:ext>
                </a:extLst>
              </p:cNvPr>
              <p:cNvSpPr/>
              <p:nvPr/>
            </p:nvSpPr>
            <p:spPr>
              <a:xfrm>
                <a:off x="9111545"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4" name="加号 543">
                <a:extLst>
                  <a:ext uri="{FF2B5EF4-FFF2-40B4-BE49-F238E27FC236}">
                    <a16:creationId xmlns:a16="http://schemas.microsoft.com/office/drawing/2014/main" id="{F1984FA9-5A9C-8B3C-BC57-79A18E3EB4BD}"/>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矩形 534">
                <a:extLst>
                  <a:ext uri="{FF2B5EF4-FFF2-40B4-BE49-F238E27FC236}">
                    <a16:creationId xmlns:a16="http://schemas.microsoft.com/office/drawing/2014/main" id="{0C8E9232-8F2A-3D0C-8D3B-77B966D08619}"/>
                  </a:ext>
                </a:extLst>
              </p:cNvPr>
              <p:cNvSpPr/>
              <p:nvPr/>
            </p:nvSpPr>
            <p:spPr>
              <a:xfrm flipH="1">
                <a:off x="9322984" y="3000361"/>
                <a:ext cx="74032" cy="1073002"/>
              </a:xfrm>
              <a:prstGeom prst="rect">
                <a:avLst/>
              </a:prstGeom>
              <a:solidFill>
                <a:schemeClr val="bg1"/>
              </a:solidFill>
              <a:ln>
                <a:noFill/>
              </a:ln>
              <a:effectLst>
                <a:glow>
                  <a:schemeClr val="bg1">
                    <a:alpha val="49606"/>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651" name="箭头: 右 414">
              <a:extLst>
                <a:ext uri="{FF2B5EF4-FFF2-40B4-BE49-F238E27FC236}">
                  <a16:creationId xmlns:a16="http://schemas.microsoft.com/office/drawing/2014/main" id="{A66E7A24-2671-5534-BEBD-D7524EFEA40D}"/>
                </a:ext>
              </a:extLst>
            </p:cNvPr>
            <p:cNvSpPr/>
            <p:nvPr/>
          </p:nvSpPr>
          <p:spPr>
            <a:xfrm>
              <a:off x="4040539" y="5618296"/>
              <a:ext cx="364754" cy="369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6" name="组合 655">
            <a:extLst>
              <a:ext uri="{FF2B5EF4-FFF2-40B4-BE49-F238E27FC236}">
                <a16:creationId xmlns:a16="http://schemas.microsoft.com/office/drawing/2014/main" id="{73DF9016-32C9-DC60-AF4F-2CD454B07039}"/>
              </a:ext>
            </a:extLst>
          </p:cNvPr>
          <p:cNvGrpSpPr/>
          <p:nvPr/>
        </p:nvGrpSpPr>
        <p:grpSpPr>
          <a:xfrm>
            <a:off x="1370636" y="3439096"/>
            <a:ext cx="1632855" cy="1504413"/>
            <a:chOff x="1370636" y="3439096"/>
            <a:chExt cx="1632855" cy="1504413"/>
          </a:xfrm>
        </p:grpSpPr>
        <p:grpSp>
          <p:nvGrpSpPr>
            <p:cNvPr id="522" name="组合 521">
              <a:extLst>
                <a:ext uri="{FF2B5EF4-FFF2-40B4-BE49-F238E27FC236}">
                  <a16:creationId xmlns:a16="http://schemas.microsoft.com/office/drawing/2014/main" id="{2F708276-5F1E-CE36-BAEB-9D5B603E47F1}"/>
                </a:ext>
              </a:extLst>
            </p:cNvPr>
            <p:cNvGrpSpPr/>
            <p:nvPr/>
          </p:nvGrpSpPr>
          <p:grpSpPr>
            <a:xfrm>
              <a:off x="1969361" y="3439096"/>
              <a:ext cx="538645" cy="1156356"/>
              <a:chOff x="1969361" y="3534508"/>
              <a:chExt cx="538645" cy="1129883"/>
            </a:xfrm>
          </p:grpSpPr>
          <p:sp>
            <p:nvSpPr>
              <p:cNvPr id="450" name="椭圆 449">
                <a:extLst>
                  <a:ext uri="{FF2B5EF4-FFF2-40B4-BE49-F238E27FC236}">
                    <a16:creationId xmlns:a16="http://schemas.microsoft.com/office/drawing/2014/main" id="{4144A831-4A75-FD8D-D335-619610286AEA}"/>
                  </a:ext>
                </a:extLst>
              </p:cNvPr>
              <p:cNvSpPr/>
              <p:nvPr/>
            </p:nvSpPr>
            <p:spPr>
              <a:xfrm>
                <a:off x="1969361" y="3534508"/>
                <a:ext cx="538645" cy="52781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sp>
            <p:nvSpPr>
              <p:cNvPr id="454" name="任意多边形 10">
                <a:extLst>
                  <a:ext uri="{FF2B5EF4-FFF2-40B4-BE49-F238E27FC236}">
                    <a16:creationId xmlns:a16="http://schemas.microsoft.com/office/drawing/2014/main" id="{0B9B9A67-FE7C-64D0-CB36-891A893B5EE3}"/>
                  </a:ext>
                </a:extLst>
              </p:cNvPr>
              <p:cNvSpPr/>
              <p:nvPr/>
            </p:nvSpPr>
            <p:spPr>
              <a:xfrm rot="2077061">
                <a:off x="2038283" y="4142525"/>
                <a:ext cx="323484" cy="521866"/>
              </a:xfrm>
              <a:custGeom>
                <a:avLst/>
                <a:gdLst>
                  <a:gd name="connsiteX0" fmla="*/ 0 w 278606"/>
                  <a:gd name="connsiteY0" fmla="*/ 0 h 421481"/>
                  <a:gd name="connsiteX1" fmla="*/ 278606 w 278606"/>
                  <a:gd name="connsiteY1" fmla="*/ 421481 h 421481"/>
                </a:gdLst>
                <a:ahLst/>
                <a:cxnLst>
                  <a:cxn ang="0">
                    <a:pos x="connsiteX0" y="connsiteY0"/>
                  </a:cxn>
                  <a:cxn ang="0">
                    <a:pos x="connsiteX1" y="connsiteY1"/>
                  </a:cxn>
                </a:cxnLst>
                <a:rect l="l" t="t" r="r" b="b"/>
                <a:pathLst>
                  <a:path w="278606" h="421481">
                    <a:moveTo>
                      <a:pt x="0" y="0"/>
                    </a:moveTo>
                    <a:lnTo>
                      <a:pt x="278606" y="421481"/>
                    </a:lnTo>
                  </a:path>
                </a:pathLst>
              </a:custGeom>
              <a:noFill/>
              <a:ln w="5715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5" name="矩形 654">
              <a:extLst>
                <a:ext uri="{FF2B5EF4-FFF2-40B4-BE49-F238E27FC236}">
                  <a16:creationId xmlns:a16="http://schemas.microsoft.com/office/drawing/2014/main" id="{EB1CBF62-0E82-8D5E-E3DB-57F0DB536B81}"/>
                </a:ext>
              </a:extLst>
            </p:cNvPr>
            <p:cNvSpPr/>
            <p:nvPr/>
          </p:nvSpPr>
          <p:spPr>
            <a:xfrm>
              <a:off x="1370636" y="4604955"/>
              <a:ext cx="1632855"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平行光调焦螺钉</a:t>
              </a:r>
            </a:p>
          </p:txBody>
        </p:sp>
      </p:grpSp>
      <p:cxnSp>
        <p:nvCxnSpPr>
          <p:cNvPr id="658" name="Line 15494">
            <a:extLst>
              <a:ext uri="{FF2B5EF4-FFF2-40B4-BE49-F238E27FC236}">
                <a16:creationId xmlns:a16="http://schemas.microsoft.com/office/drawing/2014/main" id="{4667B793-1732-3B6C-AA81-A00A34B560CC}"/>
              </a:ext>
            </a:extLst>
          </p:cNvPr>
          <p:cNvCxnSpPr>
            <a:cxnSpLocks/>
          </p:cNvCxnSpPr>
          <p:nvPr/>
        </p:nvCxnSpPr>
        <p:spPr bwMode="auto">
          <a:xfrm flipH="1">
            <a:off x="2542372" y="4355811"/>
            <a:ext cx="1492" cy="65138"/>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grpSp>
        <p:nvGrpSpPr>
          <p:cNvPr id="662" name="组合 661">
            <a:extLst>
              <a:ext uri="{FF2B5EF4-FFF2-40B4-BE49-F238E27FC236}">
                <a16:creationId xmlns:a16="http://schemas.microsoft.com/office/drawing/2014/main" id="{92DED07F-3E9C-9FF0-6DE9-9FDD89D5154B}"/>
              </a:ext>
            </a:extLst>
          </p:cNvPr>
          <p:cNvGrpSpPr/>
          <p:nvPr/>
        </p:nvGrpSpPr>
        <p:grpSpPr>
          <a:xfrm>
            <a:off x="7992585" y="4239638"/>
            <a:ext cx="2216952" cy="929879"/>
            <a:chOff x="7992585" y="4239638"/>
            <a:chExt cx="2216952" cy="929879"/>
          </a:xfrm>
        </p:grpSpPr>
        <p:grpSp>
          <p:nvGrpSpPr>
            <p:cNvPr id="525" name="组合 524">
              <a:extLst>
                <a:ext uri="{FF2B5EF4-FFF2-40B4-BE49-F238E27FC236}">
                  <a16:creationId xmlns:a16="http://schemas.microsoft.com/office/drawing/2014/main" id="{125084AE-1468-62D8-A6F0-A71F0CDF2537}"/>
                </a:ext>
              </a:extLst>
            </p:cNvPr>
            <p:cNvGrpSpPr/>
            <p:nvPr/>
          </p:nvGrpSpPr>
          <p:grpSpPr>
            <a:xfrm flipH="1">
              <a:off x="8534362" y="4239638"/>
              <a:ext cx="465951" cy="635701"/>
              <a:chOff x="9234881" y="4225650"/>
              <a:chExt cx="469953" cy="635701"/>
            </a:xfrm>
          </p:grpSpPr>
          <p:sp>
            <p:nvSpPr>
              <p:cNvPr id="461" name="任意多边形 56">
                <a:extLst>
                  <a:ext uri="{FF2B5EF4-FFF2-40B4-BE49-F238E27FC236}">
                    <a16:creationId xmlns:a16="http://schemas.microsoft.com/office/drawing/2014/main" id="{49C70085-F233-A7DE-6D37-243778C5DBD1}"/>
                  </a:ext>
                </a:extLst>
              </p:cNvPr>
              <p:cNvSpPr/>
              <p:nvPr/>
            </p:nvSpPr>
            <p:spPr>
              <a:xfrm flipH="1">
                <a:off x="9234881" y="4616262"/>
                <a:ext cx="135102" cy="245089"/>
              </a:xfrm>
              <a:custGeom>
                <a:avLst/>
                <a:gdLst>
                  <a:gd name="connsiteX0" fmla="*/ 0 w 135731"/>
                  <a:gd name="connsiteY0" fmla="*/ 0 h 250031"/>
                  <a:gd name="connsiteX1" fmla="*/ 135731 w 135731"/>
                  <a:gd name="connsiteY1" fmla="*/ 250031 h 250031"/>
                </a:gdLst>
                <a:ahLst/>
                <a:cxnLst>
                  <a:cxn ang="0">
                    <a:pos x="connsiteX0" y="connsiteY0"/>
                  </a:cxn>
                  <a:cxn ang="0">
                    <a:pos x="connsiteX1" y="connsiteY1"/>
                  </a:cxn>
                </a:cxnLst>
                <a:rect l="l" t="t" r="r" b="b"/>
                <a:pathLst>
                  <a:path w="135731" h="250031">
                    <a:moveTo>
                      <a:pt x="0" y="0"/>
                    </a:moveTo>
                    <a:lnTo>
                      <a:pt x="135731" y="250031"/>
                    </a:lnTo>
                  </a:path>
                </a:pathLst>
              </a:custGeom>
              <a:noFill/>
              <a:ln w="508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2" name="椭圆 461">
                <a:extLst>
                  <a:ext uri="{FF2B5EF4-FFF2-40B4-BE49-F238E27FC236}">
                    <a16:creationId xmlns:a16="http://schemas.microsoft.com/office/drawing/2014/main" id="{9B63FF38-86D1-F3FF-EA33-0E4B5F85FA03}"/>
                  </a:ext>
                </a:extLst>
              </p:cNvPr>
              <p:cNvSpPr/>
              <p:nvPr/>
            </p:nvSpPr>
            <p:spPr>
              <a:xfrm>
                <a:off x="9299355" y="4225650"/>
                <a:ext cx="405479" cy="39732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6699"/>
                  </a:solidFill>
                </a:endParaRPr>
              </a:p>
            </p:txBody>
          </p:sp>
        </p:grpSp>
        <p:sp>
          <p:nvSpPr>
            <p:cNvPr id="661" name="矩形 660">
              <a:extLst>
                <a:ext uri="{FF2B5EF4-FFF2-40B4-BE49-F238E27FC236}">
                  <a16:creationId xmlns:a16="http://schemas.microsoft.com/office/drawing/2014/main" id="{A3101573-83DC-CDE7-7239-28B87225F77D}"/>
                </a:ext>
              </a:extLst>
            </p:cNvPr>
            <p:cNvSpPr/>
            <p:nvPr/>
          </p:nvSpPr>
          <p:spPr>
            <a:xfrm flipH="1">
              <a:off x="7992585" y="4830963"/>
              <a:ext cx="2216952" cy="338554"/>
            </a:xfrm>
            <a:prstGeom prst="rect">
              <a:avLst/>
            </a:prstGeom>
          </p:spPr>
          <p:txBody>
            <a:bodyPr wrap="squar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平行光管倾角调节螺钉</a:t>
              </a:r>
            </a:p>
          </p:txBody>
        </p:sp>
      </p:grpSp>
      <p:cxnSp>
        <p:nvCxnSpPr>
          <p:cNvPr id="458" name="Line 15494">
            <a:extLst>
              <a:ext uri="{FF2B5EF4-FFF2-40B4-BE49-F238E27FC236}">
                <a16:creationId xmlns:a16="http://schemas.microsoft.com/office/drawing/2014/main" id="{5F7532F8-15C4-92EF-78AE-3B0C32B5077D}"/>
              </a:ext>
            </a:extLst>
          </p:cNvPr>
          <p:cNvCxnSpPr>
            <a:cxnSpLocks/>
          </p:cNvCxnSpPr>
          <p:nvPr/>
        </p:nvCxnSpPr>
        <p:spPr bwMode="auto">
          <a:xfrm flipH="1">
            <a:off x="8644599" y="4417119"/>
            <a:ext cx="1492" cy="66725"/>
          </a:xfrm>
          <a:prstGeom prst="line">
            <a:avLst/>
          </a:prstGeom>
          <a:gradFill flip="none" rotWithShape="1">
            <a:gsLst>
              <a:gs pos="20000">
                <a:srgbClr val="8C8D8F"/>
              </a:gs>
              <a:gs pos="9000">
                <a:srgbClr val="818587"/>
              </a:gs>
              <a:gs pos="7000">
                <a:srgbClr val="7B7F82"/>
              </a:gs>
              <a:gs pos="0">
                <a:srgbClr val="6D7477"/>
              </a:gs>
              <a:gs pos="77000">
                <a:schemeClr val="bg1">
                  <a:lumMod val="75000"/>
                </a:schemeClr>
              </a:gs>
              <a:gs pos="53000">
                <a:schemeClr val="bg1">
                  <a:lumMod val="75000"/>
                </a:schemeClr>
              </a:gs>
              <a:gs pos="89000">
                <a:srgbClr val="A8A8A8"/>
              </a:gs>
              <a:gs pos="100000">
                <a:srgbClr val="9B9B9B"/>
              </a:gs>
            </a:gsLst>
            <a:lin ang="10800000" scaled="1"/>
            <a:tileRect/>
          </a:gradFill>
          <a:ln w="3175">
            <a:solidFill>
              <a:srgbClr val="000000"/>
            </a:solidFill>
            <a:round/>
            <a:headEnd/>
            <a:tailEnd/>
          </a:ln>
        </p:spPr>
      </p:cxnSp>
      <p:sp>
        <p:nvSpPr>
          <p:cNvPr id="5" name="灯片编号占位符 2">
            <a:extLst>
              <a:ext uri="{FF2B5EF4-FFF2-40B4-BE49-F238E27FC236}">
                <a16:creationId xmlns:a16="http://schemas.microsoft.com/office/drawing/2014/main" id="{A84C203E-8917-5197-9D7D-DCA617F8F6DA}"/>
              </a:ext>
            </a:extLst>
          </p:cNvPr>
          <p:cNvSpPr>
            <a:spLocks noGrp="1"/>
          </p:cNvSpPr>
          <p:nvPr>
            <p:ph type="sldNum" sz="quarter" idx="12"/>
          </p:nvPr>
        </p:nvSpPr>
        <p:spPr>
          <a:xfrm>
            <a:off x="9218930" y="6492877"/>
            <a:ext cx="2743200" cy="365125"/>
          </a:xfrm>
        </p:spPr>
        <p:txBody>
          <a:bodyPr/>
          <a:lstStyle/>
          <a:p>
            <a:r>
              <a:rPr lang="en-US" altLang="zh-CN" sz="1600" b="1" dirty="0"/>
              <a:t>15</a:t>
            </a:r>
            <a:endParaRPr lang="zh-CN" altLang="en-US" sz="1600" b="1" dirty="0"/>
          </a:p>
        </p:txBody>
      </p:sp>
      <p:grpSp>
        <p:nvGrpSpPr>
          <p:cNvPr id="19" name="组合 18">
            <a:extLst>
              <a:ext uri="{FF2B5EF4-FFF2-40B4-BE49-F238E27FC236}">
                <a16:creationId xmlns:a16="http://schemas.microsoft.com/office/drawing/2014/main" id="{C659D81C-335B-F824-A54D-E2CA59F085AB}"/>
              </a:ext>
            </a:extLst>
          </p:cNvPr>
          <p:cNvGrpSpPr/>
          <p:nvPr/>
        </p:nvGrpSpPr>
        <p:grpSpPr>
          <a:xfrm>
            <a:off x="-5664" y="234087"/>
            <a:ext cx="12197666" cy="491115"/>
            <a:chOff x="-5664" y="377519"/>
            <a:chExt cx="12197666" cy="491115"/>
          </a:xfrm>
        </p:grpSpPr>
        <p:sp>
          <p:nvSpPr>
            <p:cNvPr id="21" name="矩形 20">
              <a:extLst>
                <a:ext uri="{FF2B5EF4-FFF2-40B4-BE49-F238E27FC236}">
                  <a16:creationId xmlns:a16="http://schemas.microsoft.com/office/drawing/2014/main" id="{AB3682C6-1B3A-3BD4-49B6-E9C962BB95E2}"/>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63" name="圆角矩形 462">
              <a:extLst>
                <a:ext uri="{FF2B5EF4-FFF2-40B4-BE49-F238E27FC236}">
                  <a16:creationId xmlns:a16="http://schemas.microsoft.com/office/drawing/2014/main" id="{EB611F4B-F2F6-28C5-B7C2-C7B58946D1B1}"/>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defRPr/>
              </a:pPr>
              <a:r>
                <a:rPr lang="en-US" altLang="zh-CN" sz="3600" dirty="0">
                  <a:solidFill>
                    <a:prstClr val="white"/>
                  </a:solidFill>
                  <a:latin typeface="等线" panose="02110004020202020204"/>
                  <a:ea typeface="等线" panose="02010600030101010101" pitchFamily="2" charset="-122"/>
                </a:rPr>
                <a:t>3</a:t>
              </a:r>
              <a:endParaRPr lang="zh-CN" altLang="en-US" sz="3600" dirty="0">
                <a:solidFill>
                  <a:prstClr val="white"/>
                </a:solidFill>
                <a:latin typeface="等线" panose="02110004020202020204"/>
                <a:ea typeface="等线" panose="02010600030101010101" pitchFamily="2" charset="-122"/>
              </a:endParaRPr>
            </a:p>
          </p:txBody>
        </p:sp>
        <p:sp>
          <p:nvSpPr>
            <p:cNvPr id="465" name="文本框 464">
              <a:extLst>
                <a:ext uri="{FF2B5EF4-FFF2-40B4-BE49-F238E27FC236}">
                  <a16:creationId xmlns:a16="http://schemas.microsoft.com/office/drawing/2014/main" id="{DB30CD5E-7A08-ADF5-9A28-8FEC7ACB1E18}"/>
                </a:ext>
              </a:extLst>
            </p:cNvPr>
            <p:cNvSpPr txBox="1"/>
            <p:nvPr/>
          </p:nvSpPr>
          <p:spPr>
            <a:xfrm>
              <a:off x="647718" y="395659"/>
              <a:ext cx="1723541"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实验原理</a:t>
              </a:r>
            </a:p>
          </p:txBody>
        </p:sp>
        <p:sp>
          <p:nvSpPr>
            <p:cNvPr id="467" name="矩形 466">
              <a:extLst>
                <a:ext uri="{FF2B5EF4-FFF2-40B4-BE49-F238E27FC236}">
                  <a16:creationId xmlns:a16="http://schemas.microsoft.com/office/drawing/2014/main" id="{D12A1D77-164D-BD4A-C1B1-9F7B1DD950EC}"/>
                </a:ext>
              </a:extLst>
            </p:cNvPr>
            <p:cNvSpPr/>
            <p:nvPr/>
          </p:nvSpPr>
          <p:spPr>
            <a:xfrm>
              <a:off x="2633447" y="453077"/>
              <a:ext cx="3138543"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PRINCIPLE</a:t>
              </a:r>
            </a:p>
          </p:txBody>
        </p:sp>
        <p:grpSp>
          <p:nvGrpSpPr>
            <p:cNvPr id="469" name="组 398">
              <a:extLst>
                <a:ext uri="{FF2B5EF4-FFF2-40B4-BE49-F238E27FC236}">
                  <a16:creationId xmlns:a16="http://schemas.microsoft.com/office/drawing/2014/main" id="{026C3AA6-02A1-FD24-E347-88A5F8CC68F4}"/>
                </a:ext>
              </a:extLst>
            </p:cNvPr>
            <p:cNvGrpSpPr/>
            <p:nvPr/>
          </p:nvGrpSpPr>
          <p:grpSpPr>
            <a:xfrm>
              <a:off x="11454106" y="380935"/>
              <a:ext cx="737892" cy="484288"/>
              <a:chOff x="11454105" y="252856"/>
              <a:chExt cx="737892" cy="484288"/>
            </a:xfrm>
          </p:grpSpPr>
          <p:grpSp>
            <p:nvGrpSpPr>
              <p:cNvPr id="470" name="组 400">
                <a:extLst>
                  <a:ext uri="{FF2B5EF4-FFF2-40B4-BE49-F238E27FC236}">
                    <a16:creationId xmlns:a16="http://schemas.microsoft.com/office/drawing/2014/main" id="{917E2A10-0960-0FA8-B74F-0687CD025B91}"/>
                  </a:ext>
                </a:extLst>
              </p:cNvPr>
              <p:cNvGrpSpPr/>
              <p:nvPr/>
            </p:nvGrpSpPr>
            <p:grpSpPr>
              <a:xfrm>
                <a:off x="12039604" y="252856"/>
                <a:ext cx="152393" cy="484287"/>
                <a:chOff x="12039604" y="252856"/>
                <a:chExt cx="152393" cy="484287"/>
              </a:xfrm>
            </p:grpSpPr>
            <p:sp>
              <p:nvSpPr>
                <p:cNvPr id="475" name="圆角矩形 474">
                  <a:extLst>
                    <a:ext uri="{FF2B5EF4-FFF2-40B4-BE49-F238E27FC236}">
                      <a16:creationId xmlns:a16="http://schemas.microsoft.com/office/drawing/2014/main" id="{38913E9D-A0DE-09D5-9802-BFC3889DE493}"/>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9" name="圆角矩形 478">
                  <a:extLst>
                    <a:ext uri="{FF2B5EF4-FFF2-40B4-BE49-F238E27FC236}">
                      <a16:creationId xmlns:a16="http://schemas.microsoft.com/office/drawing/2014/main" id="{E8351573-6862-0910-FA43-DDA7DBA330B4}"/>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0" name="圆角矩形 479">
                  <a:extLst>
                    <a:ext uri="{FF2B5EF4-FFF2-40B4-BE49-F238E27FC236}">
                      <a16:creationId xmlns:a16="http://schemas.microsoft.com/office/drawing/2014/main" id="{04582495-D9F3-8DD9-484E-0F5096895C51}"/>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 name="圆角矩形 480">
                  <a:extLst>
                    <a:ext uri="{FF2B5EF4-FFF2-40B4-BE49-F238E27FC236}">
                      <a16:creationId xmlns:a16="http://schemas.microsoft.com/office/drawing/2014/main" id="{76EB13BE-30D5-D8C0-2AC4-B98FA002A799}"/>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3" name="圆角矩形 482">
                  <a:extLst>
                    <a:ext uri="{FF2B5EF4-FFF2-40B4-BE49-F238E27FC236}">
                      <a16:creationId xmlns:a16="http://schemas.microsoft.com/office/drawing/2014/main" id="{E703795A-F8B2-81FC-8CCF-0355A0EDD9F8}"/>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2" name="组合 99">
                <a:extLst>
                  <a:ext uri="{FF2B5EF4-FFF2-40B4-BE49-F238E27FC236}">
                    <a16:creationId xmlns:a16="http://schemas.microsoft.com/office/drawing/2014/main" id="{0F12CC2A-3764-D8BB-5581-EFA86E3BA2D8}"/>
                  </a:ext>
                </a:extLst>
              </p:cNvPr>
              <p:cNvGrpSpPr/>
              <p:nvPr/>
            </p:nvGrpSpPr>
            <p:grpSpPr>
              <a:xfrm>
                <a:off x="11454105" y="252857"/>
                <a:ext cx="491115" cy="484287"/>
                <a:chOff x="1528923" y="220268"/>
                <a:chExt cx="1284096" cy="1266241"/>
              </a:xfrm>
            </p:grpSpPr>
            <p:sp>
              <p:nvSpPr>
                <p:cNvPr id="473" name="圆角矩形 472">
                  <a:extLst>
                    <a:ext uri="{FF2B5EF4-FFF2-40B4-BE49-F238E27FC236}">
                      <a16:creationId xmlns:a16="http://schemas.microsoft.com/office/drawing/2014/main" id="{AAC11FEF-6925-FA5B-15BC-54E7AB9EAC95}"/>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4" name="Freeform 96">
                  <a:extLst>
                    <a:ext uri="{FF2B5EF4-FFF2-40B4-BE49-F238E27FC236}">
                      <a16:creationId xmlns:a16="http://schemas.microsoft.com/office/drawing/2014/main" id="{F2A26438-F0BD-6E91-D389-55ACDBE9037C}"/>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grpSp>
    </p:spTree>
    <p:extLst>
      <p:ext uri="{BB962C8B-B14F-4D97-AF65-F5344CB8AC3E}">
        <p14:creationId xmlns:p14="http://schemas.microsoft.com/office/powerpoint/2010/main" val="790292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custDataLst>
              <p:tags r:id="rId1"/>
            </p:custDataLst>
          </p:nvPr>
        </p:nvSpPr>
        <p:spPr>
          <a:xfrm>
            <a:off x="224603" y="867301"/>
            <a:ext cx="2981907" cy="584775"/>
          </a:xfrm>
          <a:prstGeom prst="rect">
            <a:avLst/>
          </a:prstGeom>
        </p:spPr>
        <p:txBody>
          <a:bodyPr wrap="none">
            <a:spAutoFit/>
          </a:bodyPr>
          <a:lstStyle/>
          <a:p>
            <a:r>
              <a:rPr lang="en-US" altLang="zh-CN"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3.3 </a:t>
            </a:r>
            <a:r>
              <a:rPr lang="zh-CN" altLang="en-US" sz="3200" b="1" dirty="0">
                <a:solidFill>
                  <a:schemeClr val="tx1"/>
                </a:solidFill>
                <a:latin typeface="方正小标宋简体" panose="02010601030101010101" pitchFamily="2" charset="-122"/>
                <a:ea typeface="方正小标宋简体" panose="02010601030101010101" pitchFamily="2" charset="-122"/>
                <a:cs typeface="微软雅黑" panose="020B0503020204020204" pitchFamily="34" charset="-122"/>
              </a:rPr>
              <a:t>顶角的测量</a:t>
            </a:r>
          </a:p>
        </p:txBody>
      </p:sp>
      <p:sp>
        <p:nvSpPr>
          <p:cNvPr id="410636" name="文本框 410635"/>
          <p:cNvSpPr txBox="1"/>
          <p:nvPr/>
        </p:nvSpPr>
        <p:spPr>
          <a:xfrm>
            <a:off x="2979788" y="1518803"/>
            <a:ext cx="1961515" cy="523240"/>
          </a:xfrm>
          <a:prstGeom prst="rect">
            <a:avLst/>
          </a:prstGeom>
          <a:noFill/>
          <a:ln w="9525">
            <a:noFill/>
          </a:ln>
        </p:spPr>
        <p:txBody>
          <a:bodyPr wrap="square" lIns="90000" tIns="46800" rIns="90000" bIns="46800">
            <a:spAutoFit/>
          </a:bodyPr>
          <a:lstStyle/>
          <a:p>
            <a:pPr algn="l">
              <a:spcBef>
                <a:spcPct val="50000"/>
              </a:spcBef>
              <a:buClrTx/>
              <a:buSzTx/>
              <a:buFontTx/>
            </a:pPr>
            <a:r>
              <a:rPr lang="zh-CN" altLang="en-US" sz="2800" b="1" dirty="0">
                <a:latin typeface="微软雅黑" panose="020B0503020204020204" pitchFamily="34" charset="-122"/>
                <a:ea typeface="微软雅黑" panose="020B0503020204020204" pitchFamily="34" charset="-122"/>
              </a:rPr>
              <a:t>棱脊分束法</a:t>
            </a:r>
            <a:endParaRPr lang="zh-CN" altLang="en-US" sz="28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1" name="文本框 70"/>
              <p:cNvSpPr txBox="1"/>
              <p:nvPr/>
            </p:nvSpPr>
            <p:spPr>
              <a:xfrm>
                <a:off x="2873000" y="5643717"/>
                <a:ext cx="2179320" cy="898964"/>
              </a:xfrm>
              <a:prstGeom prst="rect">
                <a:avLst/>
              </a:prstGeom>
              <a:noFill/>
            </p:spPr>
            <p:txBody>
              <a:bodyPr wrap="square" rtlCol="0" anchor="t">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ea typeface="宋体" pitchFamily="2" charset="-122"/>
                          <a:cs typeface="Cambria Math" panose="02040503050406030204" pitchFamily="18" charset="0"/>
                        </a:rPr>
                        <m:t>∠</m:t>
                      </m:r>
                      <m:r>
                        <a:rPr lang="en-US" altLang="zh-CN" sz="2800" i="1" dirty="0" smtClean="0">
                          <a:latin typeface="Cambria Math" panose="02040503050406030204" pitchFamily="18" charset="0"/>
                          <a:ea typeface="宋体" pitchFamily="2" charset="-122"/>
                          <a:cs typeface="Cambria Math" panose="02040503050406030204" pitchFamily="18" charset="0"/>
                        </a:rPr>
                        <m:t>𝐴</m:t>
                      </m:r>
                      <m:r>
                        <a:rPr lang="en-US" altLang="zh-CN" sz="2800" i="1" dirty="0" smtClean="0">
                          <a:latin typeface="Cambria Math" panose="02040503050406030204" pitchFamily="18" charset="0"/>
                          <a:ea typeface="宋体" pitchFamily="2" charset="-122"/>
                          <a:cs typeface="Cambria Math" panose="02040503050406030204" pitchFamily="18" charset="0"/>
                        </a:rPr>
                        <m:t>=</m:t>
                      </m:r>
                      <m:f>
                        <m:fPr>
                          <m:ctrlPr>
                            <a:rPr lang="en-US" altLang="zh-CN" sz="2800" i="1" dirty="0" smtClean="0">
                              <a:latin typeface="Cambria Math" panose="02040503050406030204" pitchFamily="18" charset="0"/>
                              <a:ea typeface="宋体" pitchFamily="2" charset="-122"/>
                            </a:rPr>
                          </m:ctrlPr>
                        </m:fPr>
                        <m:num>
                          <m:r>
                            <a:rPr lang="en-US" altLang="zh-CN" sz="2800" b="0" i="1" dirty="0" smtClean="0">
                              <a:latin typeface="Cambria Math" panose="02040503050406030204" pitchFamily="18" charset="0"/>
                              <a:ea typeface="宋体" pitchFamily="2" charset="-122"/>
                            </a:rPr>
                            <m:t>1</m:t>
                          </m:r>
                        </m:num>
                        <m:den>
                          <m:r>
                            <a:rPr lang="en-US" altLang="zh-CN" sz="2800" b="0" i="1" dirty="0" smtClean="0">
                              <a:latin typeface="Cambria Math" panose="02040503050406030204" pitchFamily="18" charset="0"/>
                              <a:ea typeface="宋体" pitchFamily="2" charset="-122"/>
                            </a:rPr>
                            <m:t>2</m:t>
                          </m:r>
                        </m:den>
                      </m:f>
                      <m:r>
                        <a:rPr lang="en-US" altLang="zh-CN" sz="2800" i="1" dirty="0" smtClean="0">
                          <a:latin typeface="Cambria Math" panose="02040503050406030204" pitchFamily="18" charset="0"/>
                          <a:ea typeface="宋体" pitchFamily="2" charset="-122"/>
                          <a:cs typeface="Cambria Math" panose="02040503050406030204" pitchFamily="18" charset="0"/>
                        </a:rPr>
                        <m:t>𝜑</m:t>
                      </m:r>
                    </m:oMath>
                  </m:oMathPara>
                </a14:m>
                <a:endParaRPr lang="en-US" altLang="zh-CN" sz="2800" i="1" dirty="0">
                  <a:latin typeface="Cambria Math" panose="02040503050406030204" pitchFamily="18" charset="0"/>
                  <a:ea typeface="宋体" pitchFamily="2" charset="-122"/>
                  <a:cs typeface="Cambria Math" panose="02040503050406030204" pitchFamily="18" charset="0"/>
                </a:endParaRPr>
              </a:p>
            </p:txBody>
          </p:sp>
        </mc:Choice>
        <mc:Fallback xmlns="">
          <p:sp>
            <p:nvSpPr>
              <p:cNvPr id="71" name="文本框 70"/>
              <p:cNvSpPr txBox="1">
                <a:spLocks noRot="1" noChangeAspect="1" noMove="1" noResize="1" noEditPoints="1" noAdjustHandles="1" noChangeArrowheads="1" noChangeShapeType="1" noTextEdit="1"/>
              </p:cNvSpPr>
              <p:nvPr/>
            </p:nvSpPr>
            <p:spPr>
              <a:xfrm>
                <a:off x="2873000" y="5643717"/>
                <a:ext cx="2179320" cy="898964"/>
              </a:xfrm>
              <a:prstGeom prst="rect">
                <a:avLst/>
              </a:prstGeom>
              <a:blipFill>
                <a:blip r:embed="rId4"/>
                <a:stretch>
                  <a:fillRect b="-6944"/>
                </a:stretch>
              </a:blipFill>
            </p:spPr>
            <p:txBody>
              <a:bodyPr/>
              <a:lstStyle/>
              <a:p>
                <a:r>
                  <a:rPr lang="zh-CN" altLang="en-US">
                    <a:noFill/>
                  </a:rPr>
                  <a:t> </a:t>
                </a:r>
              </a:p>
            </p:txBody>
          </p:sp>
        </mc:Fallback>
      </mc:AlternateContent>
      <p:grpSp>
        <p:nvGrpSpPr>
          <p:cNvPr id="64" name="组合 63">
            <a:extLst>
              <a:ext uri="{FF2B5EF4-FFF2-40B4-BE49-F238E27FC236}">
                <a16:creationId xmlns:a16="http://schemas.microsoft.com/office/drawing/2014/main" id="{2183E7DF-7066-B00D-BF6F-CC3194FFD195}"/>
              </a:ext>
            </a:extLst>
          </p:cNvPr>
          <p:cNvGrpSpPr/>
          <p:nvPr/>
        </p:nvGrpSpPr>
        <p:grpSpPr>
          <a:xfrm>
            <a:off x="8286447" y="2768005"/>
            <a:ext cx="2500386" cy="2497177"/>
            <a:chOff x="8101133" y="2637857"/>
            <a:chExt cx="2500386" cy="2497177"/>
          </a:xfrm>
        </p:grpSpPr>
        <p:sp>
          <p:nvSpPr>
            <p:cNvPr id="6" name="流程图: 接点 410645">
              <a:extLst>
                <a:ext uri="{FF2B5EF4-FFF2-40B4-BE49-F238E27FC236}">
                  <a16:creationId xmlns:a16="http://schemas.microsoft.com/office/drawing/2014/main" id="{91C729D6-48E4-7A2C-A86B-A5A4263117EA}"/>
                </a:ext>
              </a:extLst>
            </p:cNvPr>
            <p:cNvSpPr/>
            <p:nvPr/>
          </p:nvSpPr>
          <p:spPr>
            <a:xfrm>
              <a:off x="8101133" y="2637857"/>
              <a:ext cx="2500386" cy="2497177"/>
            </a:xfrm>
            <a:prstGeom prst="flowChartConnector">
              <a:avLst/>
            </a:prstGeom>
            <a:solidFill>
              <a:schemeClr val="tx1">
                <a:lumMod val="50000"/>
                <a:lumOff val="50000"/>
                <a:alpha val="45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流程图: 接点 410646">
              <a:extLst>
                <a:ext uri="{FF2B5EF4-FFF2-40B4-BE49-F238E27FC236}">
                  <a16:creationId xmlns:a16="http://schemas.microsoft.com/office/drawing/2014/main" id="{0CBFFAA5-2C0B-8ECF-DE71-24B29670D663}"/>
                </a:ext>
              </a:extLst>
            </p:cNvPr>
            <p:cNvSpPr/>
            <p:nvPr/>
          </p:nvSpPr>
          <p:spPr>
            <a:xfrm>
              <a:off x="8194512" y="2723963"/>
              <a:ext cx="2320117" cy="2318298"/>
            </a:xfrm>
            <a:prstGeom prst="flowChartConnec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3" name="直接连接符 410648">
              <a:extLst>
                <a:ext uri="{FF2B5EF4-FFF2-40B4-BE49-F238E27FC236}">
                  <a16:creationId xmlns:a16="http://schemas.microsoft.com/office/drawing/2014/main" id="{EE9055E4-0BFA-2C9B-4FA6-96C4BA6A53D7}"/>
                </a:ext>
              </a:extLst>
            </p:cNvPr>
            <p:cNvCxnSpPr>
              <a:cxnSpLocks/>
            </p:cNvCxnSpPr>
            <p:nvPr/>
          </p:nvCxnSpPr>
          <p:spPr>
            <a:xfrm>
              <a:off x="9210941" y="3623931"/>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410648">
              <a:extLst>
                <a:ext uri="{FF2B5EF4-FFF2-40B4-BE49-F238E27FC236}">
                  <a16:creationId xmlns:a16="http://schemas.microsoft.com/office/drawing/2014/main" id="{A5ECA2E9-71D4-2EC1-7A99-30B971FD0412}"/>
                </a:ext>
              </a:extLst>
            </p:cNvPr>
            <p:cNvCxnSpPr>
              <a:cxnSpLocks/>
            </p:cNvCxnSpPr>
            <p:nvPr/>
          </p:nvCxnSpPr>
          <p:spPr>
            <a:xfrm>
              <a:off x="9210941" y="3069693"/>
              <a:ext cx="29240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410647">
              <a:extLst>
                <a:ext uri="{FF2B5EF4-FFF2-40B4-BE49-F238E27FC236}">
                  <a16:creationId xmlns:a16="http://schemas.microsoft.com/office/drawing/2014/main" id="{A430B0E7-687E-2DC6-1B94-56864F1D59AC}"/>
                </a:ext>
              </a:extLst>
            </p:cNvPr>
            <p:cNvCxnSpPr>
              <a:cxnSpLocks/>
              <a:stCxn id="10" idx="2"/>
              <a:endCxn id="10" idx="6"/>
            </p:cNvCxnSpPr>
            <p:nvPr/>
          </p:nvCxnSpPr>
          <p:spPr>
            <a:xfrm>
              <a:off x="8194512" y="3883112"/>
              <a:ext cx="232011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410648">
              <a:extLst>
                <a:ext uri="{FF2B5EF4-FFF2-40B4-BE49-F238E27FC236}">
                  <a16:creationId xmlns:a16="http://schemas.microsoft.com/office/drawing/2014/main" id="{0B081DD9-4B47-CFC8-46F7-DCFF5B70983E}"/>
                </a:ext>
              </a:extLst>
            </p:cNvPr>
            <p:cNvCxnSpPr>
              <a:cxnSpLocks/>
            </p:cNvCxnSpPr>
            <p:nvPr/>
          </p:nvCxnSpPr>
          <p:spPr>
            <a:xfrm>
              <a:off x="8337550" y="3341092"/>
              <a:ext cx="20447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66438099-579C-1383-65B3-E2BEF4DAE27C}"/>
                </a:ext>
              </a:extLst>
            </p:cNvPr>
            <p:cNvGrpSpPr/>
            <p:nvPr/>
          </p:nvGrpSpPr>
          <p:grpSpPr>
            <a:xfrm>
              <a:off x="9270788" y="2848356"/>
              <a:ext cx="182366" cy="987884"/>
              <a:chOff x="9249017" y="2848356"/>
              <a:chExt cx="216251" cy="987884"/>
            </a:xfrm>
          </p:grpSpPr>
          <p:cxnSp>
            <p:nvCxnSpPr>
              <p:cNvPr id="47" name="直接连接符 410648">
                <a:extLst>
                  <a:ext uri="{FF2B5EF4-FFF2-40B4-BE49-F238E27FC236}">
                    <a16:creationId xmlns:a16="http://schemas.microsoft.com/office/drawing/2014/main" id="{8453C9B9-E07C-390E-0E4B-C63FDD582131}"/>
                  </a:ext>
                </a:extLst>
              </p:cNvPr>
              <p:cNvCxnSpPr>
                <a:cxnSpLocks/>
              </p:cNvCxnSpPr>
              <p:nvPr/>
            </p:nvCxnSpPr>
            <p:spPr>
              <a:xfrm>
                <a:off x="9249017" y="34602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10648">
                <a:extLst>
                  <a:ext uri="{FF2B5EF4-FFF2-40B4-BE49-F238E27FC236}">
                    <a16:creationId xmlns:a16="http://schemas.microsoft.com/office/drawing/2014/main" id="{1FF97928-EE09-510B-AFAA-B8E18C6A3BC7}"/>
                  </a:ext>
                </a:extLst>
              </p:cNvPr>
              <p:cNvCxnSpPr>
                <a:cxnSpLocks/>
              </p:cNvCxnSpPr>
              <p:nvPr/>
            </p:nvCxnSpPr>
            <p:spPr>
              <a:xfrm>
                <a:off x="9249017" y="35155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10648">
                <a:extLst>
                  <a:ext uri="{FF2B5EF4-FFF2-40B4-BE49-F238E27FC236}">
                    <a16:creationId xmlns:a16="http://schemas.microsoft.com/office/drawing/2014/main" id="{C2F90958-002F-9D74-C9B3-F927CC3F9802}"/>
                  </a:ext>
                </a:extLst>
              </p:cNvPr>
              <p:cNvCxnSpPr>
                <a:cxnSpLocks/>
              </p:cNvCxnSpPr>
              <p:nvPr/>
            </p:nvCxnSpPr>
            <p:spPr>
              <a:xfrm>
                <a:off x="9249017" y="34036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10648">
                <a:extLst>
                  <a:ext uri="{FF2B5EF4-FFF2-40B4-BE49-F238E27FC236}">
                    <a16:creationId xmlns:a16="http://schemas.microsoft.com/office/drawing/2014/main" id="{898BF37A-0411-DB97-F5BC-13F47AF1E884}"/>
                  </a:ext>
                </a:extLst>
              </p:cNvPr>
              <p:cNvCxnSpPr>
                <a:cxnSpLocks/>
              </p:cNvCxnSpPr>
              <p:nvPr/>
            </p:nvCxnSpPr>
            <p:spPr>
              <a:xfrm>
                <a:off x="9249017" y="35695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410648">
                <a:extLst>
                  <a:ext uri="{FF2B5EF4-FFF2-40B4-BE49-F238E27FC236}">
                    <a16:creationId xmlns:a16="http://schemas.microsoft.com/office/drawing/2014/main" id="{A5973663-A920-3550-3343-8E3D5F3A19D7}"/>
                  </a:ext>
                </a:extLst>
              </p:cNvPr>
              <p:cNvCxnSpPr>
                <a:cxnSpLocks/>
              </p:cNvCxnSpPr>
              <p:nvPr/>
            </p:nvCxnSpPr>
            <p:spPr>
              <a:xfrm>
                <a:off x="9249017" y="3726918"/>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410648">
                <a:extLst>
                  <a:ext uri="{FF2B5EF4-FFF2-40B4-BE49-F238E27FC236}">
                    <a16:creationId xmlns:a16="http://schemas.microsoft.com/office/drawing/2014/main" id="{B13D027A-0388-95B6-C8A1-A44924C65AFC}"/>
                  </a:ext>
                </a:extLst>
              </p:cNvPr>
              <p:cNvCxnSpPr>
                <a:cxnSpLocks/>
              </p:cNvCxnSpPr>
              <p:nvPr/>
            </p:nvCxnSpPr>
            <p:spPr>
              <a:xfrm>
                <a:off x="9249017" y="37822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410648">
                <a:extLst>
                  <a:ext uri="{FF2B5EF4-FFF2-40B4-BE49-F238E27FC236}">
                    <a16:creationId xmlns:a16="http://schemas.microsoft.com/office/drawing/2014/main" id="{977F892A-8D8E-5CB1-C573-27422BC96CF2}"/>
                  </a:ext>
                </a:extLst>
              </p:cNvPr>
              <p:cNvCxnSpPr>
                <a:cxnSpLocks/>
              </p:cNvCxnSpPr>
              <p:nvPr/>
            </p:nvCxnSpPr>
            <p:spPr>
              <a:xfrm>
                <a:off x="9249017" y="367039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410648">
                <a:extLst>
                  <a:ext uri="{FF2B5EF4-FFF2-40B4-BE49-F238E27FC236}">
                    <a16:creationId xmlns:a16="http://schemas.microsoft.com/office/drawing/2014/main" id="{39F30C29-0335-683B-1A85-B0D536B1C198}"/>
                  </a:ext>
                </a:extLst>
              </p:cNvPr>
              <p:cNvCxnSpPr>
                <a:cxnSpLocks/>
              </p:cNvCxnSpPr>
              <p:nvPr/>
            </p:nvCxnSpPr>
            <p:spPr>
              <a:xfrm>
                <a:off x="9249017" y="383624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410648">
                <a:extLst>
                  <a:ext uri="{FF2B5EF4-FFF2-40B4-BE49-F238E27FC236}">
                    <a16:creationId xmlns:a16="http://schemas.microsoft.com/office/drawing/2014/main" id="{5008E284-0D12-D0A2-2C14-CA650E46EAD1}"/>
                  </a:ext>
                </a:extLst>
              </p:cNvPr>
              <p:cNvCxnSpPr>
                <a:cxnSpLocks/>
              </p:cNvCxnSpPr>
              <p:nvPr/>
            </p:nvCxnSpPr>
            <p:spPr>
              <a:xfrm>
                <a:off x="9249017" y="3177643"/>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410648">
                <a:extLst>
                  <a:ext uri="{FF2B5EF4-FFF2-40B4-BE49-F238E27FC236}">
                    <a16:creationId xmlns:a16="http://schemas.microsoft.com/office/drawing/2014/main" id="{F197B9AB-24D4-6061-4297-8207F1FFD861}"/>
                  </a:ext>
                </a:extLst>
              </p:cNvPr>
              <p:cNvCxnSpPr>
                <a:cxnSpLocks/>
              </p:cNvCxnSpPr>
              <p:nvPr/>
            </p:nvCxnSpPr>
            <p:spPr>
              <a:xfrm>
                <a:off x="9249017" y="3232990"/>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410648">
                <a:extLst>
                  <a:ext uri="{FF2B5EF4-FFF2-40B4-BE49-F238E27FC236}">
                    <a16:creationId xmlns:a16="http://schemas.microsoft.com/office/drawing/2014/main" id="{0E9ED891-D9B4-7304-C57A-CB3E1E363B48}"/>
                  </a:ext>
                </a:extLst>
              </p:cNvPr>
              <p:cNvCxnSpPr>
                <a:cxnSpLocks/>
              </p:cNvCxnSpPr>
              <p:nvPr/>
            </p:nvCxnSpPr>
            <p:spPr>
              <a:xfrm>
                <a:off x="9249017" y="3121117"/>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410648">
                <a:extLst>
                  <a:ext uri="{FF2B5EF4-FFF2-40B4-BE49-F238E27FC236}">
                    <a16:creationId xmlns:a16="http://schemas.microsoft.com/office/drawing/2014/main" id="{EE2895EA-166B-D2BE-474F-79D946D5B2CD}"/>
                  </a:ext>
                </a:extLst>
              </p:cNvPr>
              <p:cNvCxnSpPr>
                <a:cxnSpLocks/>
              </p:cNvCxnSpPr>
              <p:nvPr/>
            </p:nvCxnSpPr>
            <p:spPr>
              <a:xfrm>
                <a:off x="9249017" y="3286965"/>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410648">
                <a:extLst>
                  <a:ext uri="{FF2B5EF4-FFF2-40B4-BE49-F238E27FC236}">
                    <a16:creationId xmlns:a16="http://schemas.microsoft.com/office/drawing/2014/main" id="{CDA58679-A9A4-ABED-7ED0-0AEF59301D0A}"/>
                  </a:ext>
                </a:extLst>
              </p:cNvPr>
              <p:cNvCxnSpPr>
                <a:cxnSpLocks/>
              </p:cNvCxnSpPr>
              <p:nvPr/>
            </p:nvCxnSpPr>
            <p:spPr>
              <a:xfrm>
                <a:off x="9249017" y="2904882"/>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410648">
                <a:extLst>
                  <a:ext uri="{FF2B5EF4-FFF2-40B4-BE49-F238E27FC236}">
                    <a16:creationId xmlns:a16="http://schemas.microsoft.com/office/drawing/2014/main" id="{55D86F00-491C-C66B-12A9-FF66C933B798}"/>
                  </a:ext>
                </a:extLst>
              </p:cNvPr>
              <p:cNvCxnSpPr>
                <a:cxnSpLocks/>
              </p:cNvCxnSpPr>
              <p:nvPr/>
            </p:nvCxnSpPr>
            <p:spPr>
              <a:xfrm>
                <a:off x="9249017" y="2960229"/>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410648">
                <a:extLst>
                  <a:ext uri="{FF2B5EF4-FFF2-40B4-BE49-F238E27FC236}">
                    <a16:creationId xmlns:a16="http://schemas.microsoft.com/office/drawing/2014/main" id="{44785629-4AE5-54B7-C868-4081A10A4C29}"/>
                  </a:ext>
                </a:extLst>
              </p:cNvPr>
              <p:cNvCxnSpPr>
                <a:cxnSpLocks/>
              </p:cNvCxnSpPr>
              <p:nvPr/>
            </p:nvCxnSpPr>
            <p:spPr>
              <a:xfrm>
                <a:off x="9249017" y="2848356"/>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410648">
                <a:extLst>
                  <a:ext uri="{FF2B5EF4-FFF2-40B4-BE49-F238E27FC236}">
                    <a16:creationId xmlns:a16="http://schemas.microsoft.com/office/drawing/2014/main" id="{A5E8E2B5-2EAF-5BFD-C500-E1004BA2231D}"/>
                  </a:ext>
                </a:extLst>
              </p:cNvPr>
              <p:cNvCxnSpPr>
                <a:cxnSpLocks/>
              </p:cNvCxnSpPr>
              <p:nvPr/>
            </p:nvCxnSpPr>
            <p:spPr>
              <a:xfrm>
                <a:off x="9249017" y="3014204"/>
                <a:ext cx="21625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0648">
              <a:extLst>
                <a:ext uri="{FF2B5EF4-FFF2-40B4-BE49-F238E27FC236}">
                  <a16:creationId xmlns:a16="http://schemas.microsoft.com/office/drawing/2014/main" id="{90B113D7-6CC1-1C5C-5234-E5E04A34046D}"/>
                </a:ext>
              </a:extLst>
            </p:cNvPr>
            <p:cNvCxnSpPr>
              <a:cxnSpLocks/>
            </p:cNvCxnSpPr>
            <p:nvPr/>
          </p:nvCxnSpPr>
          <p:spPr>
            <a:xfrm>
              <a:off x="9217808" y="2792393"/>
              <a:ext cx="267036" cy="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10649">
              <a:extLst>
                <a:ext uri="{FF2B5EF4-FFF2-40B4-BE49-F238E27FC236}">
                  <a16:creationId xmlns:a16="http://schemas.microsoft.com/office/drawing/2014/main" id="{174BA0B2-32A5-9CBA-8D5B-1A50E070948E}"/>
                </a:ext>
              </a:extLst>
            </p:cNvPr>
            <p:cNvCxnSpPr>
              <a:cxnSpLocks/>
            </p:cNvCxnSpPr>
            <p:nvPr/>
          </p:nvCxnSpPr>
          <p:spPr>
            <a:xfrm>
              <a:off x="9357746" y="2723963"/>
              <a:ext cx="0" cy="23182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35625565-313F-C102-135F-526328357314}"/>
                </a:ext>
              </a:extLst>
            </p:cNvPr>
            <p:cNvSpPr/>
            <p:nvPr/>
          </p:nvSpPr>
          <p:spPr>
            <a:xfrm>
              <a:off x="9336358" y="3000361"/>
              <a:ext cx="45719" cy="11538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5" name="矩形 44">
              <a:extLst>
                <a:ext uri="{FF2B5EF4-FFF2-40B4-BE49-F238E27FC236}">
                  <a16:creationId xmlns:a16="http://schemas.microsoft.com/office/drawing/2014/main" id="{AC3EF99D-65D9-DB24-609B-35A916106301}"/>
                </a:ext>
              </a:extLst>
            </p:cNvPr>
            <p:cNvSpPr/>
            <p:nvPr/>
          </p:nvSpPr>
          <p:spPr>
            <a:xfrm>
              <a:off x="9115239" y="4078990"/>
              <a:ext cx="487955" cy="910799"/>
            </a:xfrm>
            <a:prstGeom prst="rect">
              <a:avLst/>
            </a:prstGeom>
            <a:solidFill>
              <a:srgbClr val="00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加号 45">
              <a:extLst>
                <a:ext uri="{FF2B5EF4-FFF2-40B4-BE49-F238E27FC236}">
                  <a16:creationId xmlns:a16="http://schemas.microsoft.com/office/drawing/2014/main" id="{51DBF556-DAB6-6BFA-2CF6-89AE68BBE9E6}"/>
                </a:ext>
              </a:extLst>
            </p:cNvPr>
            <p:cNvSpPr/>
            <p:nvPr/>
          </p:nvSpPr>
          <p:spPr>
            <a:xfrm>
              <a:off x="9206437" y="4139959"/>
              <a:ext cx="309573" cy="370083"/>
            </a:xfrm>
            <a:prstGeom prst="mathPlus">
              <a:avLst>
                <a:gd name="adj1" fmla="val 13622"/>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6" name="流程图: 接点 22">
            <a:extLst>
              <a:ext uri="{FF2B5EF4-FFF2-40B4-BE49-F238E27FC236}">
                <a16:creationId xmlns:a16="http://schemas.microsoft.com/office/drawing/2014/main" id="{C4DBAF74-2046-CDFF-D628-50A521F0FCE2}"/>
              </a:ext>
            </a:extLst>
          </p:cNvPr>
          <p:cNvSpPr/>
          <p:nvPr/>
        </p:nvSpPr>
        <p:spPr>
          <a:xfrm rot="10800000">
            <a:off x="1896346" y="1844841"/>
            <a:ext cx="4201708" cy="4201708"/>
          </a:xfrm>
          <a:prstGeom prst="flowChartConnector">
            <a:avLst/>
          </a:prstGeom>
          <a:noFill/>
          <a:ln w="15875">
            <a:solidFill>
              <a:schemeClr val="tx1">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8" name="组合 97">
            <a:extLst>
              <a:ext uri="{FF2B5EF4-FFF2-40B4-BE49-F238E27FC236}">
                <a16:creationId xmlns:a16="http://schemas.microsoft.com/office/drawing/2014/main" id="{EEC6E167-D837-C8AA-3937-E2A02BA5D656}"/>
              </a:ext>
            </a:extLst>
          </p:cNvPr>
          <p:cNvGrpSpPr/>
          <p:nvPr/>
        </p:nvGrpSpPr>
        <p:grpSpPr>
          <a:xfrm>
            <a:off x="693561" y="2129958"/>
            <a:ext cx="6648930" cy="3261764"/>
            <a:chOff x="693561" y="2129958"/>
            <a:chExt cx="6648930" cy="3261764"/>
          </a:xfrm>
        </p:grpSpPr>
        <p:grpSp>
          <p:nvGrpSpPr>
            <p:cNvPr id="67" name="组合 66">
              <a:extLst>
                <a:ext uri="{FF2B5EF4-FFF2-40B4-BE49-F238E27FC236}">
                  <a16:creationId xmlns:a16="http://schemas.microsoft.com/office/drawing/2014/main" id="{C486919D-796F-C9F2-0447-9CCBCE5E2CF3}"/>
                </a:ext>
              </a:extLst>
            </p:cNvPr>
            <p:cNvGrpSpPr/>
            <p:nvPr/>
          </p:nvGrpSpPr>
          <p:grpSpPr>
            <a:xfrm rot="1798696">
              <a:off x="5087985" y="4923809"/>
              <a:ext cx="2254506" cy="332733"/>
              <a:chOff x="9011204" y="3652600"/>
              <a:chExt cx="2254506" cy="332733"/>
            </a:xfrm>
          </p:grpSpPr>
          <p:sp>
            <p:nvSpPr>
              <p:cNvPr id="68" name="Rectangle 15437">
                <a:extLst>
                  <a:ext uri="{FF2B5EF4-FFF2-40B4-BE49-F238E27FC236}">
                    <a16:creationId xmlns:a16="http://schemas.microsoft.com/office/drawing/2014/main" id="{15308F0D-7C8C-7E9B-9371-331CC8E50CFC}"/>
                  </a:ext>
                </a:extLst>
              </p:cNvPr>
              <p:cNvSpPr>
                <a:spLocks/>
              </p:cNvSpPr>
              <p:nvPr/>
            </p:nvSpPr>
            <p:spPr bwMode="auto">
              <a:xfrm flipH="1">
                <a:off x="10541997" y="3711228"/>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69" name="Rectangle 15456">
                <a:extLst>
                  <a:ext uri="{FF2B5EF4-FFF2-40B4-BE49-F238E27FC236}">
                    <a16:creationId xmlns:a16="http://schemas.microsoft.com/office/drawing/2014/main" id="{321A1EFE-5473-31A6-D21B-8A171D1D8A8C}"/>
                  </a:ext>
                </a:extLst>
              </p:cNvPr>
              <p:cNvSpPr>
                <a:spLocks/>
              </p:cNvSpPr>
              <p:nvPr/>
            </p:nvSpPr>
            <p:spPr bwMode="auto">
              <a:xfrm flipH="1">
                <a:off x="10787816" y="3695182"/>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70" name="AutoShape 15457">
                <a:extLst>
                  <a:ext uri="{FF2B5EF4-FFF2-40B4-BE49-F238E27FC236}">
                    <a16:creationId xmlns:a16="http://schemas.microsoft.com/office/drawing/2014/main" id="{E5D14979-8B68-1D45-3BEE-8A1390CCE91C}"/>
                  </a:ext>
                </a:extLst>
              </p:cNvPr>
              <p:cNvSpPr>
                <a:spLocks/>
              </p:cNvSpPr>
              <p:nvPr/>
            </p:nvSpPr>
            <p:spPr bwMode="auto">
              <a:xfrm rot="5400000" flipH="1">
                <a:off x="10945468" y="3794390"/>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72" name="Rectangle 15464">
                <a:extLst>
                  <a:ext uri="{FF2B5EF4-FFF2-40B4-BE49-F238E27FC236}">
                    <a16:creationId xmlns:a16="http://schemas.microsoft.com/office/drawing/2014/main" id="{BDAF7C4F-14E0-B2C1-6A11-5F83B768D0EE}"/>
                  </a:ext>
                </a:extLst>
              </p:cNvPr>
              <p:cNvSpPr>
                <a:spLocks/>
              </p:cNvSpPr>
              <p:nvPr/>
            </p:nvSpPr>
            <p:spPr bwMode="auto">
              <a:xfrm flipH="1">
                <a:off x="9182007" y="3672715"/>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73" name="Rectangle 15515">
                <a:extLst>
                  <a:ext uri="{FF2B5EF4-FFF2-40B4-BE49-F238E27FC236}">
                    <a16:creationId xmlns:a16="http://schemas.microsoft.com/office/drawing/2014/main" id="{C808EEE7-3BD2-315C-79BB-B8E65187FE82}"/>
                  </a:ext>
                </a:extLst>
              </p:cNvPr>
              <p:cNvSpPr>
                <a:spLocks/>
              </p:cNvSpPr>
              <p:nvPr/>
            </p:nvSpPr>
            <p:spPr bwMode="auto">
              <a:xfrm flipH="1">
                <a:off x="9011204" y="3668516"/>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74" name="Rectangle 15464">
                <a:extLst>
                  <a:ext uri="{FF2B5EF4-FFF2-40B4-BE49-F238E27FC236}">
                    <a16:creationId xmlns:a16="http://schemas.microsoft.com/office/drawing/2014/main" id="{1F333E47-9DE9-0A10-EA5A-6258802A7A62}"/>
                  </a:ext>
                </a:extLst>
              </p:cNvPr>
              <p:cNvSpPr>
                <a:spLocks/>
              </p:cNvSpPr>
              <p:nvPr/>
            </p:nvSpPr>
            <p:spPr bwMode="auto">
              <a:xfrm flipH="1">
                <a:off x="9229052" y="3652600"/>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nvGrpSpPr>
              <p:cNvPr id="75" name="组合 74">
                <a:extLst>
                  <a:ext uri="{FF2B5EF4-FFF2-40B4-BE49-F238E27FC236}">
                    <a16:creationId xmlns:a16="http://schemas.microsoft.com/office/drawing/2014/main" id="{818DEC74-69E7-2BFA-929E-9CDFA05CF220}"/>
                  </a:ext>
                </a:extLst>
              </p:cNvPr>
              <p:cNvGrpSpPr/>
              <p:nvPr/>
            </p:nvGrpSpPr>
            <p:grpSpPr>
              <a:xfrm flipH="1">
                <a:off x="11095807" y="3676727"/>
                <a:ext cx="169903" cy="279219"/>
                <a:chOff x="6615473" y="904221"/>
                <a:chExt cx="223679" cy="411854"/>
              </a:xfrm>
            </p:grpSpPr>
            <p:sp>
              <p:nvSpPr>
                <p:cNvPr id="78" name="AutoShape 15440">
                  <a:extLst>
                    <a:ext uri="{FF2B5EF4-FFF2-40B4-BE49-F238E27FC236}">
                      <a16:creationId xmlns:a16="http://schemas.microsoft.com/office/drawing/2014/main" id="{2DD0845E-BE32-971F-7345-1CBF9C0B557E}"/>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cxnSp>
              <p:nvCxnSpPr>
                <p:cNvPr id="79" name="Line 15472">
                  <a:extLst>
                    <a:ext uri="{FF2B5EF4-FFF2-40B4-BE49-F238E27FC236}">
                      <a16:creationId xmlns:a16="http://schemas.microsoft.com/office/drawing/2014/main" id="{E57F5B13-A61A-A1AB-FAE1-14C8E6A4D84B}"/>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0" name="Line 15473">
                  <a:extLst>
                    <a:ext uri="{FF2B5EF4-FFF2-40B4-BE49-F238E27FC236}">
                      <a16:creationId xmlns:a16="http://schemas.microsoft.com/office/drawing/2014/main" id="{8DCF44C9-A66C-DCD0-6C6D-CDAE71013A99}"/>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1" name="Line 15474">
                  <a:extLst>
                    <a:ext uri="{FF2B5EF4-FFF2-40B4-BE49-F238E27FC236}">
                      <a16:creationId xmlns:a16="http://schemas.microsoft.com/office/drawing/2014/main" id="{5E076ADE-ABE5-3BCA-FFA4-5BDF74AB8E6E}"/>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2" name="Line 15475">
                  <a:extLst>
                    <a:ext uri="{FF2B5EF4-FFF2-40B4-BE49-F238E27FC236}">
                      <a16:creationId xmlns:a16="http://schemas.microsoft.com/office/drawing/2014/main" id="{4C95F6AD-0004-0FA4-E2DE-0F75CC286425}"/>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3" name="Line 15476">
                  <a:extLst>
                    <a:ext uri="{FF2B5EF4-FFF2-40B4-BE49-F238E27FC236}">
                      <a16:creationId xmlns:a16="http://schemas.microsoft.com/office/drawing/2014/main" id="{C1901C9C-3793-8D3A-11B2-029434686295}"/>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4" name="Line 15477">
                  <a:extLst>
                    <a:ext uri="{FF2B5EF4-FFF2-40B4-BE49-F238E27FC236}">
                      <a16:creationId xmlns:a16="http://schemas.microsoft.com/office/drawing/2014/main" id="{97E07F5E-1631-9AF9-1EE8-B8E050CCE0EF}"/>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5" name="Line 15478">
                  <a:extLst>
                    <a:ext uri="{FF2B5EF4-FFF2-40B4-BE49-F238E27FC236}">
                      <a16:creationId xmlns:a16="http://schemas.microsoft.com/office/drawing/2014/main" id="{1EFC8EB4-0E15-1C2B-076E-81C0F54D669D}"/>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6" name="Line 15479">
                  <a:extLst>
                    <a:ext uri="{FF2B5EF4-FFF2-40B4-BE49-F238E27FC236}">
                      <a16:creationId xmlns:a16="http://schemas.microsoft.com/office/drawing/2014/main" id="{F1854B6E-B271-68D8-DB9C-79BFD1D0D918}"/>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7" name="Line 15480">
                  <a:extLst>
                    <a:ext uri="{FF2B5EF4-FFF2-40B4-BE49-F238E27FC236}">
                      <a16:creationId xmlns:a16="http://schemas.microsoft.com/office/drawing/2014/main" id="{3322510E-F99B-C15F-5134-0A9F1EE55120}"/>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88" name="Line 15481">
                  <a:extLst>
                    <a:ext uri="{FF2B5EF4-FFF2-40B4-BE49-F238E27FC236}">
                      <a16:creationId xmlns:a16="http://schemas.microsoft.com/office/drawing/2014/main" id="{ECEAFEEE-2308-8EB8-D31A-74B2B4E55C41}"/>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90" name="Line 15482">
                  <a:extLst>
                    <a:ext uri="{FF2B5EF4-FFF2-40B4-BE49-F238E27FC236}">
                      <a16:creationId xmlns:a16="http://schemas.microsoft.com/office/drawing/2014/main" id="{DEAB50CB-68F2-4980-E918-A27D3C538E42}"/>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76" name="Rectangle 15465">
                <a:extLst>
                  <a:ext uri="{FF2B5EF4-FFF2-40B4-BE49-F238E27FC236}">
                    <a16:creationId xmlns:a16="http://schemas.microsoft.com/office/drawing/2014/main" id="{C3B64672-DE5E-3083-AA80-6A655DD1F238}"/>
                  </a:ext>
                </a:extLst>
              </p:cNvPr>
              <p:cNvSpPr>
                <a:spLocks/>
              </p:cNvSpPr>
              <p:nvPr/>
            </p:nvSpPr>
            <p:spPr bwMode="auto">
              <a:xfrm flipH="1">
                <a:off x="10311749" y="3655669"/>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77" name="Rectangle 15437">
                <a:extLst>
                  <a:ext uri="{FF2B5EF4-FFF2-40B4-BE49-F238E27FC236}">
                    <a16:creationId xmlns:a16="http://schemas.microsoft.com/office/drawing/2014/main" id="{169B6D8C-EC7F-5C7E-C3C7-8B9EEF74B88B}"/>
                  </a:ext>
                </a:extLst>
              </p:cNvPr>
              <p:cNvSpPr>
                <a:spLocks/>
              </p:cNvSpPr>
              <p:nvPr/>
            </p:nvSpPr>
            <p:spPr bwMode="auto">
              <a:xfrm flipH="1">
                <a:off x="9631291" y="3668515"/>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sp>
          <p:nvSpPr>
            <p:cNvPr id="9" name="Text Box 40">
              <a:extLst>
                <a:ext uri="{FF2B5EF4-FFF2-40B4-BE49-F238E27FC236}">
                  <a16:creationId xmlns:a16="http://schemas.microsoft.com/office/drawing/2014/main" id="{780F8643-5DA4-009F-F682-5882D252717C}"/>
                </a:ext>
              </a:extLst>
            </p:cNvPr>
            <p:cNvSpPr txBox="1"/>
            <p:nvPr/>
          </p:nvSpPr>
          <p:spPr>
            <a:xfrm rot="19848588">
              <a:off x="1273304" y="4512677"/>
              <a:ext cx="954107" cy="400110"/>
            </a:xfrm>
            <a:prstGeom prst="rect">
              <a:avLst/>
            </a:prstGeom>
            <a:noFill/>
            <a:ln w="9525">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望远镜</a:t>
              </a:r>
            </a:p>
          </p:txBody>
        </p:sp>
        <p:sp>
          <p:nvSpPr>
            <p:cNvPr id="89" name="流程图: 接点 88">
              <a:extLst>
                <a:ext uri="{FF2B5EF4-FFF2-40B4-BE49-F238E27FC236}">
                  <a16:creationId xmlns:a16="http://schemas.microsoft.com/office/drawing/2014/main" id="{BBB0E949-4D12-F35B-D570-F609C504C8EF}"/>
                </a:ext>
              </a:extLst>
            </p:cNvPr>
            <p:cNvSpPr/>
            <p:nvPr/>
          </p:nvSpPr>
          <p:spPr>
            <a:xfrm rot="10800000">
              <a:off x="2961253" y="3323745"/>
              <a:ext cx="198940" cy="202009"/>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流程图: 接点 90">
              <a:extLst>
                <a:ext uri="{FF2B5EF4-FFF2-40B4-BE49-F238E27FC236}">
                  <a16:creationId xmlns:a16="http://schemas.microsoft.com/office/drawing/2014/main" id="{232DFB44-FBD9-BA3A-DB59-648429244494}"/>
                </a:ext>
              </a:extLst>
            </p:cNvPr>
            <p:cNvSpPr/>
            <p:nvPr/>
          </p:nvSpPr>
          <p:spPr>
            <a:xfrm rot="10800000">
              <a:off x="4841833" y="3326003"/>
              <a:ext cx="198940" cy="202009"/>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a:extLst>
                <a:ext uri="{FF2B5EF4-FFF2-40B4-BE49-F238E27FC236}">
                  <a16:creationId xmlns:a16="http://schemas.microsoft.com/office/drawing/2014/main" id="{2D3D2981-E72D-09C0-A7C8-9A43E588373B}"/>
                </a:ext>
              </a:extLst>
            </p:cNvPr>
            <p:cNvSpPr txBox="1"/>
            <p:nvPr/>
          </p:nvSpPr>
          <p:spPr>
            <a:xfrm>
              <a:off x="4979292" y="3120383"/>
              <a:ext cx="397883" cy="354136"/>
            </a:xfrm>
            <a:prstGeom prst="rect">
              <a:avLst/>
            </a:prstGeom>
            <a:noFill/>
          </p:spPr>
          <p:txBody>
            <a:bodyPr wrap="square" rtlCol="0">
              <a:spAutoFit/>
            </a:bodyPr>
            <a:lstStyle/>
            <a:p>
              <a:r>
                <a:rPr lang="en-US" altLang="zh-CN" dirty="0"/>
                <a:t>a</a:t>
              </a:r>
            </a:p>
          </p:txBody>
        </p:sp>
        <p:sp>
          <p:nvSpPr>
            <p:cNvPr id="94" name="文本框 93">
              <a:extLst>
                <a:ext uri="{FF2B5EF4-FFF2-40B4-BE49-F238E27FC236}">
                  <a16:creationId xmlns:a16="http://schemas.microsoft.com/office/drawing/2014/main" id="{D519EF96-B5AB-8C6C-D89E-6E996932334C}"/>
                </a:ext>
              </a:extLst>
            </p:cNvPr>
            <p:cNvSpPr txBox="1"/>
            <p:nvPr/>
          </p:nvSpPr>
          <p:spPr>
            <a:xfrm>
              <a:off x="2678857" y="3107024"/>
              <a:ext cx="343000" cy="354136"/>
            </a:xfrm>
            <a:prstGeom prst="rect">
              <a:avLst/>
            </a:prstGeom>
            <a:noFill/>
          </p:spPr>
          <p:txBody>
            <a:bodyPr wrap="square" rtlCol="0">
              <a:spAutoFit/>
            </a:bodyPr>
            <a:lstStyle/>
            <a:p>
              <a:r>
                <a:rPr lang="en-US" altLang="zh-CN" dirty="0"/>
                <a:t>b</a:t>
              </a:r>
              <a:endParaRPr lang="zh-CN" altLang="en-US" dirty="0"/>
            </a:p>
          </p:txBody>
        </p:sp>
        <p:sp>
          <p:nvSpPr>
            <p:cNvPr id="95" name="文本框 94">
              <a:extLst>
                <a:ext uri="{FF2B5EF4-FFF2-40B4-BE49-F238E27FC236}">
                  <a16:creationId xmlns:a16="http://schemas.microsoft.com/office/drawing/2014/main" id="{E224ABAB-E561-3919-16A5-82847EC60168}"/>
                </a:ext>
              </a:extLst>
            </p:cNvPr>
            <p:cNvSpPr txBox="1"/>
            <p:nvPr/>
          </p:nvSpPr>
          <p:spPr>
            <a:xfrm>
              <a:off x="3830974" y="5037586"/>
              <a:ext cx="382442" cy="354136"/>
            </a:xfrm>
            <a:prstGeom prst="rect">
              <a:avLst/>
            </a:prstGeom>
            <a:noFill/>
          </p:spPr>
          <p:txBody>
            <a:bodyPr wrap="square" rtlCol="0">
              <a:spAutoFit/>
            </a:bodyPr>
            <a:lstStyle/>
            <a:p>
              <a:r>
                <a:rPr lang="en-US" altLang="zh-CN" dirty="0"/>
                <a:t>c</a:t>
              </a:r>
              <a:endParaRPr lang="zh-CN" altLang="en-US" dirty="0"/>
            </a:p>
          </p:txBody>
        </p:sp>
        <p:grpSp>
          <p:nvGrpSpPr>
            <p:cNvPr id="417" name="组合 416">
              <a:extLst>
                <a:ext uri="{FF2B5EF4-FFF2-40B4-BE49-F238E27FC236}">
                  <a16:creationId xmlns:a16="http://schemas.microsoft.com/office/drawing/2014/main" id="{996CC7DF-D565-E297-CE32-FFC74068A975}"/>
                </a:ext>
              </a:extLst>
            </p:cNvPr>
            <p:cNvGrpSpPr/>
            <p:nvPr/>
          </p:nvGrpSpPr>
          <p:grpSpPr>
            <a:xfrm rot="10800000">
              <a:off x="3012121" y="2968953"/>
              <a:ext cx="1961744" cy="1961744"/>
              <a:chOff x="10143055" y="3560882"/>
              <a:chExt cx="1261647" cy="1261647"/>
            </a:xfrm>
          </p:grpSpPr>
          <p:grpSp>
            <p:nvGrpSpPr>
              <p:cNvPr id="423" name="组合 422">
                <a:extLst>
                  <a:ext uri="{FF2B5EF4-FFF2-40B4-BE49-F238E27FC236}">
                    <a16:creationId xmlns:a16="http://schemas.microsoft.com/office/drawing/2014/main" id="{6D1E4587-F5C1-FA1B-B7D9-5F004554D520}"/>
                  </a:ext>
                </a:extLst>
              </p:cNvPr>
              <p:cNvGrpSpPr/>
              <p:nvPr/>
            </p:nvGrpSpPr>
            <p:grpSpPr>
              <a:xfrm>
                <a:off x="10143055" y="3560882"/>
                <a:ext cx="1261647" cy="1261647"/>
                <a:chOff x="10142832" y="3775846"/>
                <a:chExt cx="1261647" cy="1261647"/>
              </a:xfrm>
            </p:grpSpPr>
            <p:grpSp>
              <p:nvGrpSpPr>
                <p:cNvPr id="427" name="组合 426">
                  <a:extLst>
                    <a:ext uri="{FF2B5EF4-FFF2-40B4-BE49-F238E27FC236}">
                      <a16:creationId xmlns:a16="http://schemas.microsoft.com/office/drawing/2014/main" id="{F2F20CBF-1DF5-4F65-C5C5-062B28F0BC01}"/>
                    </a:ext>
                  </a:extLst>
                </p:cNvPr>
                <p:cNvGrpSpPr/>
                <p:nvPr/>
              </p:nvGrpSpPr>
              <p:grpSpPr>
                <a:xfrm rot="7220819">
                  <a:off x="10142832" y="3775846"/>
                  <a:ext cx="1261647" cy="1261647"/>
                  <a:chOff x="10142832" y="3775846"/>
                  <a:chExt cx="1261647" cy="1261647"/>
                </a:xfrm>
              </p:grpSpPr>
              <p:sp>
                <p:nvSpPr>
                  <p:cNvPr id="432" name="流程图: 接点 22">
                    <a:extLst>
                      <a:ext uri="{FF2B5EF4-FFF2-40B4-BE49-F238E27FC236}">
                        <a16:creationId xmlns:a16="http://schemas.microsoft.com/office/drawing/2014/main" id="{137414EB-0474-2F7A-7010-112F30B64606}"/>
                      </a:ext>
                    </a:extLst>
                  </p:cNvPr>
                  <p:cNvSpPr/>
                  <p:nvPr/>
                </p:nvSpPr>
                <p:spPr>
                  <a:xfrm rot="7200609">
                    <a:off x="10142832" y="3775846"/>
                    <a:ext cx="1261647" cy="1261647"/>
                  </a:xfrm>
                  <a:prstGeom prst="flowChartConnector">
                    <a:avLst/>
                  </a:prstGeom>
                  <a:solidFill>
                    <a:schemeClr val="tx1">
                      <a:lumMod val="50000"/>
                      <a:lumOff val="50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33" name="组合 432">
                    <a:extLst>
                      <a:ext uri="{FF2B5EF4-FFF2-40B4-BE49-F238E27FC236}">
                        <a16:creationId xmlns:a16="http://schemas.microsoft.com/office/drawing/2014/main" id="{E9928949-C87B-1CDD-1D7B-E0441E6661F9}"/>
                      </a:ext>
                    </a:extLst>
                  </p:cNvPr>
                  <p:cNvGrpSpPr/>
                  <p:nvPr/>
                </p:nvGrpSpPr>
                <p:grpSpPr>
                  <a:xfrm>
                    <a:off x="10652943" y="3808405"/>
                    <a:ext cx="584255" cy="999002"/>
                    <a:chOff x="10652943" y="3808405"/>
                    <a:chExt cx="584255" cy="999002"/>
                  </a:xfrm>
                </p:grpSpPr>
                <p:cxnSp>
                  <p:nvCxnSpPr>
                    <p:cNvPr id="434" name="直接连接符 10268">
                      <a:extLst>
                        <a:ext uri="{FF2B5EF4-FFF2-40B4-BE49-F238E27FC236}">
                          <a16:creationId xmlns:a16="http://schemas.microsoft.com/office/drawing/2014/main" id="{185946B0-2AA7-D283-B501-FF4D2F252DA9}"/>
                        </a:ext>
                      </a:extLst>
                    </p:cNvPr>
                    <p:cNvCxnSpPr>
                      <a:cxnSpLocks/>
                      <a:stCxn id="432" idx="0"/>
                    </p:cNvCxnSpPr>
                    <p:nvPr/>
                  </p:nvCxnSpPr>
                  <p:spPr>
                    <a:xfrm rot="3579181" flipH="1">
                      <a:off x="10926311" y="4496520"/>
                      <a:ext cx="390214" cy="2315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5" name="直接连接符 10268">
                      <a:extLst>
                        <a:ext uri="{FF2B5EF4-FFF2-40B4-BE49-F238E27FC236}">
                          <a16:creationId xmlns:a16="http://schemas.microsoft.com/office/drawing/2014/main" id="{4722BC01-45B1-6EFA-F176-48003B54B952}"/>
                        </a:ext>
                      </a:extLst>
                    </p:cNvPr>
                    <p:cNvCxnSpPr>
                      <a:cxnSpLocks/>
                    </p:cNvCxnSpPr>
                    <p:nvPr/>
                  </p:nvCxnSpPr>
                  <p:spPr>
                    <a:xfrm rot="3579181">
                      <a:off x="10573725" y="3887623"/>
                      <a:ext cx="391924" cy="233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428" name="组合 427">
                  <a:extLst>
                    <a:ext uri="{FF2B5EF4-FFF2-40B4-BE49-F238E27FC236}">
                      <a16:creationId xmlns:a16="http://schemas.microsoft.com/office/drawing/2014/main" id="{7C62FDE1-D6A7-7AB7-2C31-75AEBFD42D19}"/>
                    </a:ext>
                  </a:extLst>
                </p:cNvPr>
                <p:cNvGrpSpPr/>
                <p:nvPr/>
              </p:nvGrpSpPr>
              <p:grpSpPr>
                <a:xfrm>
                  <a:off x="10502913" y="3783165"/>
                  <a:ext cx="543927" cy="894783"/>
                  <a:chOff x="10502913" y="3783165"/>
                  <a:chExt cx="543927" cy="894783"/>
                </a:xfrm>
              </p:grpSpPr>
              <p:cxnSp>
                <p:nvCxnSpPr>
                  <p:cNvPr id="429" name="直接连接符 10268">
                    <a:extLst>
                      <a:ext uri="{FF2B5EF4-FFF2-40B4-BE49-F238E27FC236}">
                        <a16:creationId xmlns:a16="http://schemas.microsoft.com/office/drawing/2014/main" id="{E3FDADCA-D9A6-D692-6637-A0AFBF787D34}"/>
                      </a:ext>
                    </a:extLst>
                  </p:cNvPr>
                  <p:cNvCxnSpPr>
                    <a:cxnSpLocks/>
                  </p:cNvCxnSpPr>
                  <p:nvPr/>
                </p:nvCxnSpPr>
                <p:spPr>
                  <a:xfrm rot="10800000" flipH="1" flipV="1">
                    <a:off x="10773575" y="3783165"/>
                    <a:ext cx="2834" cy="4346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0" name="椭圆 429">
                    <a:extLst>
                      <a:ext uri="{FF2B5EF4-FFF2-40B4-BE49-F238E27FC236}">
                        <a16:creationId xmlns:a16="http://schemas.microsoft.com/office/drawing/2014/main" id="{915CBD86-1F7D-81CB-1A76-4E76FF4AE2EE}"/>
                      </a:ext>
                    </a:extLst>
                  </p:cNvPr>
                  <p:cNvSpPr/>
                  <p:nvPr/>
                </p:nvSpPr>
                <p:spPr>
                  <a:xfrm>
                    <a:off x="10602286" y="4232007"/>
                    <a:ext cx="348244" cy="348244"/>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1" name="椭圆 430">
                    <a:extLst>
                      <a:ext uri="{FF2B5EF4-FFF2-40B4-BE49-F238E27FC236}">
                        <a16:creationId xmlns:a16="http://schemas.microsoft.com/office/drawing/2014/main" id="{27F8B9A6-304A-2E98-E88B-6315961C67BE}"/>
                      </a:ext>
                    </a:extLst>
                  </p:cNvPr>
                  <p:cNvSpPr/>
                  <p:nvPr/>
                </p:nvSpPr>
                <p:spPr>
                  <a:xfrm>
                    <a:off x="10502913" y="4134021"/>
                    <a:ext cx="543927" cy="543927"/>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424" name="椭圆 423">
                <a:extLst>
                  <a:ext uri="{FF2B5EF4-FFF2-40B4-BE49-F238E27FC236}">
                    <a16:creationId xmlns:a16="http://schemas.microsoft.com/office/drawing/2014/main" id="{4E4474E7-9107-1811-34B7-9E9F82531C6D}"/>
                  </a:ext>
                </a:extLst>
              </p:cNvPr>
              <p:cNvSpPr/>
              <p:nvPr/>
            </p:nvSpPr>
            <p:spPr>
              <a:xfrm>
                <a:off x="10412814" y="3830680"/>
                <a:ext cx="722476" cy="722476"/>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5" name="椭圆 424">
                <a:extLst>
                  <a:ext uri="{FF2B5EF4-FFF2-40B4-BE49-F238E27FC236}">
                    <a16:creationId xmlns:a16="http://schemas.microsoft.com/office/drawing/2014/main" id="{C1FBAC6F-3DDF-46E2-4176-46FA3D18AD6B}"/>
                  </a:ext>
                </a:extLst>
              </p:cNvPr>
              <p:cNvSpPr/>
              <p:nvPr/>
            </p:nvSpPr>
            <p:spPr>
              <a:xfrm>
                <a:off x="10323341" y="3744628"/>
                <a:ext cx="897662" cy="897662"/>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6" name="椭圆 425">
                <a:extLst>
                  <a:ext uri="{FF2B5EF4-FFF2-40B4-BE49-F238E27FC236}">
                    <a16:creationId xmlns:a16="http://schemas.microsoft.com/office/drawing/2014/main" id="{BF0B8709-2951-FBCA-30F6-89EDA6E26509}"/>
                  </a:ext>
                </a:extLst>
              </p:cNvPr>
              <p:cNvSpPr/>
              <p:nvPr/>
            </p:nvSpPr>
            <p:spPr>
              <a:xfrm>
                <a:off x="10239973" y="3658218"/>
                <a:ext cx="1076404" cy="1076404"/>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10723" name="矩形 410722">
              <a:extLst>
                <a:ext uri="{FF2B5EF4-FFF2-40B4-BE49-F238E27FC236}">
                  <a16:creationId xmlns:a16="http://schemas.microsoft.com/office/drawing/2014/main" id="{F9F4B6F1-E0AB-6CCA-58F9-6A46175C6C93}"/>
                </a:ext>
              </a:extLst>
            </p:cNvPr>
            <p:cNvSpPr/>
            <p:nvPr/>
          </p:nvSpPr>
          <p:spPr>
            <a:xfrm rot="10800000">
              <a:off x="3528083" y="4479574"/>
              <a:ext cx="938057" cy="4724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410724" name="流程图: 接点 90">
              <a:extLst>
                <a:ext uri="{FF2B5EF4-FFF2-40B4-BE49-F238E27FC236}">
                  <a16:creationId xmlns:a16="http://schemas.microsoft.com/office/drawing/2014/main" id="{E52931CA-E7A8-9067-8BC2-EA31D09ADB8C}"/>
                </a:ext>
              </a:extLst>
            </p:cNvPr>
            <p:cNvSpPr/>
            <p:nvPr/>
          </p:nvSpPr>
          <p:spPr>
            <a:xfrm rot="10800000">
              <a:off x="3909515" y="4931318"/>
              <a:ext cx="198940" cy="202009"/>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0725" name="三角形 410724">
              <a:extLst>
                <a:ext uri="{FF2B5EF4-FFF2-40B4-BE49-F238E27FC236}">
                  <a16:creationId xmlns:a16="http://schemas.microsoft.com/office/drawing/2014/main" id="{6E88520A-15C4-0FA7-5A15-DD524FC6B926}"/>
                </a:ext>
              </a:extLst>
            </p:cNvPr>
            <p:cNvSpPr/>
            <p:nvPr/>
          </p:nvSpPr>
          <p:spPr>
            <a:xfrm>
              <a:off x="3531982" y="3681862"/>
              <a:ext cx="925882" cy="798174"/>
            </a:xfrm>
            <a:prstGeom prst="triangle">
              <a:avLst/>
            </a:prstGeom>
            <a:solidFill>
              <a:schemeClr val="bg1">
                <a:alpha val="9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10631" name="直接箭头连接符 410630">
              <a:extLst>
                <a:ext uri="{FF2B5EF4-FFF2-40B4-BE49-F238E27FC236}">
                  <a16:creationId xmlns:a16="http://schemas.microsoft.com/office/drawing/2014/main" id="{D3DDD534-D195-7417-539B-1E910BDA9AD3}"/>
                </a:ext>
              </a:extLst>
            </p:cNvPr>
            <p:cNvCxnSpPr>
              <a:cxnSpLocks/>
            </p:cNvCxnSpPr>
            <p:nvPr/>
          </p:nvCxnSpPr>
          <p:spPr>
            <a:xfrm>
              <a:off x="3861922" y="2129958"/>
              <a:ext cx="8395" cy="176730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0627" name="直接箭头连接符 410626">
              <a:extLst>
                <a:ext uri="{FF2B5EF4-FFF2-40B4-BE49-F238E27FC236}">
                  <a16:creationId xmlns:a16="http://schemas.microsoft.com/office/drawing/2014/main" id="{2BDA0CA6-60CF-41B6-1F50-900FD0A4E7E8}"/>
                </a:ext>
              </a:extLst>
            </p:cNvPr>
            <p:cNvCxnSpPr>
              <a:cxnSpLocks/>
            </p:cNvCxnSpPr>
            <p:nvPr/>
          </p:nvCxnSpPr>
          <p:spPr>
            <a:xfrm>
              <a:off x="4120383" y="2131501"/>
              <a:ext cx="0" cy="1765675"/>
            </a:xfrm>
            <a:prstGeom prst="straightConnector1">
              <a:avLst/>
            </a:prstGeom>
            <a:ln w="28575">
              <a:solidFill>
                <a:srgbClr val="5B9BD5"/>
              </a:solidFill>
              <a:tailEnd type="triangle"/>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05892983-7697-40D6-C788-A1F43269B90B}"/>
                </a:ext>
              </a:extLst>
            </p:cNvPr>
            <p:cNvGrpSpPr/>
            <p:nvPr/>
          </p:nvGrpSpPr>
          <p:grpSpPr>
            <a:xfrm rot="8998391">
              <a:off x="693561" y="4917819"/>
              <a:ext cx="2254506" cy="332733"/>
              <a:chOff x="9011204" y="3652600"/>
              <a:chExt cx="2254506" cy="332733"/>
            </a:xfrm>
          </p:grpSpPr>
          <p:sp>
            <p:nvSpPr>
              <p:cNvPr id="12" name="Rectangle 15437">
                <a:extLst>
                  <a:ext uri="{FF2B5EF4-FFF2-40B4-BE49-F238E27FC236}">
                    <a16:creationId xmlns:a16="http://schemas.microsoft.com/office/drawing/2014/main" id="{C6E712D7-F064-744D-90DE-B896D6759956}"/>
                  </a:ext>
                </a:extLst>
              </p:cNvPr>
              <p:cNvSpPr>
                <a:spLocks/>
              </p:cNvSpPr>
              <p:nvPr/>
            </p:nvSpPr>
            <p:spPr bwMode="auto">
              <a:xfrm flipH="1">
                <a:off x="10541997" y="3711228"/>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3" name="Rectangle 15456">
                <a:extLst>
                  <a:ext uri="{FF2B5EF4-FFF2-40B4-BE49-F238E27FC236}">
                    <a16:creationId xmlns:a16="http://schemas.microsoft.com/office/drawing/2014/main" id="{CF009D53-44AC-FE8E-FFBF-B28CE0AC93E5}"/>
                  </a:ext>
                </a:extLst>
              </p:cNvPr>
              <p:cNvSpPr>
                <a:spLocks/>
              </p:cNvSpPr>
              <p:nvPr/>
            </p:nvSpPr>
            <p:spPr bwMode="auto">
              <a:xfrm flipH="1">
                <a:off x="10787816" y="3695182"/>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14" name="AutoShape 15457">
                <a:extLst>
                  <a:ext uri="{FF2B5EF4-FFF2-40B4-BE49-F238E27FC236}">
                    <a16:creationId xmlns:a16="http://schemas.microsoft.com/office/drawing/2014/main" id="{3CB4F7C6-B288-DE70-9E8D-CACE5C3B3AEE}"/>
                  </a:ext>
                </a:extLst>
              </p:cNvPr>
              <p:cNvSpPr>
                <a:spLocks/>
              </p:cNvSpPr>
              <p:nvPr/>
            </p:nvSpPr>
            <p:spPr bwMode="auto">
              <a:xfrm rot="5400000" flipH="1">
                <a:off x="10945468" y="3794390"/>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15" name="Rectangle 15464">
                <a:extLst>
                  <a:ext uri="{FF2B5EF4-FFF2-40B4-BE49-F238E27FC236}">
                    <a16:creationId xmlns:a16="http://schemas.microsoft.com/office/drawing/2014/main" id="{9CE382B6-2880-4334-7E65-9F90FA4E8958}"/>
                  </a:ext>
                </a:extLst>
              </p:cNvPr>
              <p:cNvSpPr>
                <a:spLocks/>
              </p:cNvSpPr>
              <p:nvPr/>
            </p:nvSpPr>
            <p:spPr bwMode="auto">
              <a:xfrm flipH="1">
                <a:off x="9182007" y="3672715"/>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6" name="Rectangle 15515">
                <a:extLst>
                  <a:ext uri="{FF2B5EF4-FFF2-40B4-BE49-F238E27FC236}">
                    <a16:creationId xmlns:a16="http://schemas.microsoft.com/office/drawing/2014/main" id="{EA3E4347-1DF7-ED8C-FB12-FB39B1C7C585}"/>
                  </a:ext>
                </a:extLst>
              </p:cNvPr>
              <p:cNvSpPr>
                <a:spLocks/>
              </p:cNvSpPr>
              <p:nvPr/>
            </p:nvSpPr>
            <p:spPr bwMode="auto">
              <a:xfrm flipH="1">
                <a:off x="9011204" y="3668516"/>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17" name="Rectangle 15464">
                <a:extLst>
                  <a:ext uri="{FF2B5EF4-FFF2-40B4-BE49-F238E27FC236}">
                    <a16:creationId xmlns:a16="http://schemas.microsoft.com/office/drawing/2014/main" id="{1FE3B8D1-61EA-8791-99E3-FF06EBD56815}"/>
                  </a:ext>
                </a:extLst>
              </p:cNvPr>
              <p:cNvSpPr>
                <a:spLocks/>
              </p:cNvSpPr>
              <p:nvPr/>
            </p:nvSpPr>
            <p:spPr bwMode="auto">
              <a:xfrm flipH="1">
                <a:off x="9229052" y="3652600"/>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nvGrpSpPr>
              <p:cNvPr id="18" name="组合 17">
                <a:extLst>
                  <a:ext uri="{FF2B5EF4-FFF2-40B4-BE49-F238E27FC236}">
                    <a16:creationId xmlns:a16="http://schemas.microsoft.com/office/drawing/2014/main" id="{724AD9CF-AF0C-1D97-A15D-1536B77BA921}"/>
                  </a:ext>
                </a:extLst>
              </p:cNvPr>
              <p:cNvGrpSpPr/>
              <p:nvPr/>
            </p:nvGrpSpPr>
            <p:grpSpPr>
              <a:xfrm flipH="1">
                <a:off x="11095807" y="3676727"/>
                <a:ext cx="169903" cy="279219"/>
                <a:chOff x="6615473" y="904221"/>
                <a:chExt cx="223679" cy="411854"/>
              </a:xfrm>
            </p:grpSpPr>
            <p:sp>
              <p:nvSpPr>
                <p:cNvPr id="28" name="AutoShape 15440">
                  <a:extLst>
                    <a:ext uri="{FF2B5EF4-FFF2-40B4-BE49-F238E27FC236}">
                      <a16:creationId xmlns:a16="http://schemas.microsoft.com/office/drawing/2014/main" id="{C828265A-50BB-C59C-EEB8-9D076A0A56C3}"/>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cxnSp>
              <p:nvCxnSpPr>
                <p:cNvPr id="29" name="Line 15472">
                  <a:extLst>
                    <a:ext uri="{FF2B5EF4-FFF2-40B4-BE49-F238E27FC236}">
                      <a16:creationId xmlns:a16="http://schemas.microsoft.com/office/drawing/2014/main" id="{4E2DA795-9F26-0D80-9E0F-808D3FD435F5}"/>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0" name="Line 15473">
                  <a:extLst>
                    <a:ext uri="{FF2B5EF4-FFF2-40B4-BE49-F238E27FC236}">
                      <a16:creationId xmlns:a16="http://schemas.microsoft.com/office/drawing/2014/main" id="{53EEA028-87CF-AAC6-5ED3-F584949C7A45}"/>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2" name="Line 15474">
                  <a:extLst>
                    <a:ext uri="{FF2B5EF4-FFF2-40B4-BE49-F238E27FC236}">
                      <a16:creationId xmlns:a16="http://schemas.microsoft.com/office/drawing/2014/main" id="{8E353CA2-4F00-0AFE-AA34-66221FB2284E}"/>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3" name="Line 15475">
                  <a:extLst>
                    <a:ext uri="{FF2B5EF4-FFF2-40B4-BE49-F238E27FC236}">
                      <a16:creationId xmlns:a16="http://schemas.microsoft.com/office/drawing/2014/main" id="{4762E123-A959-E4C1-65CD-CD734F486B66}"/>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4" name="Line 15476">
                  <a:extLst>
                    <a:ext uri="{FF2B5EF4-FFF2-40B4-BE49-F238E27FC236}">
                      <a16:creationId xmlns:a16="http://schemas.microsoft.com/office/drawing/2014/main" id="{28B00072-367C-42CD-3D58-05952ADFE635}"/>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7" name="Line 15477">
                  <a:extLst>
                    <a:ext uri="{FF2B5EF4-FFF2-40B4-BE49-F238E27FC236}">
                      <a16:creationId xmlns:a16="http://schemas.microsoft.com/office/drawing/2014/main" id="{30E91069-4E2E-3E91-A12B-2D359AB51B90}"/>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8" name="Line 15478">
                  <a:extLst>
                    <a:ext uri="{FF2B5EF4-FFF2-40B4-BE49-F238E27FC236}">
                      <a16:creationId xmlns:a16="http://schemas.microsoft.com/office/drawing/2014/main" id="{97D019B6-EA1C-9AC1-56DF-B0B068C2F6A4}"/>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9" name="Line 15479">
                  <a:extLst>
                    <a:ext uri="{FF2B5EF4-FFF2-40B4-BE49-F238E27FC236}">
                      <a16:creationId xmlns:a16="http://schemas.microsoft.com/office/drawing/2014/main" id="{E4A7D813-1DEF-8207-884D-8200D19440A4}"/>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0" name="Line 15480">
                  <a:extLst>
                    <a:ext uri="{FF2B5EF4-FFF2-40B4-BE49-F238E27FC236}">
                      <a16:creationId xmlns:a16="http://schemas.microsoft.com/office/drawing/2014/main" id="{DEB4D9AB-A197-34FD-FA37-787FAD042B9E}"/>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 name="Line 15481">
                  <a:extLst>
                    <a:ext uri="{FF2B5EF4-FFF2-40B4-BE49-F238E27FC236}">
                      <a16:creationId xmlns:a16="http://schemas.microsoft.com/office/drawing/2014/main" id="{0A639061-5E09-B9A7-19E6-5387630E8579}"/>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3" name="Line 15482">
                  <a:extLst>
                    <a:ext uri="{FF2B5EF4-FFF2-40B4-BE49-F238E27FC236}">
                      <a16:creationId xmlns:a16="http://schemas.microsoft.com/office/drawing/2014/main" id="{3817EE24-77EC-FC5F-3E1A-31E3B7FB4F23}"/>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19" name="Rectangle 15465">
                <a:extLst>
                  <a:ext uri="{FF2B5EF4-FFF2-40B4-BE49-F238E27FC236}">
                    <a16:creationId xmlns:a16="http://schemas.microsoft.com/office/drawing/2014/main" id="{88971AAF-71C3-6D23-1C97-96B23B0DA850}"/>
                  </a:ext>
                </a:extLst>
              </p:cNvPr>
              <p:cNvSpPr>
                <a:spLocks/>
              </p:cNvSpPr>
              <p:nvPr/>
            </p:nvSpPr>
            <p:spPr bwMode="auto">
              <a:xfrm flipH="1">
                <a:off x="10311749" y="3655669"/>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7" name="Rectangle 15437">
                <a:extLst>
                  <a:ext uri="{FF2B5EF4-FFF2-40B4-BE49-F238E27FC236}">
                    <a16:creationId xmlns:a16="http://schemas.microsoft.com/office/drawing/2014/main" id="{38EEC80C-731F-40ED-95F9-EA5EFE81D1FC}"/>
                  </a:ext>
                </a:extLst>
              </p:cNvPr>
              <p:cNvSpPr>
                <a:spLocks/>
              </p:cNvSpPr>
              <p:nvPr/>
            </p:nvSpPr>
            <p:spPr bwMode="auto">
              <a:xfrm flipH="1">
                <a:off x="9631291" y="3668515"/>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cxnSp>
          <p:nvCxnSpPr>
            <p:cNvPr id="410638" name="直接箭头连接符 410637">
              <a:extLst>
                <a:ext uri="{FF2B5EF4-FFF2-40B4-BE49-F238E27FC236}">
                  <a16:creationId xmlns:a16="http://schemas.microsoft.com/office/drawing/2014/main" id="{C76192E9-CD55-CB31-506A-E987BF272D4F}"/>
                </a:ext>
              </a:extLst>
            </p:cNvPr>
            <p:cNvCxnSpPr>
              <a:cxnSpLocks/>
              <a:endCxn id="16" idx="3"/>
            </p:cNvCxnSpPr>
            <p:nvPr/>
          </p:nvCxnSpPr>
          <p:spPr>
            <a:xfrm flipH="1">
              <a:off x="2796801" y="3895520"/>
              <a:ext cx="1068843" cy="6246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10635" name="直接箭头连接符 410634">
              <a:extLst>
                <a:ext uri="{FF2B5EF4-FFF2-40B4-BE49-F238E27FC236}">
                  <a16:creationId xmlns:a16="http://schemas.microsoft.com/office/drawing/2014/main" id="{69F8F2CC-08C9-298D-F86C-3B3F52B36895}"/>
                </a:ext>
              </a:extLst>
            </p:cNvPr>
            <p:cNvCxnSpPr>
              <a:cxnSpLocks/>
              <a:endCxn id="73" idx="3"/>
            </p:cNvCxnSpPr>
            <p:nvPr/>
          </p:nvCxnSpPr>
          <p:spPr>
            <a:xfrm>
              <a:off x="4129364" y="3906289"/>
              <a:ext cx="1109452" cy="6205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 name="弧 3">
              <a:extLst>
                <a:ext uri="{FF2B5EF4-FFF2-40B4-BE49-F238E27FC236}">
                  <a16:creationId xmlns:a16="http://schemas.microsoft.com/office/drawing/2014/main" id="{215310FE-92F0-5298-96B8-597A12A5DB47}"/>
                </a:ext>
              </a:extLst>
            </p:cNvPr>
            <p:cNvSpPr/>
            <p:nvPr/>
          </p:nvSpPr>
          <p:spPr>
            <a:xfrm rot="8138909">
              <a:off x="3320352" y="2909744"/>
              <a:ext cx="1353927" cy="1336619"/>
            </a:xfrm>
            <a:prstGeom prst="arc">
              <a:avLst>
                <a:gd name="adj1" fmla="val 16461017"/>
                <a:gd name="adj2" fmla="val 21356642"/>
              </a:avLst>
            </a:prstGeom>
            <a:ln w="1905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20B33B7-5E6B-9BA6-8B80-BCF93A4080EF}"/>
                    </a:ext>
                  </a:extLst>
                </p:cNvPr>
                <p:cNvSpPr txBox="1"/>
                <p:nvPr/>
              </p:nvSpPr>
              <p:spPr>
                <a:xfrm>
                  <a:off x="3714751" y="4124950"/>
                  <a:ext cx="57014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accent5"/>
                            </a:solidFill>
                            <a:latin typeface="Cambria Math" panose="02040503050406030204" pitchFamily="18" charset="0"/>
                            <a:ea typeface="宋体" pitchFamily="2" charset="-122"/>
                            <a:cs typeface="Cambria Math" panose="02040503050406030204" pitchFamily="18" charset="0"/>
                          </a:rPr>
                          <m:t>𝜑</m:t>
                        </m:r>
                      </m:oMath>
                    </m:oMathPara>
                  </a14:m>
                  <a:endParaRPr lang="zh-CN" altLang="en-US" dirty="0">
                    <a:solidFill>
                      <a:schemeClr val="accent5"/>
                    </a:solidFill>
                  </a:endParaRPr>
                </a:p>
              </p:txBody>
            </p:sp>
          </mc:Choice>
          <mc:Fallback xmlns="">
            <p:sp>
              <p:nvSpPr>
                <p:cNvPr id="7" name="文本框 6">
                  <a:extLst>
                    <a:ext uri="{FF2B5EF4-FFF2-40B4-BE49-F238E27FC236}">
                      <a16:creationId xmlns:a16="http://schemas.microsoft.com/office/drawing/2014/main" id="{620B33B7-5E6B-9BA6-8B80-BCF93A4080EF}"/>
                    </a:ext>
                  </a:extLst>
                </p:cNvPr>
                <p:cNvSpPr txBox="1">
                  <a:spLocks noRot="1" noChangeAspect="1" noMove="1" noResize="1" noEditPoints="1" noAdjustHandles="1" noChangeArrowheads="1" noChangeShapeType="1" noTextEdit="1"/>
                </p:cNvSpPr>
                <p:nvPr/>
              </p:nvSpPr>
              <p:spPr>
                <a:xfrm>
                  <a:off x="3714751" y="4124950"/>
                  <a:ext cx="570146" cy="400110"/>
                </a:xfrm>
                <a:prstGeom prst="rect">
                  <a:avLst/>
                </a:prstGeom>
                <a:blipFill>
                  <a:blip r:embed="rId5"/>
                  <a:stretch>
                    <a:fillRect b="-9091"/>
                  </a:stretch>
                </a:blipFill>
              </p:spPr>
              <p:txBody>
                <a:bodyPr/>
                <a:lstStyle/>
                <a:p>
                  <a:r>
                    <a:rPr lang="zh-CN" altLang="en-US">
                      <a:noFill/>
                    </a:rPr>
                    <a:t> </a:t>
                  </a:r>
                </a:p>
              </p:txBody>
            </p:sp>
          </mc:Fallback>
        </mc:AlternateContent>
        <p:sp>
          <p:nvSpPr>
            <p:cNvPr id="21" name="弧 20">
              <a:extLst>
                <a:ext uri="{FF2B5EF4-FFF2-40B4-BE49-F238E27FC236}">
                  <a16:creationId xmlns:a16="http://schemas.microsoft.com/office/drawing/2014/main" id="{EB754CED-D9FF-64FF-9959-33B767752C27}"/>
                </a:ext>
              </a:extLst>
            </p:cNvPr>
            <p:cNvSpPr/>
            <p:nvPr/>
          </p:nvSpPr>
          <p:spPr>
            <a:xfrm rot="8219741">
              <a:off x="3839506" y="3631244"/>
              <a:ext cx="330069" cy="325849"/>
            </a:xfrm>
            <a:prstGeom prst="arc">
              <a:avLst>
                <a:gd name="adj1" fmla="val 16102222"/>
                <a:gd name="adj2" fmla="val 0"/>
              </a:avLst>
            </a:prstGeom>
            <a:ln w="19050">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7CBB713-6D43-F4FD-B87C-9DE00D8A7B99}"/>
                    </a:ext>
                  </a:extLst>
                </p:cNvPr>
                <p:cNvSpPr txBox="1"/>
                <p:nvPr/>
              </p:nvSpPr>
              <p:spPr>
                <a:xfrm>
                  <a:off x="3844486" y="3903740"/>
                  <a:ext cx="27502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i="1" dirty="0" smtClean="0">
                            <a:solidFill>
                              <a:srgbClr val="4371C2"/>
                            </a:solidFill>
                            <a:latin typeface="Cambria Math" panose="02040503050406030204" pitchFamily="18" charset="0"/>
                            <a:ea typeface="宋体" pitchFamily="2" charset="-122"/>
                            <a:cs typeface="Cambria Math" panose="02040503050406030204" pitchFamily="18" charset="0"/>
                          </a:rPr>
                          <m:t>𝐴</m:t>
                        </m:r>
                      </m:oMath>
                    </m:oMathPara>
                  </a14:m>
                  <a:endParaRPr lang="zh-CN" altLang="en-US" sz="1400" dirty="0">
                    <a:solidFill>
                      <a:srgbClr val="4371C2"/>
                    </a:solidFill>
                  </a:endParaRPr>
                </a:p>
              </p:txBody>
            </p:sp>
          </mc:Choice>
          <mc:Fallback xmlns="">
            <p:sp>
              <p:nvSpPr>
                <p:cNvPr id="20" name="文本框 19">
                  <a:extLst>
                    <a:ext uri="{FF2B5EF4-FFF2-40B4-BE49-F238E27FC236}">
                      <a16:creationId xmlns:a16="http://schemas.microsoft.com/office/drawing/2014/main" id="{67CBB713-6D43-F4FD-B87C-9DE00D8A7B99}"/>
                    </a:ext>
                  </a:extLst>
                </p:cNvPr>
                <p:cNvSpPr txBox="1">
                  <a:spLocks noRot="1" noChangeAspect="1" noMove="1" noResize="1" noEditPoints="1" noAdjustHandles="1" noChangeArrowheads="1" noChangeShapeType="1" noTextEdit="1"/>
                </p:cNvSpPr>
                <p:nvPr/>
              </p:nvSpPr>
              <p:spPr>
                <a:xfrm>
                  <a:off x="3844486" y="3903740"/>
                  <a:ext cx="275023" cy="307777"/>
                </a:xfrm>
                <a:prstGeom prst="rect">
                  <a:avLst/>
                </a:prstGeom>
                <a:blipFill>
                  <a:blip r:embed="rId6"/>
                  <a:stretch>
                    <a:fillRect/>
                  </a:stretch>
                </a:blipFill>
              </p:spPr>
              <p:txBody>
                <a:bodyPr/>
                <a:lstStyle/>
                <a:p>
                  <a:r>
                    <a:rPr lang="zh-CN" altLang="en-US">
                      <a:noFill/>
                    </a:rPr>
                    <a:t> </a:t>
                  </a:r>
                </a:p>
              </p:txBody>
            </p:sp>
          </mc:Fallback>
        </mc:AlternateContent>
        <p:sp>
          <p:nvSpPr>
            <p:cNvPr id="97" name="Text Box 40">
              <a:extLst>
                <a:ext uri="{FF2B5EF4-FFF2-40B4-BE49-F238E27FC236}">
                  <a16:creationId xmlns:a16="http://schemas.microsoft.com/office/drawing/2014/main" id="{9CE2DCD5-3ACF-F968-3769-EC29BBE4215A}"/>
                </a:ext>
              </a:extLst>
            </p:cNvPr>
            <p:cNvSpPr txBox="1"/>
            <p:nvPr/>
          </p:nvSpPr>
          <p:spPr>
            <a:xfrm rot="1717737">
              <a:off x="5807670" y="4522001"/>
              <a:ext cx="954107" cy="400110"/>
            </a:xfrm>
            <a:prstGeom prst="rect">
              <a:avLst/>
            </a:prstGeom>
            <a:noFill/>
            <a:ln w="9525">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望远镜</a:t>
              </a:r>
            </a:p>
          </p:txBody>
        </p:sp>
      </p:grpSp>
      <p:grpSp>
        <p:nvGrpSpPr>
          <p:cNvPr id="2" name="组合 1">
            <a:extLst>
              <a:ext uri="{FF2B5EF4-FFF2-40B4-BE49-F238E27FC236}">
                <a16:creationId xmlns:a16="http://schemas.microsoft.com/office/drawing/2014/main" id="{7B3E3C37-AB9E-B95F-5AB9-E06FE6872D58}"/>
              </a:ext>
            </a:extLst>
          </p:cNvPr>
          <p:cNvGrpSpPr/>
          <p:nvPr/>
        </p:nvGrpSpPr>
        <p:grpSpPr>
          <a:xfrm>
            <a:off x="-5664" y="234087"/>
            <a:ext cx="12197666" cy="491115"/>
            <a:chOff x="-5664" y="377519"/>
            <a:chExt cx="12197666" cy="491115"/>
          </a:xfrm>
        </p:grpSpPr>
        <p:sp>
          <p:nvSpPr>
            <p:cNvPr id="3" name="矩形 2">
              <a:extLst>
                <a:ext uri="{FF2B5EF4-FFF2-40B4-BE49-F238E27FC236}">
                  <a16:creationId xmlns:a16="http://schemas.microsoft.com/office/drawing/2014/main" id="{58CA4369-0DDE-5731-2284-4CAB76353EBD}"/>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5" name="圆角矩形 4">
              <a:extLst>
                <a:ext uri="{FF2B5EF4-FFF2-40B4-BE49-F238E27FC236}">
                  <a16:creationId xmlns:a16="http://schemas.microsoft.com/office/drawing/2014/main" id="{C7EBB114-EAE4-297C-3174-78EC600D0047}"/>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8" name="文本框 7">
              <a:extLst>
                <a:ext uri="{FF2B5EF4-FFF2-40B4-BE49-F238E27FC236}">
                  <a16:creationId xmlns:a16="http://schemas.microsoft.com/office/drawing/2014/main" id="{D17076D4-AADA-0A80-9B1E-F2D8CCF58AD0}"/>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24" name="矩形 23">
              <a:extLst>
                <a:ext uri="{FF2B5EF4-FFF2-40B4-BE49-F238E27FC236}">
                  <a16:creationId xmlns:a16="http://schemas.microsoft.com/office/drawing/2014/main" id="{A63167A1-1EC9-6038-3511-6C6925CE75EE}"/>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26" name="组 398">
              <a:extLst>
                <a:ext uri="{FF2B5EF4-FFF2-40B4-BE49-F238E27FC236}">
                  <a16:creationId xmlns:a16="http://schemas.microsoft.com/office/drawing/2014/main" id="{959B1ABF-56EF-415B-E81E-4F009E0BB5A5}"/>
                </a:ext>
              </a:extLst>
            </p:cNvPr>
            <p:cNvGrpSpPr/>
            <p:nvPr/>
          </p:nvGrpSpPr>
          <p:grpSpPr>
            <a:xfrm>
              <a:off x="11454106" y="380935"/>
              <a:ext cx="737892" cy="484288"/>
              <a:chOff x="11454105" y="252856"/>
              <a:chExt cx="737892" cy="484288"/>
            </a:xfrm>
          </p:grpSpPr>
          <p:grpSp>
            <p:nvGrpSpPr>
              <p:cNvPr id="65" name="组 400">
                <a:extLst>
                  <a:ext uri="{FF2B5EF4-FFF2-40B4-BE49-F238E27FC236}">
                    <a16:creationId xmlns:a16="http://schemas.microsoft.com/office/drawing/2014/main" id="{F130CEA1-1B98-BEAC-E5ED-D5935770A0F0}"/>
                  </a:ext>
                </a:extLst>
              </p:cNvPr>
              <p:cNvGrpSpPr/>
              <p:nvPr/>
            </p:nvGrpSpPr>
            <p:grpSpPr>
              <a:xfrm>
                <a:off x="12039604" y="252856"/>
                <a:ext cx="152393" cy="484287"/>
                <a:chOff x="12039604" y="252856"/>
                <a:chExt cx="152393" cy="484287"/>
              </a:xfrm>
            </p:grpSpPr>
            <p:sp>
              <p:nvSpPr>
                <p:cNvPr id="99" name="圆角矩形 98">
                  <a:extLst>
                    <a:ext uri="{FF2B5EF4-FFF2-40B4-BE49-F238E27FC236}">
                      <a16:creationId xmlns:a16="http://schemas.microsoft.com/office/drawing/2014/main" id="{6EC39414-C779-5D18-5890-8E3C0255181F}"/>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00" name="圆角矩形 99">
                  <a:extLst>
                    <a:ext uri="{FF2B5EF4-FFF2-40B4-BE49-F238E27FC236}">
                      <a16:creationId xmlns:a16="http://schemas.microsoft.com/office/drawing/2014/main" id="{AFE65A75-3879-7DB7-3ED1-FAF75B2DE39C}"/>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01" name="圆角矩形 100">
                  <a:extLst>
                    <a:ext uri="{FF2B5EF4-FFF2-40B4-BE49-F238E27FC236}">
                      <a16:creationId xmlns:a16="http://schemas.microsoft.com/office/drawing/2014/main" id="{EC11C4FB-639B-929A-38B2-A0CBA14CE4E0}"/>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02" name="圆角矩形 101">
                  <a:extLst>
                    <a:ext uri="{FF2B5EF4-FFF2-40B4-BE49-F238E27FC236}">
                      <a16:creationId xmlns:a16="http://schemas.microsoft.com/office/drawing/2014/main" id="{52F679E1-6E97-87E6-6C71-9DA2BF08C813}"/>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03" name="圆角矩形 102">
                  <a:extLst>
                    <a:ext uri="{FF2B5EF4-FFF2-40B4-BE49-F238E27FC236}">
                      <a16:creationId xmlns:a16="http://schemas.microsoft.com/office/drawing/2014/main" id="{98C9B8E3-D8C0-4FB5-18D7-BE7A0BB8022A}"/>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66" name="组合 99">
                <a:extLst>
                  <a:ext uri="{FF2B5EF4-FFF2-40B4-BE49-F238E27FC236}">
                    <a16:creationId xmlns:a16="http://schemas.microsoft.com/office/drawing/2014/main" id="{854D375E-D2C3-835D-5ACD-1955D2045D8E}"/>
                  </a:ext>
                </a:extLst>
              </p:cNvPr>
              <p:cNvGrpSpPr/>
              <p:nvPr/>
            </p:nvGrpSpPr>
            <p:grpSpPr>
              <a:xfrm>
                <a:off x="11454105" y="252857"/>
                <a:ext cx="491115" cy="484287"/>
                <a:chOff x="1528923" y="220268"/>
                <a:chExt cx="1284096" cy="1266241"/>
              </a:xfrm>
            </p:grpSpPr>
            <p:sp>
              <p:nvSpPr>
                <p:cNvPr id="92" name="圆角矩形 91">
                  <a:extLst>
                    <a:ext uri="{FF2B5EF4-FFF2-40B4-BE49-F238E27FC236}">
                      <a16:creationId xmlns:a16="http://schemas.microsoft.com/office/drawing/2014/main" id="{040703D1-1426-26F4-607E-D232FCCF6774}"/>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96" name="Freeform 96">
                  <a:extLst>
                    <a:ext uri="{FF2B5EF4-FFF2-40B4-BE49-F238E27FC236}">
                      <a16:creationId xmlns:a16="http://schemas.microsoft.com/office/drawing/2014/main" id="{610EB8AB-1F3B-3FD7-928A-09EA38E870C9}"/>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8540412" y="6398323"/>
            <a:ext cx="2743200" cy="365125"/>
          </a:xfrm>
        </p:spPr>
        <p:txBody>
          <a:bodyPr/>
          <a:lstStyle/>
          <a:p>
            <a:fld id="{888F8D02-9041-4C59-BC62-13DE0E5C6713}" type="slidenum">
              <a:rPr lang="zh-CN" altLang="en-US" sz="1600" b="1" smtClean="0"/>
              <a:t>26</a:t>
            </a:fld>
            <a:endParaRPr lang="zh-CN" altLang="en-US" sz="1600" b="1" dirty="0"/>
          </a:p>
        </p:txBody>
      </p:sp>
      <p:sp>
        <p:nvSpPr>
          <p:cNvPr id="2" name="文本框 1"/>
          <p:cNvSpPr txBox="1"/>
          <p:nvPr/>
        </p:nvSpPr>
        <p:spPr>
          <a:xfrm>
            <a:off x="672316" y="1741125"/>
            <a:ext cx="3397885" cy="521970"/>
          </a:xfrm>
          <a:prstGeom prst="rect">
            <a:avLst/>
          </a:prstGeom>
          <a:noFill/>
        </p:spPr>
        <p:txBody>
          <a:bodyPr wrap="square" rtlCol="0" anchor="t">
            <a:spAutoFit/>
          </a:bodyPr>
          <a:lstStyle/>
          <a:p>
            <a:pPr algn="l" eaLnBrk="1" hangingPunct="1">
              <a:lnSpc>
                <a:spcPct val="100000"/>
              </a:lnSpc>
              <a:buClrTx/>
              <a:buSzTx/>
              <a:buFontTx/>
            </a:pPr>
            <a:r>
              <a:rPr lang="zh-CN" altLang="en-US" sz="2800" dirty="0">
                <a:latin typeface="黑体" panose="02010609060101010101" pitchFamily="49" charset="-122"/>
                <a:ea typeface="黑体" panose="02010609060101010101" pitchFamily="49" charset="-122"/>
                <a:cs typeface="+mj-ea"/>
                <a:sym typeface="+mn-ea"/>
              </a:rPr>
              <a:t>高压汞灯可见光光谱</a:t>
            </a:r>
            <a:endParaRPr lang="zh-CN" altLang="en-US" sz="3200" dirty="0">
              <a:latin typeface="黑体" panose="02010609060101010101" pitchFamily="49" charset="-122"/>
              <a:ea typeface="黑体" panose="02010609060101010101" pitchFamily="49" charset="-122"/>
              <a:cs typeface="宋体" pitchFamily="2" charset="-122"/>
              <a:sym typeface="+mn-ea"/>
            </a:endParaRPr>
          </a:p>
        </p:txBody>
      </p:sp>
      <p:graphicFrame>
        <p:nvGraphicFramePr>
          <p:cNvPr id="4" name="表格 3"/>
          <p:cNvGraphicFramePr/>
          <p:nvPr/>
        </p:nvGraphicFramePr>
        <p:xfrm>
          <a:off x="73025" y="3531235"/>
          <a:ext cx="12050395" cy="1246505"/>
        </p:xfrm>
        <a:graphic>
          <a:graphicData uri="http://schemas.openxmlformats.org/drawingml/2006/table">
            <a:tbl>
              <a:tblPr firstRow="1" bandRow="1">
                <a:tableStyleId>{5C22544A-7EE6-4342-B048-85BDC9FD1C3A}</a:tableStyleId>
              </a:tblPr>
              <a:tblGrid>
                <a:gridCol w="1336675">
                  <a:extLst>
                    <a:ext uri="{9D8B030D-6E8A-4147-A177-3AD203B41FA5}">
                      <a16:colId xmlns:a16="http://schemas.microsoft.com/office/drawing/2014/main" val="20000"/>
                    </a:ext>
                  </a:extLst>
                </a:gridCol>
                <a:gridCol w="1116965">
                  <a:extLst>
                    <a:ext uri="{9D8B030D-6E8A-4147-A177-3AD203B41FA5}">
                      <a16:colId xmlns:a16="http://schemas.microsoft.com/office/drawing/2014/main" val="20001"/>
                    </a:ext>
                  </a:extLst>
                </a:gridCol>
                <a:gridCol w="1087755">
                  <a:extLst>
                    <a:ext uri="{9D8B030D-6E8A-4147-A177-3AD203B41FA5}">
                      <a16:colId xmlns:a16="http://schemas.microsoft.com/office/drawing/2014/main" val="20002"/>
                    </a:ext>
                  </a:extLst>
                </a:gridCol>
                <a:gridCol w="1056640">
                  <a:extLst>
                    <a:ext uri="{9D8B030D-6E8A-4147-A177-3AD203B41FA5}">
                      <a16:colId xmlns:a16="http://schemas.microsoft.com/office/drawing/2014/main" val="20003"/>
                    </a:ext>
                  </a:extLst>
                </a:gridCol>
                <a:gridCol w="1023620">
                  <a:extLst>
                    <a:ext uri="{9D8B030D-6E8A-4147-A177-3AD203B41FA5}">
                      <a16:colId xmlns:a16="http://schemas.microsoft.com/office/drawing/2014/main" val="20004"/>
                    </a:ext>
                  </a:extLst>
                </a:gridCol>
                <a:gridCol w="1041400">
                  <a:extLst>
                    <a:ext uri="{9D8B030D-6E8A-4147-A177-3AD203B41FA5}">
                      <a16:colId xmlns:a16="http://schemas.microsoft.com/office/drawing/2014/main" val="20005"/>
                    </a:ext>
                  </a:extLst>
                </a:gridCol>
                <a:gridCol w="1049020">
                  <a:extLst>
                    <a:ext uri="{9D8B030D-6E8A-4147-A177-3AD203B41FA5}">
                      <a16:colId xmlns:a16="http://schemas.microsoft.com/office/drawing/2014/main" val="20006"/>
                    </a:ext>
                  </a:extLst>
                </a:gridCol>
                <a:gridCol w="1033145">
                  <a:extLst>
                    <a:ext uri="{9D8B030D-6E8A-4147-A177-3AD203B41FA5}">
                      <a16:colId xmlns:a16="http://schemas.microsoft.com/office/drawing/2014/main" val="20007"/>
                    </a:ext>
                  </a:extLst>
                </a:gridCol>
                <a:gridCol w="1042035">
                  <a:extLst>
                    <a:ext uri="{9D8B030D-6E8A-4147-A177-3AD203B41FA5}">
                      <a16:colId xmlns:a16="http://schemas.microsoft.com/office/drawing/2014/main" val="20008"/>
                    </a:ext>
                  </a:extLst>
                </a:gridCol>
                <a:gridCol w="1130935">
                  <a:extLst>
                    <a:ext uri="{9D8B030D-6E8A-4147-A177-3AD203B41FA5}">
                      <a16:colId xmlns:a16="http://schemas.microsoft.com/office/drawing/2014/main" val="20009"/>
                    </a:ext>
                  </a:extLst>
                </a:gridCol>
                <a:gridCol w="1132205">
                  <a:extLst>
                    <a:ext uri="{9D8B030D-6E8A-4147-A177-3AD203B41FA5}">
                      <a16:colId xmlns:a16="http://schemas.microsoft.com/office/drawing/2014/main" val="20010"/>
                    </a:ext>
                  </a:extLst>
                </a:gridCol>
              </a:tblGrid>
              <a:tr h="396240">
                <a:tc>
                  <a:txBody>
                    <a:bodyPr/>
                    <a:lstStyle/>
                    <a:p>
                      <a:pPr algn="ctr">
                        <a:buNone/>
                      </a:pPr>
                      <a:r>
                        <a:rPr lang="zh-CN" altLang="en-US" sz="2000" b="0" dirty="0">
                          <a:latin typeface="宋体" pitchFamily="2" charset="-122"/>
                          <a:ea typeface="宋体" pitchFamily="2" charset="-122"/>
                        </a:rPr>
                        <a:t>颜色</a:t>
                      </a:r>
                    </a:p>
                  </a:txBody>
                  <a:tcPr/>
                </a:tc>
                <a:tc>
                  <a:txBody>
                    <a:bodyPr/>
                    <a:lstStyle/>
                    <a:p>
                      <a:pPr algn="ctr">
                        <a:buNone/>
                      </a:pPr>
                      <a:r>
                        <a:rPr lang="zh-CN" altLang="en-US" sz="2000" b="1" dirty="0">
                          <a:solidFill>
                            <a:srgbClr val="9900CC"/>
                          </a:solidFill>
                          <a:latin typeface="宋体" pitchFamily="2" charset="-122"/>
                          <a:ea typeface="宋体" pitchFamily="2" charset="-122"/>
                          <a:sym typeface="+mn-ea"/>
                        </a:rPr>
                        <a:t>紫</a:t>
                      </a:r>
                    </a:p>
                  </a:txBody>
                  <a:tcPr>
                    <a:solidFill>
                      <a:schemeClr val="tx2">
                        <a:lumMod val="20000"/>
                        <a:lumOff val="80000"/>
                      </a:schemeClr>
                    </a:solidFill>
                  </a:tcPr>
                </a:tc>
                <a:tc>
                  <a:txBody>
                    <a:bodyPr/>
                    <a:lstStyle/>
                    <a:p>
                      <a:pPr algn="ctr">
                        <a:buNone/>
                      </a:pPr>
                      <a:r>
                        <a:rPr lang="zh-CN" altLang="en-US" sz="2000" b="0" dirty="0">
                          <a:latin typeface="宋体" pitchFamily="2" charset="-122"/>
                          <a:ea typeface="宋体" pitchFamily="2" charset="-122"/>
                          <a:sym typeface="+mn-ea"/>
                        </a:rPr>
                        <a:t>紫</a:t>
                      </a:r>
                    </a:p>
                  </a:txBody>
                  <a:tcPr/>
                </a:tc>
                <a:tc>
                  <a:txBody>
                    <a:bodyPr/>
                    <a:lstStyle/>
                    <a:p>
                      <a:pPr algn="ctr">
                        <a:buNone/>
                      </a:pPr>
                      <a:r>
                        <a:rPr lang="zh-CN" altLang="en-US" sz="2000" b="0" dirty="0">
                          <a:latin typeface="宋体" pitchFamily="2" charset="-122"/>
                          <a:ea typeface="宋体" pitchFamily="2" charset="-122"/>
                          <a:sym typeface="+mn-ea"/>
                        </a:rPr>
                        <a:t>紫</a:t>
                      </a:r>
                    </a:p>
                  </a:txBody>
                  <a:tcPr/>
                </a:tc>
                <a:tc>
                  <a:txBody>
                    <a:bodyPr/>
                    <a:lstStyle/>
                    <a:p>
                      <a:pPr algn="ctr">
                        <a:buNone/>
                      </a:pPr>
                      <a:r>
                        <a:rPr lang="zh-CN" altLang="en-US" sz="2000" b="0">
                          <a:latin typeface="宋体" pitchFamily="2" charset="-122"/>
                          <a:ea typeface="宋体" pitchFamily="2" charset="-122"/>
                        </a:rPr>
                        <a:t>蓝</a:t>
                      </a:r>
                    </a:p>
                  </a:txBody>
                  <a:tcPr/>
                </a:tc>
                <a:tc>
                  <a:txBody>
                    <a:bodyPr/>
                    <a:lstStyle/>
                    <a:p>
                      <a:pPr algn="ctr">
                        <a:buNone/>
                      </a:pPr>
                      <a:r>
                        <a:rPr lang="zh-CN" altLang="en-US" sz="2000" b="0">
                          <a:latin typeface="宋体" pitchFamily="2" charset="-122"/>
                          <a:ea typeface="宋体" pitchFamily="2" charset="-122"/>
                        </a:rPr>
                        <a:t>蓝</a:t>
                      </a:r>
                    </a:p>
                  </a:txBody>
                  <a:tcPr/>
                </a:tc>
                <a:tc>
                  <a:txBody>
                    <a:bodyPr/>
                    <a:lstStyle/>
                    <a:p>
                      <a:pPr algn="ctr">
                        <a:buNone/>
                      </a:pPr>
                      <a:r>
                        <a:rPr lang="zh-CN" altLang="en-US" sz="2000" b="1" dirty="0">
                          <a:solidFill>
                            <a:schemeClr val="accent1"/>
                          </a:solidFill>
                          <a:latin typeface="宋体" pitchFamily="2" charset="-122"/>
                          <a:ea typeface="宋体" pitchFamily="2" charset="-122"/>
                        </a:rPr>
                        <a:t>蓝</a:t>
                      </a:r>
                    </a:p>
                  </a:txBody>
                  <a:tcPr>
                    <a:solidFill>
                      <a:schemeClr val="tx2">
                        <a:lumMod val="20000"/>
                        <a:lumOff val="80000"/>
                      </a:schemeClr>
                    </a:solidFill>
                  </a:tcPr>
                </a:tc>
                <a:tc>
                  <a:txBody>
                    <a:bodyPr/>
                    <a:lstStyle/>
                    <a:p>
                      <a:pPr algn="ctr">
                        <a:buNone/>
                      </a:pPr>
                      <a:r>
                        <a:rPr lang="zh-CN" altLang="en-US" sz="2000" b="0">
                          <a:latin typeface="宋体" pitchFamily="2" charset="-122"/>
                          <a:ea typeface="宋体" pitchFamily="2" charset="-122"/>
                        </a:rPr>
                        <a:t>蓝</a:t>
                      </a:r>
                    </a:p>
                  </a:txBody>
                  <a:tcPr/>
                </a:tc>
                <a:tc>
                  <a:txBody>
                    <a:bodyPr/>
                    <a:lstStyle/>
                    <a:p>
                      <a:pPr algn="ctr">
                        <a:buNone/>
                      </a:pPr>
                      <a:r>
                        <a:rPr lang="zh-CN" altLang="en-US" sz="2000" b="0">
                          <a:latin typeface="宋体" pitchFamily="2" charset="-122"/>
                          <a:ea typeface="宋体" pitchFamily="2" charset="-122"/>
                        </a:rPr>
                        <a:t>青</a:t>
                      </a:r>
                    </a:p>
                  </a:txBody>
                  <a:tcPr/>
                </a:tc>
                <a:tc>
                  <a:txBody>
                    <a:bodyPr/>
                    <a:lstStyle/>
                    <a:p>
                      <a:pPr algn="ctr">
                        <a:buNone/>
                      </a:pPr>
                      <a:r>
                        <a:rPr lang="zh-CN" altLang="en-US" sz="2000" b="0">
                          <a:latin typeface="宋体" pitchFamily="2" charset="-122"/>
                          <a:ea typeface="宋体" pitchFamily="2" charset="-122"/>
                        </a:rPr>
                        <a:t>青</a:t>
                      </a:r>
                    </a:p>
                  </a:txBody>
                  <a:tcPr/>
                </a:tc>
                <a:tc>
                  <a:txBody>
                    <a:bodyPr/>
                    <a:lstStyle/>
                    <a:p>
                      <a:pPr algn="ctr">
                        <a:buNone/>
                      </a:pPr>
                      <a:r>
                        <a:rPr lang="zh-CN" altLang="en-US" sz="2000" b="0">
                          <a:latin typeface="宋体" pitchFamily="2" charset="-122"/>
                          <a:ea typeface="宋体" pitchFamily="2" charset="-122"/>
                        </a:rPr>
                        <a:t>绿</a:t>
                      </a:r>
                    </a:p>
                  </a:txBody>
                  <a:tcPr/>
                </a:tc>
                <a:extLst>
                  <a:ext uri="{0D108BD9-81ED-4DB2-BD59-A6C34878D82A}">
                    <a16:rowId xmlns:a16="http://schemas.microsoft.com/office/drawing/2014/main" val="10000"/>
                  </a:ext>
                </a:extLst>
              </a:tr>
              <a:tr h="454025">
                <a:tc>
                  <a:txBody>
                    <a:bodyPr/>
                    <a:lstStyle/>
                    <a:p>
                      <a:pPr algn="ctr">
                        <a:buNone/>
                      </a:pPr>
                      <a:r>
                        <a:rPr lang="zh-CN" altLang="en-US" sz="2000" b="0">
                          <a:latin typeface="宋体" pitchFamily="2" charset="-122"/>
                          <a:ea typeface="宋体" pitchFamily="2" charset="-122"/>
                        </a:rPr>
                        <a:t>波长</a:t>
                      </a:r>
                      <a:r>
                        <a:rPr lang="en-US" altLang="zh-CN" sz="2000" b="0">
                          <a:latin typeface="宋体" pitchFamily="2" charset="-122"/>
                          <a:ea typeface="宋体" pitchFamily="2" charset="-122"/>
                        </a:rPr>
                        <a:t>/nm</a:t>
                      </a:r>
                    </a:p>
                  </a:txBody>
                  <a:tcPr/>
                </a:tc>
                <a:tc>
                  <a:txBody>
                    <a:bodyPr/>
                    <a:lstStyle/>
                    <a:p>
                      <a:pPr algn="ctr">
                        <a:buNone/>
                      </a:pPr>
                      <a:r>
                        <a:rPr lang="zh-CN" altLang="en-US" sz="2000" b="1" dirty="0">
                          <a:solidFill>
                            <a:srgbClr val="9900CC"/>
                          </a:solidFill>
                          <a:latin typeface="宋体" pitchFamily="2" charset="-122"/>
                          <a:ea typeface="宋体" pitchFamily="2" charset="-122"/>
                          <a:sym typeface="+mn-ea"/>
                        </a:rPr>
                        <a:t>404</a:t>
                      </a:r>
                      <a:r>
                        <a:rPr lang="en-US" altLang="zh-CN" sz="2000" b="1" dirty="0">
                          <a:solidFill>
                            <a:srgbClr val="9900CC"/>
                          </a:solidFill>
                          <a:latin typeface="宋体" pitchFamily="2" charset="-122"/>
                          <a:ea typeface="宋体" pitchFamily="2" charset="-122"/>
                          <a:sym typeface="+mn-ea"/>
                        </a:rPr>
                        <a:t>.</a:t>
                      </a:r>
                      <a:r>
                        <a:rPr lang="zh-CN" altLang="en-US" sz="2000" b="1" dirty="0">
                          <a:solidFill>
                            <a:srgbClr val="9900CC"/>
                          </a:solidFill>
                          <a:latin typeface="宋体" pitchFamily="2" charset="-122"/>
                          <a:ea typeface="宋体" pitchFamily="2" charset="-122"/>
                          <a:sym typeface="+mn-ea"/>
                        </a:rPr>
                        <a:t>66</a:t>
                      </a:r>
                    </a:p>
                  </a:txBody>
                  <a:tcPr>
                    <a:solidFill>
                      <a:schemeClr val="tx2">
                        <a:lumMod val="20000"/>
                        <a:lumOff val="80000"/>
                      </a:schemeClr>
                    </a:solidFill>
                  </a:tcPr>
                </a:tc>
                <a:tc>
                  <a:txBody>
                    <a:bodyPr/>
                    <a:lstStyle/>
                    <a:p>
                      <a:pPr algn="ctr">
                        <a:buNone/>
                      </a:pPr>
                      <a:r>
                        <a:rPr lang="en-US" altLang="zh-CN" sz="2000" b="0" dirty="0">
                          <a:latin typeface="宋体" pitchFamily="2" charset="-122"/>
                          <a:ea typeface="宋体" pitchFamily="2" charset="-122"/>
                        </a:rPr>
                        <a:t>407.78</a:t>
                      </a:r>
                    </a:p>
                  </a:txBody>
                  <a:tcPr/>
                </a:tc>
                <a:tc>
                  <a:txBody>
                    <a:bodyPr/>
                    <a:lstStyle/>
                    <a:p>
                      <a:pPr algn="ctr">
                        <a:buNone/>
                      </a:pPr>
                      <a:r>
                        <a:rPr lang="en-US" altLang="zh-CN" sz="2000" b="0" dirty="0">
                          <a:latin typeface="宋体" pitchFamily="2" charset="-122"/>
                          <a:ea typeface="宋体" pitchFamily="2" charset="-122"/>
                        </a:rPr>
                        <a:t>410.81</a:t>
                      </a:r>
                    </a:p>
                  </a:txBody>
                  <a:tcPr/>
                </a:tc>
                <a:tc>
                  <a:txBody>
                    <a:bodyPr/>
                    <a:lstStyle/>
                    <a:p>
                      <a:pPr algn="ctr">
                        <a:buNone/>
                      </a:pPr>
                      <a:r>
                        <a:rPr lang="en-US" altLang="zh-CN" sz="2000" b="0">
                          <a:latin typeface="宋体" pitchFamily="2" charset="-122"/>
                          <a:ea typeface="宋体" pitchFamily="2" charset="-122"/>
                        </a:rPr>
                        <a:t>433.92</a:t>
                      </a:r>
                    </a:p>
                  </a:txBody>
                  <a:tcPr/>
                </a:tc>
                <a:tc>
                  <a:txBody>
                    <a:bodyPr/>
                    <a:lstStyle/>
                    <a:p>
                      <a:pPr algn="ctr">
                        <a:buNone/>
                      </a:pPr>
                      <a:r>
                        <a:rPr lang="en-US" altLang="zh-CN" sz="2000" b="0">
                          <a:latin typeface="宋体" pitchFamily="2" charset="-122"/>
                          <a:ea typeface="宋体" pitchFamily="2" charset="-122"/>
                        </a:rPr>
                        <a:t>434.75</a:t>
                      </a:r>
                    </a:p>
                  </a:txBody>
                  <a:tcPr/>
                </a:tc>
                <a:tc>
                  <a:txBody>
                    <a:bodyPr/>
                    <a:lstStyle/>
                    <a:p>
                      <a:pPr algn="ctr">
                        <a:buNone/>
                      </a:pPr>
                      <a:r>
                        <a:rPr lang="en-US" altLang="zh-CN" sz="2000" b="1" dirty="0">
                          <a:solidFill>
                            <a:schemeClr val="accent1"/>
                          </a:solidFill>
                          <a:latin typeface="宋体" pitchFamily="2" charset="-122"/>
                          <a:ea typeface="宋体" pitchFamily="2" charset="-122"/>
                        </a:rPr>
                        <a:t>435.83</a:t>
                      </a:r>
                    </a:p>
                  </a:txBody>
                  <a:tcPr>
                    <a:solidFill>
                      <a:schemeClr val="tx2">
                        <a:lumMod val="20000"/>
                        <a:lumOff val="80000"/>
                      </a:schemeClr>
                    </a:solidFill>
                  </a:tcPr>
                </a:tc>
                <a:tc>
                  <a:txBody>
                    <a:bodyPr/>
                    <a:lstStyle/>
                    <a:p>
                      <a:pPr algn="ctr">
                        <a:buNone/>
                      </a:pPr>
                      <a:r>
                        <a:rPr lang="en-US" altLang="zh-CN" sz="2000" b="0">
                          <a:latin typeface="宋体" pitchFamily="2" charset="-122"/>
                          <a:ea typeface="宋体" pitchFamily="2" charset="-122"/>
                        </a:rPr>
                        <a:t>491.61</a:t>
                      </a:r>
                    </a:p>
                  </a:txBody>
                  <a:tcPr/>
                </a:tc>
                <a:tc>
                  <a:txBody>
                    <a:bodyPr/>
                    <a:lstStyle/>
                    <a:p>
                      <a:pPr algn="ctr">
                        <a:buNone/>
                      </a:pPr>
                      <a:r>
                        <a:rPr lang="en-US" altLang="zh-CN" sz="2000" b="0">
                          <a:latin typeface="宋体" pitchFamily="2" charset="-122"/>
                          <a:ea typeface="宋体" pitchFamily="2" charset="-122"/>
                        </a:rPr>
                        <a:t>496.03</a:t>
                      </a:r>
                    </a:p>
                  </a:txBody>
                  <a:tcPr/>
                </a:tc>
                <a:tc>
                  <a:txBody>
                    <a:bodyPr/>
                    <a:lstStyle/>
                    <a:p>
                      <a:pPr algn="ctr">
                        <a:buNone/>
                      </a:pPr>
                      <a:r>
                        <a:rPr lang="en-US" altLang="zh-CN" sz="2000" b="0">
                          <a:latin typeface="宋体" pitchFamily="2" charset="-122"/>
                          <a:ea typeface="宋体" pitchFamily="2" charset="-122"/>
                        </a:rPr>
                        <a:t>535.41</a:t>
                      </a:r>
                    </a:p>
                  </a:txBody>
                  <a:tcPr/>
                </a:tc>
                <a:tc>
                  <a:txBody>
                    <a:bodyPr/>
                    <a:lstStyle/>
                    <a:p>
                      <a:pPr algn="ctr">
                        <a:buNone/>
                      </a:pPr>
                      <a:r>
                        <a:rPr lang="en-US" altLang="zh-CN" sz="2000" b="0" dirty="0">
                          <a:latin typeface="宋体" pitchFamily="2" charset="-122"/>
                          <a:ea typeface="宋体" pitchFamily="2" charset="-122"/>
                        </a:rPr>
                        <a:t>536.51</a:t>
                      </a:r>
                    </a:p>
                  </a:txBody>
                  <a:tcPr/>
                </a:tc>
                <a:extLst>
                  <a:ext uri="{0D108BD9-81ED-4DB2-BD59-A6C34878D82A}">
                    <a16:rowId xmlns:a16="http://schemas.microsoft.com/office/drawing/2014/main" val="10001"/>
                  </a:ext>
                </a:extLst>
              </a:tr>
              <a:tr h="396240">
                <a:tc>
                  <a:txBody>
                    <a:bodyPr/>
                    <a:lstStyle/>
                    <a:p>
                      <a:pPr algn="ctr">
                        <a:buNone/>
                      </a:pPr>
                      <a:r>
                        <a:rPr lang="zh-CN" altLang="en-US" sz="2000" b="0">
                          <a:latin typeface="宋体" pitchFamily="2" charset="-122"/>
                          <a:ea typeface="宋体" pitchFamily="2" charset="-122"/>
                        </a:rPr>
                        <a:t>相对强度</a:t>
                      </a:r>
                    </a:p>
                  </a:txBody>
                  <a:tcPr/>
                </a:tc>
                <a:tc>
                  <a:txBody>
                    <a:bodyPr/>
                    <a:lstStyle/>
                    <a:p>
                      <a:pPr algn="ctr">
                        <a:buNone/>
                      </a:pPr>
                      <a:r>
                        <a:rPr lang="zh-CN" altLang="en-US" b="1" dirty="0">
                          <a:solidFill>
                            <a:srgbClr val="9900CC"/>
                          </a:solidFill>
                          <a:latin typeface="宋体" pitchFamily="2" charset="-122"/>
                          <a:ea typeface="宋体" pitchFamily="2" charset="-122"/>
                        </a:rPr>
                        <a:t>强</a:t>
                      </a:r>
                    </a:p>
                  </a:txBody>
                  <a:tcPr>
                    <a:solidFill>
                      <a:schemeClr val="tx2">
                        <a:lumMod val="20000"/>
                        <a:lumOff val="80000"/>
                      </a:schemeClr>
                    </a:solidFill>
                  </a:tcPr>
                </a:tc>
                <a:tc>
                  <a:txBody>
                    <a:bodyPr/>
                    <a:lstStyle/>
                    <a:p>
                      <a:pPr algn="ctr">
                        <a:buNone/>
                      </a:pPr>
                      <a:r>
                        <a:rPr lang="zh-CN" altLang="en-US" b="0" dirty="0">
                          <a:latin typeface="宋体" pitchFamily="2" charset="-122"/>
                          <a:ea typeface="宋体" pitchFamily="2" charset="-122"/>
                        </a:rPr>
                        <a:t>较强</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1" dirty="0">
                          <a:solidFill>
                            <a:schemeClr val="accent1"/>
                          </a:solidFill>
                          <a:latin typeface="宋体" pitchFamily="2" charset="-122"/>
                          <a:ea typeface="宋体" pitchFamily="2" charset="-122"/>
                        </a:rPr>
                        <a:t>很强</a:t>
                      </a:r>
                    </a:p>
                  </a:txBody>
                  <a:tcPr>
                    <a:solidFill>
                      <a:schemeClr val="tx2">
                        <a:lumMod val="20000"/>
                        <a:lumOff val="80000"/>
                      </a:schemeClr>
                    </a:solidFill>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extLst>
                  <a:ext uri="{0D108BD9-81ED-4DB2-BD59-A6C34878D82A}">
                    <a16:rowId xmlns:a16="http://schemas.microsoft.com/office/drawing/2014/main" val="10002"/>
                  </a:ext>
                </a:extLst>
              </a:tr>
            </a:tbl>
          </a:graphicData>
        </a:graphic>
      </p:graphicFrame>
      <p:graphicFrame>
        <p:nvGraphicFramePr>
          <p:cNvPr id="7" name="表格 6"/>
          <p:cNvGraphicFramePr/>
          <p:nvPr/>
        </p:nvGraphicFramePr>
        <p:xfrm>
          <a:off x="69215" y="5006975"/>
          <a:ext cx="12054205" cy="1256665"/>
        </p:xfrm>
        <a:graphic>
          <a:graphicData uri="http://schemas.openxmlformats.org/drawingml/2006/table">
            <a:tbl>
              <a:tblPr firstRow="1" bandRow="1">
                <a:tableStyleId>{5C22544A-7EE6-4342-B048-85BDC9FD1C3A}</a:tableStyleId>
              </a:tblPr>
              <a:tblGrid>
                <a:gridCol w="1287145">
                  <a:extLst>
                    <a:ext uri="{9D8B030D-6E8A-4147-A177-3AD203B41FA5}">
                      <a16:colId xmlns:a16="http://schemas.microsoft.com/office/drawing/2014/main" val="20000"/>
                    </a:ext>
                  </a:extLst>
                </a:gridCol>
                <a:gridCol w="1109980">
                  <a:extLst>
                    <a:ext uri="{9D8B030D-6E8A-4147-A177-3AD203B41FA5}">
                      <a16:colId xmlns:a16="http://schemas.microsoft.com/office/drawing/2014/main" val="20001"/>
                    </a:ext>
                  </a:extLst>
                </a:gridCol>
                <a:gridCol w="1094740">
                  <a:extLst>
                    <a:ext uri="{9D8B030D-6E8A-4147-A177-3AD203B41FA5}">
                      <a16:colId xmlns:a16="http://schemas.microsoft.com/office/drawing/2014/main" val="20002"/>
                    </a:ext>
                  </a:extLst>
                </a:gridCol>
                <a:gridCol w="1062990">
                  <a:extLst>
                    <a:ext uri="{9D8B030D-6E8A-4147-A177-3AD203B41FA5}">
                      <a16:colId xmlns:a16="http://schemas.microsoft.com/office/drawing/2014/main" val="20003"/>
                    </a:ext>
                  </a:extLst>
                </a:gridCol>
                <a:gridCol w="1030605">
                  <a:extLst>
                    <a:ext uri="{9D8B030D-6E8A-4147-A177-3AD203B41FA5}">
                      <a16:colId xmlns:a16="http://schemas.microsoft.com/office/drawing/2014/main" val="20004"/>
                    </a:ext>
                  </a:extLst>
                </a:gridCol>
                <a:gridCol w="1047750">
                  <a:extLst>
                    <a:ext uri="{9D8B030D-6E8A-4147-A177-3AD203B41FA5}">
                      <a16:colId xmlns:a16="http://schemas.microsoft.com/office/drawing/2014/main" val="20005"/>
                    </a:ext>
                  </a:extLst>
                </a:gridCol>
                <a:gridCol w="1055370">
                  <a:extLst>
                    <a:ext uri="{9D8B030D-6E8A-4147-A177-3AD203B41FA5}">
                      <a16:colId xmlns:a16="http://schemas.microsoft.com/office/drawing/2014/main" val="20006"/>
                    </a:ext>
                  </a:extLst>
                </a:gridCol>
                <a:gridCol w="1039495">
                  <a:extLst>
                    <a:ext uri="{9D8B030D-6E8A-4147-A177-3AD203B41FA5}">
                      <a16:colId xmlns:a16="http://schemas.microsoft.com/office/drawing/2014/main" val="20007"/>
                    </a:ext>
                  </a:extLst>
                </a:gridCol>
                <a:gridCol w="1049020">
                  <a:extLst>
                    <a:ext uri="{9D8B030D-6E8A-4147-A177-3AD203B41FA5}">
                      <a16:colId xmlns:a16="http://schemas.microsoft.com/office/drawing/2014/main" val="20008"/>
                    </a:ext>
                  </a:extLst>
                </a:gridCol>
                <a:gridCol w="1137920">
                  <a:extLst>
                    <a:ext uri="{9D8B030D-6E8A-4147-A177-3AD203B41FA5}">
                      <a16:colId xmlns:a16="http://schemas.microsoft.com/office/drawing/2014/main" val="20009"/>
                    </a:ext>
                  </a:extLst>
                </a:gridCol>
                <a:gridCol w="1139190">
                  <a:extLst>
                    <a:ext uri="{9D8B030D-6E8A-4147-A177-3AD203B41FA5}">
                      <a16:colId xmlns:a16="http://schemas.microsoft.com/office/drawing/2014/main" val="20010"/>
                    </a:ext>
                  </a:extLst>
                </a:gridCol>
              </a:tblGrid>
              <a:tr h="396240">
                <a:tc>
                  <a:txBody>
                    <a:bodyPr/>
                    <a:lstStyle/>
                    <a:p>
                      <a:pPr algn="ctr">
                        <a:buNone/>
                      </a:pPr>
                      <a:r>
                        <a:rPr lang="zh-CN" altLang="en-US" sz="2000" b="0" dirty="0">
                          <a:latin typeface="宋体" pitchFamily="2" charset="-122"/>
                          <a:ea typeface="宋体" pitchFamily="2" charset="-122"/>
                        </a:rPr>
                        <a:t>颜色</a:t>
                      </a:r>
                    </a:p>
                  </a:txBody>
                  <a:tcPr/>
                </a:tc>
                <a:tc>
                  <a:txBody>
                    <a:bodyPr/>
                    <a:lstStyle/>
                    <a:p>
                      <a:pPr algn="ctr">
                        <a:buNone/>
                      </a:pPr>
                      <a:r>
                        <a:rPr lang="zh-CN" altLang="en-US" sz="2000" b="1" dirty="0">
                          <a:solidFill>
                            <a:schemeClr val="accent6"/>
                          </a:solidFill>
                          <a:latin typeface="宋体" pitchFamily="2" charset="-122"/>
                          <a:ea typeface="宋体" pitchFamily="2" charset="-122"/>
                          <a:sym typeface="+mn-ea"/>
                        </a:rPr>
                        <a:t>绿</a:t>
                      </a:r>
                    </a:p>
                  </a:txBody>
                  <a:tcPr>
                    <a:solidFill>
                      <a:schemeClr val="accent1">
                        <a:lumMod val="50000"/>
                      </a:schemeClr>
                    </a:solidFill>
                  </a:tcPr>
                </a:tc>
                <a:tc>
                  <a:txBody>
                    <a:bodyPr/>
                    <a:lstStyle/>
                    <a:p>
                      <a:pPr algn="ctr">
                        <a:buNone/>
                      </a:pPr>
                      <a:r>
                        <a:rPr lang="zh-CN" altLang="en-US" sz="2000" b="0" dirty="0">
                          <a:latin typeface="宋体" pitchFamily="2" charset="-122"/>
                          <a:ea typeface="宋体" pitchFamily="2" charset="-122"/>
                          <a:sym typeface="+mn-ea"/>
                        </a:rPr>
                        <a:t>绿</a:t>
                      </a:r>
                    </a:p>
                  </a:txBody>
                  <a:tcPr/>
                </a:tc>
                <a:tc>
                  <a:txBody>
                    <a:bodyPr/>
                    <a:lstStyle/>
                    <a:p>
                      <a:pPr algn="ctr">
                        <a:buClrTx/>
                        <a:buSzTx/>
                        <a:buFontTx/>
                        <a:buNone/>
                      </a:pPr>
                      <a:r>
                        <a:rPr lang="zh-CN" altLang="en-US" sz="1900" dirty="0">
                          <a:solidFill>
                            <a:srgbClr val="FFFF66"/>
                          </a:solidFill>
                          <a:latin typeface="宋体" pitchFamily="2" charset="-122"/>
                          <a:ea typeface="宋体" pitchFamily="2" charset="-122"/>
                          <a:sym typeface="+mn-ea"/>
                        </a:rPr>
                        <a:t>黄绿</a:t>
                      </a:r>
                    </a:p>
                  </a:txBody>
                  <a:tcPr>
                    <a:solidFill>
                      <a:schemeClr val="accent1">
                        <a:lumMod val="50000"/>
                      </a:schemeClr>
                    </a:solidFill>
                  </a:tcPr>
                </a:tc>
                <a:tc>
                  <a:txBody>
                    <a:bodyPr/>
                    <a:lstStyle/>
                    <a:p>
                      <a:pPr algn="ctr">
                        <a:buClrTx/>
                        <a:buSzTx/>
                        <a:buFontTx/>
                        <a:buNone/>
                      </a:pPr>
                      <a:r>
                        <a:rPr lang="zh-CN" altLang="en-US" sz="1900" b="1" dirty="0">
                          <a:solidFill>
                            <a:srgbClr val="FFFF66"/>
                          </a:solidFill>
                          <a:latin typeface="宋体" pitchFamily="2" charset="-122"/>
                          <a:ea typeface="宋体" pitchFamily="2" charset="-122"/>
                        </a:rPr>
                        <a:t>黄</a:t>
                      </a:r>
                    </a:p>
                  </a:txBody>
                  <a:tcPr>
                    <a:solidFill>
                      <a:schemeClr val="accent1">
                        <a:lumMod val="50000"/>
                      </a:schemeClr>
                    </a:solidFill>
                  </a:tcPr>
                </a:tc>
                <a:tc>
                  <a:txBody>
                    <a:bodyPr/>
                    <a:lstStyle/>
                    <a:p>
                      <a:pPr algn="ctr">
                        <a:buNone/>
                      </a:pPr>
                      <a:r>
                        <a:rPr lang="zh-CN" altLang="en-US" sz="2000" b="0">
                          <a:latin typeface="宋体" pitchFamily="2" charset="-122"/>
                          <a:ea typeface="宋体" pitchFamily="2" charset="-122"/>
                        </a:rPr>
                        <a:t>黄</a:t>
                      </a:r>
                    </a:p>
                  </a:txBody>
                  <a:tcPr/>
                </a:tc>
                <a:tc>
                  <a:txBody>
                    <a:bodyPr/>
                    <a:lstStyle/>
                    <a:p>
                      <a:pPr algn="ctr">
                        <a:buNone/>
                      </a:pPr>
                      <a:r>
                        <a:rPr lang="zh-CN" altLang="en-US" sz="2000" b="0">
                          <a:latin typeface="宋体" pitchFamily="2" charset="-122"/>
                          <a:ea typeface="宋体" pitchFamily="2" charset="-122"/>
                        </a:rPr>
                        <a:t>黄</a:t>
                      </a:r>
                    </a:p>
                  </a:txBody>
                  <a:tcPr/>
                </a:tc>
                <a:tc>
                  <a:txBody>
                    <a:bodyPr/>
                    <a:lstStyle/>
                    <a:p>
                      <a:pPr algn="ctr">
                        <a:buNone/>
                      </a:pPr>
                      <a:r>
                        <a:rPr lang="zh-CN" altLang="en-US" sz="2000" b="0">
                          <a:latin typeface="宋体" pitchFamily="2" charset="-122"/>
                          <a:ea typeface="宋体" pitchFamily="2" charset="-122"/>
                        </a:rPr>
                        <a:t>橙</a:t>
                      </a:r>
                    </a:p>
                  </a:txBody>
                  <a:tcPr/>
                </a:tc>
                <a:tc>
                  <a:txBody>
                    <a:bodyPr/>
                    <a:lstStyle/>
                    <a:p>
                      <a:pPr algn="ctr">
                        <a:buNone/>
                      </a:pPr>
                      <a:r>
                        <a:rPr lang="zh-CN" altLang="en-US" sz="2000" b="0">
                          <a:latin typeface="宋体" pitchFamily="2" charset="-122"/>
                          <a:ea typeface="宋体" pitchFamily="2" charset="-122"/>
                        </a:rPr>
                        <a:t>橙</a:t>
                      </a:r>
                    </a:p>
                  </a:txBody>
                  <a:tcPr/>
                </a:tc>
                <a:tc>
                  <a:txBody>
                    <a:bodyPr/>
                    <a:lstStyle/>
                    <a:p>
                      <a:pPr algn="ctr">
                        <a:buNone/>
                      </a:pPr>
                      <a:r>
                        <a:rPr lang="zh-CN" altLang="en-US" sz="2000" b="0">
                          <a:latin typeface="宋体" pitchFamily="2" charset="-122"/>
                          <a:ea typeface="宋体" pitchFamily="2" charset="-122"/>
                        </a:rPr>
                        <a:t>橙</a:t>
                      </a:r>
                    </a:p>
                  </a:txBody>
                  <a:tcPr/>
                </a:tc>
                <a:tc>
                  <a:txBody>
                    <a:bodyPr/>
                    <a:lstStyle/>
                    <a:p>
                      <a:pPr algn="ctr">
                        <a:buNone/>
                      </a:pPr>
                      <a:r>
                        <a:rPr lang="zh-CN" altLang="en-US" sz="2000" b="0">
                          <a:latin typeface="宋体" pitchFamily="2" charset="-122"/>
                          <a:ea typeface="宋体" pitchFamily="2" charset="-122"/>
                        </a:rPr>
                        <a:t>红</a:t>
                      </a:r>
                    </a:p>
                  </a:txBody>
                  <a:tcPr/>
                </a:tc>
                <a:extLst>
                  <a:ext uri="{0D108BD9-81ED-4DB2-BD59-A6C34878D82A}">
                    <a16:rowId xmlns:a16="http://schemas.microsoft.com/office/drawing/2014/main" val="10000"/>
                  </a:ext>
                </a:extLst>
              </a:tr>
              <a:tr h="464185">
                <a:tc>
                  <a:txBody>
                    <a:bodyPr/>
                    <a:lstStyle/>
                    <a:p>
                      <a:pPr algn="ctr">
                        <a:buNone/>
                      </a:pPr>
                      <a:r>
                        <a:rPr lang="zh-CN" altLang="en-US" sz="2000" b="0" dirty="0">
                          <a:latin typeface="宋体" pitchFamily="2" charset="-122"/>
                          <a:ea typeface="宋体" pitchFamily="2" charset="-122"/>
                        </a:rPr>
                        <a:t>波长</a:t>
                      </a:r>
                      <a:r>
                        <a:rPr lang="en-US" altLang="zh-CN" sz="2000" b="0" dirty="0">
                          <a:latin typeface="宋体" pitchFamily="2" charset="-122"/>
                          <a:ea typeface="宋体" pitchFamily="2" charset="-122"/>
                        </a:rPr>
                        <a:t>/nm</a:t>
                      </a:r>
                    </a:p>
                  </a:txBody>
                  <a:tcPr/>
                </a:tc>
                <a:tc>
                  <a:txBody>
                    <a:bodyPr/>
                    <a:lstStyle/>
                    <a:p>
                      <a:pPr algn="ctr">
                        <a:buNone/>
                      </a:pPr>
                      <a:r>
                        <a:rPr lang="en-US" sz="2000" b="1" dirty="0">
                          <a:solidFill>
                            <a:schemeClr val="accent6"/>
                          </a:solidFill>
                          <a:latin typeface="宋体" pitchFamily="2" charset="-122"/>
                          <a:ea typeface="宋体" pitchFamily="2" charset="-122"/>
                          <a:sym typeface="+mn-ea"/>
                        </a:rPr>
                        <a:t>546.07</a:t>
                      </a:r>
                    </a:p>
                  </a:txBody>
                  <a:tcPr>
                    <a:solidFill>
                      <a:schemeClr val="accent1">
                        <a:lumMod val="50000"/>
                      </a:schemeClr>
                    </a:solidFill>
                  </a:tcPr>
                </a:tc>
                <a:tc>
                  <a:txBody>
                    <a:bodyPr/>
                    <a:lstStyle/>
                    <a:p>
                      <a:pPr algn="ctr">
                        <a:buNone/>
                      </a:pPr>
                      <a:r>
                        <a:rPr lang="en-US" altLang="zh-CN" sz="2000" b="0" dirty="0">
                          <a:latin typeface="宋体" pitchFamily="2" charset="-122"/>
                          <a:ea typeface="宋体" pitchFamily="2" charset="-122"/>
                        </a:rPr>
                        <a:t>567.59</a:t>
                      </a:r>
                    </a:p>
                  </a:txBody>
                  <a:tcPr/>
                </a:tc>
                <a:tc>
                  <a:txBody>
                    <a:bodyPr/>
                    <a:lstStyle/>
                    <a:p>
                      <a:pPr algn="ctr">
                        <a:buClrTx/>
                        <a:buSzTx/>
                        <a:buFontTx/>
                        <a:buNone/>
                      </a:pPr>
                      <a:r>
                        <a:rPr lang="zh-CN" altLang="en-US" sz="1900" b="1" dirty="0">
                          <a:solidFill>
                            <a:srgbClr val="FFFF66"/>
                          </a:solidFill>
                          <a:latin typeface="宋体" pitchFamily="2" charset="-122"/>
                          <a:ea typeface="宋体" pitchFamily="2" charset="-122"/>
                        </a:rPr>
                        <a:t>576.96</a:t>
                      </a:r>
                    </a:p>
                  </a:txBody>
                  <a:tcPr>
                    <a:solidFill>
                      <a:schemeClr val="accent1">
                        <a:lumMod val="50000"/>
                      </a:schemeClr>
                    </a:solidFill>
                  </a:tcPr>
                </a:tc>
                <a:tc>
                  <a:txBody>
                    <a:bodyPr/>
                    <a:lstStyle/>
                    <a:p>
                      <a:pPr algn="ctr">
                        <a:buClrTx/>
                        <a:buSzTx/>
                        <a:buFontTx/>
                        <a:buNone/>
                      </a:pPr>
                      <a:r>
                        <a:rPr lang="zh-CN" altLang="en-US" sz="1900" b="1" dirty="0">
                          <a:solidFill>
                            <a:srgbClr val="FFFF66"/>
                          </a:solidFill>
                          <a:latin typeface="宋体" pitchFamily="2" charset="-122"/>
                          <a:ea typeface="宋体" pitchFamily="2" charset="-122"/>
                        </a:rPr>
                        <a:t>579.07</a:t>
                      </a:r>
                    </a:p>
                  </a:txBody>
                  <a:tcPr>
                    <a:solidFill>
                      <a:schemeClr val="accent1">
                        <a:lumMod val="50000"/>
                      </a:schemeClr>
                    </a:solidFill>
                  </a:tcPr>
                </a:tc>
                <a:tc>
                  <a:txBody>
                    <a:bodyPr/>
                    <a:lstStyle/>
                    <a:p>
                      <a:pPr algn="ctr">
                        <a:buNone/>
                      </a:pPr>
                      <a:r>
                        <a:rPr lang="en-US" altLang="zh-CN" sz="2000" b="0">
                          <a:latin typeface="宋体" pitchFamily="2" charset="-122"/>
                          <a:ea typeface="宋体" pitchFamily="2" charset="-122"/>
                        </a:rPr>
                        <a:t>585.93</a:t>
                      </a:r>
                    </a:p>
                  </a:txBody>
                  <a:tcPr/>
                </a:tc>
                <a:tc>
                  <a:txBody>
                    <a:bodyPr/>
                    <a:lstStyle/>
                    <a:p>
                      <a:pPr algn="ctr">
                        <a:buNone/>
                      </a:pPr>
                      <a:r>
                        <a:rPr lang="en-US" altLang="zh-CN" sz="2000" b="0">
                          <a:latin typeface="宋体" pitchFamily="2" charset="-122"/>
                          <a:ea typeface="宋体" pitchFamily="2" charset="-122"/>
                        </a:rPr>
                        <a:t>588.89</a:t>
                      </a:r>
                    </a:p>
                  </a:txBody>
                  <a:tcPr/>
                </a:tc>
                <a:tc>
                  <a:txBody>
                    <a:bodyPr/>
                    <a:lstStyle/>
                    <a:p>
                      <a:pPr algn="ctr">
                        <a:buNone/>
                      </a:pPr>
                      <a:r>
                        <a:rPr lang="en-US" altLang="zh-CN" sz="2000" b="0">
                          <a:latin typeface="宋体" pitchFamily="2" charset="-122"/>
                          <a:ea typeface="宋体" pitchFamily="2" charset="-122"/>
                        </a:rPr>
                        <a:t>607.27</a:t>
                      </a:r>
                    </a:p>
                  </a:txBody>
                  <a:tcPr/>
                </a:tc>
                <a:tc>
                  <a:txBody>
                    <a:bodyPr/>
                    <a:lstStyle/>
                    <a:p>
                      <a:pPr algn="ctr">
                        <a:buNone/>
                      </a:pPr>
                      <a:r>
                        <a:rPr lang="en-US" altLang="zh-CN" sz="2000" b="0">
                          <a:latin typeface="宋体" pitchFamily="2" charset="-122"/>
                          <a:ea typeface="宋体" pitchFamily="2" charset="-122"/>
                        </a:rPr>
                        <a:t>612.34</a:t>
                      </a:r>
                    </a:p>
                  </a:txBody>
                  <a:tcPr/>
                </a:tc>
                <a:tc>
                  <a:txBody>
                    <a:bodyPr/>
                    <a:lstStyle/>
                    <a:p>
                      <a:pPr algn="ctr">
                        <a:buNone/>
                      </a:pPr>
                      <a:r>
                        <a:rPr lang="en-US" altLang="zh-CN" sz="2000" b="0">
                          <a:latin typeface="宋体" pitchFamily="2" charset="-122"/>
                          <a:ea typeface="宋体" pitchFamily="2" charset="-122"/>
                        </a:rPr>
                        <a:t>623.45</a:t>
                      </a:r>
                    </a:p>
                  </a:txBody>
                  <a:tcPr/>
                </a:tc>
                <a:tc>
                  <a:txBody>
                    <a:bodyPr/>
                    <a:lstStyle/>
                    <a:p>
                      <a:pPr algn="ctr">
                        <a:buNone/>
                      </a:pPr>
                      <a:r>
                        <a:rPr lang="en-US" altLang="zh-CN" sz="2000" b="0">
                          <a:latin typeface="宋体" pitchFamily="2" charset="-122"/>
                          <a:ea typeface="宋体" pitchFamily="2" charset="-122"/>
                        </a:rPr>
                        <a:t>671.64</a:t>
                      </a:r>
                    </a:p>
                  </a:txBody>
                  <a:tcPr/>
                </a:tc>
                <a:extLst>
                  <a:ext uri="{0D108BD9-81ED-4DB2-BD59-A6C34878D82A}">
                    <a16:rowId xmlns:a16="http://schemas.microsoft.com/office/drawing/2014/main" val="10001"/>
                  </a:ext>
                </a:extLst>
              </a:tr>
              <a:tr h="396240">
                <a:tc>
                  <a:txBody>
                    <a:bodyPr/>
                    <a:lstStyle/>
                    <a:p>
                      <a:pPr algn="ctr">
                        <a:buNone/>
                      </a:pPr>
                      <a:r>
                        <a:rPr lang="zh-CN" altLang="en-US" sz="2000" b="0">
                          <a:latin typeface="宋体" pitchFamily="2" charset="-122"/>
                          <a:ea typeface="宋体" pitchFamily="2" charset="-122"/>
                        </a:rPr>
                        <a:t>相对强度</a:t>
                      </a:r>
                    </a:p>
                  </a:txBody>
                  <a:tcPr/>
                </a:tc>
                <a:tc>
                  <a:txBody>
                    <a:bodyPr/>
                    <a:lstStyle/>
                    <a:p>
                      <a:pPr algn="ctr">
                        <a:buNone/>
                      </a:pPr>
                      <a:r>
                        <a:rPr lang="zh-CN" altLang="en-US" b="1" dirty="0">
                          <a:solidFill>
                            <a:schemeClr val="accent6"/>
                          </a:solidFill>
                          <a:latin typeface="宋体" pitchFamily="2" charset="-122"/>
                          <a:ea typeface="宋体" pitchFamily="2" charset="-122"/>
                        </a:rPr>
                        <a:t>很强</a:t>
                      </a:r>
                    </a:p>
                  </a:txBody>
                  <a:tcPr>
                    <a:solidFill>
                      <a:schemeClr val="accent1">
                        <a:lumMod val="50000"/>
                      </a:schemeClr>
                    </a:solidFill>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ClrTx/>
                        <a:buSzTx/>
                        <a:buFontTx/>
                        <a:buNone/>
                      </a:pPr>
                      <a:r>
                        <a:rPr lang="zh-CN" altLang="en-US" b="1" dirty="0">
                          <a:solidFill>
                            <a:srgbClr val="FFFF66"/>
                          </a:solidFill>
                          <a:latin typeface="宋体" pitchFamily="2" charset="-122"/>
                          <a:ea typeface="宋体" pitchFamily="2" charset="-122"/>
                        </a:rPr>
                        <a:t>强</a:t>
                      </a:r>
                    </a:p>
                  </a:txBody>
                  <a:tcPr>
                    <a:solidFill>
                      <a:schemeClr val="accent1">
                        <a:lumMod val="50000"/>
                      </a:schemeClr>
                    </a:solidFill>
                  </a:tcPr>
                </a:tc>
                <a:tc>
                  <a:txBody>
                    <a:bodyPr/>
                    <a:lstStyle/>
                    <a:p>
                      <a:pPr algn="ctr">
                        <a:buClrTx/>
                        <a:buSzTx/>
                        <a:buFontTx/>
                        <a:buNone/>
                      </a:pPr>
                      <a:r>
                        <a:rPr lang="zh-CN" altLang="en-US" b="1" dirty="0">
                          <a:solidFill>
                            <a:srgbClr val="FFFF66"/>
                          </a:solidFill>
                          <a:latin typeface="宋体" pitchFamily="2" charset="-122"/>
                          <a:ea typeface="宋体" pitchFamily="2" charset="-122"/>
                        </a:rPr>
                        <a:t>强</a:t>
                      </a:r>
                    </a:p>
                  </a:txBody>
                  <a:tcPr>
                    <a:solidFill>
                      <a:schemeClr val="accent1">
                        <a:lumMod val="50000"/>
                      </a:schemeClr>
                    </a:solidFill>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弱</a:t>
                      </a:r>
                    </a:p>
                  </a:txBody>
                  <a:tcPr/>
                </a:tc>
                <a:tc>
                  <a:txBody>
                    <a:bodyPr/>
                    <a:lstStyle/>
                    <a:p>
                      <a:pPr algn="ctr">
                        <a:buNone/>
                      </a:pPr>
                      <a:r>
                        <a:rPr lang="zh-CN" altLang="en-US" b="0" dirty="0">
                          <a:latin typeface="宋体" pitchFamily="2" charset="-122"/>
                          <a:ea typeface="宋体" pitchFamily="2" charset="-122"/>
                        </a:rPr>
                        <a:t>较强</a:t>
                      </a:r>
                    </a:p>
                  </a:txBody>
                  <a:tcPr/>
                </a:tc>
                <a:tc>
                  <a:txBody>
                    <a:bodyPr/>
                    <a:lstStyle/>
                    <a:p>
                      <a:pPr algn="ctr">
                        <a:buNone/>
                      </a:pPr>
                      <a:r>
                        <a:rPr lang="zh-CN" altLang="en-US" b="0" dirty="0">
                          <a:latin typeface="宋体" pitchFamily="2" charset="-122"/>
                          <a:ea typeface="宋体" pitchFamily="2" charset="-122"/>
                        </a:rPr>
                        <a:t>弱</a:t>
                      </a:r>
                    </a:p>
                  </a:txBody>
                  <a:tcPr/>
                </a:tc>
                <a:extLst>
                  <a:ext uri="{0D108BD9-81ED-4DB2-BD59-A6C34878D82A}">
                    <a16:rowId xmlns:a16="http://schemas.microsoft.com/office/drawing/2014/main" val="10002"/>
                  </a:ext>
                </a:extLst>
              </a:tr>
            </a:tbl>
          </a:graphicData>
        </a:graphic>
      </p:graphicFrame>
      <p:pic>
        <p:nvPicPr>
          <p:cNvPr id="9" name="图片 8"/>
          <p:cNvPicPr>
            <a:picLocks noChangeAspect="1"/>
          </p:cNvPicPr>
          <p:nvPr/>
        </p:nvPicPr>
        <p:blipFill>
          <a:blip r:embed="rId3"/>
          <a:stretch>
            <a:fillRect/>
          </a:stretch>
        </p:blipFill>
        <p:spPr>
          <a:xfrm>
            <a:off x="6475095" y="833120"/>
            <a:ext cx="3842385" cy="2667635"/>
          </a:xfrm>
          <a:prstGeom prst="rect">
            <a:avLst/>
          </a:prstGeom>
        </p:spPr>
      </p:pic>
      <p:cxnSp>
        <p:nvCxnSpPr>
          <p:cNvPr id="6" name="直接箭头连接符 5"/>
          <p:cNvCxnSpPr/>
          <p:nvPr/>
        </p:nvCxnSpPr>
        <p:spPr>
          <a:xfrm>
            <a:off x="4544060" y="2002110"/>
            <a:ext cx="1222720" cy="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2371258" y="2547464"/>
            <a:ext cx="0" cy="676468"/>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46380" y="899795"/>
            <a:ext cx="3436620" cy="583565"/>
          </a:xfrm>
          <a:prstGeom prst="rect">
            <a:avLst/>
          </a:prstGeom>
          <a:noFill/>
        </p:spPr>
        <p:txBody>
          <a:bodyPr wrap="square" rtlCol="0" anchor="t">
            <a:spAutoFit/>
          </a:bodyPr>
          <a:lstStyle/>
          <a:p>
            <a:pPr algn="l" eaLnBrk="1" hangingPunct="1">
              <a:lnSpc>
                <a:spcPct val="100000"/>
              </a:lnSpc>
              <a:buClrTx/>
              <a:buSzTx/>
              <a:buFontTx/>
            </a:pPr>
            <a:r>
              <a:rPr lang="zh-CN" altLang="en-US" sz="3200" b="1" dirty="0">
                <a:latin typeface="方正小标宋简体" panose="02010601030101010101" pitchFamily="2" charset="-122"/>
                <a:ea typeface="方正小标宋简体" panose="02010601030101010101" pitchFamily="2" charset="-122"/>
                <a:cs typeface="微软雅黑" panose="020B0503020204020204" pitchFamily="34" charset="-122"/>
                <a:sym typeface="+mn-ea"/>
              </a:rPr>
              <a:t>3.</a:t>
            </a:r>
            <a:r>
              <a:rPr lang="en-US" altLang="zh-CN" sz="3200" b="1" dirty="0">
                <a:latin typeface="方正小标宋简体" panose="02010601030101010101" pitchFamily="2" charset="-122"/>
                <a:ea typeface="方正小标宋简体" panose="02010601030101010101" pitchFamily="2" charset="-122"/>
                <a:cs typeface="微软雅黑" panose="020B0503020204020204" pitchFamily="34" charset="-122"/>
                <a:sym typeface="+mn-ea"/>
              </a:rPr>
              <a:t>4</a:t>
            </a:r>
            <a:r>
              <a:rPr lang="zh-CN" altLang="en-US" sz="3200" b="1" dirty="0">
                <a:latin typeface="方正小标宋简体" panose="02010601030101010101" pitchFamily="2" charset="-122"/>
                <a:ea typeface="方正小标宋简体" panose="02010601030101010101" pitchFamily="2" charset="-122"/>
                <a:cs typeface="微软雅黑" panose="020B0503020204020204" pitchFamily="34" charset="-122"/>
                <a:sym typeface="+mn-ea"/>
              </a:rPr>
              <a:t> 汞灯光谱</a:t>
            </a:r>
          </a:p>
        </p:txBody>
      </p:sp>
      <p:sp>
        <p:nvSpPr>
          <p:cNvPr id="8" name="椭圆 7"/>
          <p:cNvSpPr/>
          <p:nvPr/>
        </p:nvSpPr>
        <p:spPr>
          <a:xfrm>
            <a:off x="1471930" y="3399155"/>
            <a:ext cx="977900" cy="1607820"/>
          </a:xfrm>
          <a:prstGeom prst="ellipse">
            <a:avLst/>
          </a:prstGeom>
          <a:noFill/>
          <a:ln w="25400">
            <a:solidFill>
              <a:srgbClr val="7030A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椭圆 9"/>
          <p:cNvSpPr/>
          <p:nvPr/>
        </p:nvSpPr>
        <p:spPr>
          <a:xfrm>
            <a:off x="1471930" y="4808220"/>
            <a:ext cx="977900" cy="1607820"/>
          </a:xfrm>
          <a:prstGeom prst="ellipse">
            <a:avLst/>
          </a:prstGeom>
          <a:noFill/>
          <a:ln w="25400">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椭圆 10"/>
          <p:cNvSpPr/>
          <p:nvPr/>
        </p:nvSpPr>
        <p:spPr>
          <a:xfrm>
            <a:off x="6826250" y="3399155"/>
            <a:ext cx="977900" cy="1607820"/>
          </a:xfrm>
          <a:prstGeom prst="ellipse">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椭圆 11"/>
          <p:cNvSpPr/>
          <p:nvPr/>
        </p:nvSpPr>
        <p:spPr>
          <a:xfrm>
            <a:off x="3566160" y="4902200"/>
            <a:ext cx="977900" cy="1607820"/>
          </a:xfrm>
          <a:prstGeom prst="ellipse">
            <a:avLst/>
          </a:prstGeom>
          <a:noFill/>
          <a:ln w="25400">
            <a:solidFill>
              <a:schemeClr val="accent4">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椭圆 12"/>
          <p:cNvSpPr/>
          <p:nvPr/>
        </p:nvSpPr>
        <p:spPr>
          <a:xfrm>
            <a:off x="4671060" y="4841240"/>
            <a:ext cx="977900" cy="1607820"/>
          </a:xfrm>
          <a:prstGeom prst="ellipse">
            <a:avLst/>
          </a:prstGeom>
          <a:noFill/>
          <a:ln w="254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E2E1272A-4FC1-DF61-FF99-DF8CD13CAE72}"/>
              </a:ext>
            </a:extLst>
          </p:cNvPr>
          <p:cNvGrpSpPr/>
          <p:nvPr/>
        </p:nvGrpSpPr>
        <p:grpSpPr>
          <a:xfrm>
            <a:off x="-5664" y="234087"/>
            <a:ext cx="12197666" cy="491115"/>
            <a:chOff x="-5664" y="377519"/>
            <a:chExt cx="12197666" cy="491115"/>
          </a:xfrm>
        </p:grpSpPr>
        <p:sp>
          <p:nvSpPr>
            <p:cNvPr id="15" name="矩形 14">
              <a:extLst>
                <a:ext uri="{FF2B5EF4-FFF2-40B4-BE49-F238E27FC236}">
                  <a16:creationId xmlns:a16="http://schemas.microsoft.com/office/drawing/2014/main" id="{D5536BE5-88E8-1C96-93ED-389215F18CD2}"/>
                </a:ext>
              </a:extLst>
            </p:cNvPr>
            <p:cNvSpPr/>
            <p:nvPr/>
          </p:nvSpPr>
          <p:spPr>
            <a:xfrm>
              <a:off x="2438403" y="380937"/>
              <a:ext cx="9753599" cy="484285"/>
            </a:xfrm>
            <a:prstGeom prst="rect">
              <a:avLst/>
            </a:prstGeom>
            <a:gradFill>
              <a:gsLst>
                <a:gs pos="0">
                  <a:schemeClr val="accent1">
                    <a:lumMod val="5000"/>
                    <a:lumOff val="95000"/>
                    <a:alpha val="0"/>
                  </a:schemeClr>
                </a:gs>
                <a:gs pos="78000">
                  <a:srgbClr val="4472C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6" name="圆角矩形 15">
              <a:extLst>
                <a:ext uri="{FF2B5EF4-FFF2-40B4-BE49-F238E27FC236}">
                  <a16:creationId xmlns:a16="http://schemas.microsoft.com/office/drawing/2014/main" id="{CAF796C7-7B39-D954-7005-655C4EB074FF}"/>
                </a:ext>
              </a:extLst>
            </p:cNvPr>
            <p:cNvSpPr/>
            <p:nvPr/>
          </p:nvSpPr>
          <p:spPr>
            <a:xfrm rot="10800000" flipV="1">
              <a:off x="-5664" y="377519"/>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3</a:t>
              </a:r>
              <a:endParaRPr kumimoji="0" lang="zh-CN" altLang="en-US" sz="36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17" name="文本框 16">
              <a:extLst>
                <a:ext uri="{FF2B5EF4-FFF2-40B4-BE49-F238E27FC236}">
                  <a16:creationId xmlns:a16="http://schemas.microsoft.com/office/drawing/2014/main" id="{878F3E12-09DE-A7DF-46F5-5C238F871931}"/>
                </a:ext>
              </a:extLst>
            </p:cNvPr>
            <p:cNvSpPr txBox="1"/>
            <p:nvPr/>
          </p:nvSpPr>
          <p:spPr>
            <a:xfrm>
              <a:off x="647718" y="395659"/>
              <a:ext cx="1723541" cy="461661"/>
            </a:xfrm>
            <a:prstGeom prst="rect">
              <a:avLst/>
            </a:prstGeom>
            <a:noFill/>
          </p:spPr>
          <p:txBody>
            <a:bodyPr wrap="none" lIns="91436" tIns="45718" rIns="91436" bIns="45718"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600" normalizeH="0" baseline="0" noProof="0" dirty="0">
                  <a:ln>
                    <a:noFill/>
                  </a:ln>
                  <a:solidFill>
                    <a:srgbClr val="0E2841"/>
                  </a:solidFill>
                  <a:effectLst/>
                  <a:uLnTx/>
                  <a:uFillTx/>
                  <a:latin typeface="微软雅黑" panose="020B0503020204020204" pitchFamily="34" charset="-122"/>
                  <a:ea typeface="微软雅黑" panose="020B0503020204020204" pitchFamily="34" charset="-122"/>
                  <a:cs typeface="+mn-cs"/>
                </a:rPr>
                <a:t>实验原理</a:t>
              </a:r>
            </a:p>
          </p:txBody>
        </p:sp>
        <p:sp>
          <p:nvSpPr>
            <p:cNvPr id="18" name="矩形 17">
              <a:extLst>
                <a:ext uri="{FF2B5EF4-FFF2-40B4-BE49-F238E27FC236}">
                  <a16:creationId xmlns:a16="http://schemas.microsoft.com/office/drawing/2014/main" id="{FF005F7B-D647-E954-F6EF-7EB1F1757167}"/>
                </a:ext>
              </a:extLst>
            </p:cNvPr>
            <p:cNvSpPr/>
            <p:nvPr/>
          </p:nvSpPr>
          <p:spPr>
            <a:xfrm>
              <a:off x="2633447" y="453077"/>
              <a:ext cx="3138543" cy="400105"/>
            </a:xfrm>
            <a:prstGeom prst="rect">
              <a:avLst/>
            </a:prstGeom>
          </p:spPr>
          <p:txBody>
            <a:bodyPr wrap="none" lIns="91436" tIns="45718" rIns="91436" bIns="45718">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pitchFamily="2" charset="-122"/>
                  <a:cs typeface="+mn-cs"/>
                </a:rPr>
                <a:t>EXPERIMENT PRINCIPLE</a:t>
              </a:r>
            </a:p>
          </p:txBody>
        </p:sp>
        <p:grpSp>
          <p:nvGrpSpPr>
            <p:cNvPr id="19" name="组 398">
              <a:extLst>
                <a:ext uri="{FF2B5EF4-FFF2-40B4-BE49-F238E27FC236}">
                  <a16:creationId xmlns:a16="http://schemas.microsoft.com/office/drawing/2014/main" id="{B65E9135-12F6-7AB8-78F9-FB19DEE9A136}"/>
                </a:ext>
              </a:extLst>
            </p:cNvPr>
            <p:cNvGrpSpPr/>
            <p:nvPr/>
          </p:nvGrpSpPr>
          <p:grpSpPr>
            <a:xfrm>
              <a:off x="11454106" y="380935"/>
              <a:ext cx="737892" cy="484288"/>
              <a:chOff x="11454105" y="252856"/>
              <a:chExt cx="737892" cy="484288"/>
            </a:xfrm>
          </p:grpSpPr>
          <p:grpSp>
            <p:nvGrpSpPr>
              <p:cNvPr id="20" name="组 400">
                <a:extLst>
                  <a:ext uri="{FF2B5EF4-FFF2-40B4-BE49-F238E27FC236}">
                    <a16:creationId xmlns:a16="http://schemas.microsoft.com/office/drawing/2014/main" id="{1FF0799D-1D09-D1B8-FBC8-83C2ADFDD6F2}"/>
                  </a:ext>
                </a:extLst>
              </p:cNvPr>
              <p:cNvGrpSpPr/>
              <p:nvPr/>
            </p:nvGrpSpPr>
            <p:grpSpPr>
              <a:xfrm>
                <a:off x="12039604" y="252856"/>
                <a:ext cx="152393" cy="484287"/>
                <a:chOff x="12039604" y="252856"/>
                <a:chExt cx="152393" cy="484287"/>
              </a:xfrm>
            </p:grpSpPr>
            <p:sp>
              <p:nvSpPr>
                <p:cNvPr id="25" name="圆角矩形 24">
                  <a:extLst>
                    <a:ext uri="{FF2B5EF4-FFF2-40B4-BE49-F238E27FC236}">
                      <a16:creationId xmlns:a16="http://schemas.microsoft.com/office/drawing/2014/main" id="{6031395F-4774-0A67-EE6A-3C3960DBCE60}"/>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6" name="圆角矩形 25">
                  <a:extLst>
                    <a:ext uri="{FF2B5EF4-FFF2-40B4-BE49-F238E27FC236}">
                      <a16:creationId xmlns:a16="http://schemas.microsoft.com/office/drawing/2014/main" id="{568FC786-4C37-588B-F9DF-D74147F464A4}"/>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7" name="圆角矩形 26">
                  <a:extLst>
                    <a:ext uri="{FF2B5EF4-FFF2-40B4-BE49-F238E27FC236}">
                      <a16:creationId xmlns:a16="http://schemas.microsoft.com/office/drawing/2014/main" id="{73570B9F-AEE6-954F-8D83-806E2EF30F75}"/>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8" name="圆角矩形 27">
                  <a:extLst>
                    <a:ext uri="{FF2B5EF4-FFF2-40B4-BE49-F238E27FC236}">
                      <a16:creationId xmlns:a16="http://schemas.microsoft.com/office/drawing/2014/main" id="{59405BA6-5EE8-4873-58CC-A1A37380AA7F}"/>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9" name="圆角矩形 28">
                  <a:extLst>
                    <a:ext uri="{FF2B5EF4-FFF2-40B4-BE49-F238E27FC236}">
                      <a16:creationId xmlns:a16="http://schemas.microsoft.com/office/drawing/2014/main" id="{BD1B2E6E-F158-1BBF-299A-A0DC34EACDFE}"/>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grpSp>
          <p:grpSp>
            <p:nvGrpSpPr>
              <p:cNvPr id="21" name="组合 99">
                <a:extLst>
                  <a:ext uri="{FF2B5EF4-FFF2-40B4-BE49-F238E27FC236}">
                    <a16:creationId xmlns:a16="http://schemas.microsoft.com/office/drawing/2014/main" id="{F655DEF0-F54A-137F-7E2C-7F6F37C0E98F}"/>
                  </a:ext>
                </a:extLst>
              </p:cNvPr>
              <p:cNvGrpSpPr/>
              <p:nvPr/>
            </p:nvGrpSpPr>
            <p:grpSpPr>
              <a:xfrm>
                <a:off x="11454105" y="252857"/>
                <a:ext cx="491115" cy="484287"/>
                <a:chOff x="1528923" y="220268"/>
                <a:chExt cx="1284096" cy="1266241"/>
              </a:xfrm>
            </p:grpSpPr>
            <p:sp>
              <p:nvSpPr>
                <p:cNvPr id="22" name="圆角矩形 21">
                  <a:extLst>
                    <a:ext uri="{FF2B5EF4-FFF2-40B4-BE49-F238E27FC236}">
                      <a16:creationId xmlns:a16="http://schemas.microsoft.com/office/drawing/2014/main" id="{42E4D0C4-6D78-C027-5D1C-2728ECF7E90B}"/>
                    </a:ext>
                  </a:extLst>
                </p:cNvPr>
                <p:cNvSpPr/>
                <p:nvPr/>
              </p:nvSpPr>
              <p:spPr>
                <a:xfrm rot="16200000" flipV="1">
                  <a:off x="1537850" y="211341"/>
                  <a:ext cx="1266241" cy="1284096"/>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24" name="Freeform 96">
                  <a:extLst>
                    <a:ext uri="{FF2B5EF4-FFF2-40B4-BE49-F238E27FC236}">
                      <a16:creationId xmlns:a16="http://schemas.microsoft.com/office/drawing/2014/main" id="{71EEFA80-1F32-FE63-5AC2-17376122F5A2}"/>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AD1C21"/>
                    </a:solidFill>
                    <a:effectLst/>
                    <a:uLnTx/>
                    <a:uFillTx/>
                    <a:latin typeface="等线" panose="02110004020202020204"/>
                    <a:ea typeface="等线" panose="02010600030101010101" pitchFamily="2" charset="-122"/>
                    <a:cs typeface="+mn-cs"/>
                  </a:endParaRPr>
                </a:p>
              </p:txBody>
            </p:sp>
          </p:gr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 y="2783480"/>
            <a:ext cx="12192001" cy="1291039"/>
            <a:chOff x="0" y="2847433"/>
            <a:chExt cx="12192000" cy="1291039"/>
          </a:xfrm>
        </p:grpSpPr>
        <p:sp>
          <p:nvSpPr>
            <p:cNvPr id="51" name="矩形 50"/>
            <p:cNvSpPr/>
            <p:nvPr/>
          </p:nvSpPr>
          <p:spPr>
            <a:xfrm flipH="1">
              <a:off x="0" y="2872348"/>
              <a:ext cx="12192000" cy="125206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4</a:t>
              </a:r>
              <a:endParaRPr lang="zh-CN" altLang="en-US" sz="6000" dirty="0"/>
            </a:p>
          </p:txBody>
        </p:sp>
        <p:sp>
          <p:nvSpPr>
            <p:cNvPr id="42" name="文本框 41"/>
            <p:cNvSpPr txBox="1"/>
            <p:nvPr/>
          </p:nvSpPr>
          <p:spPr>
            <a:xfrm>
              <a:off x="9015674" y="3077396"/>
              <a:ext cx="2877707"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实验内容</a:t>
              </a:r>
            </a:p>
          </p:txBody>
        </p:sp>
        <p:sp>
          <p:nvSpPr>
            <p:cNvPr id="53" name="矩形 52"/>
            <p:cNvSpPr/>
            <p:nvPr/>
          </p:nvSpPr>
          <p:spPr>
            <a:xfrm>
              <a:off x="5062563" y="3264361"/>
              <a:ext cx="3665182"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CONTENT</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6" name="文本框 395"/>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397" name="矩形 396"/>
          <p:cNvSpPr/>
          <p:nvPr/>
        </p:nvSpPr>
        <p:spPr>
          <a:xfrm>
            <a:off x="2660175" y="325001"/>
            <a:ext cx="3085091"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99" name="组 398"/>
          <p:cNvGrpSpPr/>
          <p:nvPr/>
        </p:nvGrpSpPr>
        <p:grpSpPr>
          <a:xfrm>
            <a:off x="11454107"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400" b="1" smtClean="0"/>
              <a:t>28</a:t>
            </a:fld>
            <a:endParaRPr lang="zh-CN" altLang="en-US" sz="1400" b="1"/>
          </a:p>
        </p:txBody>
      </p:sp>
      <p:sp>
        <p:nvSpPr>
          <p:cNvPr id="20" name="文本框 19"/>
          <p:cNvSpPr txBox="1"/>
          <p:nvPr/>
        </p:nvSpPr>
        <p:spPr>
          <a:xfrm>
            <a:off x="486649" y="1735140"/>
            <a:ext cx="8081350" cy="3670236"/>
          </a:xfrm>
          <a:prstGeom prst="rect">
            <a:avLst/>
          </a:prstGeom>
          <a:noFill/>
        </p:spPr>
        <p:txBody>
          <a:bodyPr wrap="square" rtlCol="0" anchor="t">
            <a:spAutoFit/>
          </a:bodyPr>
          <a:lstStyle/>
          <a:p>
            <a:pPr marL="514350" indent="-514350" algn="l">
              <a:lnSpc>
                <a:spcPct val="150000"/>
              </a:lnSpc>
              <a:buClr>
                <a:schemeClr val="tx1"/>
              </a:buClr>
              <a:buSzPct val="100000"/>
              <a:buFont typeface="+mj-lt"/>
              <a:buAutoNum type="arabicPeriod"/>
            </a:pPr>
            <a:r>
              <a:rPr lang="zh-CN" altLang="en-US" sz="3200" dirty="0">
                <a:latin typeface="宋体" panose="02010600030101010101" pitchFamily="2" charset="-122"/>
                <a:ea typeface="宋体" panose="02010600030101010101" pitchFamily="2" charset="-122"/>
                <a:cs typeface="楷体" panose="02010609060101010101" pitchFamily="49" charset="-122"/>
                <a:sym typeface="+mn-ea"/>
              </a:rPr>
              <a:t>了解分光计的结构；</a:t>
            </a:r>
            <a:endParaRPr lang="en-US" altLang="zh-CN" sz="3200" dirty="0">
              <a:latin typeface="宋体" panose="02010600030101010101" pitchFamily="2" charset="-122"/>
              <a:ea typeface="宋体" panose="02010600030101010101" pitchFamily="2" charset="-122"/>
              <a:cs typeface="楷体" panose="02010609060101010101" pitchFamily="49" charset="-122"/>
              <a:sym typeface="+mn-ea"/>
            </a:endParaRPr>
          </a:p>
          <a:p>
            <a:pPr marL="514350" indent="-514350" algn="l">
              <a:lnSpc>
                <a:spcPct val="150000"/>
              </a:lnSpc>
              <a:buClr>
                <a:schemeClr val="tx1"/>
              </a:buClr>
              <a:buSzPct val="100000"/>
              <a:buFont typeface="+mj-lt"/>
              <a:buAutoNum type="arabicPeriod"/>
            </a:pPr>
            <a:r>
              <a:rPr lang="zh-CN" altLang="en-US" sz="3200" dirty="0">
                <a:latin typeface="宋体" panose="02010600030101010101" pitchFamily="2" charset="-122"/>
                <a:ea typeface="宋体" panose="02010600030101010101" pitchFamily="2" charset="-122"/>
                <a:cs typeface="楷体" panose="02010609060101010101" pitchFamily="49" charset="-122"/>
                <a:sym typeface="+mn-ea"/>
              </a:rPr>
              <a:t>用双面平面镜镜调整分光计；</a:t>
            </a:r>
          </a:p>
          <a:p>
            <a:pPr marL="514350" indent="-514350" algn="l">
              <a:lnSpc>
                <a:spcPct val="150000"/>
              </a:lnSpc>
              <a:buClr>
                <a:schemeClr val="tx1"/>
              </a:buClr>
              <a:buSzPct val="100000"/>
              <a:buFont typeface="+mj-lt"/>
              <a:buAutoNum type="arabicPeriod"/>
            </a:pPr>
            <a:r>
              <a:rPr lang="zh-CN" altLang="en-US" sz="3200" dirty="0">
                <a:latin typeface="宋体" panose="02010600030101010101" pitchFamily="2" charset="-122"/>
                <a:ea typeface="宋体" panose="02010600030101010101" pitchFamily="2" charset="-122"/>
                <a:cs typeface="楷体" panose="02010609060101010101" pitchFamily="49" charset="-122"/>
              </a:rPr>
              <a:t>棱脊分束法测三棱镜顶角。</a:t>
            </a:r>
            <a:endParaRPr lang="en-US" altLang="zh-CN" sz="3200" dirty="0">
              <a:latin typeface="宋体" panose="02010600030101010101" pitchFamily="2" charset="-122"/>
              <a:ea typeface="宋体" panose="02010600030101010101" pitchFamily="2" charset="-122"/>
              <a:cs typeface="楷体" panose="02010609060101010101" pitchFamily="49" charset="-122"/>
            </a:endParaRPr>
          </a:p>
          <a:p>
            <a:pPr marL="514350" indent="-514350" algn="l">
              <a:lnSpc>
                <a:spcPct val="150000"/>
              </a:lnSpc>
              <a:buClr>
                <a:schemeClr val="tx1"/>
              </a:buClr>
              <a:buSzPct val="100000"/>
              <a:buFont typeface="+mj-lt"/>
              <a:buAutoNum type="arabicPeriod"/>
            </a:pPr>
            <a:r>
              <a:rPr lang="zh-CN" altLang="en-US" sz="3200" dirty="0">
                <a:solidFill>
                  <a:srgbClr val="00B0F0"/>
                </a:solidFill>
                <a:latin typeface="宋体" panose="02010600030101010101" pitchFamily="2" charset="-122"/>
                <a:ea typeface="宋体" panose="02010600030101010101" pitchFamily="2" charset="-122"/>
                <a:cs typeface="楷体" panose="02010609060101010101" pitchFamily="49" charset="-122"/>
              </a:rPr>
              <a:t>利用掠入射法测量棱镜折射率。</a:t>
            </a:r>
            <a:endParaRPr lang="en-US" altLang="zh-CN" sz="3200" dirty="0">
              <a:solidFill>
                <a:srgbClr val="00B0F0"/>
              </a:solidFill>
              <a:latin typeface="宋体" panose="02010600030101010101" pitchFamily="2" charset="-122"/>
              <a:ea typeface="宋体" panose="02010600030101010101" pitchFamily="2" charset="-122"/>
              <a:cs typeface="楷体" panose="02010609060101010101" pitchFamily="49" charset="-122"/>
            </a:endParaRPr>
          </a:p>
          <a:p>
            <a:pPr marL="514350" indent="-514350" algn="l">
              <a:lnSpc>
                <a:spcPct val="150000"/>
              </a:lnSpc>
              <a:buClr>
                <a:schemeClr val="tx1"/>
              </a:buClr>
              <a:buSzPct val="100000"/>
              <a:buFont typeface="+mj-lt"/>
              <a:buAutoNum type="arabicPeriod"/>
            </a:pPr>
            <a:r>
              <a:rPr lang="zh-CN" altLang="en-US" sz="3200" dirty="0">
                <a:solidFill>
                  <a:srgbClr val="FF00FF"/>
                </a:solidFill>
                <a:latin typeface="宋体" panose="02010600030101010101" pitchFamily="2" charset="-122"/>
                <a:ea typeface="宋体" panose="02010600030101010101" pitchFamily="2" charset="-122"/>
                <a:cs typeface="楷体" panose="02010609060101010101" pitchFamily="49" charset="-122"/>
              </a:rPr>
              <a:t>利用一维光栅片测汞灯波长。</a:t>
            </a:r>
          </a:p>
        </p:txBody>
      </p:sp>
      <p:sp>
        <p:nvSpPr>
          <p:cNvPr id="410636" name="文本框 410635"/>
          <p:cNvSpPr txBox="1"/>
          <p:nvPr/>
        </p:nvSpPr>
        <p:spPr>
          <a:xfrm>
            <a:off x="8322760" y="3741852"/>
            <a:ext cx="1800225" cy="463846"/>
          </a:xfrm>
          <a:prstGeom prst="rect">
            <a:avLst/>
          </a:prstGeom>
          <a:noFill/>
          <a:ln w="9525">
            <a:noFill/>
          </a:ln>
        </p:spPr>
        <p:txBody>
          <a:bodyPr wrap="square" lIns="90000" tIns="46800" rIns="90000" bIns="46800">
            <a:spAutoFit/>
          </a:bodyPr>
          <a:lstStyle/>
          <a:p>
            <a:pPr algn="l">
              <a:spcBef>
                <a:spcPct val="50000"/>
              </a:spcBef>
              <a:buClrTx/>
              <a:buSzTx/>
              <a:buFontTx/>
            </a:pPr>
            <a:r>
              <a:rPr lang="zh-CN" altLang="en-US" sz="2400" dirty="0">
                <a:latin typeface="楷体" panose="02010609060101010101" pitchFamily="49" charset="-122"/>
                <a:ea typeface="楷体" panose="02010609060101010101" pitchFamily="49" charset="-122"/>
              </a:rPr>
              <a:t>棱脊分束法</a:t>
            </a:r>
          </a:p>
        </p:txBody>
      </p:sp>
      <p:grpSp>
        <p:nvGrpSpPr>
          <p:cNvPr id="3" name="组合 2">
            <a:extLst>
              <a:ext uri="{FF2B5EF4-FFF2-40B4-BE49-F238E27FC236}">
                <a16:creationId xmlns:a16="http://schemas.microsoft.com/office/drawing/2014/main" id="{31E3FB9E-8D7E-2AE4-AD1A-D0C0765BD5D3}"/>
              </a:ext>
            </a:extLst>
          </p:cNvPr>
          <p:cNvGrpSpPr/>
          <p:nvPr/>
        </p:nvGrpSpPr>
        <p:grpSpPr>
          <a:xfrm>
            <a:off x="6530192" y="1371316"/>
            <a:ext cx="5415011" cy="2225651"/>
            <a:chOff x="693561" y="2658912"/>
            <a:chExt cx="6648930" cy="2732810"/>
          </a:xfrm>
        </p:grpSpPr>
        <p:grpSp>
          <p:nvGrpSpPr>
            <p:cNvPr id="4" name="组合 3">
              <a:extLst>
                <a:ext uri="{FF2B5EF4-FFF2-40B4-BE49-F238E27FC236}">
                  <a16:creationId xmlns:a16="http://schemas.microsoft.com/office/drawing/2014/main" id="{6AC86D70-8573-5DA6-E292-0AF42131A70E}"/>
                </a:ext>
              </a:extLst>
            </p:cNvPr>
            <p:cNvGrpSpPr/>
            <p:nvPr/>
          </p:nvGrpSpPr>
          <p:grpSpPr>
            <a:xfrm rot="1798696">
              <a:off x="5087985" y="4923809"/>
              <a:ext cx="2254506" cy="332733"/>
              <a:chOff x="9011204" y="3652600"/>
              <a:chExt cx="2254506" cy="332733"/>
            </a:xfrm>
          </p:grpSpPr>
          <p:sp>
            <p:nvSpPr>
              <p:cNvPr id="60" name="Rectangle 15437">
                <a:extLst>
                  <a:ext uri="{FF2B5EF4-FFF2-40B4-BE49-F238E27FC236}">
                    <a16:creationId xmlns:a16="http://schemas.microsoft.com/office/drawing/2014/main" id="{38943775-FFD5-221F-0611-ED1742C366B0}"/>
                  </a:ext>
                </a:extLst>
              </p:cNvPr>
              <p:cNvSpPr>
                <a:spLocks/>
              </p:cNvSpPr>
              <p:nvPr/>
            </p:nvSpPr>
            <p:spPr bwMode="auto">
              <a:xfrm flipH="1">
                <a:off x="10541997" y="3711228"/>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61" name="Rectangle 15456">
                <a:extLst>
                  <a:ext uri="{FF2B5EF4-FFF2-40B4-BE49-F238E27FC236}">
                    <a16:creationId xmlns:a16="http://schemas.microsoft.com/office/drawing/2014/main" id="{858349A4-CD09-EBED-9587-E2CAE19B9D7E}"/>
                  </a:ext>
                </a:extLst>
              </p:cNvPr>
              <p:cNvSpPr>
                <a:spLocks/>
              </p:cNvSpPr>
              <p:nvPr/>
            </p:nvSpPr>
            <p:spPr bwMode="auto">
              <a:xfrm flipH="1">
                <a:off x="10787816" y="3695182"/>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62" name="AutoShape 15457">
                <a:extLst>
                  <a:ext uri="{FF2B5EF4-FFF2-40B4-BE49-F238E27FC236}">
                    <a16:creationId xmlns:a16="http://schemas.microsoft.com/office/drawing/2014/main" id="{83E28E6C-0FB2-6F7B-29C5-88669FF2F4B4}"/>
                  </a:ext>
                </a:extLst>
              </p:cNvPr>
              <p:cNvSpPr>
                <a:spLocks/>
              </p:cNvSpPr>
              <p:nvPr/>
            </p:nvSpPr>
            <p:spPr bwMode="auto">
              <a:xfrm rot="5400000" flipH="1">
                <a:off x="10945468" y="3794390"/>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63" name="Rectangle 15464">
                <a:extLst>
                  <a:ext uri="{FF2B5EF4-FFF2-40B4-BE49-F238E27FC236}">
                    <a16:creationId xmlns:a16="http://schemas.microsoft.com/office/drawing/2014/main" id="{360CBF49-2658-EFD9-ED69-0BFDD06604E0}"/>
                  </a:ext>
                </a:extLst>
              </p:cNvPr>
              <p:cNvSpPr>
                <a:spLocks/>
              </p:cNvSpPr>
              <p:nvPr/>
            </p:nvSpPr>
            <p:spPr bwMode="auto">
              <a:xfrm flipH="1">
                <a:off x="9182007" y="3672715"/>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410624" name="Rectangle 15515">
                <a:extLst>
                  <a:ext uri="{FF2B5EF4-FFF2-40B4-BE49-F238E27FC236}">
                    <a16:creationId xmlns:a16="http://schemas.microsoft.com/office/drawing/2014/main" id="{ED71D2DB-9447-3688-4A56-D269534C3A47}"/>
                  </a:ext>
                </a:extLst>
              </p:cNvPr>
              <p:cNvSpPr>
                <a:spLocks/>
              </p:cNvSpPr>
              <p:nvPr/>
            </p:nvSpPr>
            <p:spPr bwMode="auto">
              <a:xfrm flipH="1">
                <a:off x="9011204" y="3668516"/>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410625" name="Rectangle 15464">
                <a:extLst>
                  <a:ext uri="{FF2B5EF4-FFF2-40B4-BE49-F238E27FC236}">
                    <a16:creationId xmlns:a16="http://schemas.microsoft.com/office/drawing/2014/main" id="{FBC30755-D490-04E3-D876-F06FDB48B93C}"/>
                  </a:ext>
                </a:extLst>
              </p:cNvPr>
              <p:cNvSpPr>
                <a:spLocks/>
              </p:cNvSpPr>
              <p:nvPr/>
            </p:nvSpPr>
            <p:spPr bwMode="auto">
              <a:xfrm flipH="1">
                <a:off x="9229052" y="3652600"/>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nvGrpSpPr>
              <p:cNvPr id="410626" name="组合 410625">
                <a:extLst>
                  <a:ext uri="{FF2B5EF4-FFF2-40B4-BE49-F238E27FC236}">
                    <a16:creationId xmlns:a16="http://schemas.microsoft.com/office/drawing/2014/main" id="{85884D6F-D01B-5ECB-D035-C20C169F1BA1}"/>
                  </a:ext>
                </a:extLst>
              </p:cNvPr>
              <p:cNvGrpSpPr/>
              <p:nvPr/>
            </p:nvGrpSpPr>
            <p:grpSpPr>
              <a:xfrm flipH="1">
                <a:off x="11095807" y="3676727"/>
                <a:ext cx="169903" cy="279219"/>
                <a:chOff x="6615473" y="904221"/>
                <a:chExt cx="223679" cy="411854"/>
              </a:xfrm>
            </p:grpSpPr>
            <p:sp>
              <p:nvSpPr>
                <p:cNvPr id="410629" name="AutoShape 15440">
                  <a:extLst>
                    <a:ext uri="{FF2B5EF4-FFF2-40B4-BE49-F238E27FC236}">
                      <a16:creationId xmlns:a16="http://schemas.microsoft.com/office/drawing/2014/main" id="{A5549061-E984-C1CA-4125-5D1622E1754E}"/>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cxnSp>
              <p:nvCxnSpPr>
                <p:cNvPr id="410630" name="Line 15472">
                  <a:extLst>
                    <a:ext uri="{FF2B5EF4-FFF2-40B4-BE49-F238E27FC236}">
                      <a16:creationId xmlns:a16="http://schemas.microsoft.com/office/drawing/2014/main" id="{B5703217-872B-F2CB-FEDE-58D52318906C}"/>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31" name="Line 15473">
                  <a:extLst>
                    <a:ext uri="{FF2B5EF4-FFF2-40B4-BE49-F238E27FC236}">
                      <a16:creationId xmlns:a16="http://schemas.microsoft.com/office/drawing/2014/main" id="{C5F4397B-7EFE-1722-A04F-C6CB5F9BA2DF}"/>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32" name="Line 15474">
                  <a:extLst>
                    <a:ext uri="{FF2B5EF4-FFF2-40B4-BE49-F238E27FC236}">
                      <a16:creationId xmlns:a16="http://schemas.microsoft.com/office/drawing/2014/main" id="{A5814495-DD18-6AD3-1A12-22AFDD0749EB}"/>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33" name="Line 15475">
                  <a:extLst>
                    <a:ext uri="{FF2B5EF4-FFF2-40B4-BE49-F238E27FC236}">
                      <a16:creationId xmlns:a16="http://schemas.microsoft.com/office/drawing/2014/main" id="{BB634040-69C0-9CA1-8531-500C3F886B14}"/>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35" name="Line 15476">
                  <a:extLst>
                    <a:ext uri="{FF2B5EF4-FFF2-40B4-BE49-F238E27FC236}">
                      <a16:creationId xmlns:a16="http://schemas.microsoft.com/office/drawing/2014/main" id="{89370E5C-F485-F9F9-69A1-C23B56A99135}"/>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37" name="Line 15477">
                  <a:extLst>
                    <a:ext uri="{FF2B5EF4-FFF2-40B4-BE49-F238E27FC236}">
                      <a16:creationId xmlns:a16="http://schemas.microsoft.com/office/drawing/2014/main" id="{F5F3304B-8BFB-327C-925B-00D8A8B65158}"/>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38" name="Line 15478">
                  <a:extLst>
                    <a:ext uri="{FF2B5EF4-FFF2-40B4-BE49-F238E27FC236}">
                      <a16:creationId xmlns:a16="http://schemas.microsoft.com/office/drawing/2014/main" id="{7F6FAC0D-D47A-3781-2D84-F52BBA6961BD}"/>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39" name="Line 15479">
                  <a:extLst>
                    <a:ext uri="{FF2B5EF4-FFF2-40B4-BE49-F238E27FC236}">
                      <a16:creationId xmlns:a16="http://schemas.microsoft.com/office/drawing/2014/main" id="{1EA48AEC-32DA-10C3-5E12-9C0CF7A91B30}"/>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40" name="Line 15480">
                  <a:extLst>
                    <a:ext uri="{FF2B5EF4-FFF2-40B4-BE49-F238E27FC236}">
                      <a16:creationId xmlns:a16="http://schemas.microsoft.com/office/drawing/2014/main" id="{8F29AF31-3F8F-04C5-DCE5-9D1F32F83499}"/>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41" name="Line 15481">
                  <a:extLst>
                    <a:ext uri="{FF2B5EF4-FFF2-40B4-BE49-F238E27FC236}">
                      <a16:creationId xmlns:a16="http://schemas.microsoft.com/office/drawing/2014/main" id="{E0190D2F-14C9-AA2D-5E19-5BAA58B758A5}"/>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0642" name="Line 15482">
                  <a:extLst>
                    <a:ext uri="{FF2B5EF4-FFF2-40B4-BE49-F238E27FC236}">
                      <a16:creationId xmlns:a16="http://schemas.microsoft.com/office/drawing/2014/main" id="{BBA5D555-486D-03F8-B676-9397FAF51F49}"/>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410627" name="Rectangle 15465">
                <a:extLst>
                  <a:ext uri="{FF2B5EF4-FFF2-40B4-BE49-F238E27FC236}">
                    <a16:creationId xmlns:a16="http://schemas.microsoft.com/office/drawing/2014/main" id="{7A5F18E9-DB99-4BFE-715F-1CA2C01E6E1E}"/>
                  </a:ext>
                </a:extLst>
              </p:cNvPr>
              <p:cNvSpPr>
                <a:spLocks/>
              </p:cNvSpPr>
              <p:nvPr/>
            </p:nvSpPr>
            <p:spPr bwMode="auto">
              <a:xfrm flipH="1">
                <a:off x="10311749" y="3655669"/>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410628" name="Rectangle 15437">
                <a:extLst>
                  <a:ext uri="{FF2B5EF4-FFF2-40B4-BE49-F238E27FC236}">
                    <a16:creationId xmlns:a16="http://schemas.microsoft.com/office/drawing/2014/main" id="{FD910D5D-70CB-18A7-998A-0167647E9847}"/>
                  </a:ext>
                </a:extLst>
              </p:cNvPr>
              <p:cNvSpPr>
                <a:spLocks/>
              </p:cNvSpPr>
              <p:nvPr/>
            </p:nvSpPr>
            <p:spPr bwMode="auto">
              <a:xfrm flipH="1">
                <a:off x="9631291" y="3668515"/>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sp>
          <p:nvSpPr>
            <p:cNvPr id="5" name="Text Box 40">
              <a:extLst>
                <a:ext uri="{FF2B5EF4-FFF2-40B4-BE49-F238E27FC236}">
                  <a16:creationId xmlns:a16="http://schemas.microsoft.com/office/drawing/2014/main" id="{1837E2A1-3D4F-6082-D811-053BB8D88E64}"/>
                </a:ext>
              </a:extLst>
            </p:cNvPr>
            <p:cNvSpPr txBox="1"/>
            <p:nvPr/>
          </p:nvSpPr>
          <p:spPr>
            <a:xfrm rot="19848588">
              <a:off x="1188217" y="4476539"/>
              <a:ext cx="1124281" cy="472387"/>
            </a:xfrm>
            <a:prstGeom prst="rect">
              <a:avLst/>
            </a:prstGeom>
            <a:noFill/>
            <a:ln w="9525">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望远镜</a:t>
              </a:r>
            </a:p>
          </p:txBody>
        </p:sp>
        <p:sp>
          <p:nvSpPr>
            <p:cNvPr id="6" name="流程图: 接点 88">
              <a:extLst>
                <a:ext uri="{FF2B5EF4-FFF2-40B4-BE49-F238E27FC236}">
                  <a16:creationId xmlns:a16="http://schemas.microsoft.com/office/drawing/2014/main" id="{7CAEED89-7D71-4C5B-A010-FDD611844D57}"/>
                </a:ext>
              </a:extLst>
            </p:cNvPr>
            <p:cNvSpPr/>
            <p:nvPr/>
          </p:nvSpPr>
          <p:spPr>
            <a:xfrm rot="10800000">
              <a:off x="2961253" y="3323745"/>
              <a:ext cx="198940" cy="202009"/>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流程图: 接点 90">
              <a:extLst>
                <a:ext uri="{FF2B5EF4-FFF2-40B4-BE49-F238E27FC236}">
                  <a16:creationId xmlns:a16="http://schemas.microsoft.com/office/drawing/2014/main" id="{47260569-1B19-3F5B-B21F-4E383DF918D4}"/>
                </a:ext>
              </a:extLst>
            </p:cNvPr>
            <p:cNvSpPr/>
            <p:nvPr/>
          </p:nvSpPr>
          <p:spPr>
            <a:xfrm rot="10800000">
              <a:off x="4841833" y="3326003"/>
              <a:ext cx="198940" cy="202009"/>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6A1922A-712D-C28D-C233-70F00466A872}"/>
                </a:ext>
              </a:extLst>
            </p:cNvPr>
            <p:cNvSpPr txBox="1"/>
            <p:nvPr/>
          </p:nvSpPr>
          <p:spPr>
            <a:xfrm>
              <a:off x="4979292" y="3120383"/>
              <a:ext cx="397883" cy="354136"/>
            </a:xfrm>
            <a:prstGeom prst="rect">
              <a:avLst/>
            </a:prstGeom>
            <a:noFill/>
          </p:spPr>
          <p:txBody>
            <a:bodyPr wrap="square" rtlCol="0">
              <a:spAutoFit/>
            </a:bodyPr>
            <a:lstStyle/>
            <a:p>
              <a:r>
                <a:rPr lang="en-US" altLang="zh-CN" dirty="0"/>
                <a:t>a</a:t>
              </a:r>
            </a:p>
          </p:txBody>
        </p:sp>
        <p:sp>
          <p:nvSpPr>
            <p:cNvPr id="9" name="文本框 8">
              <a:extLst>
                <a:ext uri="{FF2B5EF4-FFF2-40B4-BE49-F238E27FC236}">
                  <a16:creationId xmlns:a16="http://schemas.microsoft.com/office/drawing/2014/main" id="{202C4359-8548-5046-D4A1-BC1ABF100A03}"/>
                </a:ext>
              </a:extLst>
            </p:cNvPr>
            <p:cNvSpPr txBox="1"/>
            <p:nvPr/>
          </p:nvSpPr>
          <p:spPr>
            <a:xfrm>
              <a:off x="2678857" y="3107024"/>
              <a:ext cx="343000" cy="354136"/>
            </a:xfrm>
            <a:prstGeom prst="rect">
              <a:avLst/>
            </a:prstGeom>
            <a:noFill/>
          </p:spPr>
          <p:txBody>
            <a:bodyPr wrap="square" rtlCol="0">
              <a:spAutoFit/>
            </a:bodyPr>
            <a:lstStyle/>
            <a:p>
              <a:r>
                <a:rPr lang="en-US" altLang="zh-CN" dirty="0"/>
                <a:t>b</a:t>
              </a:r>
              <a:endParaRPr lang="zh-CN" altLang="en-US" dirty="0"/>
            </a:p>
          </p:txBody>
        </p:sp>
        <p:sp>
          <p:nvSpPr>
            <p:cNvPr id="10" name="文本框 9">
              <a:extLst>
                <a:ext uri="{FF2B5EF4-FFF2-40B4-BE49-F238E27FC236}">
                  <a16:creationId xmlns:a16="http://schemas.microsoft.com/office/drawing/2014/main" id="{D7AF3A0C-38A0-D7FF-F954-D0E91DFF75BA}"/>
                </a:ext>
              </a:extLst>
            </p:cNvPr>
            <p:cNvSpPr txBox="1"/>
            <p:nvPr/>
          </p:nvSpPr>
          <p:spPr>
            <a:xfrm>
              <a:off x="3830974" y="5037586"/>
              <a:ext cx="382442" cy="354136"/>
            </a:xfrm>
            <a:prstGeom prst="rect">
              <a:avLst/>
            </a:prstGeom>
            <a:noFill/>
          </p:spPr>
          <p:txBody>
            <a:bodyPr wrap="square" rtlCol="0">
              <a:spAutoFit/>
            </a:bodyPr>
            <a:lstStyle/>
            <a:p>
              <a:r>
                <a:rPr lang="en-US" altLang="zh-CN" dirty="0"/>
                <a:t>c</a:t>
              </a:r>
              <a:endParaRPr lang="zh-CN" altLang="en-US" dirty="0"/>
            </a:p>
          </p:txBody>
        </p:sp>
        <p:grpSp>
          <p:nvGrpSpPr>
            <p:cNvPr id="11" name="组合 10">
              <a:extLst>
                <a:ext uri="{FF2B5EF4-FFF2-40B4-BE49-F238E27FC236}">
                  <a16:creationId xmlns:a16="http://schemas.microsoft.com/office/drawing/2014/main" id="{F0B450B5-914F-05BD-CF5C-2ADA58C16909}"/>
                </a:ext>
              </a:extLst>
            </p:cNvPr>
            <p:cNvGrpSpPr/>
            <p:nvPr/>
          </p:nvGrpSpPr>
          <p:grpSpPr>
            <a:xfrm rot="10800000">
              <a:off x="3012121" y="2968953"/>
              <a:ext cx="1961744" cy="1961744"/>
              <a:chOff x="10143055" y="3560882"/>
              <a:chExt cx="1261647" cy="1261647"/>
            </a:xfrm>
          </p:grpSpPr>
          <p:grpSp>
            <p:nvGrpSpPr>
              <p:cNvPr id="47" name="组合 46">
                <a:extLst>
                  <a:ext uri="{FF2B5EF4-FFF2-40B4-BE49-F238E27FC236}">
                    <a16:creationId xmlns:a16="http://schemas.microsoft.com/office/drawing/2014/main" id="{864D6E87-DECC-12C5-361D-06D91373057A}"/>
                  </a:ext>
                </a:extLst>
              </p:cNvPr>
              <p:cNvGrpSpPr/>
              <p:nvPr/>
            </p:nvGrpSpPr>
            <p:grpSpPr>
              <a:xfrm>
                <a:off x="10143055" y="3560882"/>
                <a:ext cx="1261647" cy="1261647"/>
                <a:chOff x="10142832" y="3775846"/>
                <a:chExt cx="1261647" cy="1261647"/>
              </a:xfrm>
            </p:grpSpPr>
            <p:grpSp>
              <p:nvGrpSpPr>
                <p:cNvPr id="51" name="组合 50">
                  <a:extLst>
                    <a:ext uri="{FF2B5EF4-FFF2-40B4-BE49-F238E27FC236}">
                      <a16:creationId xmlns:a16="http://schemas.microsoft.com/office/drawing/2014/main" id="{95AFF3F8-93C4-BAD2-A2E3-C2665F368D56}"/>
                    </a:ext>
                  </a:extLst>
                </p:cNvPr>
                <p:cNvGrpSpPr/>
                <p:nvPr/>
              </p:nvGrpSpPr>
              <p:grpSpPr>
                <a:xfrm rot="7220819">
                  <a:off x="10142832" y="3775846"/>
                  <a:ext cx="1261647" cy="1261647"/>
                  <a:chOff x="10142832" y="3775846"/>
                  <a:chExt cx="1261647" cy="1261647"/>
                </a:xfrm>
              </p:grpSpPr>
              <p:sp>
                <p:nvSpPr>
                  <p:cNvPr id="56" name="流程图: 接点 22">
                    <a:extLst>
                      <a:ext uri="{FF2B5EF4-FFF2-40B4-BE49-F238E27FC236}">
                        <a16:creationId xmlns:a16="http://schemas.microsoft.com/office/drawing/2014/main" id="{DA6D63AC-A5AA-0DF1-C543-DFD4BB638449}"/>
                      </a:ext>
                    </a:extLst>
                  </p:cNvPr>
                  <p:cNvSpPr/>
                  <p:nvPr/>
                </p:nvSpPr>
                <p:spPr>
                  <a:xfrm rot="7200609">
                    <a:off x="10142832" y="3775846"/>
                    <a:ext cx="1261647" cy="1261647"/>
                  </a:xfrm>
                  <a:prstGeom prst="flowChartConnector">
                    <a:avLst/>
                  </a:prstGeom>
                  <a:solidFill>
                    <a:schemeClr val="tx1">
                      <a:lumMod val="50000"/>
                      <a:lumOff val="50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7" name="组合 56">
                    <a:extLst>
                      <a:ext uri="{FF2B5EF4-FFF2-40B4-BE49-F238E27FC236}">
                        <a16:creationId xmlns:a16="http://schemas.microsoft.com/office/drawing/2014/main" id="{F2CD54B4-ACBB-2FA4-6E2A-FC02D1665C5B}"/>
                      </a:ext>
                    </a:extLst>
                  </p:cNvPr>
                  <p:cNvGrpSpPr/>
                  <p:nvPr/>
                </p:nvGrpSpPr>
                <p:grpSpPr>
                  <a:xfrm>
                    <a:off x="10652943" y="3808405"/>
                    <a:ext cx="584255" cy="999002"/>
                    <a:chOff x="10652943" y="3808405"/>
                    <a:chExt cx="584255" cy="999002"/>
                  </a:xfrm>
                </p:grpSpPr>
                <p:cxnSp>
                  <p:nvCxnSpPr>
                    <p:cNvPr id="58" name="直接连接符 10268">
                      <a:extLst>
                        <a:ext uri="{FF2B5EF4-FFF2-40B4-BE49-F238E27FC236}">
                          <a16:creationId xmlns:a16="http://schemas.microsoft.com/office/drawing/2014/main" id="{CA73206B-33F3-93EA-AFF5-6D8CF835BAA9}"/>
                        </a:ext>
                      </a:extLst>
                    </p:cNvPr>
                    <p:cNvCxnSpPr>
                      <a:cxnSpLocks/>
                      <a:stCxn id="56" idx="0"/>
                    </p:cNvCxnSpPr>
                    <p:nvPr/>
                  </p:nvCxnSpPr>
                  <p:spPr>
                    <a:xfrm rot="3579181" flipH="1">
                      <a:off x="10926311" y="4496520"/>
                      <a:ext cx="390214" cy="23156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10268">
                      <a:extLst>
                        <a:ext uri="{FF2B5EF4-FFF2-40B4-BE49-F238E27FC236}">
                          <a16:creationId xmlns:a16="http://schemas.microsoft.com/office/drawing/2014/main" id="{B225D316-7E08-6439-AC9E-644A03504322}"/>
                        </a:ext>
                      </a:extLst>
                    </p:cNvPr>
                    <p:cNvCxnSpPr>
                      <a:cxnSpLocks/>
                    </p:cNvCxnSpPr>
                    <p:nvPr/>
                  </p:nvCxnSpPr>
                  <p:spPr>
                    <a:xfrm rot="3579181">
                      <a:off x="10573725" y="3887623"/>
                      <a:ext cx="391924" cy="233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52" name="组合 51">
                  <a:extLst>
                    <a:ext uri="{FF2B5EF4-FFF2-40B4-BE49-F238E27FC236}">
                      <a16:creationId xmlns:a16="http://schemas.microsoft.com/office/drawing/2014/main" id="{A76B1AE9-FBDE-21D0-8692-F28F50710EC4}"/>
                    </a:ext>
                  </a:extLst>
                </p:cNvPr>
                <p:cNvGrpSpPr/>
                <p:nvPr/>
              </p:nvGrpSpPr>
              <p:grpSpPr>
                <a:xfrm>
                  <a:off x="10502913" y="3783165"/>
                  <a:ext cx="543927" cy="894783"/>
                  <a:chOff x="10502913" y="3783165"/>
                  <a:chExt cx="543927" cy="894783"/>
                </a:xfrm>
              </p:grpSpPr>
              <p:cxnSp>
                <p:nvCxnSpPr>
                  <p:cNvPr id="53" name="直接连接符 10268">
                    <a:extLst>
                      <a:ext uri="{FF2B5EF4-FFF2-40B4-BE49-F238E27FC236}">
                        <a16:creationId xmlns:a16="http://schemas.microsoft.com/office/drawing/2014/main" id="{A6A30C4C-FBD5-5B74-AECA-E86E5C0C966E}"/>
                      </a:ext>
                    </a:extLst>
                  </p:cNvPr>
                  <p:cNvCxnSpPr>
                    <a:cxnSpLocks/>
                  </p:cNvCxnSpPr>
                  <p:nvPr/>
                </p:nvCxnSpPr>
                <p:spPr>
                  <a:xfrm rot="10800000" flipH="1" flipV="1">
                    <a:off x="10773575" y="3783165"/>
                    <a:ext cx="2834" cy="4346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418EC134-AEE7-F82C-0C0F-489BAE818392}"/>
                      </a:ext>
                    </a:extLst>
                  </p:cNvPr>
                  <p:cNvSpPr/>
                  <p:nvPr/>
                </p:nvSpPr>
                <p:spPr>
                  <a:xfrm>
                    <a:off x="10602286" y="4232007"/>
                    <a:ext cx="348244" cy="348244"/>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椭圆 54">
                    <a:extLst>
                      <a:ext uri="{FF2B5EF4-FFF2-40B4-BE49-F238E27FC236}">
                        <a16:creationId xmlns:a16="http://schemas.microsoft.com/office/drawing/2014/main" id="{F1B5B8AF-6301-BA94-8CAA-4DB2C5C777F1}"/>
                      </a:ext>
                    </a:extLst>
                  </p:cNvPr>
                  <p:cNvSpPr/>
                  <p:nvPr/>
                </p:nvSpPr>
                <p:spPr>
                  <a:xfrm>
                    <a:off x="10502913" y="4134021"/>
                    <a:ext cx="543927" cy="543927"/>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sp>
            <p:nvSpPr>
              <p:cNvPr id="48" name="椭圆 47">
                <a:extLst>
                  <a:ext uri="{FF2B5EF4-FFF2-40B4-BE49-F238E27FC236}">
                    <a16:creationId xmlns:a16="http://schemas.microsoft.com/office/drawing/2014/main" id="{F400A5BD-2156-F82D-C730-6B68F444E417}"/>
                  </a:ext>
                </a:extLst>
              </p:cNvPr>
              <p:cNvSpPr/>
              <p:nvPr/>
            </p:nvSpPr>
            <p:spPr>
              <a:xfrm>
                <a:off x="10412814" y="3830680"/>
                <a:ext cx="722476" cy="722476"/>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1360F428-569F-1F31-F4A9-57A530671329}"/>
                  </a:ext>
                </a:extLst>
              </p:cNvPr>
              <p:cNvSpPr/>
              <p:nvPr/>
            </p:nvSpPr>
            <p:spPr>
              <a:xfrm>
                <a:off x="10323341" y="3744628"/>
                <a:ext cx="897662" cy="897662"/>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椭圆 49">
                <a:extLst>
                  <a:ext uri="{FF2B5EF4-FFF2-40B4-BE49-F238E27FC236}">
                    <a16:creationId xmlns:a16="http://schemas.microsoft.com/office/drawing/2014/main" id="{91A10233-12CA-8F1C-B554-3D5B6363C60C}"/>
                  </a:ext>
                </a:extLst>
              </p:cNvPr>
              <p:cNvSpPr/>
              <p:nvPr/>
            </p:nvSpPr>
            <p:spPr>
              <a:xfrm>
                <a:off x="10239973" y="3658218"/>
                <a:ext cx="1076404" cy="1076404"/>
              </a:xfrm>
              <a:prstGeom prst="ellipse">
                <a:avLst/>
              </a:prstGeom>
              <a:noFill/>
              <a:ln w="12700">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2" name="矩形 11">
              <a:extLst>
                <a:ext uri="{FF2B5EF4-FFF2-40B4-BE49-F238E27FC236}">
                  <a16:creationId xmlns:a16="http://schemas.microsoft.com/office/drawing/2014/main" id="{0A482D21-59CD-A331-4334-7F937806C27F}"/>
                </a:ext>
              </a:extLst>
            </p:cNvPr>
            <p:cNvSpPr/>
            <p:nvPr/>
          </p:nvSpPr>
          <p:spPr>
            <a:xfrm rot="10800000">
              <a:off x="3528083" y="4479574"/>
              <a:ext cx="938057" cy="4724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endParaRPr>
            </a:p>
          </p:txBody>
        </p:sp>
        <p:sp>
          <p:nvSpPr>
            <p:cNvPr id="13" name="流程图: 接点 90">
              <a:extLst>
                <a:ext uri="{FF2B5EF4-FFF2-40B4-BE49-F238E27FC236}">
                  <a16:creationId xmlns:a16="http://schemas.microsoft.com/office/drawing/2014/main" id="{555122FE-F0FC-01FE-CB5F-38EEFA571854}"/>
                </a:ext>
              </a:extLst>
            </p:cNvPr>
            <p:cNvSpPr/>
            <p:nvPr/>
          </p:nvSpPr>
          <p:spPr>
            <a:xfrm rot="10800000">
              <a:off x="3909515" y="4931318"/>
              <a:ext cx="198940" cy="202009"/>
            </a:xfrm>
            <a:prstGeom prst="flowChartConnector">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三角形 13">
              <a:extLst>
                <a:ext uri="{FF2B5EF4-FFF2-40B4-BE49-F238E27FC236}">
                  <a16:creationId xmlns:a16="http://schemas.microsoft.com/office/drawing/2014/main" id="{EA78D962-E0F5-C372-C02D-66AB4CF4A217}"/>
                </a:ext>
              </a:extLst>
            </p:cNvPr>
            <p:cNvSpPr/>
            <p:nvPr/>
          </p:nvSpPr>
          <p:spPr>
            <a:xfrm>
              <a:off x="3531982" y="3681862"/>
              <a:ext cx="925882" cy="798174"/>
            </a:xfrm>
            <a:prstGeom prst="triangle">
              <a:avLst/>
            </a:prstGeom>
            <a:solidFill>
              <a:schemeClr val="bg1">
                <a:alpha val="9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接箭头连接符 410630">
              <a:extLst>
                <a:ext uri="{FF2B5EF4-FFF2-40B4-BE49-F238E27FC236}">
                  <a16:creationId xmlns:a16="http://schemas.microsoft.com/office/drawing/2014/main" id="{C91C67AD-4B57-F47E-418C-358553A44C96}"/>
                </a:ext>
              </a:extLst>
            </p:cNvPr>
            <p:cNvCxnSpPr>
              <a:cxnSpLocks/>
            </p:cNvCxnSpPr>
            <p:nvPr/>
          </p:nvCxnSpPr>
          <p:spPr>
            <a:xfrm>
              <a:off x="3870318" y="2658912"/>
              <a:ext cx="0" cy="12383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410626">
              <a:extLst>
                <a:ext uri="{FF2B5EF4-FFF2-40B4-BE49-F238E27FC236}">
                  <a16:creationId xmlns:a16="http://schemas.microsoft.com/office/drawing/2014/main" id="{1ECAAEE2-E7E7-B549-27A8-1E9ACF34837B}"/>
                </a:ext>
              </a:extLst>
            </p:cNvPr>
            <p:cNvCxnSpPr>
              <a:cxnSpLocks/>
            </p:cNvCxnSpPr>
            <p:nvPr/>
          </p:nvCxnSpPr>
          <p:spPr>
            <a:xfrm>
              <a:off x="4118231" y="2658912"/>
              <a:ext cx="2152" cy="12382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BD24A1E6-21A3-4E83-7EC2-B1820E2EC80D}"/>
                </a:ext>
              </a:extLst>
            </p:cNvPr>
            <p:cNvGrpSpPr/>
            <p:nvPr/>
          </p:nvGrpSpPr>
          <p:grpSpPr>
            <a:xfrm rot="8998391">
              <a:off x="693561" y="4917819"/>
              <a:ext cx="2254506" cy="332733"/>
              <a:chOff x="9011204" y="3652600"/>
              <a:chExt cx="2254506" cy="332733"/>
            </a:xfrm>
          </p:grpSpPr>
          <p:sp>
            <p:nvSpPr>
              <p:cNvPr id="26" name="Rectangle 15437">
                <a:extLst>
                  <a:ext uri="{FF2B5EF4-FFF2-40B4-BE49-F238E27FC236}">
                    <a16:creationId xmlns:a16="http://schemas.microsoft.com/office/drawing/2014/main" id="{7DA0E9AB-947D-6466-6E60-BAF39FD34348}"/>
                  </a:ext>
                </a:extLst>
              </p:cNvPr>
              <p:cNvSpPr>
                <a:spLocks/>
              </p:cNvSpPr>
              <p:nvPr/>
            </p:nvSpPr>
            <p:spPr bwMode="auto">
              <a:xfrm flipH="1">
                <a:off x="10541997" y="3711228"/>
                <a:ext cx="551114" cy="211821"/>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7" name="Rectangle 15456">
                <a:extLst>
                  <a:ext uri="{FF2B5EF4-FFF2-40B4-BE49-F238E27FC236}">
                    <a16:creationId xmlns:a16="http://schemas.microsoft.com/office/drawing/2014/main" id="{91FF3EC3-230B-90C2-C45D-A5FAC9C4CDA1}"/>
                  </a:ext>
                </a:extLst>
              </p:cNvPr>
              <p:cNvSpPr>
                <a:spLocks/>
              </p:cNvSpPr>
              <p:nvPr/>
            </p:nvSpPr>
            <p:spPr bwMode="auto">
              <a:xfrm flipH="1">
                <a:off x="10787816" y="3695182"/>
                <a:ext cx="188781" cy="250335"/>
              </a:xfrm>
              <a:prstGeom prst="rect">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28" name="AutoShape 15457">
                <a:extLst>
                  <a:ext uri="{FF2B5EF4-FFF2-40B4-BE49-F238E27FC236}">
                    <a16:creationId xmlns:a16="http://schemas.microsoft.com/office/drawing/2014/main" id="{1A53AAB0-4366-2CA9-A858-03C1B776AB1D}"/>
                  </a:ext>
                </a:extLst>
              </p:cNvPr>
              <p:cNvSpPr>
                <a:spLocks/>
              </p:cNvSpPr>
              <p:nvPr/>
            </p:nvSpPr>
            <p:spPr bwMode="auto">
              <a:xfrm rot="5400000" flipH="1">
                <a:off x="10945468" y="3794390"/>
                <a:ext cx="250335" cy="45847"/>
              </a:xfrm>
              <a:custGeom>
                <a:avLst/>
                <a:gdLst>
                  <a:gd name="G0" fmla="+- 1523 0 0"/>
                  <a:gd name="G1" fmla="+- 21600 0 1523"/>
                  <a:gd name="G2" fmla="*/ 1523 1 2"/>
                  <a:gd name="G3" fmla="+- 21600 0 G2"/>
                  <a:gd name="G4" fmla="+/ 1523 21600 2"/>
                  <a:gd name="G5" fmla="+/ G1 0 2"/>
                  <a:gd name="G6" fmla="*/ 21600 21600 1523"/>
                  <a:gd name="G7" fmla="*/ G6 1 2"/>
                  <a:gd name="G8" fmla="+- 21600 0 G7"/>
                  <a:gd name="G9" fmla="*/ 21600 1 2"/>
                  <a:gd name="G10" fmla="+- 1523 0 G9"/>
                  <a:gd name="G11" fmla="?: G10 G8 0"/>
                  <a:gd name="G12" fmla="?: G10 G7 21600"/>
                  <a:gd name="T0" fmla="*/ 20838 w 21600"/>
                  <a:gd name="T1" fmla="*/ 10800 h 21600"/>
                  <a:gd name="T2" fmla="*/ 10800 w 21600"/>
                  <a:gd name="T3" fmla="*/ 21600 h 21600"/>
                  <a:gd name="T4" fmla="*/ 762 w 21600"/>
                  <a:gd name="T5" fmla="*/ 10800 h 21600"/>
                  <a:gd name="T6" fmla="*/ 10800 w 21600"/>
                  <a:gd name="T7" fmla="*/ 0 h 21600"/>
                  <a:gd name="T8" fmla="*/ 2562 w 21600"/>
                  <a:gd name="T9" fmla="*/ 2562 h 21600"/>
                  <a:gd name="T10" fmla="*/ 19038 w 21600"/>
                  <a:gd name="T11" fmla="*/ 19038 h 21600"/>
                </a:gdLst>
                <a:ahLst/>
                <a:cxnLst>
                  <a:cxn ang="0">
                    <a:pos x="T0" y="T1"/>
                  </a:cxn>
                  <a:cxn ang="0">
                    <a:pos x="T2" y="T3"/>
                  </a:cxn>
                  <a:cxn ang="0">
                    <a:pos x="T4" y="T5"/>
                  </a:cxn>
                  <a:cxn ang="0">
                    <a:pos x="T6" y="T7"/>
                  </a:cxn>
                </a:cxnLst>
                <a:rect l="T8" t="T9" r="T10" b="T11"/>
                <a:pathLst>
                  <a:path w="21600" h="21600">
                    <a:moveTo>
                      <a:pt x="0" y="0"/>
                    </a:moveTo>
                    <a:lnTo>
                      <a:pt x="1523" y="21600"/>
                    </a:lnTo>
                    <a:lnTo>
                      <a:pt x="20077" y="21600"/>
                    </a:lnTo>
                    <a:lnTo>
                      <a:pt x="21600" y="0"/>
                    </a:lnTo>
                    <a:close/>
                  </a:path>
                </a:pathLst>
              </a:custGeom>
              <a:gradFill>
                <a:gsLst>
                  <a:gs pos="0">
                    <a:srgbClr val="121212"/>
                  </a:gs>
                  <a:gs pos="64000">
                    <a:srgbClr val="313131"/>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29" name="Rectangle 15464">
                <a:extLst>
                  <a:ext uri="{FF2B5EF4-FFF2-40B4-BE49-F238E27FC236}">
                    <a16:creationId xmlns:a16="http://schemas.microsoft.com/office/drawing/2014/main" id="{88337C78-99CE-5442-7598-277553E074F2}"/>
                  </a:ext>
                </a:extLst>
              </p:cNvPr>
              <p:cNvSpPr>
                <a:spLocks/>
              </p:cNvSpPr>
              <p:nvPr/>
            </p:nvSpPr>
            <p:spPr bwMode="auto">
              <a:xfrm flipH="1">
                <a:off x="9182007" y="3672715"/>
                <a:ext cx="1486602" cy="296068"/>
              </a:xfrm>
              <a:prstGeom prst="rect">
                <a:avLst/>
              </a:prstGeom>
              <a:gradFill>
                <a:gsLst>
                  <a:gs pos="0">
                    <a:srgbClr val="636363"/>
                  </a:gs>
                  <a:gs pos="22012">
                    <a:srgbClr val="939393"/>
                  </a:gs>
                  <a:gs pos="10000">
                    <a:srgbClr val="7B7B7B"/>
                  </a:gs>
                  <a:gs pos="38000">
                    <a:srgbClr val="B3B3B3"/>
                  </a:gs>
                  <a:gs pos="87000">
                    <a:srgbClr val="9D9D9D"/>
                  </a:gs>
                  <a:gs pos="73996">
                    <a:srgbClr val="A7A7A7"/>
                  </a:gs>
                  <a:gs pos="56000">
                    <a:srgbClr val="C2C2C2"/>
                  </a:gs>
                  <a:gs pos="100000">
                    <a:srgbClr val="969696"/>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30" name="Rectangle 15515">
                <a:extLst>
                  <a:ext uri="{FF2B5EF4-FFF2-40B4-BE49-F238E27FC236}">
                    <a16:creationId xmlns:a16="http://schemas.microsoft.com/office/drawing/2014/main" id="{7AA9146C-FDA6-D09B-C1B7-F73F24FB5F1D}"/>
                  </a:ext>
                </a:extLst>
              </p:cNvPr>
              <p:cNvSpPr>
                <a:spLocks/>
              </p:cNvSpPr>
              <p:nvPr/>
            </p:nvSpPr>
            <p:spPr bwMode="auto">
              <a:xfrm flipH="1">
                <a:off x="9011204" y="3668516"/>
                <a:ext cx="221299" cy="300816"/>
              </a:xfrm>
              <a:prstGeom prst="rect">
                <a:avLst/>
              </a:prstGeom>
              <a:gradFill flip="none" rotWithShape="1">
                <a:gsLst>
                  <a:gs pos="0">
                    <a:srgbClr val="121212"/>
                  </a:gs>
                  <a:gs pos="64000">
                    <a:srgbClr val="6B6B6B"/>
                  </a:gs>
                  <a:gs pos="83000">
                    <a:srgbClr val="4E4E4E"/>
                  </a:gs>
                  <a:gs pos="100000">
                    <a:srgbClr val="424242"/>
                  </a:gs>
                </a:gsLst>
                <a:lin ang="16200000" scaled="1"/>
                <a:tileRect/>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110004020202020204"/>
                  <a:ea typeface="等线" panose="02010600030101010101" pitchFamily="2" charset="-122"/>
                  <a:cs typeface="+mn-cs"/>
                </a:endParaRPr>
              </a:p>
            </p:txBody>
          </p:sp>
          <p:sp>
            <p:nvSpPr>
              <p:cNvPr id="31" name="Rectangle 15464">
                <a:extLst>
                  <a:ext uri="{FF2B5EF4-FFF2-40B4-BE49-F238E27FC236}">
                    <a16:creationId xmlns:a16="http://schemas.microsoft.com/office/drawing/2014/main" id="{2986A681-47AD-A1FF-E390-97DEAB9AB155}"/>
                  </a:ext>
                </a:extLst>
              </p:cNvPr>
              <p:cNvSpPr>
                <a:spLocks/>
              </p:cNvSpPr>
              <p:nvPr/>
            </p:nvSpPr>
            <p:spPr bwMode="auto">
              <a:xfrm flipH="1">
                <a:off x="9229052" y="3652600"/>
                <a:ext cx="399149" cy="329664"/>
              </a:xfrm>
              <a:prstGeom prst="rect">
                <a:avLst/>
              </a:prstGeom>
              <a:gradFill>
                <a:gsLst>
                  <a:gs pos="26982">
                    <a:srgbClr val="ADADAD"/>
                  </a:gs>
                  <a:gs pos="22991">
                    <a:srgbClr val="878787"/>
                  </a:gs>
                  <a:gs pos="8000">
                    <a:srgbClr val="727272"/>
                  </a:gs>
                  <a:gs pos="5980">
                    <a:srgbClr val="494949"/>
                  </a:gs>
                  <a:gs pos="0">
                    <a:srgbClr val="4F4F4F"/>
                  </a:gs>
                  <a:gs pos="64000">
                    <a:srgbClr val="C2C2C2"/>
                  </a:gs>
                  <a:gs pos="61000">
                    <a:srgbClr val="C5C5C5"/>
                  </a:gs>
                  <a:gs pos="56000">
                    <a:srgbClr val="B6B6B6"/>
                  </a:gs>
                  <a:gs pos="75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nvGrpSpPr>
              <p:cNvPr id="32" name="组合 31">
                <a:extLst>
                  <a:ext uri="{FF2B5EF4-FFF2-40B4-BE49-F238E27FC236}">
                    <a16:creationId xmlns:a16="http://schemas.microsoft.com/office/drawing/2014/main" id="{4BCD2800-0930-59E0-FD7E-8C00AC907B45}"/>
                  </a:ext>
                </a:extLst>
              </p:cNvPr>
              <p:cNvGrpSpPr/>
              <p:nvPr/>
            </p:nvGrpSpPr>
            <p:grpSpPr>
              <a:xfrm flipH="1">
                <a:off x="11095807" y="3676727"/>
                <a:ext cx="169903" cy="279219"/>
                <a:chOff x="6615473" y="904221"/>
                <a:chExt cx="223679" cy="411854"/>
              </a:xfrm>
            </p:grpSpPr>
            <p:sp>
              <p:nvSpPr>
                <p:cNvPr id="35" name="AutoShape 15440">
                  <a:extLst>
                    <a:ext uri="{FF2B5EF4-FFF2-40B4-BE49-F238E27FC236}">
                      <a16:creationId xmlns:a16="http://schemas.microsoft.com/office/drawing/2014/main" id="{EB99757F-CDEE-36B4-9D3F-9DBED9D174D5}"/>
                    </a:ext>
                  </a:extLst>
                </p:cNvPr>
                <p:cNvSpPr>
                  <a:spLocks/>
                </p:cNvSpPr>
                <p:nvPr/>
              </p:nvSpPr>
              <p:spPr bwMode="auto">
                <a:xfrm>
                  <a:off x="6615473" y="904221"/>
                  <a:ext cx="223679" cy="411854"/>
                </a:xfrm>
                <a:prstGeom prst="flowChartAlternateProcess">
                  <a:avLst/>
                </a:prstGeom>
                <a:gradFill>
                  <a:gsLst>
                    <a:gs pos="33000">
                      <a:srgbClr val="5E5E5E"/>
                    </a:gs>
                    <a:gs pos="20000">
                      <a:srgbClr val="555555"/>
                    </a:gs>
                    <a:gs pos="8000">
                      <a:srgbClr val="4D4D4F"/>
                    </a:gs>
                    <a:gs pos="5980">
                      <a:srgbClr val="494949"/>
                    </a:gs>
                    <a:gs pos="0">
                      <a:srgbClr val="49494B"/>
                    </a:gs>
                    <a:gs pos="67000">
                      <a:srgbClr val="737472"/>
                    </a:gs>
                    <a:gs pos="61000">
                      <a:srgbClr val="535351"/>
                    </a:gs>
                    <a:gs pos="51000">
                      <a:srgbClr val="6C6C6C"/>
                    </a:gs>
                    <a:gs pos="78000">
                      <a:srgbClr val="535351"/>
                    </a:gs>
                    <a:gs pos="100000">
                      <a:srgbClr val="474649"/>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cxnSp>
              <p:nvCxnSpPr>
                <p:cNvPr id="36" name="Line 15472">
                  <a:extLst>
                    <a:ext uri="{FF2B5EF4-FFF2-40B4-BE49-F238E27FC236}">
                      <a16:creationId xmlns:a16="http://schemas.microsoft.com/office/drawing/2014/main" id="{A8156F80-D038-6F33-B88E-B7AAB3643D5D}"/>
                    </a:ext>
                  </a:extLst>
                </p:cNvPr>
                <p:cNvCxnSpPr>
                  <a:cxnSpLocks/>
                </p:cNvCxnSpPr>
                <p:nvPr/>
              </p:nvCxnSpPr>
              <p:spPr bwMode="auto">
                <a:xfrm>
                  <a:off x="6615473" y="931442"/>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7" name="Line 15473">
                  <a:extLst>
                    <a:ext uri="{FF2B5EF4-FFF2-40B4-BE49-F238E27FC236}">
                      <a16:creationId xmlns:a16="http://schemas.microsoft.com/office/drawing/2014/main" id="{37D53D0F-9A13-ADF4-338C-E12DADC8FFB3}"/>
                    </a:ext>
                  </a:extLst>
                </p:cNvPr>
                <p:cNvCxnSpPr>
                  <a:cxnSpLocks/>
                </p:cNvCxnSpPr>
                <p:nvPr/>
              </p:nvCxnSpPr>
              <p:spPr bwMode="auto">
                <a:xfrm>
                  <a:off x="6615473" y="96694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8" name="Line 15474">
                  <a:extLst>
                    <a:ext uri="{FF2B5EF4-FFF2-40B4-BE49-F238E27FC236}">
                      <a16:creationId xmlns:a16="http://schemas.microsoft.com/office/drawing/2014/main" id="{13C1A2BD-E20F-94FF-3F1B-3D0471DF48C0}"/>
                    </a:ext>
                  </a:extLst>
                </p:cNvPr>
                <p:cNvCxnSpPr>
                  <a:cxnSpLocks/>
                </p:cNvCxnSpPr>
                <p:nvPr/>
              </p:nvCxnSpPr>
              <p:spPr bwMode="auto">
                <a:xfrm>
                  <a:off x="6615473" y="100245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39" name="Line 15475">
                  <a:extLst>
                    <a:ext uri="{FF2B5EF4-FFF2-40B4-BE49-F238E27FC236}">
                      <a16:creationId xmlns:a16="http://schemas.microsoft.com/office/drawing/2014/main" id="{28AA5D14-9DCB-2AE5-F685-79BDB0F63AD1}"/>
                    </a:ext>
                  </a:extLst>
                </p:cNvPr>
                <p:cNvCxnSpPr>
                  <a:cxnSpLocks/>
                </p:cNvCxnSpPr>
                <p:nvPr/>
              </p:nvCxnSpPr>
              <p:spPr bwMode="auto">
                <a:xfrm>
                  <a:off x="6615473" y="1037956"/>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0" name="Line 15476">
                  <a:extLst>
                    <a:ext uri="{FF2B5EF4-FFF2-40B4-BE49-F238E27FC236}">
                      <a16:creationId xmlns:a16="http://schemas.microsoft.com/office/drawing/2014/main" id="{C2CACE12-C6B6-9348-FE3B-0D215A2F3263}"/>
                    </a:ext>
                  </a:extLst>
                </p:cNvPr>
                <p:cNvCxnSpPr>
                  <a:cxnSpLocks/>
                </p:cNvCxnSpPr>
                <p:nvPr/>
              </p:nvCxnSpPr>
              <p:spPr bwMode="auto">
                <a:xfrm>
                  <a:off x="6615473" y="107346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1" name="Line 15477">
                  <a:extLst>
                    <a:ext uri="{FF2B5EF4-FFF2-40B4-BE49-F238E27FC236}">
                      <a16:creationId xmlns:a16="http://schemas.microsoft.com/office/drawing/2014/main" id="{7D29A229-997F-A1C0-F418-BFD9C0939A74}"/>
                    </a:ext>
                  </a:extLst>
                </p:cNvPr>
                <p:cNvCxnSpPr>
                  <a:cxnSpLocks/>
                </p:cNvCxnSpPr>
                <p:nvPr/>
              </p:nvCxnSpPr>
              <p:spPr bwMode="auto">
                <a:xfrm>
                  <a:off x="6615473" y="1108965"/>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2" name="Line 15478">
                  <a:extLst>
                    <a:ext uri="{FF2B5EF4-FFF2-40B4-BE49-F238E27FC236}">
                      <a16:creationId xmlns:a16="http://schemas.microsoft.com/office/drawing/2014/main" id="{0E4E948C-C466-B9F3-E8B5-DB192B7EA63F}"/>
                    </a:ext>
                  </a:extLst>
                </p:cNvPr>
                <p:cNvCxnSpPr>
                  <a:cxnSpLocks/>
                </p:cNvCxnSpPr>
                <p:nvPr/>
              </p:nvCxnSpPr>
              <p:spPr bwMode="auto">
                <a:xfrm>
                  <a:off x="6615473" y="1144470"/>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3" name="Line 15479">
                  <a:extLst>
                    <a:ext uri="{FF2B5EF4-FFF2-40B4-BE49-F238E27FC236}">
                      <a16:creationId xmlns:a16="http://schemas.microsoft.com/office/drawing/2014/main" id="{E74E825C-A563-5FED-2F7D-58DF6A3D81BB}"/>
                    </a:ext>
                  </a:extLst>
                </p:cNvPr>
                <p:cNvCxnSpPr>
                  <a:cxnSpLocks/>
                </p:cNvCxnSpPr>
                <p:nvPr/>
              </p:nvCxnSpPr>
              <p:spPr bwMode="auto">
                <a:xfrm>
                  <a:off x="6615473" y="1178791"/>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4" name="Line 15480">
                  <a:extLst>
                    <a:ext uri="{FF2B5EF4-FFF2-40B4-BE49-F238E27FC236}">
                      <a16:creationId xmlns:a16="http://schemas.microsoft.com/office/drawing/2014/main" id="{2C65E650-A084-5491-F6DC-4B756ABDA527}"/>
                    </a:ext>
                  </a:extLst>
                </p:cNvPr>
                <p:cNvCxnSpPr>
                  <a:cxnSpLocks/>
                </p:cNvCxnSpPr>
                <p:nvPr/>
              </p:nvCxnSpPr>
              <p:spPr bwMode="auto">
                <a:xfrm>
                  <a:off x="6615473" y="1215479"/>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5" name="Line 15481">
                  <a:extLst>
                    <a:ext uri="{FF2B5EF4-FFF2-40B4-BE49-F238E27FC236}">
                      <a16:creationId xmlns:a16="http://schemas.microsoft.com/office/drawing/2014/main" id="{1B1B8B09-81A6-753A-5F37-6DF10344638D}"/>
                    </a:ext>
                  </a:extLst>
                </p:cNvPr>
                <p:cNvCxnSpPr>
                  <a:cxnSpLocks/>
                </p:cNvCxnSpPr>
                <p:nvPr/>
              </p:nvCxnSpPr>
              <p:spPr bwMode="auto">
                <a:xfrm>
                  <a:off x="6615473" y="1250984"/>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cxnSp>
              <p:nvCxnSpPr>
                <p:cNvPr id="46" name="Line 15482">
                  <a:extLst>
                    <a:ext uri="{FF2B5EF4-FFF2-40B4-BE49-F238E27FC236}">
                      <a16:creationId xmlns:a16="http://schemas.microsoft.com/office/drawing/2014/main" id="{5FC99B36-F449-7C74-92F8-A2C3B1AC43ED}"/>
                    </a:ext>
                  </a:extLst>
                </p:cNvPr>
                <p:cNvCxnSpPr>
                  <a:cxnSpLocks/>
                </p:cNvCxnSpPr>
                <p:nvPr/>
              </p:nvCxnSpPr>
              <p:spPr bwMode="auto">
                <a:xfrm>
                  <a:off x="6615473" y="1286488"/>
                  <a:ext cx="214212" cy="118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cxnSp>
          </p:grpSp>
          <p:sp>
            <p:nvSpPr>
              <p:cNvPr id="33" name="Rectangle 15465">
                <a:extLst>
                  <a:ext uri="{FF2B5EF4-FFF2-40B4-BE49-F238E27FC236}">
                    <a16:creationId xmlns:a16="http://schemas.microsoft.com/office/drawing/2014/main" id="{4DAB695A-51D2-FC4D-D256-4728959DA04D}"/>
                  </a:ext>
                </a:extLst>
              </p:cNvPr>
              <p:cNvSpPr>
                <a:spLocks/>
              </p:cNvSpPr>
              <p:nvPr/>
            </p:nvSpPr>
            <p:spPr bwMode="auto">
              <a:xfrm flipH="1">
                <a:off x="10311749" y="3655669"/>
                <a:ext cx="155520" cy="329664"/>
              </a:xfrm>
              <a:prstGeom prst="rect">
                <a:avLst/>
              </a:prstGeom>
              <a:gradFill>
                <a:gsLst>
                  <a:gs pos="26982">
                    <a:srgbClr val="ADADAD"/>
                  </a:gs>
                  <a:gs pos="13000">
                    <a:srgbClr val="878787"/>
                  </a:gs>
                  <a:gs pos="8000">
                    <a:srgbClr val="727272"/>
                  </a:gs>
                  <a:gs pos="5980">
                    <a:srgbClr val="494949"/>
                  </a:gs>
                  <a:gs pos="0">
                    <a:srgbClr val="4F4F4F"/>
                  </a:gs>
                  <a:gs pos="64000">
                    <a:srgbClr val="C2C2C2"/>
                  </a:gs>
                  <a:gs pos="61000">
                    <a:srgbClr val="C5C5C5"/>
                  </a:gs>
                  <a:gs pos="56000">
                    <a:srgbClr val="B6B6B6"/>
                  </a:gs>
                  <a:gs pos="78000">
                    <a:srgbClr val="A8A8A8"/>
                  </a:gs>
                  <a:gs pos="100000">
                    <a:srgbClr val="9B9B9B"/>
                  </a:gs>
                </a:gsLst>
                <a:lin ang="16200000" scaled="1"/>
              </a:gradFill>
              <a:ln w="6350">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34" name="Rectangle 15437">
                <a:extLst>
                  <a:ext uri="{FF2B5EF4-FFF2-40B4-BE49-F238E27FC236}">
                    <a16:creationId xmlns:a16="http://schemas.microsoft.com/office/drawing/2014/main" id="{2DDB8269-6872-15C5-5B87-17D16410E10E}"/>
                  </a:ext>
                </a:extLst>
              </p:cNvPr>
              <p:cNvSpPr>
                <a:spLocks/>
              </p:cNvSpPr>
              <p:nvPr/>
            </p:nvSpPr>
            <p:spPr bwMode="auto">
              <a:xfrm flipH="1">
                <a:off x="9631291" y="3668515"/>
                <a:ext cx="679949" cy="303045"/>
              </a:xfrm>
              <a:prstGeom prst="rect">
                <a:avLst/>
              </a:prstGeom>
              <a:gradFill>
                <a:gsLst>
                  <a:gs pos="0">
                    <a:srgbClr val="121212"/>
                  </a:gs>
                  <a:gs pos="64000">
                    <a:srgbClr val="6B6B6B"/>
                  </a:gs>
                  <a:gs pos="83000">
                    <a:srgbClr val="4E4E4E"/>
                  </a:gs>
                  <a:gs pos="100000">
                    <a:srgbClr val="424242"/>
                  </a:gs>
                </a:gsLst>
                <a:lin ang="16200000" scaled="1"/>
              </a:gradFill>
              <a:ln w="9525">
                <a:solidFill>
                  <a:srgbClr val="000000"/>
                </a:solidFill>
                <a:miter lim="800000"/>
                <a:headEnd/>
                <a:tailEnd/>
              </a:ln>
            </p:spPr>
            <p:txBody>
              <a:bodyPr rot="0" vert="horz" wrap="square" lIns="91440" tIns="45720" rIns="91440" bIns="4572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grpSp>
        <p:cxnSp>
          <p:nvCxnSpPr>
            <p:cNvPr id="18" name="直接箭头连接符 410637">
              <a:extLst>
                <a:ext uri="{FF2B5EF4-FFF2-40B4-BE49-F238E27FC236}">
                  <a16:creationId xmlns:a16="http://schemas.microsoft.com/office/drawing/2014/main" id="{F1E29A46-0CAE-6F48-10DC-6B8C2A5DE4D0}"/>
                </a:ext>
              </a:extLst>
            </p:cNvPr>
            <p:cNvCxnSpPr>
              <a:cxnSpLocks/>
              <a:endCxn id="30" idx="3"/>
            </p:cNvCxnSpPr>
            <p:nvPr/>
          </p:nvCxnSpPr>
          <p:spPr>
            <a:xfrm flipH="1">
              <a:off x="2796802" y="3895520"/>
              <a:ext cx="1068842" cy="6246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410634">
              <a:extLst>
                <a:ext uri="{FF2B5EF4-FFF2-40B4-BE49-F238E27FC236}">
                  <a16:creationId xmlns:a16="http://schemas.microsoft.com/office/drawing/2014/main" id="{8EEF08B2-5BD5-1285-4207-86850FE18519}"/>
                </a:ext>
              </a:extLst>
            </p:cNvPr>
            <p:cNvCxnSpPr>
              <a:cxnSpLocks/>
              <a:endCxn id="410624" idx="3"/>
            </p:cNvCxnSpPr>
            <p:nvPr/>
          </p:nvCxnSpPr>
          <p:spPr>
            <a:xfrm>
              <a:off x="4129364" y="3906289"/>
              <a:ext cx="1109452" cy="6205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弧 20">
              <a:extLst>
                <a:ext uri="{FF2B5EF4-FFF2-40B4-BE49-F238E27FC236}">
                  <a16:creationId xmlns:a16="http://schemas.microsoft.com/office/drawing/2014/main" id="{0C7A9902-211B-C6B2-1E55-612C134C2A94}"/>
                </a:ext>
              </a:extLst>
            </p:cNvPr>
            <p:cNvSpPr/>
            <p:nvPr/>
          </p:nvSpPr>
          <p:spPr>
            <a:xfrm rot="8138909">
              <a:off x="3320352" y="2909744"/>
              <a:ext cx="1353927" cy="1336619"/>
            </a:xfrm>
            <a:prstGeom prst="arc">
              <a:avLst>
                <a:gd name="adj1" fmla="val 16461017"/>
                <a:gd name="adj2" fmla="val 21356642"/>
              </a:avLst>
            </a:prstGeom>
            <a:ln w="19050">
              <a:solidFill>
                <a:srgbClr val="5B9BD5"/>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BE48ECA-6E4C-8F4A-61FB-FD90EE9E92CD}"/>
                    </a:ext>
                  </a:extLst>
                </p:cNvPr>
                <p:cNvSpPr txBox="1"/>
                <p:nvPr/>
              </p:nvSpPr>
              <p:spPr>
                <a:xfrm>
                  <a:off x="3714751" y="4124950"/>
                  <a:ext cx="570146" cy="3779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i="1" dirty="0" smtClean="0">
                            <a:solidFill>
                              <a:srgbClr val="4371C2"/>
                            </a:solidFill>
                            <a:latin typeface="Cambria Math" panose="02040503050406030204" pitchFamily="18" charset="0"/>
                            <a:ea typeface="宋体" pitchFamily="2" charset="-122"/>
                            <a:cs typeface="Cambria Math" panose="02040503050406030204" pitchFamily="18" charset="0"/>
                          </a:rPr>
                          <m:t>𝜑</m:t>
                        </m:r>
                      </m:oMath>
                    </m:oMathPara>
                  </a14:m>
                  <a:endParaRPr lang="zh-CN" altLang="en-US" sz="1400" dirty="0">
                    <a:solidFill>
                      <a:srgbClr val="4371C2"/>
                    </a:solidFill>
                  </a:endParaRPr>
                </a:p>
              </p:txBody>
            </p:sp>
          </mc:Choice>
          <mc:Fallback xmlns="">
            <p:sp>
              <p:nvSpPr>
                <p:cNvPr id="27" name="文本框 26">
                  <a:extLst>
                    <a:ext uri="{FF2B5EF4-FFF2-40B4-BE49-F238E27FC236}">
                      <a16:creationId xmlns:a16="http://schemas.microsoft.com/office/drawing/2014/main" id="{67CEDC42-4707-F615-69F5-915A85AA3819}"/>
                    </a:ext>
                  </a:extLst>
                </p:cNvPr>
                <p:cNvSpPr txBox="1">
                  <a:spLocks noRot="1" noChangeAspect="1" noMove="1" noResize="1" noEditPoints="1" noAdjustHandles="1" noChangeArrowheads="1" noChangeShapeType="1" noTextEdit="1"/>
                </p:cNvSpPr>
                <p:nvPr/>
              </p:nvSpPr>
              <p:spPr>
                <a:xfrm>
                  <a:off x="3714751" y="4124950"/>
                  <a:ext cx="570146" cy="377910"/>
                </a:xfrm>
                <a:prstGeom prst="rect">
                  <a:avLst/>
                </a:prstGeom>
                <a:blipFill>
                  <a:blip r:embed="rId4"/>
                  <a:stretch>
                    <a:fillRect b="-4000"/>
                  </a:stretch>
                </a:blipFill>
              </p:spPr>
              <p:txBody>
                <a:bodyPr/>
                <a:lstStyle/>
                <a:p>
                  <a:r>
                    <a:rPr lang="zh-CN" altLang="en-US">
                      <a:noFill/>
                    </a:rPr>
                    <a:t> </a:t>
                  </a:r>
                </a:p>
              </p:txBody>
            </p:sp>
          </mc:Fallback>
        </mc:AlternateContent>
        <p:sp>
          <p:nvSpPr>
            <p:cNvPr id="23" name="弧 22">
              <a:extLst>
                <a:ext uri="{FF2B5EF4-FFF2-40B4-BE49-F238E27FC236}">
                  <a16:creationId xmlns:a16="http://schemas.microsoft.com/office/drawing/2014/main" id="{8C2FDAC3-6392-4C45-6407-2A880FEB908F}"/>
                </a:ext>
              </a:extLst>
            </p:cNvPr>
            <p:cNvSpPr/>
            <p:nvPr/>
          </p:nvSpPr>
          <p:spPr>
            <a:xfrm rot="8219741">
              <a:off x="3839506" y="3631244"/>
              <a:ext cx="330069" cy="325849"/>
            </a:xfrm>
            <a:prstGeom prst="arc">
              <a:avLst>
                <a:gd name="adj1" fmla="val 16102222"/>
                <a:gd name="adj2" fmla="val 0"/>
              </a:avLst>
            </a:prstGeom>
            <a:ln w="19050">
              <a:solidFill>
                <a:srgbClr val="5B9BD5"/>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F12A05D7-9637-2044-A336-2F2BD003A54D}"/>
                    </a:ext>
                  </a:extLst>
                </p:cNvPr>
                <p:cNvSpPr txBox="1"/>
                <p:nvPr/>
              </p:nvSpPr>
              <p:spPr>
                <a:xfrm>
                  <a:off x="3828881" y="3907692"/>
                  <a:ext cx="27502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i="1" dirty="0" smtClean="0">
                            <a:solidFill>
                              <a:srgbClr val="4371C2"/>
                            </a:solidFill>
                            <a:latin typeface="Cambria Math" panose="02040503050406030204" pitchFamily="18" charset="0"/>
                            <a:ea typeface="宋体" pitchFamily="2" charset="-122"/>
                            <a:cs typeface="Cambria Math" panose="02040503050406030204" pitchFamily="18" charset="0"/>
                          </a:rPr>
                          <m:t>𝐴</m:t>
                        </m:r>
                      </m:oMath>
                    </m:oMathPara>
                  </a14:m>
                  <a:endParaRPr lang="zh-CN" altLang="en-US" sz="1400" dirty="0">
                    <a:solidFill>
                      <a:srgbClr val="4371C2"/>
                    </a:solidFill>
                  </a:endParaRPr>
                </a:p>
              </p:txBody>
            </p:sp>
          </mc:Choice>
          <mc:Fallback xmlns="">
            <p:sp>
              <p:nvSpPr>
                <p:cNvPr id="29" name="文本框 28">
                  <a:extLst>
                    <a:ext uri="{FF2B5EF4-FFF2-40B4-BE49-F238E27FC236}">
                      <a16:creationId xmlns:a16="http://schemas.microsoft.com/office/drawing/2014/main" id="{8149A236-BD45-AA2F-3D29-F3F5E29B820D}"/>
                    </a:ext>
                  </a:extLst>
                </p:cNvPr>
                <p:cNvSpPr txBox="1">
                  <a:spLocks noRot="1" noChangeAspect="1" noMove="1" noResize="1" noEditPoints="1" noAdjustHandles="1" noChangeArrowheads="1" noChangeShapeType="1" noTextEdit="1"/>
                </p:cNvSpPr>
                <p:nvPr/>
              </p:nvSpPr>
              <p:spPr>
                <a:xfrm>
                  <a:off x="3828881" y="3907692"/>
                  <a:ext cx="275023" cy="307777"/>
                </a:xfrm>
                <a:prstGeom prst="rect">
                  <a:avLst/>
                </a:prstGeom>
                <a:blipFill>
                  <a:blip r:embed="rId5"/>
                  <a:stretch>
                    <a:fillRect r="-15789" b="-9524"/>
                  </a:stretch>
                </a:blipFill>
              </p:spPr>
              <p:txBody>
                <a:bodyPr/>
                <a:lstStyle/>
                <a:p>
                  <a:r>
                    <a:rPr lang="zh-CN" altLang="en-US">
                      <a:noFill/>
                    </a:rPr>
                    <a:t> </a:t>
                  </a:r>
                </a:p>
              </p:txBody>
            </p:sp>
          </mc:Fallback>
        </mc:AlternateContent>
        <p:sp>
          <p:nvSpPr>
            <p:cNvPr id="25" name="Text Box 40">
              <a:extLst>
                <a:ext uri="{FF2B5EF4-FFF2-40B4-BE49-F238E27FC236}">
                  <a16:creationId xmlns:a16="http://schemas.microsoft.com/office/drawing/2014/main" id="{4DB7A7B6-147F-93B0-69D0-E45252D0A23C}"/>
                </a:ext>
              </a:extLst>
            </p:cNvPr>
            <p:cNvSpPr txBox="1"/>
            <p:nvPr/>
          </p:nvSpPr>
          <p:spPr>
            <a:xfrm rot="1717737">
              <a:off x="5722584" y="4485862"/>
              <a:ext cx="1124281" cy="472387"/>
            </a:xfrm>
            <a:prstGeom prst="rect">
              <a:avLst/>
            </a:prstGeom>
            <a:noFill/>
            <a:ln w="9525">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望远镜</a:t>
              </a:r>
            </a:p>
          </p:txBody>
        </p:sp>
      </p:grpSp>
      <p:sp>
        <p:nvSpPr>
          <p:cNvPr id="410643" name="文本框 410642">
            <a:extLst>
              <a:ext uri="{FF2B5EF4-FFF2-40B4-BE49-F238E27FC236}">
                <a16:creationId xmlns:a16="http://schemas.microsoft.com/office/drawing/2014/main" id="{E3F8876D-0CB6-C7A0-11D1-EDC4C74506B6}"/>
              </a:ext>
            </a:extLst>
          </p:cNvPr>
          <p:cNvSpPr txBox="1"/>
          <p:nvPr/>
        </p:nvSpPr>
        <p:spPr>
          <a:xfrm>
            <a:off x="7027884" y="4740408"/>
            <a:ext cx="4940300" cy="123110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1200"/>
              </a:spcAft>
              <a:buClrTx/>
              <a:buSzTx/>
              <a:buFont typeface="+mj-lt"/>
              <a:buNone/>
              <a:tabLst/>
              <a:defRPr/>
            </a:pPr>
            <a:r>
              <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注意事项：</a:t>
            </a:r>
          </a:p>
          <a:p>
            <a:pPr marL="0" marR="0" lvl="0" indent="0" algn="l" defTabSz="914400" rtl="0" eaLnBrk="1" fontAlgn="auto" latinLnBrk="0" hangingPunct="1">
              <a:lnSpc>
                <a:spcPct val="100000"/>
              </a:lnSpc>
              <a:spcBef>
                <a:spcPts val="0"/>
              </a:spcBef>
              <a:spcAft>
                <a:spcPts val="1200"/>
              </a:spcAft>
              <a:buClrTx/>
              <a:buSzTx/>
              <a:buFont typeface="+mj-lt"/>
              <a:buNone/>
              <a:tabLst/>
              <a:defRPr/>
            </a:pPr>
            <a:r>
              <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1. </a:t>
            </a:r>
            <a:r>
              <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光学元件，轻拿轻放，勿用手触摸光学面；</a:t>
            </a:r>
          </a:p>
          <a:p>
            <a:pPr marL="0" marR="0" lvl="0" indent="0" algn="l" defTabSz="914400" rtl="0" eaLnBrk="1" fontAlgn="auto" latinLnBrk="0" hangingPunct="1">
              <a:lnSpc>
                <a:spcPct val="100000"/>
              </a:lnSpc>
              <a:spcBef>
                <a:spcPts val="0"/>
              </a:spcBef>
              <a:spcAft>
                <a:spcPts val="1200"/>
              </a:spcAft>
              <a:buClrTx/>
              <a:buSzTx/>
              <a:buFont typeface="+mj-lt"/>
              <a:buNone/>
              <a:tabLst/>
              <a:defRPr/>
            </a:pPr>
            <a:r>
              <a:rPr lang="en-US" altLang="zh-CN" sz="1800" b="1" dirty="0">
                <a:solidFill>
                  <a:srgbClr val="FF0000"/>
                </a:solidFill>
                <a:latin typeface="微软雅黑" panose="020B0503020204020204" pitchFamily="34" charset="-122"/>
                <a:ea typeface="微软雅黑" panose="020B0503020204020204" pitchFamily="34" charset="-122"/>
                <a:sym typeface="+mn-ea"/>
              </a:rPr>
              <a:t>2</a:t>
            </a:r>
            <a:r>
              <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 汞灯辐射紫外线较强，不要眼睛直视汞灯</a:t>
            </a:r>
            <a:r>
              <a:rPr kumimoji="0" lang="zh-CN" altLang="en-US" sz="1800" b="1" i="0" u="none" strike="noStrike" kern="1200" cap="none" spc="0" normalizeH="0" baseline="0" noProof="0" dirty="0">
                <a:ln>
                  <a:noFill/>
                </a:ln>
                <a:solidFill>
                  <a:schemeClr val="tx2">
                    <a:lumMod val="50000"/>
                    <a:lumOff val="50000"/>
                  </a:schemeClr>
                </a:solidFill>
                <a:effectLst/>
                <a:uLnTx/>
                <a:uFillTx/>
                <a:latin typeface="微软雅黑" panose="020B0503020204020204" pitchFamily="34" charset="-122"/>
                <a:ea typeface="微软雅黑" panose="020B0503020204020204" pitchFamily="34" charset="-122"/>
                <a:cs typeface="+mn-cs"/>
                <a:sym typeface="+mn-ea"/>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6" name="文本框 395"/>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397" name="矩形 396"/>
          <p:cNvSpPr/>
          <p:nvPr/>
        </p:nvSpPr>
        <p:spPr>
          <a:xfrm>
            <a:off x="2660175" y="325001"/>
            <a:ext cx="3085091"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99" name="组 398"/>
          <p:cNvGrpSpPr/>
          <p:nvPr/>
        </p:nvGrpSpPr>
        <p:grpSpPr>
          <a:xfrm>
            <a:off x="11454107"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400" b="1" smtClean="0"/>
              <a:t>29</a:t>
            </a:fld>
            <a:endParaRPr lang="zh-CN" altLang="en-US" sz="1400" b="1"/>
          </a:p>
        </p:txBody>
      </p:sp>
      <p:sp>
        <p:nvSpPr>
          <p:cNvPr id="410634" name="文本框 410633">
            <a:extLst>
              <a:ext uri="{FF2B5EF4-FFF2-40B4-BE49-F238E27FC236}">
                <a16:creationId xmlns:a16="http://schemas.microsoft.com/office/drawing/2014/main" id="{2004C08E-824D-526E-34DD-79CB14F4F989}"/>
              </a:ext>
            </a:extLst>
          </p:cNvPr>
          <p:cNvSpPr txBox="1"/>
          <p:nvPr/>
        </p:nvSpPr>
        <p:spPr>
          <a:xfrm>
            <a:off x="1015767" y="1096465"/>
            <a:ext cx="6373906" cy="523220"/>
          </a:xfrm>
          <a:prstGeom prst="rect">
            <a:avLst/>
          </a:prstGeom>
          <a:noFill/>
        </p:spPr>
        <p:txBody>
          <a:bodyPr wrap="square">
            <a:spAutoFit/>
          </a:bodyPr>
          <a:lstStyle/>
          <a:p>
            <a:r>
              <a:rPr lang="zh-CN" altLang="en-US" sz="2800" b="1" dirty="0">
                <a:latin typeface="幼圆" panose="02010509060101010101" pitchFamily="49" charset="-122"/>
              </a:rPr>
              <a:t>掠入射法测三棱镜折射率</a:t>
            </a:r>
            <a:endParaRPr lang="zh-CN" altLang="en-US" sz="2800" dirty="0">
              <a:latin typeface="幼圆" panose="02010509060101010101" pitchFamily="49" charset="-122"/>
            </a:endParaRPr>
          </a:p>
        </p:txBody>
      </p:sp>
      <p:pic>
        <p:nvPicPr>
          <p:cNvPr id="410645" name="图片 410644">
            <a:extLst>
              <a:ext uri="{FF2B5EF4-FFF2-40B4-BE49-F238E27FC236}">
                <a16:creationId xmlns:a16="http://schemas.microsoft.com/office/drawing/2014/main" id="{8F9D853B-1914-2943-E241-ABED8216CF5B}"/>
              </a:ext>
            </a:extLst>
          </p:cNvPr>
          <p:cNvPicPr>
            <a:picLocks noChangeAspect="1"/>
          </p:cNvPicPr>
          <p:nvPr/>
        </p:nvPicPr>
        <p:blipFill>
          <a:blip r:embed="rId3"/>
          <a:srcRect r="4260" b="2481"/>
          <a:stretch>
            <a:fillRect/>
          </a:stretch>
        </p:blipFill>
        <p:spPr>
          <a:xfrm>
            <a:off x="7267562" y="1888697"/>
            <a:ext cx="4377591" cy="3314494"/>
          </a:xfrm>
          <a:prstGeom prst="rect">
            <a:avLst/>
          </a:prstGeom>
        </p:spPr>
      </p:pic>
      <mc:AlternateContent xmlns:mc="http://schemas.openxmlformats.org/markup-compatibility/2006">
        <mc:Choice xmlns:a14="http://schemas.microsoft.com/office/drawing/2010/main" Requires="a14">
          <p:sp>
            <p:nvSpPr>
              <p:cNvPr id="410646" name="文本框 410645">
                <a:extLst>
                  <a:ext uri="{FF2B5EF4-FFF2-40B4-BE49-F238E27FC236}">
                    <a16:creationId xmlns:a16="http://schemas.microsoft.com/office/drawing/2014/main" id="{ADC1B633-CE5B-F419-89D9-87463B85EB44}"/>
                  </a:ext>
                </a:extLst>
              </p:cNvPr>
              <p:cNvSpPr txBox="1"/>
              <p:nvPr/>
            </p:nvSpPr>
            <p:spPr>
              <a:xfrm>
                <a:off x="796125" y="1718483"/>
                <a:ext cx="6373906" cy="3139321"/>
              </a:xfrm>
              <a:prstGeom prst="rect">
                <a:avLst/>
              </a:prstGeom>
              <a:solidFill>
                <a:schemeClr val="accent1">
                  <a:lumMod val="40000"/>
                  <a:lumOff val="60000"/>
                </a:schemeClr>
              </a:solidFill>
              <a:ln>
                <a:solidFill>
                  <a:schemeClr val="accent1">
                    <a:lumMod val="40000"/>
                    <a:lumOff val="60000"/>
                  </a:schemeClr>
                </a:solidFill>
              </a:ln>
            </p:spPr>
            <p:txBody>
              <a:bodyPr wrap="square">
                <a:spAutoFit/>
              </a:bodyPr>
              <a:lstStyle/>
              <a:p>
                <a:pPr indent="266700" algn="just">
                  <a:buNone/>
                </a:pPr>
                <a:r>
                  <a:rPr lang="zh-CN" altLang="zh-CN" sz="1800" kern="100" dirty="0">
                    <a:solidFill>
                      <a:srgbClr val="000000"/>
                    </a:solidFill>
                    <a:effectLst/>
                    <a:latin typeface="Times New Roman" panose="02020603050405020304" pitchFamily="18" charset="0"/>
                    <a:ea typeface="宋体" panose="02010600030101010101" pitchFamily="2" charset="-122"/>
                  </a:rPr>
                  <a:t>掠入射法测量三棱镜折射率的光路图如图所示，用单色扩展光源（可以在钠光灯前加一块毛玻璃）照射到三棱镜</a:t>
                </a:r>
                <a:r>
                  <a:rPr lang="en-US" altLang="zh-CN" sz="1800" kern="100" dirty="0">
                    <a:solidFill>
                      <a:srgbClr val="000000"/>
                    </a:solidFill>
                    <a:effectLst/>
                    <a:latin typeface="Times New Roman" panose="02020603050405020304" pitchFamily="18" charset="0"/>
                    <a:ea typeface="宋体" panose="02010600030101010101" pitchFamily="2" charset="-122"/>
                  </a:rPr>
                  <a:t>AB</a:t>
                </a:r>
                <a:r>
                  <a:rPr lang="zh-CN" altLang="zh-CN" sz="1800" kern="100" dirty="0">
                    <a:solidFill>
                      <a:srgbClr val="000000"/>
                    </a:solidFill>
                    <a:effectLst/>
                    <a:latin typeface="Times New Roman" panose="02020603050405020304" pitchFamily="18" charset="0"/>
                    <a:ea typeface="宋体" panose="02010600030101010101" pitchFamily="2" charset="-122"/>
                  </a:rPr>
                  <a:t>面上。当扩展光源出射的光线从各个方向射向</a:t>
                </a:r>
                <a:r>
                  <a:rPr lang="en-US" altLang="zh-CN" sz="1800" kern="100" dirty="0">
                    <a:solidFill>
                      <a:srgbClr val="000000"/>
                    </a:solidFill>
                    <a:effectLst/>
                    <a:latin typeface="Times New Roman" panose="02020603050405020304" pitchFamily="18" charset="0"/>
                    <a:ea typeface="宋体" panose="02010600030101010101" pitchFamily="2" charset="-122"/>
                  </a:rPr>
                  <a:t>AB</a:t>
                </a:r>
                <a:r>
                  <a:rPr lang="zh-CN" altLang="zh-CN" sz="1800" kern="100" dirty="0">
                    <a:solidFill>
                      <a:srgbClr val="000000"/>
                    </a:solidFill>
                    <a:effectLst/>
                    <a:latin typeface="Times New Roman" panose="02020603050405020304" pitchFamily="18" charset="0"/>
                    <a:ea typeface="宋体" panose="02010600030101010101" pitchFamily="2" charset="-122"/>
                  </a:rPr>
                  <a:t>面时，有如下三种情况：</a:t>
                </a:r>
                <a:endParaRPr lang="zh-CN" altLang="zh-CN" sz="1800" kern="100" dirty="0">
                  <a:effectLst/>
                  <a:latin typeface="Times New Roman" panose="02020603050405020304" pitchFamily="18" charset="0"/>
                  <a:ea typeface="宋体" panose="02010600030101010101" pitchFamily="2" charset="-122"/>
                </a:endParaRPr>
              </a:p>
              <a:p>
                <a:pPr indent="266700" algn="just">
                  <a:buNone/>
                </a:pPr>
                <a:r>
                  <a:rPr lang="zh-CN"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sz="1800" kern="100" dirty="0">
                    <a:solidFill>
                      <a:srgbClr val="000000"/>
                    </a:solidFill>
                    <a:effectLst/>
                    <a:latin typeface="Times New Roman" panose="02020603050405020304" pitchFamily="18" charset="0"/>
                    <a:ea typeface="宋体" panose="02010600030101010101" pitchFamily="2" charset="-122"/>
                  </a:rPr>
                  <a:t>1</a:t>
                </a:r>
                <a:r>
                  <a:rPr lang="zh-CN" altLang="zh-CN" sz="1800" kern="100" dirty="0">
                    <a:solidFill>
                      <a:srgbClr val="000000"/>
                    </a:solidFill>
                    <a:effectLst/>
                    <a:latin typeface="Times New Roman" panose="02020603050405020304" pitchFamily="18" charset="0"/>
                    <a:ea typeface="宋体" panose="02010600030101010101" pitchFamily="2" charset="-122"/>
                  </a:rPr>
                  <a:t>）以</a:t>
                </a:r>
                <a:r>
                  <a:rPr lang="en-US" altLang="zh-CN" sz="1800" kern="100" dirty="0">
                    <a:solidFill>
                      <a:srgbClr val="000000"/>
                    </a:solidFill>
                    <a:effectLst/>
                    <a:latin typeface="Times New Roman" panose="02020603050405020304" pitchFamily="18" charset="0"/>
                    <a:ea typeface="宋体" panose="02010600030101010101" pitchFamily="2" charset="-122"/>
                  </a:rPr>
                  <a:t>90º</a:t>
                </a:r>
                <a:r>
                  <a:rPr lang="zh-CN" altLang="zh-CN" sz="1800" kern="100" dirty="0">
                    <a:solidFill>
                      <a:srgbClr val="000000"/>
                    </a:solidFill>
                    <a:effectLst/>
                    <a:latin typeface="Times New Roman" panose="02020603050405020304" pitchFamily="18" charset="0"/>
                    <a:ea typeface="宋体" panose="02010600030101010101" pitchFamily="2" charset="-122"/>
                  </a:rPr>
                  <a:t>入射的光线，其内折射角</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2</m:t>
                        </m:r>
                      </m:sub>
                    </m:sSub>
                  </m:oMath>
                </a14:m>
                <a:r>
                  <a:rPr lang="zh-CN" altLang="zh-CN" sz="1800" kern="100" dirty="0">
                    <a:solidFill>
                      <a:srgbClr val="000000"/>
                    </a:solidFill>
                    <a:effectLst/>
                    <a:latin typeface="Times New Roman" panose="02020603050405020304" pitchFamily="18" charset="0"/>
                    <a:ea typeface="宋体" panose="02010600030101010101" pitchFamily="2" charset="-122"/>
                  </a:rPr>
                  <a:t>最大为</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2</m:t>
                        </m:r>
                        <m:r>
                          <m:rPr>
                            <m:sty m:val="p"/>
                          </m:rPr>
                          <a:rPr lang="en-US" altLang="zh-CN" sz="1800" kern="100">
                            <a:solidFill>
                              <a:srgbClr val="000000"/>
                            </a:solidFill>
                            <a:effectLst/>
                            <a:latin typeface="Cambria Math" panose="02040503050406030204" pitchFamily="18" charset="0"/>
                            <a:ea typeface="宋体" panose="02010600030101010101" pitchFamily="2" charset="-122"/>
                          </a:rPr>
                          <m:t>max</m:t>
                        </m:r>
                      </m:sub>
                    </m:sSub>
                  </m:oMath>
                </a14:m>
                <a:r>
                  <a:rPr lang="zh-CN" altLang="zh-CN" sz="1800" kern="100" dirty="0">
                    <a:solidFill>
                      <a:srgbClr val="000000"/>
                    </a:solidFill>
                    <a:effectLst/>
                    <a:latin typeface="Times New Roman" panose="02020603050405020304" pitchFamily="18" charset="0"/>
                    <a:ea typeface="宋体" panose="02010600030101010101" pitchFamily="2" charset="-122"/>
                  </a:rPr>
                  <a:t>，其出射角</a:t>
                </a:r>
                <a14:m>
                  <m:oMath xmlns:m="http://schemas.openxmlformats.org/officeDocument/2006/math">
                    <m:sSubSup>
                      <m:sSub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bSup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1</m:t>
                        </m:r>
                      </m:sub>
                      <m:sup>
                        <m:r>
                          <a:rPr lang="en-US" altLang="zh-CN" sz="1800" i="1" kern="100">
                            <a:solidFill>
                              <a:srgbClr val="000000"/>
                            </a:solidFill>
                            <a:effectLst/>
                            <a:latin typeface="Cambria Math" panose="02040503050406030204" pitchFamily="18" charset="0"/>
                            <a:ea typeface="宋体" panose="02010600030101010101" pitchFamily="2" charset="-122"/>
                          </a:rPr>
                          <m:t>′</m:t>
                        </m:r>
                      </m:sup>
                    </m:sSubSup>
                  </m:oMath>
                </a14:m>
                <a:r>
                  <a:rPr lang="zh-CN" altLang="zh-CN" sz="1800" kern="100" dirty="0">
                    <a:solidFill>
                      <a:srgbClr val="000000"/>
                    </a:solidFill>
                    <a:effectLst/>
                    <a:latin typeface="Times New Roman" panose="02020603050405020304" pitchFamily="18" charset="0"/>
                    <a:ea typeface="宋体" panose="02010600030101010101" pitchFamily="2" charset="-122"/>
                  </a:rPr>
                  <a:t>最小为</a:t>
                </a:r>
                <a14:m>
                  <m:oMath xmlns:m="http://schemas.openxmlformats.org/officeDocument/2006/math">
                    <m:sSubSup>
                      <m:sSub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bSup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1</m:t>
                        </m:r>
                        <m:r>
                          <m:rPr>
                            <m:sty m:val="p"/>
                          </m:rPr>
                          <a:rPr lang="en-US" altLang="zh-CN" sz="1800" kern="100">
                            <a:solidFill>
                              <a:srgbClr val="000000"/>
                            </a:solidFill>
                            <a:effectLst/>
                            <a:latin typeface="Cambria Math" panose="02040503050406030204" pitchFamily="18" charset="0"/>
                            <a:ea typeface="宋体" panose="02010600030101010101" pitchFamily="2" charset="-122"/>
                          </a:rPr>
                          <m:t>min</m:t>
                        </m:r>
                      </m:sub>
                      <m:sup>
                        <m:r>
                          <a:rPr lang="en-US" altLang="zh-CN" sz="1800" i="1" kern="100">
                            <a:solidFill>
                              <a:srgbClr val="000000"/>
                            </a:solidFill>
                            <a:effectLst/>
                            <a:latin typeface="Cambria Math" panose="02040503050406030204" pitchFamily="18" charset="0"/>
                            <a:ea typeface="宋体" panose="02010600030101010101" pitchFamily="2" charset="-122"/>
                          </a:rPr>
                          <m:t>′</m:t>
                        </m:r>
                      </m:sup>
                    </m:sSubSup>
                  </m:oMath>
                </a14:m>
                <a:r>
                  <a:rPr lang="zh-CN" altLang="zh-CN" sz="1800" kern="100" dirty="0">
                    <a:solidFill>
                      <a:srgbClr val="000000"/>
                    </a:solidFill>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266700" algn="just">
                  <a:buNone/>
                </a:pPr>
                <a:r>
                  <a:rPr lang="zh-CN"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sz="1800" kern="100" dirty="0">
                    <a:solidFill>
                      <a:srgbClr val="000000"/>
                    </a:solidFill>
                    <a:effectLst/>
                    <a:latin typeface="Times New Roman" panose="02020603050405020304" pitchFamily="18" charset="0"/>
                    <a:ea typeface="宋体" panose="02010600030101010101" pitchFamily="2" charset="-122"/>
                  </a:rPr>
                  <a:t>2</a:t>
                </a:r>
                <a:r>
                  <a:rPr lang="zh-CN" altLang="zh-CN" sz="1800" kern="100" dirty="0">
                    <a:solidFill>
                      <a:srgbClr val="000000"/>
                    </a:solidFill>
                    <a:effectLst/>
                    <a:latin typeface="Times New Roman" panose="02020603050405020304" pitchFamily="18" charset="0"/>
                    <a:ea typeface="宋体" panose="02010600030101010101" pitchFamily="2" charset="-122"/>
                  </a:rPr>
                  <a:t>）小于</a:t>
                </a:r>
                <a:r>
                  <a:rPr lang="en-US" altLang="zh-CN" sz="1800" kern="100" dirty="0">
                    <a:solidFill>
                      <a:srgbClr val="000000"/>
                    </a:solidFill>
                    <a:effectLst/>
                    <a:latin typeface="Times New Roman" panose="02020603050405020304" pitchFamily="18" charset="0"/>
                    <a:ea typeface="宋体" panose="02010600030101010101" pitchFamily="2" charset="-122"/>
                  </a:rPr>
                  <a:t>90°</a:t>
                </a:r>
                <a:r>
                  <a:rPr lang="zh-CN" altLang="zh-CN" sz="1800" kern="100" dirty="0">
                    <a:solidFill>
                      <a:srgbClr val="000000"/>
                    </a:solidFill>
                    <a:effectLst/>
                    <a:latin typeface="Times New Roman" panose="02020603050405020304" pitchFamily="18" charset="0"/>
                    <a:ea typeface="宋体" panose="02010600030101010101" pitchFamily="2" charset="-122"/>
                  </a:rPr>
                  <a:t>入射的光线，其内折射角必小于</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2</m:t>
                        </m:r>
                        <m:r>
                          <m:rPr>
                            <m:sty m:val="p"/>
                          </m:rPr>
                          <a:rPr lang="en-US" altLang="zh-CN" sz="1800" kern="100">
                            <a:solidFill>
                              <a:srgbClr val="000000"/>
                            </a:solidFill>
                            <a:effectLst/>
                            <a:latin typeface="Cambria Math" panose="02040503050406030204" pitchFamily="18" charset="0"/>
                            <a:ea typeface="宋体" panose="02010600030101010101" pitchFamily="2" charset="-122"/>
                          </a:rPr>
                          <m:t>max</m:t>
                        </m:r>
                      </m:sub>
                    </m:sSub>
                  </m:oMath>
                </a14:m>
                <a:r>
                  <a:rPr lang="zh-CN" altLang="zh-CN" sz="1800" kern="100" dirty="0">
                    <a:solidFill>
                      <a:srgbClr val="000000"/>
                    </a:solidFill>
                    <a:effectLst/>
                    <a:latin typeface="Times New Roman" panose="02020603050405020304" pitchFamily="18" charset="0"/>
                    <a:ea typeface="宋体" panose="02010600030101010101" pitchFamily="2" charset="-122"/>
                  </a:rPr>
                  <a:t>，出射角必大于</a:t>
                </a:r>
                <a14:m>
                  <m:oMath xmlns:m="http://schemas.openxmlformats.org/officeDocument/2006/math">
                    <m:sSubSup>
                      <m:sSub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bSup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1</m:t>
                        </m:r>
                        <m:r>
                          <m:rPr>
                            <m:sty m:val="p"/>
                          </m:rPr>
                          <a:rPr lang="en-US" altLang="zh-CN" sz="1800" kern="100">
                            <a:solidFill>
                              <a:srgbClr val="000000"/>
                            </a:solidFill>
                            <a:effectLst/>
                            <a:latin typeface="Cambria Math" panose="02040503050406030204" pitchFamily="18" charset="0"/>
                            <a:ea typeface="宋体" panose="02010600030101010101" pitchFamily="2" charset="-122"/>
                          </a:rPr>
                          <m:t>min</m:t>
                        </m:r>
                      </m:sub>
                      <m:sup>
                        <m:r>
                          <a:rPr lang="en-US" altLang="zh-CN" sz="1800" i="1" kern="100">
                            <a:solidFill>
                              <a:srgbClr val="000000"/>
                            </a:solidFill>
                            <a:effectLst/>
                            <a:latin typeface="Cambria Math" panose="02040503050406030204" pitchFamily="18" charset="0"/>
                            <a:ea typeface="宋体" panose="02010600030101010101" pitchFamily="2" charset="-122"/>
                          </a:rPr>
                          <m:t>′</m:t>
                        </m:r>
                      </m:sup>
                    </m:sSubSup>
                  </m:oMath>
                </a14:m>
                <a:r>
                  <a:rPr lang="zh-CN" altLang="zh-CN" sz="1800" kern="100" dirty="0">
                    <a:solidFill>
                      <a:srgbClr val="000000"/>
                    </a:solidFill>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266700" algn="just">
                  <a:buNone/>
                </a:pPr>
                <a:r>
                  <a:rPr lang="zh-CN"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sz="1800" kern="100" dirty="0">
                    <a:solidFill>
                      <a:srgbClr val="000000"/>
                    </a:solidFill>
                    <a:effectLst/>
                    <a:latin typeface="Times New Roman" panose="02020603050405020304" pitchFamily="18" charset="0"/>
                    <a:ea typeface="宋体" panose="02010600030101010101" pitchFamily="2" charset="-122"/>
                  </a:rPr>
                  <a:t>3</a:t>
                </a:r>
                <a:r>
                  <a:rPr lang="zh-CN" altLang="zh-CN" sz="1800" kern="100" dirty="0">
                    <a:solidFill>
                      <a:srgbClr val="000000"/>
                    </a:solidFill>
                    <a:effectLst/>
                    <a:latin typeface="Times New Roman" panose="02020603050405020304" pitchFamily="18" charset="0"/>
                    <a:ea typeface="宋体" panose="02010600030101010101" pitchFamily="2" charset="-122"/>
                  </a:rPr>
                  <a:t>）大于</a:t>
                </a:r>
                <a:r>
                  <a:rPr lang="en-US" altLang="zh-CN" sz="1800" kern="100" dirty="0">
                    <a:solidFill>
                      <a:srgbClr val="000000"/>
                    </a:solidFill>
                    <a:effectLst/>
                    <a:latin typeface="Times New Roman" panose="02020603050405020304" pitchFamily="18" charset="0"/>
                    <a:ea typeface="宋体" panose="02010600030101010101" pitchFamily="2" charset="-122"/>
                  </a:rPr>
                  <a:t>90°</a:t>
                </a:r>
                <a:r>
                  <a:rPr lang="zh-CN" altLang="zh-CN" sz="1800" kern="100" dirty="0">
                    <a:solidFill>
                      <a:srgbClr val="000000"/>
                    </a:solidFill>
                    <a:effectLst/>
                    <a:latin typeface="Times New Roman" panose="02020603050405020304" pitchFamily="18" charset="0"/>
                    <a:ea typeface="宋体" panose="02010600030101010101" pitchFamily="2" charset="-122"/>
                  </a:rPr>
                  <a:t>入射的光线不能进入三棱镜。</a:t>
                </a:r>
                <a:endParaRPr lang="zh-CN" altLang="zh-CN" sz="1800" kern="100" dirty="0">
                  <a:effectLst/>
                  <a:latin typeface="Times New Roman" panose="02020603050405020304" pitchFamily="18" charset="0"/>
                  <a:ea typeface="宋体" panose="02010600030101010101" pitchFamily="2" charset="-122"/>
                </a:endParaRPr>
              </a:p>
              <a:p>
                <a:pPr indent="266700" algn="just"/>
                <a:r>
                  <a:rPr lang="zh-CN" altLang="zh-CN" sz="1800" kern="100" dirty="0">
                    <a:solidFill>
                      <a:srgbClr val="000000"/>
                    </a:solidFill>
                    <a:effectLst/>
                    <a:latin typeface="Times New Roman" panose="02020603050405020304" pitchFamily="18" charset="0"/>
                    <a:ea typeface="宋体" panose="02010600030101010101" pitchFamily="2" charset="-122"/>
                  </a:rPr>
                  <a:t>这样，在</a:t>
                </a:r>
                <a:r>
                  <a:rPr lang="en-US" altLang="zh-CN" sz="1800" kern="100" dirty="0">
                    <a:solidFill>
                      <a:srgbClr val="000000"/>
                    </a:solidFill>
                    <a:effectLst/>
                    <a:latin typeface="Times New Roman" panose="02020603050405020304" pitchFamily="18" charset="0"/>
                    <a:ea typeface="宋体" panose="02010600030101010101" pitchFamily="2" charset="-122"/>
                  </a:rPr>
                  <a:t>AC</a:t>
                </a:r>
                <a:r>
                  <a:rPr lang="zh-CN" altLang="zh-CN" sz="1800" kern="100" dirty="0">
                    <a:solidFill>
                      <a:srgbClr val="000000"/>
                    </a:solidFill>
                    <a:effectLst/>
                    <a:latin typeface="Times New Roman" panose="02020603050405020304" pitchFamily="18" charset="0"/>
                    <a:ea typeface="宋体" panose="02010600030101010101" pitchFamily="2" charset="-122"/>
                  </a:rPr>
                  <a:t>面用望远镜观察时，将出现半明半暗的视场。明暗视场的交线就是入射角</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1</m:t>
                        </m:r>
                      </m:sub>
                    </m:sSub>
                  </m:oMath>
                </a14:m>
                <a:r>
                  <a:rPr lang="zh-CN" altLang="zh-CN" sz="1800" kern="100" dirty="0">
                    <a:solidFill>
                      <a:srgbClr val="000000"/>
                    </a:solidFill>
                    <a:effectLst/>
                    <a:latin typeface="Times New Roman" panose="02020603050405020304" pitchFamily="18" charset="0"/>
                    <a:ea typeface="宋体" panose="02010600030101010101" pitchFamily="2" charset="-122"/>
                  </a:rPr>
                  <a:t>为</a:t>
                </a:r>
                <a:r>
                  <a:rPr lang="en-US" altLang="zh-CN" sz="1800" kern="100" dirty="0">
                    <a:solidFill>
                      <a:srgbClr val="000000"/>
                    </a:solidFill>
                    <a:effectLst/>
                    <a:latin typeface="Times New Roman" panose="02020603050405020304" pitchFamily="18" charset="0"/>
                    <a:ea typeface="宋体" panose="02010600030101010101" pitchFamily="2" charset="-122"/>
                  </a:rPr>
                  <a:t>90°</a:t>
                </a:r>
                <a:r>
                  <a:rPr lang="zh-CN" altLang="zh-CN" sz="1800" kern="100" dirty="0">
                    <a:solidFill>
                      <a:srgbClr val="000000"/>
                    </a:solidFill>
                    <a:effectLst/>
                    <a:latin typeface="Times New Roman" panose="02020603050405020304" pitchFamily="18" charset="0"/>
                    <a:ea typeface="宋体" panose="02010600030101010101" pitchFamily="2" charset="-122"/>
                  </a:rPr>
                  <a:t>的光线的出射方向。</a:t>
                </a:r>
                <a:endParaRPr lang="zh-CN" altLang="zh-CN" sz="1800" kern="100" dirty="0">
                  <a:effectLst/>
                  <a:latin typeface="Times New Roman" panose="02020603050405020304" pitchFamily="18" charset="0"/>
                  <a:ea typeface="宋体" panose="02010600030101010101" pitchFamily="2" charset="-122"/>
                </a:endParaRPr>
              </a:p>
            </p:txBody>
          </p:sp>
        </mc:Choice>
        <mc:Fallback>
          <p:sp>
            <p:nvSpPr>
              <p:cNvPr id="410646" name="文本框 410645">
                <a:extLst>
                  <a:ext uri="{FF2B5EF4-FFF2-40B4-BE49-F238E27FC236}">
                    <a16:creationId xmlns:a16="http://schemas.microsoft.com/office/drawing/2014/main" id="{ADC1B633-CE5B-F419-89D9-87463B85EB44}"/>
                  </a:ext>
                </a:extLst>
              </p:cNvPr>
              <p:cNvSpPr txBox="1">
                <a:spLocks noRot="1" noChangeAspect="1" noMove="1" noResize="1" noEditPoints="1" noAdjustHandles="1" noChangeArrowheads="1" noChangeShapeType="1" noTextEdit="1"/>
              </p:cNvSpPr>
              <p:nvPr/>
            </p:nvSpPr>
            <p:spPr>
              <a:xfrm>
                <a:off x="796125" y="1718483"/>
                <a:ext cx="6373906" cy="3139321"/>
              </a:xfrm>
              <a:prstGeom prst="rect">
                <a:avLst/>
              </a:prstGeom>
              <a:blipFill>
                <a:blip r:embed="rId4"/>
                <a:stretch>
                  <a:fillRect l="-795" t="-800" r="-795" b="-2000"/>
                </a:stretch>
              </a:blipFill>
              <a:ln>
                <a:solidFill>
                  <a:schemeClr val="accent1">
                    <a:lumMod val="40000"/>
                    <a:lumOff val="60000"/>
                  </a:schemeClr>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0647" name="文本框 410646">
                <a:extLst>
                  <a:ext uri="{FF2B5EF4-FFF2-40B4-BE49-F238E27FC236}">
                    <a16:creationId xmlns:a16="http://schemas.microsoft.com/office/drawing/2014/main" id="{990A8005-02A5-0D0C-505A-C5232104D0CA}"/>
                  </a:ext>
                </a:extLst>
              </p:cNvPr>
              <p:cNvSpPr txBox="1"/>
              <p:nvPr/>
            </p:nvSpPr>
            <p:spPr>
              <a:xfrm>
                <a:off x="478623" y="5143210"/>
                <a:ext cx="3463699" cy="9562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𝑛</m:t>
                      </m:r>
                      <m:r>
                        <a:rPr lang="zh-CN" altLang="en-US" i="0">
                          <a:latin typeface="Cambria Math" panose="02040503050406030204" pitchFamily="18" charset="0"/>
                        </a:rPr>
                        <m:t>=</m:t>
                      </m:r>
                      <m:rad>
                        <m:radPr>
                          <m:degHide m:val="on"/>
                          <m:ctrlPr>
                            <a:rPr lang="zh-CN" altLang="en-US" i="1">
                              <a:solidFill>
                                <a:srgbClr val="836967"/>
                              </a:solidFill>
                              <a:latin typeface="Cambria Math" panose="02040503050406030204" pitchFamily="18" charset="0"/>
                            </a:rPr>
                          </m:ctrlPr>
                        </m:radPr>
                        <m:deg/>
                        <m:e>
                          <m:sSup>
                            <m:sSupPr>
                              <m:ctrlPr>
                                <a:rPr lang="zh-CN" altLang="en-US" i="1">
                                  <a:solidFill>
                                    <a:srgbClr val="836967"/>
                                  </a:solidFill>
                                  <a:latin typeface="Cambria Math" panose="02040503050406030204" pitchFamily="18" charset="0"/>
                                </a:rPr>
                              </m:ctrlPr>
                            </m:sSupPr>
                            <m:e>
                              <m:d>
                                <m:dPr>
                                  <m:ctrlPr>
                                    <a:rPr lang="zh-CN" altLang="en-US" i="1">
                                      <a:latin typeface="Cambria Math" panose="02040503050406030204" pitchFamily="18" charset="0"/>
                                    </a:rPr>
                                  </m:ctrlPr>
                                </m:dPr>
                                <m:e>
                                  <m:f>
                                    <m:fPr>
                                      <m:ctrlPr>
                                        <a:rPr lang="zh-CN" altLang="en-US" i="1">
                                          <a:solidFill>
                                            <a:srgbClr val="836967"/>
                                          </a:solidFill>
                                          <a:latin typeface="Cambria Math" panose="02040503050406030204" pitchFamily="18" charset="0"/>
                                        </a:rPr>
                                      </m:ctrlPr>
                                    </m:fPr>
                                    <m:num>
                                      <m:r>
                                        <m:rPr>
                                          <m:sty m:val="p"/>
                                        </m:rPr>
                                        <a:rPr lang="zh-CN" altLang="en-US" i="0">
                                          <a:latin typeface="Cambria Math" panose="02040503050406030204" pitchFamily="18" charset="0"/>
                                        </a:rPr>
                                        <m:t>cos</m:t>
                                      </m:r>
                                      <m:r>
                                        <a:rPr lang="zh-CN" altLang="en-US" i="1">
                                          <a:latin typeface="Cambria Math" panose="02040503050406030204" pitchFamily="18" charset="0"/>
                                        </a:rPr>
                                        <m:t>𝐴</m:t>
                                      </m:r>
                                      <m:r>
                                        <a:rPr lang="zh-CN" altLang="en-US" i="0">
                                          <a:latin typeface="Cambria Math" panose="02040503050406030204" pitchFamily="18" charset="0"/>
                                        </a:rPr>
                                        <m:t>+</m:t>
                                      </m:r>
                                      <m:r>
                                        <m:rPr>
                                          <m:sty m:val="p"/>
                                        </m:rPr>
                                        <a:rPr lang="zh-CN" altLang="en-US" i="0">
                                          <a:latin typeface="Cambria Math" panose="02040503050406030204" pitchFamily="18" charset="0"/>
                                        </a:rPr>
                                        <m:t>sin</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𝑖</m:t>
                                          </m:r>
                                        </m:e>
                                        <m:sub>
                                          <m:r>
                                            <a:rPr lang="zh-CN" altLang="en-US" i="0">
                                              <a:latin typeface="Cambria Math" panose="02040503050406030204" pitchFamily="18" charset="0"/>
                                            </a:rPr>
                                            <m:t>1</m:t>
                                          </m:r>
                                          <m:r>
                                            <m:rPr>
                                              <m:sty m:val="p"/>
                                            </m:rPr>
                                            <a:rPr lang="zh-CN" altLang="en-US" i="0">
                                              <a:latin typeface="Cambria Math" panose="02040503050406030204" pitchFamily="18" charset="0"/>
                                            </a:rPr>
                                            <m:t>min</m:t>
                                          </m:r>
                                        </m:sub>
                                        <m:sup>
                                          <m:r>
                                            <a:rPr lang="zh-CN" altLang="en-US" i="0">
                                              <a:latin typeface="Cambria Math" panose="02040503050406030204" pitchFamily="18" charset="0"/>
                                            </a:rPr>
                                            <m:t>′</m:t>
                                          </m:r>
                                        </m:sup>
                                      </m:sSubSup>
                                    </m:num>
                                    <m:den>
                                      <m:r>
                                        <m:rPr>
                                          <m:sty m:val="p"/>
                                        </m:rPr>
                                        <a:rPr lang="zh-CN" altLang="en-US" i="0">
                                          <a:latin typeface="Cambria Math" panose="02040503050406030204" pitchFamily="18" charset="0"/>
                                        </a:rPr>
                                        <m:t>sin</m:t>
                                      </m:r>
                                      <m:r>
                                        <a:rPr lang="zh-CN" altLang="en-US" i="1">
                                          <a:latin typeface="Cambria Math" panose="02040503050406030204" pitchFamily="18" charset="0"/>
                                        </a:rPr>
                                        <m:t>𝐴</m:t>
                                      </m:r>
                                    </m:den>
                                  </m:f>
                                </m:e>
                              </m:d>
                            </m:e>
                            <m:sup>
                              <m:r>
                                <a:rPr lang="zh-CN" altLang="en-US" i="0">
                                  <a:latin typeface="Cambria Math" panose="02040503050406030204" pitchFamily="18" charset="0"/>
                                </a:rPr>
                                <m:t>2</m:t>
                              </m:r>
                            </m:sup>
                          </m:sSup>
                          <m:r>
                            <a:rPr lang="zh-CN" altLang="en-US" i="0">
                              <a:latin typeface="Cambria Math" panose="02040503050406030204" pitchFamily="18" charset="0"/>
                            </a:rPr>
                            <m:t>+1</m:t>
                          </m:r>
                        </m:e>
                      </m:rad>
                    </m:oMath>
                  </m:oMathPara>
                </a14:m>
                <a:endParaRPr lang="zh-CN" altLang="en-US" dirty="0"/>
              </a:p>
            </p:txBody>
          </p:sp>
        </mc:Choice>
        <mc:Fallback>
          <p:sp>
            <p:nvSpPr>
              <p:cNvPr id="410647" name="文本框 410646">
                <a:extLst>
                  <a:ext uri="{FF2B5EF4-FFF2-40B4-BE49-F238E27FC236}">
                    <a16:creationId xmlns:a16="http://schemas.microsoft.com/office/drawing/2014/main" id="{990A8005-02A5-0D0C-505A-C5232104D0CA}"/>
                  </a:ext>
                </a:extLst>
              </p:cNvPr>
              <p:cNvSpPr txBox="1">
                <a:spLocks noRot="1" noChangeAspect="1" noMove="1" noResize="1" noEditPoints="1" noAdjustHandles="1" noChangeArrowheads="1" noChangeShapeType="1" noTextEdit="1"/>
              </p:cNvSpPr>
              <p:nvPr/>
            </p:nvSpPr>
            <p:spPr>
              <a:xfrm>
                <a:off x="478623" y="5143210"/>
                <a:ext cx="3463699" cy="95622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0648" name="文本框 410647">
                <a:extLst>
                  <a:ext uri="{FF2B5EF4-FFF2-40B4-BE49-F238E27FC236}">
                    <a16:creationId xmlns:a16="http://schemas.microsoft.com/office/drawing/2014/main" id="{4029E5C5-7411-D634-2CEB-6A8E11A8FF60}"/>
                  </a:ext>
                </a:extLst>
              </p:cNvPr>
              <p:cNvSpPr txBox="1"/>
              <p:nvPr/>
            </p:nvSpPr>
            <p:spPr>
              <a:xfrm>
                <a:off x="1013011" y="6114238"/>
                <a:ext cx="232634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solidFill>
                                <a:srgbClr val="836967"/>
                              </a:solidFill>
                              <a:latin typeface="Cambria Math" panose="02040503050406030204" pitchFamily="18" charset="0"/>
                            </a:rPr>
                          </m:ctrlPr>
                        </m:sSubSupPr>
                        <m:e>
                          <m:r>
                            <a:rPr lang="zh-CN" altLang="en-US" i="1">
                              <a:latin typeface="Cambria Math" panose="02040503050406030204" pitchFamily="18" charset="0"/>
                            </a:rPr>
                            <m:t>𝑖</m:t>
                          </m:r>
                        </m:e>
                        <m:sub>
                          <m:r>
                            <a:rPr lang="zh-CN" altLang="en-US" i="0">
                              <a:latin typeface="Cambria Math" panose="02040503050406030204" pitchFamily="18" charset="0"/>
                            </a:rPr>
                            <m:t>1</m:t>
                          </m:r>
                          <m:r>
                            <m:rPr>
                              <m:sty m:val="p"/>
                            </m:rPr>
                            <a:rPr lang="zh-CN" altLang="en-US" i="0">
                              <a:latin typeface="Cambria Math" panose="02040503050406030204" pitchFamily="18" charset="0"/>
                            </a:rPr>
                            <m:t>min</m:t>
                          </m:r>
                        </m:sub>
                        <m:sup>
                          <m:r>
                            <a:rPr lang="zh-CN" altLang="en-US" i="0">
                              <a:latin typeface="Cambria Math" panose="02040503050406030204" pitchFamily="18" charset="0"/>
                            </a:rPr>
                            <m:t>′</m:t>
                          </m:r>
                        </m:sup>
                      </m:sSubSup>
                      <m:r>
                        <a:rPr lang="zh-CN" altLang="en-US" i="0">
                          <a:latin typeface="Cambria Math" panose="02040503050406030204" pitchFamily="18" charset="0"/>
                        </a:rPr>
                        <m:t>=</m:t>
                      </m:r>
                      <m:d>
                        <m:dPr>
                          <m:begChr m:val="|"/>
                          <m:endChr m:val="|"/>
                          <m:ctrlPr>
                            <a:rPr lang="zh-CN" altLang="en-US" i="1">
                              <a:solidFill>
                                <a:srgbClr val="836967"/>
                              </a:solidFill>
                              <a:latin typeface="Cambria Math" panose="02040503050406030204" pitchFamily="18" charset="0"/>
                            </a:rPr>
                          </m:ctrlPr>
                        </m:d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𝜃</m:t>
                              </m:r>
                            </m:e>
                            <m:sub>
                              <m:r>
                                <a:rPr lang="zh-CN" altLang="en-US" i="0">
                                  <a:latin typeface="Cambria Math" panose="02040503050406030204" pitchFamily="18" charset="0"/>
                                </a:rPr>
                                <m:t>1</m:t>
                              </m:r>
                              <m:r>
                                <m:rPr>
                                  <m:sty m:val="p"/>
                                </m:rPr>
                                <a:rPr lang="zh-CN" altLang="en-US" i="0">
                                  <a:latin typeface="Cambria Math" panose="02040503050406030204" pitchFamily="18" charset="0"/>
                                </a:rPr>
                                <m:t>min</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𝜃</m:t>
                              </m:r>
                            </m:e>
                            <m:sub>
                              <m:r>
                                <a:rPr lang="zh-CN" altLang="en-US" i="0">
                                  <a:latin typeface="Cambria Math" panose="02040503050406030204" pitchFamily="18" charset="0"/>
                                </a:rPr>
                                <m:t>0</m:t>
                              </m:r>
                            </m:sub>
                          </m:sSub>
                        </m:e>
                      </m:d>
                    </m:oMath>
                  </m:oMathPara>
                </a14:m>
                <a:endParaRPr lang="zh-CN" altLang="en-US" dirty="0"/>
              </a:p>
            </p:txBody>
          </p:sp>
        </mc:Choice>
        <mc:Fallback>
          <p:sp>
            <p:nvSpPr>
              <p:cNvPr id="410648" name="文本框 410647">
                <a:extLst>
                  <a:ext uri="{FF2B5EF4-FFF2-40B4-BE49-F238E27FC236}">
                    <a16:creationId xmlns:a16="http://schemas.microsoft.com/office/drawing/2014/main" id="{4029E5C5-7411-D634-2CEB-6A8E11A8FF60}"/>
                  </a:ext>
                </a:extLst>
              </p:cNvPr>
              <p:cNvSpPr txBox="1">
                <a:spLocks noRot="1" noChangeAspect="1" noMove="1" noResize="1" noEditPoints="1" noAdjustHandles="1" noChangeArrowheads="1" noChangeShapeType="1" noTextEdit="1"/>
              </p:cNvSpPr>
              <p:nvPr/>
            </p:nvSpPr>
            <p:spPr>
              <a:xfrm>
                <a:off x="1013011" y="6114238"/>
                <a:ext cx="2326341" cy="369332"/>
              </a:xfrm>
              <a:prstGeom prst="rect">
                <a:avLst/>
              </a:prstGeom>
              <a:blipFill>
                <a:blip r:embed="rId6"/>
                <a:stretch>
                  <a:fillRect b="-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0649" name="文本框 410648">
                <a:extLst>
                  <a:ext uri="{FF2B5EF4-FFF2-40B4-BE49-F238E27FC236}">
                    <a16:creationId xmlns:a16="http://schemas.microsoft.com/office/drawing/2014/main" id="{202EBCA3-CAC1-E89F-CCD2-B2441380B93F}"/>
                  </a:ext>
                </a:extLst>
              </p:cNvPr>
              <p:cNvSpPr txBox="1"/>
              <p:nvPr/>
            </p:nvSpPr>
            <p:spPr>
              <a:xfrm>
                <a:off x="4558553" y="5437077"/>
                <a:ext cx="6620436" cy="923330"/>
              </a:xfrm>
              <a:prstGeom prst="rect">
                <a:avLst/>
              </a:prstGeom>
              <a:solidFill>
                <a:schemeClr val="accent1">
                  <a:lumMod val="40000"/>
                  <a:lumOff val="60000"/>
                </a:schemeClr>
              </a:solidFill>
            </p:spPr>
            <p:txBody>
              <a:bodyPr wrap="square">
                <a:spAutoFit/>
              </a:bodyPr>
              <a:lstStyle/>
              <a:p>
                <a:pPr indent="266700" algn="just"/>
                <a:r>
                  <a:rPr lang="zh-CN" altLang="zh-CN" sz="1800" kern="100" dirty="0">
                    <a:solidFill>
                      <a:srgbClr val="000000"/>
                    </a:solidFill>
                    <a:effectLst/>
                    <a:latin typeface="Times New Roman" panose="02020603050405020304" pitchFamily="18" charset="0"/>
                    <a:ea typeface="宋体" panose="02010600030101010101" pitchFamily="2" charset="-122"/>
                  </a:rPr>
                  <a:t>其中，</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𝜃</m:t>
                        </m:r>
                      </m:e>
                      <m:sub>
                        <m:r>
                          <a:rPr lang="en-US" altLang="zh-CN" sz="1800" i="1" kern="100">
                            <a:solidFill>
                              <a:srgbClr val="000000"/>
                            </a:solidFill>
                            <a:effectLst/>
                            <a:latin typeface="Cambria Math" panose="02040503050406030204" pitchFamily="18" charset="0"/>
                            <a:ea typeface="宋体" panose="02010600030101010101" pitchFamily="2" charset="-122"/>
                          </a:rPr>
                          <m:t>0</m:t>
                        </m:r>
                      </m:sub>
                    </m:sSub>
                  </m:oMath>
                </a14:m>
                <a:r>
                  <a:rPr lang="zh-CN" altLang="zh-CN" sz="1800" kern="100" dirty="0">
                    <a:solidFill>
                      <a:srgbClr val="000000"/>
                    </a:solidFill>
                    <a:effectLst/>
                    <a:latin typeface="Times New Roman" panose="02020603050405020304" pitchFamily="18" charset="0"/>
                    <a:ea typeface="宋体" panose="02010600030101010101" pitchFamily="2" charset="-122"/>
                  </a:rPr>
                  <a:t>为望远镜与三棱镜</a:t>
                </a:r>
                <a:r>
                  <a:rPr lang="en-US" altLang="zh-CN" sz="1800" kern="100" dirty="0">
                    <a:solidFill>
                      <a:srgbClr val="000000"/>
                    </a:solidFill>
                    <a:effectLst/>
                    <a:latin typeface="Times New Roman" panose="02020603050405020304" pitchFamily="18" charset="0"/>
                    <a:ea typeface="宋体" panose="02010600030101010101" pitchFamily="2" charset="-122"/>
                  </a:rPr>
                  <a:t>AC</a:t>
                </a:r>
                <a:r>
                  <a:rPr lang="zh-CN" altLang="zh-CN" sz="1800" kern="100" dirty="0">
                    <a:solidFill>
                      <a:srgbClr val="000000"/>
                    </a:solidFill>
                    <a:effectLst/>
                    <a:latin typeface="Times New Roman" panose="02020603050405020304" pitchFamily="18" charset="0"/>
                    <a:ea typeface="宋体" panose="02010600030101010101" pitchFamily="2" charset="-122"/>
                  </a:rPr>
                  <a:t>面垂直方向的读数，</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𝜃</m:t>
                        </m:r>
                      </m:e>
                      <m:sub>
                        <m:r>
                          <a:rPr lang="en-US" altLang="zh-CN" sz="1800" i="1" kern="100">
                            <a:solidFill>
                              <a:srgbClr val="000000"/>
                            </a:solidFill>
                            <a:effectLst/>
                            <a:latin typeface="Cambria Math" panose="02040503050406030204" pitchFamily="18" charset="0"/>
                            <a:ea typeface="宋体" panose="02010600030101010101" pitchFamily="2" charset="-122"/>
                          </a:rPr>
                          <m:t>0</m:t>
                        </m:r>
                      </m:sub>
                    </m:sSub>
                  </m:oMath>
                </a14:m>
                <a:r>
                  <a:rPr lang="zh-CN" altLang="zh-CN" sz="1800" kern="100" dirty="0">
                    <a:solidFill>
                      <a:srgbClr val="000000"/>
                    </a:solidFill>
                    <a:effectLst/>
                    <a:latin typeface="Times New Roman" panose="02020603050405020304" pitchFamily="18" charset="0"/>
                    <a:ea typeface="宋体" panose="02010600030101010101" pitchFamily="2" charset="-122"/>
                  </a:rPr>
                  <a:t>读数可以用自准直法测量。</a:t>
                </a:r>
                <a14:m>
                  <m:oMath xmlns:m="http://schemas.openxmlformats.org/officeDocument/2006/math">
                    <m:sSub>
                      <m:sSubPr>
                        <m:ctrlPr>
                          <a:rPr lang="zh-CN" altLang="zh-CN" sz="1800" i="1" kern="100">
                            <a:solidFill>
                              <a:srgbClr val="000000"/>
                            </a:solidFill>
                            <a:effectLst/>
                            <a:latin typeface="Cambria Math" panose="02040503050406030204" pitchFamily="18" charset="0"/>
                            <a:ea typeface="Cambria Math" panose="02040503050406030204" pitchFamily="18" charset="0"/>
                          </a:rPr>
                        </m:ctrlPr>
                      </m:sSubPr>
                      <m:e>
                        <m:r>
                          <a:rPr lang="en-US" altLang="zh-CN" sz="1800" i="1" kern="100">
                            <a:solidFill>
                              <a:srgbClr val="000000"/>
                            </a:solidFill>
                            <a:effectLst/>
                            <a:latin typeface="Cambria Math" panose="02040503050406030204" pitchFamily="18" charset="0"/>
                            <a:ea typeface="宋体" panose="02010600030101010101" pitchFamily="2" charset="-122"/>
                          </a:rPr>
                          <m:t>𝜃</m:t>
                        </m:r>
                      </m:e>
                      <m:sub>
                        <m:r>
                          <a:rPr lang="en-US" altLang="zh-CN" sz="1800" i="1" kern="100">
                            <a:solidFill>
                              <a:srgbClr val="000000"/>
                            </a:solidFill>
                            <a:effectLst/>
                            <a:latin typeface="Cambria Math" panose="02040503050406030204" pitchFamily="18" charset="0"/>
                            <a:ea typeface="宋体" panose="02010600030101010101" pitchFamily="2" charset="-122"/>
                          </a:rPr>
                          <m:t>1</m:t>
                        </m:r>
                        <m:r>
                          <m:rPr>
                            <m:sty m:val="p"/>
                          </m:rPr>
                          <a:rPr lang="en-US" altLang="zh-CN" sz="1800" kern="100">
                            <a:solidFill>
                              <a:srgbClr val="000000"/>
                            </a:solidFill>
                            <a:effectLst/>
                            <a:latin typeface="Cambria Math" panose="02040503050406030204" pitchFamily="18" charset="0"/>
                            <a:ea typeface="宋体" panose="02010600030101010101" pitchFamily="2" charset="-122"/>
                          </a:rPr>
                          <m:t>min</m:t>
                        </m:r>
                      </m:sub>
                    </m:sSub>
                  </m:oMath>
                </a14:m>
                <a:r>
                  <a:rPr lang="zh-CN" altLang="zh-CN" sz="1800" kern="100" dirty="0">
                    <a:solidFill>
                      <a:srgbClr val="000000"/>
                    </a:solidFill>
                    <a:effectLst/>
                    <a:latin typeface="Times New Roman" panose="02020603050405020304" pitchFamily="18" charset="0"/>
                    <a:ea typeface="宋体" panose="02010600030101010101" pitchFamily="2" charset="-122"/>
                  </a:rPr>
                  <a:t>为望远镜观察到的出射光线最小角</a:t>
                </a:r>
                <a14:m>
                  <m:oMath xmlns:m="http://schemas.openxmlformats.org/officeDocument/2006/math">
                    <m:sSubSup>
                      <m:sSubSupPr>
                        <m:ctrlPr>
                          <a:rPr lang="zh-CN" altLang="zh-CN" sz="1800" i="1" kern="100">
                            <a:solidFill>
                              <a:srgbClr val="000000"/>
                            </a:solidFill>
                            <a:effectLst/>
                            <a:latin typeface="Cambria Math" panose="02040503050406030204" pitchFamily="18" charset="0"/>
                            <a:ea typeface="Cambria Math" panose="02040503050406030204" pitchFamily="18" charset="0"/>
                          </a:rPr>
                        </m:ctrlPr>
                      </m:sSubSupPr>
                      <m:e>
                        <m:r>
                          <a:rPr lang="en-US" altLang="zh-CN" sz="1800" i="1" kern="100">
                            <a:solidFill>
                              <a:srgbClr val="000000"/>
                            </a:solidFill>
                            <a:effectLst/>
                            <a:latin typeface="Cambria Math" panose="02040503050406030204" pitchFamily="18" charset="0"/>
                            <a:ea typeface="宋体" panose="02010600030101010101" pitchFamily="2" charset="-122"/>
                          </a:rPr>
                          <m:t>𝑖</m:t>
                        </m:r>
                      </m:e>
                      <m:sub>
                        <m:r>
                          <a:rPr lang="en-US" altLang="zh-CN" sz="1800" i="1" kern="100">
                            <a:solidFill>
                              <a:srgbClr val="000000"/>
                            </a:solidFill>
                            <a:effectLst/>
                            <a:latin typeface="Cambria Math" panose="02040503050406030204" pitchFamily="18" charset="0"/>
                            <a:ea typeface="宋体" panose="02010600030101010101" pitchFamily="2" charset="-122"/>
                          </a:rPr>
                          <m:t>1</m:t>
                        </m:r>
                        <m:r>
                          <m:rPr>
                            <m:sty m:val="p"/>
                          </m:rPr>
                          <a:rPr lang="en-US" altLang="zh-CN" sz="1800" kern="100">
                            <a:solidFill>
                              <a:srgbClr val="000000"/>
                            </a:solidFill>
                            <a:effectLst/>
                            <a:latin typeface="Cambria Math" panose="02040503050406030204" pitchFamily="18" charset="0"/>
                            <a:ea typeface="宋体" panose="02010600030101010101" pitchFamily="2" charset="-122"/>
                          </a:rPr>
                          <m:t>min</m:t>
                        </m:r>
                      </m:sub>
                      <m:sup>
                        <m:r>
                          <a:rPr lang="en-US" altLang="zh-CN" sz="1800" i="1" kern="100">
                            <a:solidFill>
                              <a:srgbClr val="000000"/>
                            </a:solidFill>
                            <a:effectLst/>
                            <a:latin typeface="Cambria Math" panose="02040503050406030204" pitchFamily="18" charset="0"/>
                            <a:ea typeface="宋体" panose="02010600030101010101" pitchFamily="2" charset="-122"/>
                          </a:rPr>
                          <m:t>′</m:t>
                        </m:r>
                      </m:sup>
                    </m:sSubSup>
                  </m:oMath>
                </a14:m>
                <a:r>
                  <a:rPr lang="zh-CN" altLang="zh-CN" sz="1800" kern="100" dirty="0">
                    <a:solidFill>
                      <a:srgbClr val="000000"/>
                    </a:solidFill>
                    <a:effectLst/>
                    <a:latin typeface="Times New Roman" panose="02020603050405020304" pitchFamily="18" charset="0"/>
                    <a:ea typeface="宋体" panose="02010600030101010101" pitchFamily="2" charset="-122"/>
                  </a:rPr>
                  <a:t>的读数。</a:t>
                </a:r>
                <a:endParaRPr lang="zh-CN" altLang="zh-CN" sz="1800" kern="100" dirty="0">
                  <a:effectLst/>
                  <a:latin typeface="Times New Roman" panose="02020603050405020304" pitchFamily="18" charset="0"/>
                  <a:ea typeface="宋体" panose="02010600030101010101" pitchFamily="2" charset="-122"/>
                </a:endParaRPr>
              </a:p>
            </p:txBody>
          </p:sp>
        </mc:Choice>
        <mc:Fallback>
          <p:sp>
            <p:nvSpPr>
              <p:cNvPr id="410649" name="文本框 410648">
                <a:extLst>
                  <a:ext uri="{FF2B5EF4-FFF2-40B4-BE49-F238E27FC236}">
                    <a16:creationId xmlns:a16="http://schemas.microsoft.com/office/drawing/2014/main" id="{202EBCA3-CAC1-E89F-CCD2-B2441380B93F}"/>
                  </a:ext>
                </a:extLst>
              </p:cNvPr>
              <p:cNvSpPr txBox="1">
                <a:spLocks noRot="1" noChangeAspect="1" noMove="1" noResize="1" noEditPoints="1" noAdjustHandles="1" noChangeArrowheads="1" noChangeShapeType="1" noTextEdit="1"/>
              </p:cNvSpPr>
              <p:nvPr/>
            </p:nvSpPr>
            <p:spPr>
              <a:xfrm>
                <a:off x="4558553" y="5437077"/>
                <a:ext cx="6620436" cy="923330"/>
              </a:xfrm>
              <a:prstGeom prst="rect">
                <a:avLst/>
              </a:prstGeom>
              <a:blipFill>
                <a:blip r:embed="rId7"/>
                <a:stretch>
                  <a:fillRect l="-958" t="-5479" r="-766" b="-82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250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88F8D02-9041-4C59-BC62-13DE0E5C6713}" type="slidenum">
              <a:rPr lang="zh-CN" altLang="en-US" sz="1400" b="1" smtClean="0"/>
              <a:t>30</a:t>
            </a:fld>
            <a:endParaRPr lang="zh-CN" altLang="en-US" sz="1400" b="1"/>
          </a:p>
        </p:txBody>
      </p:sp>
      <p:sp>
        <p:nvSpPr>
          <p:cNvPr id="20" name="文本框 19"/>
          <p:cNvSpPr txBox="1"/>
          <p:nvPr/>
        </p:nvSpPr>
        <p:spPr>
          <a:xfrm>
            <a:off x="647719" y="1309159"/>
            <a:ext cx="5723411" cy="637675"/>
          </a:xfrm>
          <a:prstGeom prst="rect">
            <a:avLst/>
          </a:prstGeom>
          <a:noFill/>
        </p:spPr>
        <p:txBody>
          <a:bodyPr wrap="square" rtlCol="0" anchor="t">
            <a:spAutoFit/>
          </a:bodyPr>
          <a:lstStyle/>
          <a:p>
            <a:pPr algn="l">
              <a:lnSpc>
                <a:spcPct val="150000"/>
              </a:lnSpc>
              <a:buClr>
                <a:schemeClr val="tx1"/>
              </a:buClr>
              <a:buSzPct val="100000"/>
            </a:pPr>
            <a:r>
              <a:rPr lang="zh-CN" altLang="en-US" sz="2800" b="1" dirty="0">
                <a:latin typeface="宋体" panose="02010600030101010101" pitchFamily="2" charset="-122"/>
                <a:ea typeface="宋体" panose="02010600030101010101" pitchFamily="2" charset="-122"/>
                <a:cs typeface="楷体" panose="02010609060101010101" pitchFamily="49" charset="-122"/>
              </a:rPr>
              <a:t>利用一维光栅片测汞灯波长。</a:t>
            </a:r>
          </a:p>
        </p:txBody>
      </p:sp>
      <p:grpSp>
        <p:nvGrpSpPr>
          <p:cNvPr id="3" name="组合 2">
            <a:extLst>
              <a:ext uri="{FF2B5EF4-FFF2-40B4-BE49-F238E27FC236}">
                <a16:creationId xmlns:a16="http://schemas.microsoft.com/office/drawing/2014/main" id="{CC2E4465-535A-B76D-CF39-770245825210}"/>
              </a:ext>
            </a:extLst>
          </p:cNvPr>
          <p:cNvGrpSpPr>
            <a:grpSpLocks noChangeAspect="1"/>
          </p:cNvGrpSpPr>
          <p:nvPr/>
        </p:nvGrpSpPr>
        <p:grpSpPr>
          <a:xfrm>
            <a:off x="7184882" y="1680902"/>
            <a:ext cx="4824664" cy="3943988"/>
            <a:chOff x="922" y="1920"/>
            <a:chExt cx="2592" cy="1866"/>
          </a:xfrm>
        </p:grpSpPr>
        <p:cxnSp>
          <p:nvCxnSpPr>
            <p:cNvPr id="4" name="直接连接符 220164">
              <a:extLst>
                <a:ext uri="{FF2B5EF4-FFF2-40B4-BE49-F238E27FC236}">
                  <a16:creationId xmlns:a16="http://schemas.microsoft.com/office/drawing/2014/main" id="{AAD3AE5B-A0F6-BA86-0948-D0F64202B65F}"/>
                </a:ext>
              </a:extLst>
            </p:cNvPr>
            <p:cNvCxnSpPr>
              <a:cxnSpLocks noChangeAspect="1" noEditPoints="1" noChangeArrowheads="1" noChangeShapeType="1"/>
            </p:cNvCxnSpPr>
            <p:nvPr/>
          </p:nvCxnSpPr>
          <p:spPr>
            <a:xfrm flipV="1">
              <a:off x="1498" y="3226"/>
              <a:ext cx="103" cy="50"/>
            </a:xfrm>
            <a:prstGeom prst="line">
              <a:avLst/>
            </a:prstGeom>
            <a:ln w="38100" cap="flat" cmpd="sng">
              <a:solidFill>
                <a:srgbClr val="FF0000"/>
              </a:solidFill>
              <a:prstDash val="solid"/>
              <a:round/>
              <a:headEnd type="none" w="sm" len="sm"/>
              <a:tailEnd type="none" w="sm" len="sm"/>
            </a:ln>
          </p:spPr>
        </p:cxnSp>
        <p:cxnSp>
          <p:nvCxnSpPr>
            <p:cNvPr id="5" name="直接连接符 220165">
              <a:extLst>
                <a:ext uri="{FF2B5EF4-FFF2-40B4-BE49-F238E27FC236}">
                  <a16:creationId xmlns:a16="http://schemas.microsoft.com/office/drawing/2014/main" id="{F75A645B-E438-10B8-68ED-DCE27FF95F35}"/>
                </a:ext>
              </a:extLst>
            </p:cNvPr>
            <p:cNvCxnSpPr>
              <a:cxnSpLocks noChangeAspect="1" noEditPoints="1" noChangeArrowheads="1" noChangeShapeType="1"/>
            </p:cNvCxnSpPr>
            <p:nvPr/>
          </p:nvCxnSpPr>
          <p:spPr>
            <a:xfrm flipV="1">
              <a:off x="1498" y="2910"/>
              <a:ext cx="231" cy="100"/>
            </a:xfrm>
            <a:prstGeom prst="line">
              <a:avLst/>
            </a:prstGeom>
            <a:ln w="38100" cap="flat" cmpd="sng">
              <a:solidFill>
                <a:srgbClr val="0000FF"/>
              </a:solidFill>
              <a:prstDash val="solid"/>
              <a:round/>
              <a:headEnd type="none" w="sm" len="sm"/>
              <a:tailEnd type="triangle" w="sm" len="sm"/>
            </a:ln>
          </p:spPr>
        </p:cxnSp>
        <p:cxnSp>
          <p:nvCxnSpPr>
            <p:cNvPr id="6" name="直接连接符 220166">
              <a:extLst>
                <a:ext uri="{FF2B5EF4-FFF2-40B4-BE49-F238E27FC236}">
                  <a16:creationId xmlns:a16="http://schemas.microsoft.com/office/drawing/2014/main" id="{5D59837B-7DDF-3F6D-F2D5-D483ADCF7549}"/>
                </a:ext>
              </a:extLst>
            </p:cNvPr>
            <p:cNvCxnSpPr>
              <a:cxnSpLocks noChangeAspect="1" noEditPoints="1" noChangeArrowheads="1" noChangeShapeType="1"/>
            </p:cNvCxnSpPr>
            <p:nvPr/>
          </p:nvCxnSpPr>
          <p:spPr>
            <a:xfrm flipV="1">
              <a:off x="1498" y="3160"/>
              <a:ext cx="231" cy="100"/>
            </a:xfrm>
            <a:prstGeom prst="line">
              <a:avLst/>
            </a:prstGeom>
            <a:ln w="38100" cap="flat" cmpd="sng">
              <a:solidFill>
                <a:srgbClr val="0000FF"/>
              </a:solidFill>
              <a:prstDash val="solid"/>
              <a:round/>
              <a:headEnd type="none" w="sm" len="sm"/>
              <a:tailEnd type="triangle" w="sm" len="sm"/>
            </a:ln>
          </p:spPr>
        </p:cxnSp>
        <p:cxnSp>
          <p:nvCxnSpPr>
            <p:cNvPr id="7" name="直接连接符 220167">
              <a:extLst>
                <a:ext uri="{FF2B5EF4-FFF2-40B4-BE49-F238E27FC236}">
                  <a16:creationId xmlns:a16="http://schemas.microsoft.com/office/drawing/2014/main" id="{9A734DE5-6C0D-EC76-62F7-998B70D9D86A}"/>
                </a:ext>
              </a:extLst>
            </p:cNvPr>
            <p:cNvCxnSpPr>
              <a:cxnSpLocks noChangeAspect="1" noEditPoints="1" noChangeArrowheads="1" noChangeShapeType="1"/>
            </p:cNvCxnSpPr>
            <p:nvPr/>
          </p:nvCxnSpPr>
          <p:spPr>
            <a:xfrm flipV="1">
              <a:off x="1722" y="2305"/>
              <a:ext cx="1382" cy="849"/>
            </a:xfrm>
            <a:prstGeom prst="line">
              <a:avLst/>
            </a:prstGeom>
            <a:ln w="38100" cap="flat" cmpd="sng">
              <a:solidFill>
                <a:srgbClr val="0000FF"/>
              </a:solidFill>
              <a:prstDash val="solid"/>
              <a:round/>
              <a:headEnd type="none" w="sm" len="sm"/>
              <a:tailEnd type="none" w="sm" len="sm"/>
            </a:ln>
          </p:spPr>
        </p:cxnSp>
        <p:cxnSp>
          <p:nvCxnSpPr>
            <p:cNvPr id="8" name="直接连接符 220168">
              <a:extLst>
                <a:ext uri="{FF2B5EF4-FFF2-40B4-BE49-F238E27FC236}">
                  <a16:creationId xmlns:a16="http://schemas.microsoft.com/office/drawing/2014/main" id="{95B80689-47B6-CB32-3DFE-3F0D131371D6}"/>
                </a:ext>
              </a:extLst>
            </p:cNvPr>
            <p:cNvCxnSpPr>
              <a:cxnSpLocks noChangeAspect="1" noEditPoints="1" noChangeArrowheads="1" noChangeShapeType="1"/>
            </p:cNvCxnSpPr>
            <p:nvPr/>
          </p:nvCxnSpPr>
          <p:spPr>
            <a:xfrm flipV="1">
              <a:off x="1722" y="2305"/>
              <a:ext cx="1382" cy="599"/>
            </a:xfrm>
            <a:prstGeom prst="line">
              <a:avLst/>
            </a:prstGeom>
            <a:ln w="38100" cap="flat" cmpd="sng">
              <a:solidFill>
                <a:srgbClr val="0000FF"/>
              </a:solidFill>
              <a:prstDash val="solid"/>
              <a:round/>
              <a:headEnd type="none" w="sm" len="sm"/>
              <a:tailEnd type="none" w="sm" len="sm"/>
            </a:ln>
          </p:spPr>
        </p:cxnSp>
        <p:cxnSp>
          <p:nvCxnSpPr>
            <p:cNvPr id="9" name="直接连接符 220169">
              <a:extLst>
                <a:ext uri="{FF2B5EF4-FFF2-40B4-BE49-F238E27FC236}">
                  <a16:creationId xmlns:a16="http://schemas.microsoft.com/office/drawing/2014/main" id="{19955B2F-6184-6A6F-660C-F66F87A0050F}"/>
                </a:ext>
              </a:extLst>
            </p:cNvPr>
            <p:cNvCxnSpPr>
              <a:cxnSpLocks noChangeAspect="1" noEditPoints="1" noChangeArrowheads="1" noChangeShapeType="1"/>
            </p:cNvCxnSpPr>
            <p:nvPr/>
          </p:nvCxnSpPr>
          <p:spPr>
            <a:xfrm>
              <a:off x="1722" y="2200"/>
              <a:ext cx="0" cy="1349"/>
            </a:xfrm>
            <a:prstGeom prst="line">
              <a:avLst/>
            </a:prstGeom>
            <a:ln w="25400" cap="flat" cmpd="sng">
              <a:solidFill>
                <a:srgbClr val="000000"/>
              </a:solidFill>
              <a:prstDash val="solid"/>
              <a:round/>
              <a:headEnd type="triangle" w="sm" len="sm"/>
              <a:tailEnd type="triangle" w="sm" len="sm"/>
            </a:ln>
          </p:spPr>
        </p:cxnSp>
        <p:cxnSp>
          <p:nvCxnSpPr>
            <p:cNvPr id="10" name="直接连接符 220170">
              <a:extLst>
                <a:ext uri="{FF2B5EF4-FFF2-40B4-BE49-F238E27FC236}">
                  <a16:creationId xmlns:a16="http://schemas.microsoft.com/office/drawing/2014/main" id="{1F318B92-E32E-42A4-F8F1-E7FC11967162}"/>
                </a:ext>
              </a:extLst>
            </p:cNvPr>
            <p:cNvCxnSpPr>
              <a:cxnSpLocks noChangeAspect="1" noEditPoints="1" noChangeArrowheads="1" noChangeShapeType="1"/>
            </p:cNvCxnSpPr>
            <p:nvPr/>
          </p:nvCxnSpPr>
          <p:spPr>
            <a:xfrm>
              <a:off x="3104" y="2150"/>
              <a:ext cx="0" cy="1448"/>
            </a:xfrm>
            <a:prstGeom prst="line">
              <a:avLst/>
            </a:prstGeom>
            <a:ln w="25400" cap="flat" cmpd="sng">
              <a:solidFill>
                <a:srgbClr val="000000"/>
              </a:solidFill>
              <a:prstDash val="solid"/>
              <a:round/>
              <a:headEnd type="none" w="sm" len="sm"/>
              <a:tailEnd type="none" w="sm" len="sm"/>
            </a:ln>
          </p:spPr>
        </p:cxnSp>
        <p:cxnSp>
          <p:nvCxnSpPr>
            <p:cNvPr id="11" name="直接连接符 220171">
              <a:extLst>
                <a:ext uri="{FF2B5EF4-FFF2-40B4-BE49-F238E27FC236}">
                  <a16:creationId xmlns:a16="http://schemas.microsoft.com/office/drawing/2014/main" id="{18E212F6-9CDC-D68D-20FF-53CC73E4C4BE}"/>
                </a:ext>
              </a:extLst>
            </p:cNvPr>
            <p:cNvCxnSpPr>
              <a:cxnSpLocks noChangeAspect="1" noEditPoints="1" noChangeArrowheads="1" noChangeShapeType="1"/>
            </p:cNvCxnSpPr>
            <p:nvPr/>
          </p:nvCxnSpPr>
          <p:spPr>
            <a:xfrm>
              <a:off x="1488" y="2208"/>
              <a:ext cx="4" cy="242"/>
            </a:xfrm>
            <a:prstGeom prst="line">
              <a:avLst/>
            </a:prstGeom>
            <a:ln w="50800" cap="flat" cmpd="sng">
              <a:solidFill>
                <a:srgbClr val="000000"/>
              </a:solidFill>
              <a:prstDash val="solid"/>
              <a:round/>
              <a:headEnd type="none" w="sm" len="sm"/>
              <a:tailEnd type="none" w="sm" len="sm"/>
            </a:ln>
          </p:spPr>
        </p:cxnSp>
        <p:cxnSp>
          <p:nvCxnSpPr>
            <p:cNvPr id="12" name="直接连接符 220172">
              <a:extLst>
                <a:ext uri="{FF2B5EF4-FFF2-40B4-BE49-F238E27FC236}">
                  <a16:creationId xmlns:a16="http://schemas.microsoft.com/office/drawing/2014/main" id="{6E83E0B5-D7B5-A930-4BD1-4A795DAB9BA1}"/>
                </a:ext>
              </a:extLst>
            </p:cNvPr>
            <p:cNvCxnSpPr>
              <a:cxnSpLocks noChangeAspect="1" noEditPoints="1" noChangeArrowheads="1" noChangeShapeType="1"/>
            </p:cNvCxnSpPr>
            <p:nvPr/>
          </p:nvCxnSpPr>
          <p:spPr>
            <a:xfrm>
              <a:off x="1488" y="2544"/>
              <a:ext cx="4" cy="156"/>
            </a:xfrm>
            <a:prstGeom prst="line">
              <a:avLst/>
            </a:prstGeom>
            <a:ln w="50800" cap="flat" cmpd="sng">
              <a:solidFill>
                <a:srgbClr val="000000"/>
              </a:solidFill>
              <a:prstDash val="solid"/>
              <a:round/>
              <a:headEnd type="none" w="sm" len="sm"/>
              <a:tailEnd type="none" w="sm" len="sm"/>
            </a:ln>
          </p:spPr>
        </p:cxnSp>
        <p:cxnSp>
          <p:nvCxnSpPr>
            <p:cNvPr id="13" name="直接连接符 220173">
              <a:extLst>
                <a:ext uri="{FF2B5EF4-FFF2-40B4-BE49-F238E27FC236}">
                  <a16:creationId xmlns:a16="http://schemas.microsoft.com/office/drawing/2014/main" id="{D3747E82-9E49-A81A-14ED-11ECB078251D}"/>
                </a:ext>
              </a:extLst>
            </p:cNvPr>
            <p:cNvCxnSpPr>
              <a:cxnSpLocks noChangeAspect="1" noEditPoints="1" noChangeArrowheads="1" noChangeShapeType="1"/>
            </p:cNvCxnSpPr>
            <p:nvPr/>
          </p:nvCxnSpPr>
          <p:spPr>
            <a:xfrm>
              <a:off x="1488" y="2832"/>
              <a:ext cx="4" cy="117"/>
            </a:xfrm>
            <a:prstGeom prst="line">
              <a:avLst/>
            </a:prstGeom>
            <a:ln w="50800" cap="flat" cmpd="sng">
              <a:solidFill>
                <a:srgbClr val="000000"/>
              </a:solidFill>
              <a:prstDash val="solid"/>
              <a:round/>
              <a:headEnd type="none" w="sm" len="sm"/>
              <a:tailEnd type="none" w="sm" len="sm"/>
            </a:ln>
          </p:spPr>
        </p:cxnSp>
        <p:cxnSp>
          <p:nvCxnSpPr>
            <p:cNvPr id="14" name="直接连接符 220174">
              <a:extLst>
                <a:ext uri="{FF2B5EF4-FFF2-40B4-BE49-F238E27FC236}">
                  <a16:creationId xmlns:a16="http://schemas.microsoft.com/office/drawing/2014/main" id="{E73CE0A6-E778-B0FD-E094-22A27AA1ECB4}"/>
                </a:ext>
              </a:extLst>
            </p:cNvPr>
            <p:cNvCxnSpPr>
              <a:cxnSpLocks noChangeAspect="1" noEditPoints="1" noChangeArrowheads="1" noChangeShapeType="1"/>
            </p:cNvCxnSpPr>
            <p:nvPr/>
          </p:nvCxnSpPr>
          <p:spPr>
            <a:xfrm>
              <a:off x="1488" y="3041"/>
              <a:ext cx="4" cy="175"/>
            </a:xfrm>
            <a:prstGeom prst="line">
              <a:avLst/>
            </a:prstGeom>
            <a:ln w="50800" cap="flat" cmpd="sng">
              <a:solidFill>
                <a:srgbClr val="000000"/>
              </a:solidFill>
              <a:prstDash val="solid"/>
              <a:round/>
              <a:headEnd type="none" w="sm" len="sm"/>
              <a:tailEnd type="none" w="sm" len="sm"/>
            </a:ln>
          </p:spPr>
        </p:cxnSp>
        <p:cxnSp>
          <p:nvCxnSpPr>
            <p:cNvPr id="15" name="直接连接符 220175">
              <a:extLst>
                <a:ext uri="{FF2B5EF4-FFF2-40B4-BE49-F238E27FC236}">
                  <a16:creationId xmlns:a16="http://schemas.microsoft.com/office/drawing/2014/main" id="{8F8ACAB0-E8E8-5E71-2F04-5639E2E6A1DC}"/>
                </a:ext>
              </a:extLst>
            </p:cNvPr>
            <p:cNvCxnSpPr>
              <a:cxnSpLocks noChangeAspect="1" noEditPoints="1" noChangeArrowheads="1" noChangeShapeType="1"/>
            </p:cNvCxnSpPr>
            <p:nvPr/>
          </p:nvCxnSpPr>
          <p:spPr>
            <a:xfrm>
              <a:off x="1488" y="3312"/>
              <a:ext cx="4" cy="236"/>
            </a:xfrm>
            <a:prstGeom prst="line">
              <a:avLst/>
            </a:prstGeom>
            <a:ln w="50800" cap="flat" cmpd="sng">
              <a:solidFill>
                <a:srgbClr val="000000"/>
              </a:solidFill>
              <a:prstDash val="solid"/>
              <a:round/>
              <a:headEnd type="none" w="sm" len="sm"/>
              <a:tailEnd type="none" w="sm" len="sm"/>
            </a:ln>
          </p:spPr>
        </p:cxnSp>
        <p:cxnSp>
          <p:nvCxnSpPr>
            <p:cNvPr id="16" name="直接连接符 220176">
              <a:extLst>
                <a:ext uri="{FF2B5EF4-FFF2-40B4-BE49-F238E27FC236}">
                  <a16:creationId xmlns:a16="http://schemas.microsoft.com/office/drawing/2014/main" id="{04A3E1F8-191B-D9C0-2809-9BE05A7C4DC9}"/>
                </a:ext>
              </a:extLst>
            </p:cNvPr>
            <p:cNvCxnSpPr>
              <a:cxnSpLocks noChangeAspect="1" noEditPoints="1" noChangeArrowheads="1" noChangeShapeType="1"/>
            </p:cNvCxnSpPr>
            <p:nvPr/>
          </p:nvCxnSpPr>
          <p:spPr>
            <a:xfrm>
              <a:off x="922" y="2869"/>
              <a:ext cx="2592" cy="1"/>
            </a:xfrm>
            <a:prstGeom prst="line">
              <a:avLst/>
            </a:prstGeom>
            <a:ln w="6350" cap="flat" cmpd="sng">
              <a:solidFill>
                <a:srgbClr val="000000"/>
              </a:solidFill>
              <a:prstDash val="sysDash"/>
              <a:round/>
              <a:headEnd type="none" w="sm" len="sm"/>
              <a:tailEnd type="none" w="sm" len="sm"/>
            </a:ln>
          </p:spPr>
        </p:cxnSp>
        <p:cxnSp>
          <p:nvCxnSpPr>
            <p:cNvPr id="17" name="直接连接符 220177">
              <a:extLst>
                <a:ext uri="{FF2B5EF4-FFF2-40B4-BE49-F238E27FC236}">
                  <a16:creationId xmlns:a16="http://schemas.microsoft.com/office/drawing/2014/main" id="{48771AC5-49BC-94C7-F343-2526E86B7DF1}"/>
                </a:ext>
              </a:extLst>
            </p:cNvPr>
            <p:cNvCxnSpPr>
              <a:cxnSpLocks noChangeAspect="1" noEditPoints="1" noChangeArrowheads="1" noChangeShapeType="1"/>
            </p:cNvCxnSpPr>
            <p:nvPr/>
          </p:nvCxnSpPr>
          <p:spPr>
            <a:xfrm>
              <a:off x="1088" y="2500"/>
              <a:ext cx="404" cy="0"/>
            </a:xfrm>
            <a:prstGeom prst="line">
              <a:avLst/>
            </a:prstGeom>
            <a:ln w="38100" cap="flat" cmpd="sng">
              <a:solidFill>
                <a:srgbClr val="0000FF"/>
              </a:solidFill>
              <a:prstDash val="solid"/>
              <a:round/>
              <a:headEnd type="none" w="sm" len="sm"/>
              <a:tailEnd type="triangle" w="sm" len="sm"/>
            </a:ln>
          </p:spPr>
        </p:cxnSp>
        <p:cxnSp>
          <p:nvCxnSpPr>
            <p:cNvPr id="18" name="直接连接符 220178">
              <a:extLst>
                <a:ext uri="{FF2B5EF4-FFF2-40B4-BE49-F238E27FC236}">
                  <a16:creationId xmlns:a16="http://schemas.microsoft.com/office/drawing/2014/main" id="{8D760F16-B7D6-E807-675D-5F5034B8CD48}"/>
                </a:ext>
              </a:extLst>
            </p:cNvPr>
            <p:cNvCxnSpPr>
              <a:cxnSpLocks noChangeAspect="1" noEditPoints="1" noChangeArrowheads="1" noChangeShapeType="1"/>
            </p:cNvCxnSpPr>
            <p:nvPr/>
          </p:nvCxnSpPr>
          <p:spPr>
            <a:xfrm>
              <a:off x="1088" y="2749"/>
              <a:ext cx="404" cy="1"/>
            </a:xfrm>
            <a:prstGeom prst="line">
              <a:avLst/>
            </a:prstGeom>
            <a:ln w="38100" cap="flat" cmpd="sng">
              <a:solidFill>
                <a:srgbClr val="0000FF"/>
              </a:solidFill>
              <a:prstDash val="solid"/>
              <a:round/>
              <a:headEnd type="none" w="sm" len="sm"/>
              <a:tailEnd type="triangle" w="sm" len="sm"/>
            </a:ln>
          </p:spPr>
        </p:cxnSp>
        <p:cxnSp>
          <p:nvCxnSpPr>
            <p:cNvPr id="19" name="直接连接符 220179">
              <a:extLst>
                <a:ext uri="{FF2B5EF4-FFF2-40B4-BE49-F238E27FC236}">
                  <a16:creationId xmlns:a16="http://schemas.microsoft.com/office/drawing/2014/main" id="{1D3B087A-23CF-9EEE-0800-5D2A195E0273}"/>
                </a:ext>
              </a:extLst>
            </p:cNvPr>
            <p:cNvCxnSpPr>
              <a:cxnSpLocks noChangeAspect="1" noEditPoints="1" noChangeArrowheads="1" noChangeShapeType="1"/>
            </p:cNvCxnSpPr>
            <p:nvPr/>
          </p:nvCxnSpPr>
          <p:spPr>
            <a:xfrm>
              <a:off x="1088" y="2999"/>
              <a:ext cx="404" cy="0"/>
            </a:xfrm>
            <a:prstGeom prst="line">
              <a:avLst/>
            </a:prstGeom>
            <a:ln w="38100" cap="flat" cmpd="sng">
              <a:solidFill>
                <a:srgbClr val="0000FF"/>
              </a:solidFill>
              <a:prstDash val="solid"/>
              <a:round/>
              <a:headEnd type="none" w="sm" len="sm"/>
              <a:tailEnd type="triangle" w="sm" len="sm"/>
            </a:ln>
          </p:spPr>
        </p:cxnSp>
        <p:cxnSp>
          <p:nvCxnSpPr>
            <p:cNvPr id="21" name="直接连接符 220180">
              <a:extLst>
                <a:ext uri="{FF2B5EF4-FFF2-40B4-BE49-F238E27FC236}">
                  <a16:creationId xmlns:a16="http://schemas.microsoft.com/office/drawing/2014/main" id="{5B286983-6DCA-F427-4825-C4394193B14F}"/>
                </a:ext>
              </a:extLst>
            </p:cNvPr>
            <p:cNvCxnSpPr>
              <a:cxnSpLocks noChangeAspect="1" noEditPoints="1" noChangeArrowheads="1" noChangeShapeType="1"/>
            </p:cNvCxnSpPr>
            <p:nvPr/>
          </p:nvCxnSpPr>
          <p:spPr>
            <a:xfrm>
              <a:off x="1088" y="3248"/>
              <a:ext cx="404" cy="1"/>
            </a:xfrm>
            <a:prstGeom prst="line">
              <a:avLst/>
            </a:prstGeom>
            <a:ln w="38100" cap="flat" cmpd="sng">
              <a:solidFill>
                <a:srgbClr val="0000FF"/>
              </a:solidFill>
              <a:prstDash val="solid"/>
              <a:round/>
              <a:headEnd type="none" w="sm" len="sm"/>
              <a:tailEnd type="triangle" w="sm" len="sm"/>
            </a:ln>
          </p:spPr>
        </p:cxnSp>
        <p:cxnSp>
          <p:nvCxnSpPr>
            <p:cNvPr id="22" name="直接连接符 220181">
              <a:extLst>
                <a:ext uri="{FF2B5EF4-FFF2-40B4-BE49-F238E27FC236}">
                  <a16:creationId xmlns:a16="http://schemas.microsoft.com/office/drawing/2014/main" id="{606F9C79-D166-0E75-9134-13AE081C1BAC}"/>
                </a:ext>
              </a:extLst>
            </p:cNvPr>
            <p:cNvCxnSpPr>
              <a:cxnSpLocks noChangeAspect="1" noEditPoints="1" noChangeArrowheads="1" noChangeShapeType="1"/>
            </p:cNvCxnSpPr>
            <p:nvPr/>
          </p:nvCxnSpPr>
          <p:spPr>
            <a:xfrm flipV="1">
              <a:off x="1492" y="2400"/>
              <a:ext cx="230" cy="100"/>
            </a:xfrm>
            <a:prstGeom prst="line">
              <a:avLst/>
            </a:prstGeom>
            <a:ln w="38100" cap="flat" cmpd="sng">
              <a:solidFill>
                <a:srgbClr val="0000FF"/>
              </a:solidFill>
              <a:prstDash val="solid"/>
              <a:round/>
              <a:headEnd type="none" w="sm" len="sm"/>
              <a:tailEnd type="triangle" w="sm" len="sm"/>
            </a:ln>
          </p:spPr>
        </p:cxnSp>
        <p:cxnSp>
          <p:nvCxnSpPr>
            <p:cNvPr id="23" name="直接连接符 220182">
              <a:extLst>
                <a:ext uri="{FF2B5EF4-FFF2-40B4-BE49-F238E27FC236}">
                  <a16:creationId xmlns:a16="http://schemas.microsoft.com/office/drawing/2014/main" id="{ABBDC682-D703-60ED-8231-D8BEC1B2F1E5}"/>
                </a:ext>
              </a:extLst>
            </p:cNvPr>
            <p:cNvCxnSpPr>
              <a:cxnSpLocks noChangeAspect="1" noEditPoints="1" noChangeArrowheads="1" noChangeShapeType="1"/>
            </p:cNvCxnSpPr>
            <p:nvPr/>
          </p:nvCxnSpPr>
          <p:spPr>
            <a:xfrm flipV="1">
              <a:off x="1492" y="2649"/>
              <a:ext cx="230" cy="100"/>
            </a:xfrm>
            <a:prstGeom prst="line">
              <a:avLst/>
            </a:prstGeom>
            <a:ln w="38100" cap="flat" cmpd="sng">
              <a:solidFill>
                <a:srgbClr val="0000FF"/>
              </a:solidFill>
              <a:prstDash val="solid"/>
              <a:round/>
              <a:headEnd type="none" w="sm" len="sm"/>
              <a:tailEnd type="triangle" w="sm" len="sm"/>
            </a:ln>
          </p:spPr>
        </p:cxnSp>
        <p:cxnSp>
          <p:nvCxnSpPr>
            <p:cNvPr id="24" name="直接连接符 220183">
              <a:extLst>
                <a:ext uri="{FF2B5EF4-FFF2-40B4-BE49-F238E27FC236}">
                  <a16:creationId xmlns:a16="http://schemas.microsoft.com/office/drawing/2014/main" id="{CDBD2F95-3F4C-FFF2-0672-B49F9836F4FE}"/>
                </a:ext>
              </a:extLst>
            </p:cNvPr>
            <p:cNvCxnSpPr>
              <a:cxnSpLocks noChangeAspect="1" noEditPoints="1" noChangeArrowheads="1" noChangeShapeType="1"/>
            </p:cNvCxnSpPr>
            <p:nvPr/>
          </p:nvCxnSpPr>
          <p:spPr>
            <a:xfrm flipV="1">
              <a:off x="1722" y="2300"/>
              <a:ext cx="1382" cy="100"/>
            </a:xfrm>
            <a:prstGeom prst="line">
              <a:avLst/>
            </a:prstGeom>
            <a:ln w="38100" cap="flat" cmpd="sng">
              <a:solidFill>
                <a:srgbClr val="0000FF"/>
              </a:solidFill>
              <a:prstDash val="solid"/>
              <a:round/>
              <a:headEnd type="none" w="sm" len="sm"/>
              <a:tailEnd type="none" w="sm" len="sm"/>
            </a:ln>
          </p:spPr>
        </p:cxnSp>
        <p:cxnSp>
          <p:nvCxnSpPr>
            <p:cNvPr id="25" name="直接连接符 220184">
              <a:extLst>
                <a:ext uri="{FF2B5EF4-FFF2-40B4-BE49-F238E27FC236}">
                  <a16:creationId xmlns:a16="http://schemas.microsoft.com/office/drawing/2014/main" id="{B65699D5-9D9D-3B87-77E3-095AD8BB11E3}"/>
                </a:ext>
              </a:extLst>
            </p:cNvPr>
            <p:cNvCxnSpPr>
              <a:cxnSpLocks noChangeAspect="1" noEditPoints="1" noChangeArrowheads="1" noChangeShapeType="1"/>
            </p:cNvCxnSpPr>
            <p:nvPr/>
          </p:nvCxnSpPr>
          <p:spPr>
            <a:xfrm flipV="1">
              <a:off x="1722" y="2300"/>
              <a:ext cx="1382" cy="350"/>
            </a:xfrm>
            <a:prstGeom prst="line">
              <a:avLst/>
            </a:prstGeom>
            <a:ln w="38100" cap="flat" cmpd="sng">
              <a:solidFill>
                <a:srgbClr val="0000FF"/>
              </a:solidFill>
              <a:prstDash val="solid"/>
              <a:round/>
              <a:headEnd type="none" w="sm" len="sm"/>
              <a:tailEnd type="none" w="sm" len="sm"/>
            </a:ln>
          </p:spPr>
        </p:cxnSp>
        <p:cxnSp>
          <p:nvCxnSpPr>
            <p:cNvPr id="26" name="直接连接符 220185">
              <a:extLst>
                <a:ext uri="{FF2B5EF4-FFF2-40B4-BE49-F238E27FC236}">
                  <a16:creationId xmlns:a16="http://schemas.microsoft.com/office/drawing/2014/main" id="{9CD02EA6-5CDF-6FA5-3FD7-44F56EC6543C}"/>
                </a:ext>
              </a:extLst>
            </p:cNvPr>
            <p:cNvCxnSpPr>
              <a:cxnSpLocks noChangeAspect="1" noEditPoints="1" noChangeArrowheads="1" noChangeShapeType="1"/>
            </p:cNvCxnSpPr>
            <p:nvPr/>
          </p:nvCxnSpPr>
          <p:spPr>
            <a:xfrm>
              <a:off x="1492" y="2999"/>
              <a:ext cx="103" cy="220"/>
            </a:xfrm>
            <a:prstGeom prst="line">
              <a:avLst/>
            </a:prstGeom>
            <a:ln w="6350" cap="flat" cmpd="sng">
              <a:solidFill>
                <a:srgbClr val="0000FF"/>
              </a:solidFill>
              <a:prstDash val="sysDot"/>
              <a:round/>
              <a:headEnd type="none" w="sm" len="sm"/>
              <a:tailEnd type="none" w="sm" len="sm"/>
            </a:ln>
          </p:spPr>
        </p:cxnSp>
        <p:cxnSp>
          <p:nvCxnSpPr>
            <p:cNvPr id="27" name="直接连接符 220186">
              <a:extLst>
                <a:ext uri="{FF2B5EF4-FFF2-40B4-BE49-F238E27FC236}">
                  <a16:creationId xmlns:a16="http://schemas.microsoft.com/office/drawing/2014/main" id="{D2DF7A04-0DD8-920F-F81A-89CB61EAD531}"/>
                </a:ext>
              </a:extLst>
            </p:cNvPr>
            <p:cNvCxnSpPr>
              <a:cxnSpLocks noChangeAspect="1" noEditPoints="1" noChangeArrowheads="1" noChangeShapeType="1"/>
            </p:cNvCxnSpPr>
            <p:nvPr/>
          </p:nvCxnSpPr>
          <p:spPr>
            <a:xfrm>
              <a:off x="1492" y="2749"/>
              <a:ext cx="115" cy="212"/>
            </a:xfrm>
            <a:prstGeom prst="line">
              <a:avLst/>
            </a:prstGeom>
            <a:ln w="6350" cap="flat" cmpd="sng">
              <a:solidFill>
                <a:srgbClr val="0000FF"/>
              </a:solidFill>
              <a:prstDash val="sysDot"/>
              <a:round/>
              <a:headEnd type="none" w="sm" len="sm"/>
              <a:tailEnd type="none" w="sm" len="sm"/>
            </a:ln>
          </p:spPr>
        </p:cxnSp>
        <p:cxnSp>
          <p:nvCxnSpPr>
            <p:cNvPr id="28" name="直接连接符 220187">
              <a:extLst>
                <a:ext uri="{FF2B5EF4-FFF2-40B4-BE49-F238E27FC236}">
                  <a16:creationId xmlns:a16="http://schemas.microsoft.com/office/drawing/2014/main" id="{70F9DE91-E5EC-0224-8199-4617EC774DF6}"/>
                </a:ext>
              </a:extLst>
            </p:cNvPr>
            <p:cNvCxnSpPr>
              <a:cxnSpLocks noChangeAspect="1" noEditPoints="1" noChangeArrowheads="1" noChangeShapeType="1"/>
            </p:cNvCxnSpPr>
            <p:nvPr/>
          </p:nvCxnSpPr>
          <p:spPr>
            <a:xfrm>
              <a:off x="1492" y="2500"/>
              <a:ext cx="103" cy="214"/>
            </a:xfrm>
            <a:prstGeom prst="line">
              <a:avLst/>
            </a:prstGeom>
            <a:ln w="6350" cap="flat" cmpd="sng">
              <a:solidFill>
                <a:srgbClr val="0000FF"/>
              </a:solidFill>
              <a:prstDash val="sysDot"/>
              <a:round/>
              <a:headEnd type="none" w="sm" len="sm"/>
              <a:tailEnd type="none" w="sm" len="sm"/>
            </a:ln>
          </p:spPr>
        </p:cxnSp>
        <p:cxnSp>
          <p:nvCxnSpPr>
            <p:cNvPr id="29" name="直接连接符 220188">
              <a:extLst>
                <a:ext uri="{FF2B5EF4-FFF2-40B4-BE49-F238E27FC236}">
                  <a16:creationId xmlns:a16="http://schemas.microsoft.com/office/drawing/2014/main" id="{847667D3-9E6A-D991-1766-47BC7EF7B458}"/>
                </a:ext>
              </a:extLst>
            </p:cNvPr>
            <p:cNvCxnSpPr>
              <a:cxnSpLocks noChangeAspect="1" noEditPoints="1" noChangeArrowheads="1" noChangeShapeType="1"/>
            </p:cNvCxnSpPr>
            <p:nvPr/>
          </p:nvCxnSpPr>
          <p:spPr>
            <a:xfrm flipV="1">
              <a:off x="1492" y="2711"/>
              <a:ext cx="109" cy="51"/>
            </a:xfrm>
            <a:prstGeom prst="line">
              <a:avLst/>
            </a:prstGeom>
            <a:ln w="38100" cap="flat" cmpd="sng">
              <a:solidFill>
                <a:srgbClr val="FF0000"/>
              </a:solidFill>
              <a:prstDash val="solid"/>
              <a:round/>
              <a:headEnd type="none" w="sm" len="sm"/>
              <a:tailEnd type="none" w="sm" len="sm"/>
            </a:ln>
          </p:spPr>
        </p:cxnSp>
        <p:cxnSp>
          <p:nvCxnSpPr>
            <p:cNvPr id="30" name="直接连接符 220189">
              <a:extLst>
                <a:ext uri="{FF2B5EF4-FFF2-40B4-BE49-F238E27FC236}">
                  <a16:creationId xmlns:a16="http://schemas.microsoft.com/office/drawing/2014/main" id="{B0C566DF-E57A-3DB0-027D-27C33A9E22D2}"/>
                </a:ext>
              </a:extLst>
            </p:cNvPr>
            <p:cNvCxnSpPr>
              <a:cxnSpLocks noChangeAspect="1" noEditPoints="1" noChangeArrowheads="1" noChangeShapeType="1"/>
            </p:cNvCxnSpPr>
            <p:nvPr/>
          </p:nvCxnSpPr>
          <p:spPr>
            <a:xfrm flipV="1">
              <a:off x="1498" y="2973"/>
              <a:ext cx="115" cy="51"/>
            </a:xfrm>
            <a:prstGeom prst="line">
              <a:avLst/>
            </a:prstGeom>
            <a:ln w="38100" cap="flat" cmpd="sng">
              <a:solidFill>
                <a:srgbClr val="FF0000"/>
              </a:solidFill>
              <a:prstDash val="solid"/>
              <a:round/>
              <a:headEnd type="none" w="sm" len="sm"/>
              <a:tailEnd type="none" w="sm" len="sm"/>
            </a:ln>
          </p:spPr>
        </p:cxnSp>
        <p:cxnSp>
          <p:nvCxnSpPr>
            <p:cNvPr id="31" name="直接连接符 220190">
              <a:extLst>
                <a:ext uri="{FF2B5EF4-FFF2-40B4-BE49-F238E27FC236}">
                  <a16:creationId xmlns:a16="http://schemas.microsoft.com/office/drawing/2014/main" id="{DA27208A-2ADB-89FF-18E6-91B59CD2F854}"/>
                </a:ext>
              </a:extLst>
            </p:cNvPr>
            <p:cNvCxnSpPr>
              <a:cxnSpLocks noChangeAspect="1" noEditPoints="1" noChangeArrowheads="1" noChangeShapeType="1"/>
            </p:cNvCxnSpPr>
            <p:nvPr/>
          </p:nvCxnSpPr>
          <p:spPr>
            <a:xfrm>
              <a:off x="1722" y="3457"/>
              <a:ext cx="1382" cy="1"/>
            </a:xfrm>
            <a:prstGeom prst="line">
              <a:avLst/>
            </a:prstGeom>
            <a:ln w="9525" cap="flat" cmpd="sng">
              <a:solidFill>
                <a:srgbClr val="000000"/>
              </a:solidFill>
              <a:prstDash val="solid"/>
              <a:round/>
              <a:headEnd type="triangle" w="sm" len="sm"/>
              <a:tailEnd type="triangle" w="sm" len="sm"/>
            </a:ln>
          </p:spPr>
        </p:cxnSp>
        <p:sp>
          <p:nvSpPr>
            <p:cNvPr id="32" name="矩形 31">
              <a:extLst>
                <a:ext uri="{FF2B5EF4-FFF2-40B4-BE49-F238E27FC236}">
                  <a16:creationId xmlns:a16="http://schemas.microsoft.com/office/drawing/2014/main" id="{DD042B3E-5010-90EA-BC10-A942575D20F7}"/>
                </a:ext>
              </a:extLst>
            </p:cNvPr>
            <p:cNvSpPr>
              <a:spLocks noChangeAspect="1" noEditPoints="1" noChangeArrowheads="1" noChangeShapeType="1" noTextEdit="1"/>
            </p:cNvSpPr>
            <p:nvPr/>
          </p:nvSpPr>
          <p:spPr>
            <a:xfrm>
              <a:off x="3122" y="2816"/>
              <a:ext cx="200" cy="240"/>
            </a:xfrm>
            <a:prstGeom prst="rect">
              <a:avLst/>
            </a:prstGeom>
            <a:noFill/>
            <a:ln w="9525">
              <a:noFill/>
            </a:ln>
          </p:spPr>
          <p:txBody>
            <a:bodyPr lIns="10593" tIns="10593" rIns="10593" bIns="10593" anchor="t" anchorCtr="0"/>
            <a:lstStyle/>
            <a:p>
              <a:pPr algn="just" fontAlgn="base"/>
              <a:r>
                <a:rPr lang="en-US" sz="1200" b="1" i="1" kern="1200">
                  <a:solidFill>
                    <a:srgbClr val="000000"/>
                  </a:solidFill>
                  <a:effectLst/>
                  <a:latin typeface="Times New Roman" panose="02020603050405020304" pitchFamily="18" charset="0"/>
                  <a:ea typeface="宋体" panose="02010600030101010101" pitchFamily="2" charset="-122"/>
                </a:rPr>
                <a:t>o</a:t>
              </a:r>
              <a:endParaRPr lang="zh-CN" sz="1200" kern="100">
                <a:effectLst/>
                <a:latin typeface="Times New Roman" panose="02020603050405020304" pitchFamily="18" charset="0"/>
                <a:ea typeface="宋体" panose="02010600030101010101" pitchFamily="2" charset="-122"/>
              </a:endParaRPr>
            </a:p>
          </p:txBody>
        </p:sp>
        <p:sp>
          <p:nvSpPr>
            <p:cNvPr id="33" name="矩形 32">
              <a:extLst>
                <a:ext uri="{FF2B5EF4-FFF2-40B4-BE49-F238E27FC236}">
                  <a16:creationId xmlns:a16="http://schemas.microsoft.com/office/drawing/2014/main" id="{D3D9F5C3-8F63-6B23-8C04-30FECCC8A14E}"/>
                </a:ext>
              </a:extLst>
            </p:cNvPr>
            <p:cNvSpPr>
              <a:spLocks noChangeAspect="1" noEditPoints="1" noChangeArrowheads="1" noChangeShapeType="1" noTextEdit="1"/>
            </p:cNvSpPr>
            <p:nvPr/>
          </p:nvSpPr>
          <p:spPr>
            <a:xfrm>
              <a:off x="3154" y="2198"/>
              <a:ext cx="288" cy="348"/>
            </a:xfrm>
            <a:prstGeom prst="rect">
              <a:avLst/>
            </a:prstGeom>
            <a:noFill/>
            <a:ln w="9525">
              <a:noFill/>
            </a:ln>
          </p:spPr>
          <p:txBody>
            <a:bodyPr lIns="10593" tIns="10593" rIns="10593" bIns="10593" anchor="t" anchorCtr="0"/>
            <a:lstStyle/>
            <a:p>
              <a:pPr algn="just" fontAlgn="base"/>
              <a:r>
                <a:rPr lang="en-US" sz="1650" b="1" i="1" kern="1200">
                  <a:solidFill>
                    <a:srgbClr val="000000"/>
                  </a:solidFill>
                  <a:effectLst/>
                  <a:latin typeface="Times New Roman" panose="02020603050405020304" pitchFamily="18" charset="0"/>
                  <a:ea typeface="宋体" panose="02010600030101010101" pitchFamily="2" charset="-122"/>
                </a:rPr>
                <a:t>P</a:t>
              </a:r>
              <a:endParaRPr lang="zh-CN" sz="1200" kern="100">
                <a:effectLst/>
                <a:latin typeface="Times New Roman" panose="02020603050405020304" pitchFamily="18" charset="0"/>
                <a:ea typeface="宋体" panose="02010600030101010101" pitchFamily="2" charset="-122"/>
              </a:endParaRPr>
            </a:p>
          </p:txBody>
        </p:sp>
        <p:sp>
          <p:nvSpPr>
            <p:cNvPr id="34" name="矩形 33">
              <a:extLst>
                <a:ext uri="{FF2B5EF4-FFF2-40B4-BE49-F238E27FC236}">
                  <a16:creationId xmlns:a16="http://schemas.microsoft.com/office/drawing/2014/main" id="{68ADD5C7-D8F4-7ED1-28B4-3939D2BF6E77}"/>
                </a:ext>
              </a:extLst>
            </p:cNvPr>
            <p:cNvSpPr>
              <a:spLocks noChangeAspect="1" noEditPoints="1" noChangeArrowheads="1" noChangeShapeType="1" noTextEdit="1"/>
            </p:cNvSpPr>
            <p:nvPr/>
          </p:nvSpPr>
          <p:spPr>
            <a:xfrm>
              <a:off x="2176" y="3459"/>
              <a:ext cx="597" cy="200"/>
            </a:xfrm>
            <a:prstGeom prst="rect">
              <a:avLst/>
            </a:prstGeom>
            <a:noFill/>
            <a:ln w="9525">
              <a:noFill/>
            </a:ln>
          </p:spPr>
          <p:txBody>
            <a:bodyPr lIns="10593" tIns="10593" rIns="10593" bIns="10593" anchor="t" anchorCtr="0"/>
            <a:lstStyle/>
            <a:p>
              <a:pPr algn="just" fontAlgn="base"/>
              <a:r>
                <a:rPr lang="zh-CN" sz="1200" b="1" kern="1200">
                  <a:solidFill>
                    <a:srgbClr val="000000"/>
                  </a:solidFill>
                  <a:effectLst/>
                  <a:latin typeface="Times New Roman" panose="02020603050405020304" pitchFamily="18" charset="0"/>
                  <a:ea typeface="宋体" panose="02010600030101010101" pitchFamily="2" charset="-122"/>
                </a:rPr>
                <a:t>焦距</a:t>
              </a:r>
              <a:r>
                <a:rPr lang="en-US" sz="1200" b="1" i="1" kern="1200">
                  <a:solidFill>
                    <a:srgbClr val="000000"/>
                  </a:solidFill>
                  <a:effectLst/>
                  <a:latin typeface="Times New Roman" panose="02020603050405020304" pitchFamily="18" charset="0"/>
                  <a:ea typeface="宋体" panose="02010600030101010101" pitchFamily="2" charset="-122"/>
                </a:rPr>
                <a:t> f</a:t>
              </a:r>
              <a:endParaRPr lang="zh-CN" sz="1200" kern="100">
                <a:effectLst/>
                <a:latin typeface="Times New Roman" panose="02020603050405020304" pitchFamily="18" charset="0"/>
                <a:ea typeface="宋体" panose="02010600030101010101" pitchFamily="2" charset="-122"/>
              </a:endParaRPr>
            </a:p>
          </p:txBody>
        </p:sp>
        <p:sp>
          <p:nvSpPr>
            <p:cNvPr id="35" name="矩形 34">
              <a:extLst>
                <a:ext uri="{FF2B5EF4-FFF2-40B4-BE49-F238E27FC236}">
                  <a16:creationId xmlns:a16="http://schemas.microsoft.com/office/drawing/2014/main" id="{BCE6D497-DEC8-44DF-4ACB-64724A5C40E6}"/>
                </a:ext>
              </a:extLst>
            </p:cNvPr>
            <p:cNvSpPr>
              <a:spLocks noChangeAspect="1" noEditPoints="1" noChangeArrowheads="1" noChangeShapeType="1" noTextEdit="1"/>
            </p:cNvSpPr>
            <p:nvPr/>
          </p:nvSpPr>
          <p:spPr>
            <a:xfrm>
              <a:off x="1026" y="1968"/>
              <a:ext cx="640" cy="230"/>
            </a:xfrm>
            <a:prstGeom prst="rect">
              <a:avLst/>
            </a:prstGeom>
            <a:noFill/>
            <a:ln w="9525">
              <a:noFill/>
            </a:ln>
          </p:spPr>
          <p:txBody>
            <a:bodyPr lIns="10593" tIns="10593" rIns="10593" bIns="10593" anchor="t" anchorCtr="0"/>
            <a:lstStyle/>
            <a:p>
              <a:pPr algn="just" fontAlgn="base"/>
              <a:r>
                <a:rPr lang="zh-CN" sz="1200" b="1" kern="1200">
                  <a:solidFill>
                    <a:srgbClr val="000000"/>
                  </a:solidFill>
                  <a:effectLst/>
                  <a:latin typeface="Times New Roman" panose="02020603050405020304" pitchFamily="18" charset="0"/>
                  <a:ea typeface="宋体" panose="02010600030101010101" pitchFamily="2" charset="-122"/>
                </a:rPr>
                <a:t>缝平面</a:t>
              </a:r>
              <a:r>
                <a:rPr lang="en-US" sz="1200" b="1" i="1" kern="1200">
                  <a:solidFill>
                    <a:srgbClr val="000000"/>
                  </a:solidFill>
                  <a:effectLst/>
                  <a:latin typeface="Times New Roman" panose="02020603050405020304" pitchFamily="18" charset="0"/>
                  <a:ea typeface="宋体" panose="02010600030101010101" pitchFamily="2" charset="-122"/>
                </a:rPr>
                <a:t>G</a:t>
              </a:r>
              <a:endParaRPr lang="zh-CN" sz="1200" kern="100">
                <a:effectLst/>
                <a:latin typeface="Times New Roman" panose="02020603050405020304" pitchFamily="18" charset="0"/>
                <a:ea typeface="宋体" panose="02010600030101010101" pitchFamily="2" charset="-122"/>
              </a:endParaRPr>
            </a:p>
          </p:txBody>
        </p:sp>
        <p:sp>
          <p:nvSpPr>
            <p:cNvPr id="36" name="矩形 35">
              <a:extLst>
                <a:ext uri="{FF2B5EF4-FFF2-40B4-BE49-F238E27FC236}">
                  <a16:creationId xmlns:a16="http://schemas.microsoft.com/office/drawing/2014/main" id="{C7B9E10E-9F69-B8BB-0BC1-F45B07E2779C}"/>
                </a:ext>
              </a:extLst>
            </p:cNvPr>
            <p:cNvSpPr>
              <a:spLocks noChangeAspect="1" noEditPoints="1" noChangeArrowheads="1" noChangeShapeType="1" noTextEdit="1"/>
            </p:cNvSpPr>
            <p:nvPr/>
          </p:nvSpPr>
          <p:spPr>
            <a:xfrm>
              <a:off x="2922" y="1920"/>
              <a:ext cx="592" cy="184"/>
            </a:xfrm>
            <a:prstGeom prst="rect">
              <a:avLst/>
            </a:prstGeom>
            <a:noFill/>
            <a:ln w="9525">
              <a:noFill/>
            </a:ln>
          </p:spPr>
          <p:txBody>
            <a:bodyPr lIns="10593" tIns="10593" rIns="10593" bIns="10593" anchor="t" anchorCtr="0"/>
            <a:lstStyle/>
            <a:p>
              <a:pPr algn="just" fontAlgn="base"/>
              <a:r>
                <a:rPr lang="zh-CN" sz="1200" b="1" kern="1200">
                  <a:solidFill>
                    <a:srgbClr val="000000"/>
                  </a:solidFill>
                  <a:effectLst/>
                  <a:latin typeface="Times New Roman" panose="02020603050405020304" pitchFamily="18" charset="0"/>
                  <a:ea typeface="宋体" panose="02010600030101010101" pitchFamily="2" charset="-122"/>
                </a:rPr>
                <a:t>观察屏</a:t>
              </a:r>
              <a:endParaRPr lang="zh-CN" sz="1200" kern="100">
                <a:effectLst/>
                <a:latin typeface="Times New Roman" panose="02020603050405020304" pitchFamily="18" charset="0"/>
                <a:ea typeface="宋体" panose="02010600030101010101" pitchFamily="2" charset="-122"/>
              </a:endParaRPr>
            </a:p>
          </p:txBody>
        </p:sp>
        <p:sp>
          <p:nvSpPr>
            <p:cNvPr id="37" name="矩形 36">
              <a:extLst>
                <a:ext uri="{FF2B5EF4-FFF2-40B4-BE49-F238E27FC236}">
                  <a16:creationId xmlns:a16="http://schemas.microsoft.com/office/drawing/2014/main" id="{539ED250-2DDC-5C61-8C4C-4428BCE9E014}"/>
                </a:ext>
              </a:extLst>
            </p:cNvPr>
            <p:cNvSpPr>
              <a:spLocks noChangeAspect="1" noEditPoints="1" noChangeArrowheads="1" noChangeShapeType="1" noTextEdit="1"/>
            </p:cNvSpPr>
            <p:nvPr/>
          </p:nvSpPr>
          <p:spPr>
            <a:xfrm>
              <a:off x="1738" y="2036"/>
              <a:ext cx="406" cy="226"/>
            </a:xfrm>
            <a:prstGeom prst="rect">
              <a:avLst/>
            </a:prstGeom>
            <a:noFill/>
            <a:ln w="9525">
              <a:noFill/>
            </a:ln>
          </p:spPr>
          <p:txBody>
            <a:bodyPr lIns="10593" tIns="10593" rIns="10593" bIns="10593" anchor="t" anchorCtr="0"/>
            <a:lstStyle/>
            <a:p>
              <a:pPr algn="just" fontAlgn="base"/>
              <a:r>
                <a:rPr lang="zh-CN" sz="1200" b="1" kern="1200">
                  <a:solidFill>
                    <a:srgbClr val="000000"/>
                  </a:solidFill>
                  <a:effectLst/>
                  <a:latin typeface="Times New Roman" panose="02020603050405020304" pitchFamily="18" charset="0"/>
                  <a:ea typeface="宋体" panose="02010600030101010101" pitchFamily="2" charset="-122"/>
                </a:rPr>
                <a:t>透镜</a:t>
              </a:r>
              <a:r>
                <a:rPr lang="en-US" sz="1200" b="1" i="1" kern="1200">
                  <a:solidFill>
                    <a:srgbClr val="000000"/>
                  </a:solidFill>
                  <a:effectLst/>
                  <a:latin typeface="Times New Roman" panose="02020603050405020304" pitchFamily="18" charset="0"/>
                  <a:ea typeface="宋体" panose="02010600030101010101" pitchFamily="2" charset="-122"/>
                </a:rPr>
                <a:t>L</a:t>
              </a:r>
              <a:endParaRPr lang="zh-CN" sz="1200" kern="100">
                <a:effectLst/>
                <a:latin typeface="Times New Roman" panose="02020603050405020304" pitchFamily="18" charset="0"/>
                <a:ea typeface="宋体" panose="02010600030101010101" pitchFamily="2" charset="-122"/>
              </a:endParaRPr>
            </a:p>
          </p:txBody>
        </p:sp>
        <p:sp>
          <p:nvSpPr>
            <p:cNvPr id="38" name="矩形 37">
              <a:extLst>
                <a:ext uri="{FF2B5EF4-FFF2-40B4-BE49-F238E27FC236}">
                  <a16:creationId xmlns:a16="http://schemas.microsoft.com/office/drawing/2014/main" id="{1BFDCDA3-3C2F-8792-600B-44CDEF19B35C}"/>
                </a:ext>
              </a:extLst>
            </p:cNvPr>
            <p:cNvSpPr>
              <a:spLocks noChangeAspect="1" noEditPoints="1" noChangeArrowheads="1" noChangeShapeType="1" noTextEdit="1"/>
            </p:cNvSpPr>
            <p:nvPr/>
          </p:nvSpPr>
          <p:spPr>
            <a:xfrm>
              <a:off x="1104" y="2319"/>
              <a:ext cx="184" cy="227"/>
            </a:xfrm>
            <a:prstGeom prst="rect">
              <a:avLst/>
            </a:prstGeom>
            <a:noFill/>
            <a:ln w="9525">
              <a:noFill/>
            </a:ln>
          </p:spPr>
          <p:txBody>
            <a:bodyPr lIns="10593" tIns="10593" rIns="10593" bIns="10593" anchor="t" anchorCtr="0"/>
            <a:lstStyle/>
            <a:p>
              <a:pPr algn="just" fontAlgn="base"/>
              <a:r>
                <a:rPr lang="zh-CN" sz="1650" b="1" i="1" kern="1200">
                  <a:solidFill>
                    <a:srgbClr val="0000FF"/>
                  </a:solidFill>
                  <a:effectLst/>
                  <a:latin typeface="Times New Roman" panose="02020603050405020304" pitchFamily="18" charset="0"/>
                  <a:ea typeface="宋体" panose="02010600030101010101" pitchFamily="2" charset="-122"/>
                </a:rPr>
                <a:t> </a:t>
              </a:r>
              <a:r>
                <a:rPr lang="en-US" sz="1200" b="1" i="1" kern="1200">
                  <a:solidFill>
                    <a:srgbClr val="0000FF"/>
                  </a:solidFill>
                  <a:effectLst/>
                  <a:latin typeface="Times New Roman" panose="02020603050405020304" pitchFamily="18" charset="0"/>
                  <a:ea typeface="宋体" panose="02010600030101010101" pitchFamily="2" charset="-122"/>
                  <a:sym typeface="Symbol" pitchFamily="2" charset="2"/>
                </a:rPr>
                <a:t></a:t>
              </a:r>
              <a:endParaRPr lang="zh-CN" sz="1200" kern="100">
                <a:effectLst/>
                <a:latin typeface="Times New Roman" panose="02020603050405020304" pitchFamily="18" charset="0"/>
                <a:ea typeface="宋体" panose="02010600030101010101" pitchFamily="2" charset="-122"/>
              </a:endParaRPr>
            </a:p>
          </p:txBody>
        </p:sp>
        <p:cxnSp>
          <p:nvCxnSpPr>
            <p:cNvPr id="39" name="直接连接符 220198">
              <a:extLst>
                <a:ext uri="{FF2B5EF4-FFF2-40B4-BE49-F238E27FC236}">
                  <a16:creationId xmlns:a16="http://schemas.microsoft.com/office/drawing/2014/main" id="{47328D85-2A8B-764D-4389-626B63B49100}"/>
                </a:ext>
              </a:extLst>
            </p:cNvPr>
            <p:cNvCxnSpPr>
              <a:cxnSpLocks noChangeAspect="1" noEditPoints="1" noChangeArrowheads="1" noChangeShapeType="1"/>
            </p:cNvCxnSpPr>
            <p:nvPr/>
          </p:nvCxnSpPr>
          <p:spPr>
            <a:xfrm flipV="1">
              <a:off x="1718" y="2306"/>
              <a:ext cx="1390" cy="558"/>
            </a:xfrm>
            <a:prstGeom prst="line">
              <a:avLst/>
            </a:prstGeom>
            <a:ln w="38100" cap="flat" cmpd="sng">
              <a:solidFill>
                <a:srgbClr val="008000"/>
              </a:solidFill>
              <a:prstDash val="dash"/>
              <a:round/>
              <a:headEnd type="none" w="med" len="sm"/>
              <a:tailEnd type="none" w="med" len="sm"/>
            </a:ln>
          </p:spPr>
        </p:cxnSp>
        <p:sp>
          <p:nvSpPr>
            <p:cNvPr id="40" name="任意多边形 220199">
              <a:extLst>
                <a:ext uri="{FF2B5EF4-FFF2-40B4-BE49-F238E27FC236}">
                  <a16:creationId xmlns:a16="http://schemas.microsoft.com/office/drawing/2014/main" id="{50E44358-A1B5-7329-2D80-A084DFC9018D}"/>
                </a:ext>
              </a:extLst>
            </p:cNvPr>
            <p:cNvSpPr>
              <a:spLocks noChangeAspect="1" noEditPoints="1" noChangeArrowheads="1" noChangeShapeType="1" noTextEdit="1"/>
            </p:cNvSpPr>
            <p:nvPr/>
          </p:nvSpPr>
          <p:spPr>
            <a:xfrm>
              <a:off x="1962" y="2766"/>
              <a:ext cx="64" cy="112"/>
            </a:xfrm>
            <a:custGeom>
              <a:avLst/>
              <a:gdLst/>
              <a:ahLst/>
              <a:cxnLst>
                <a:cxn ang="270">
                  <a:pos x="0" y="0"/>
                </a:cxn>
                <a:cxn ang="90">
                  <a:pos x="21600" y="21600"/>
                </a:cxn>
                <a:cxn ang="90">
                  <a:pos x="0" y="21600"/>
                </a:cxn>
              </a:cxnLst>
              <a:rect l="0" t="0" r="0" b="0"/>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flat" cmpd="sng">
              <a:solidFill>
                <a:srgbClr val="008080"/>
              </a:solidFill>
              <a:prstDash val="solid"/>
              <a:round/>
              <a:headEnd type="none" w="med" len="med"/>
              <a:tailEnd type="none" w="med" len="med"/>
            </a:ln>
          </p:spPr>
          <p:txBody>
            <a:bodyPr/>
            <a:lstStyle/>
            <a:p>
              <a:endParaRPr lang="zh-CN" altLang="en-US"/>
            </a:p>
          </p:txBody>
        </p:sp>
        <p:sp>
          <p:nvSpPr>
            <p:cNvPr id="41" name="矩形 40">
              <a:extLst>
                <a:ext uri="{FF2B5EF4-FFF2-40B4-BE49-F238E27FC236}">
                  <a16:creationId xmlns:a16="http://schemas.microsoft.com/office/drawing/2014/main" id="{AC3C873F-4C80-A1DA-5D40-7B119CD8F30F}"/>
                </a:ext>
              </a:extLst>
            </p:cNvPr>
            <p:cNvSpPr>
              <a:spLocks noChangeAspect="1" noEditPoints="1" noChangeArrowheads="1" noChangeShapeType="1" noTextEdit="1"/>
            </p:cNvSpPr>
            <p:nvPr/>
          </p:nvSpPr>
          <p:spPr>
            <a:xfrm>
              <a:off x="2049" y="2757"/>
              <a:ext cx="217" cy="236"/>
            </a:xfrm>
            <a:prstGeom prst="rect">
              <a:avLst/>
            </a:prstGeom>
            <a:noFill/>
            <a:ln w="25400">
              <a:noFill/>
            </a:ln>
          </p:spPr>
          <p:txBody>
            <a:bodyPr lIns="10593" tIns="10593" rIns="10593" bIns="10593" anchor="t" anchorCtr="0"/>
            <a:lstStyle/>
            <a:p>
              <a:pPr algn="just" fontAlgn="base"/>
              <a:r>
                <a:rPr lang="en-US" sz="1200" b="1" i="1" kern="1200">
                  <a:solidFill>
                    <a:srgbClr val="008000"/>
                  </a:solidFill>
                  <a:effectLst/>
                  <a:latin typeface="Times New Roman" panose="02020603050405020304" pitchFamily="18" charset="0"/>
                  <a:ea typeface="宋体" panose="02010600030101010101" pitchFamily="2" charset="-122"/>
                  <a:sym typeface="Symbol" pitchFamily="2" charset="2"/>
                </a:rPr>
                <a:t></a:t>
              </a:r>
              <a:endParaRPr lang="zh-CN" sz="1200" kern="100">
                <a:effectLst/>
                <a:latin typeface="Times New Roman" panose="02020603050405020304" pitchFamily="18" charset="0"/>
                <a:ea typeface="宋体" panose="02010600030101010101" pitchFamily="2" charset="-122"/>
              </a:endParaRPr>
            </a:p>
          </p:txBody>
        </p:sp>
        <p:sp>
          <p:nvSpPr>
            <p:cNvPr id="42" name="矩形 41">
              <a:extLst>
                <a:ext uri="{FF2B5EF4-FFF2-40B4-BE49-F238E27FC236}">
                  <a16:creationId xmlns:a16="http://schemas.microsoft.com/office/drawing/2014/main" id="{C8A693E4-3325-7BD1-FA31-1AC2B19E56B8}"/>
                </a:ext>
              </a:extLst>
            </p:cNvPr>
            <p:cNvSpPr>
              <a:spLocks noChangeAspect="1" noEditPoints="1" noChangeArrowheads="1" noChangeShapeType="1" noTextEdit="1"/>
            </p:cNvSpPr>
            <p:nvPr/>
          </p:nvSpPr>
          <p:spPr>
            <a:xfrm>
              <a:off x="1558" y="3547"/>
              <a:ext cx="472" cy="239"/>
            </a:xfrm>
            <a:prstGeom prst="rect">
              <a:avLst/>
            </a:prstGeom>
            <a:noFill/>
            <a:ln w="25400">
              <a:noFill/>
            </a:ln>
          </p:spPr>
          <p:txBody>
            <a:bodyPr lIns="10593" tIns="10593" rIns="10593" bIns="10593" anchor="t" anchorCtr="0"/>
            <a:lstStyle/>
            <a:p>
              <a:pPr algn="just" fontAlgn="base"/>
              <a:r>
                <a:rPr lang="en-US" sz="1200" b="1" i="1" kern="1200">
                  <a:solidFill>
                    <a:srgbClr val="FF0000"/>
                  </a:solidFill>
                  <a:effectLst/>
                  <a:latin typeface="Times New Roman" panose="02020603050405020304" pitchFamily="18" charset="0"/>
                  <a:ea typeface="宋体" panose="02010600030101010101" pitchFamily="2" charset="-122"/>
                </a:rPr>
                <a:t>d</a:t>
              </a:r>
              <a:r>
                <a:rPr lang="en-US" sz="1200" b="1" kern="1200">
                  <a:solidFill>
                    <a:srgbClr val="FF0000"/>
                  </a:solidFill>
                  <a:effectLst/>
                  <a:latin typeface="Times New Roman" panose="02020603050405020304" pitchFamily="18" charset="0"/>
                  <a:ea typeface="宋体" panose="02010600030101010101" pitchFamily="2" charset="-122"/>
                </a:rPr>
                <a:t>sin</a:t>
              </a:r>
              <a:r>
                <a:rPr lang="en-US" sz="1200" b="1" i="1" kern="1200">
                  <a:solidFill>
                    <a:srgbClr val="FF0000"/>
                  </a:solidFill>
                  <a:effectLst/>
                  <a:latin typeface="Times New Roman" panose="02020603050405020304" pitchFamily="18" charset="0"/>
                  <a:ea typeface="宋体" panose="02010600030101010101" pitchFamily="2" charset="-122"/>
                  <a:sym typeface="Symbol" pitchFamily="2" charset="2"/>
                </a:rPr>
                <a:t></a:t>
              </a:r>
              <a:endParaRPr lang="zh-CN" sz="1200" kern="100">
                <a:effectLst/>
                <a:latin typeface="Times New Roman" panose="02020603050405020304" pitchFamily="18" charset="0"/>
                <a:ea typeface="宋体" panose="02010600030101010101" pitchFamily="2" charset="-122"/>
              </a:endParaRPr>
            </a:p>
          </p:txBody>
        </p:sp>
        <p:cxnSp>
          <p:nvCxnSpPr>
            <p:cNvPr id="43" name="直接连接符 220202">
              <a:extLst>
                <a:ext uri="{FF2B5EF4-FFF2-40B4-BE49-F238E27FC236}">
                  <a16:creationId xmlns:a16="http://schemas.microsoft.com/office/drawing/2014/main" id="{C84513B9-D0D5-1F35-E156-25BCEC967032}"/>
                </a:ext>
              </a:extLst>
            </p:cNvPr>
            <p:cNvCxnSpPr>
              <a:cxnSpLocks noChangeAspect="1" noEditPoints="1" noChangeArrowheads="1" noChangeShapeType="1"/>
            </p:cNvCxnSpPr>
            <p:nvPr/>
          </p:nvCxnSpPr>
          <p:spPr>
            <a:xfrm>
              <a:off x="1362" y="2443"/>
              <a:ext cx="120" cy="0"/>
            </a:xfrm>
            <a:prstGeom prst="line">
              <a:avLst/>
            </a:prstGeom>
            <a:ln w="12700" cap="flat" cmpd="sng">
              <a:solidFill>
                <a:srgbClr val="000000"/>
              </a:solidFill>
              <a:prstDash val="solid"/>
              <a:round/>
              <a:headEnd type="none" w="med" len="sm"/>
              <a:tailEnd type="none" w="med" len="sm"/>
            </a:ln>
          </p:spPr>
        </p:cxnSp>
        <p:cxnSp>
          <p:nvCxnSpPr>
            <p:cNvPr id="44" name="直接连接符 220203">
              <a:extLst>
                <a:ext uri="{FF2B5EF4-FFF2-40B4-BE49-F238E27FC236}">
                  <a16:creationId xmlns:a16="http://schemas.microsoft.com/office/drawing/2014/main" id="{D0C40E7A-36AF-7773-753A-665F90864CF2}"/>
                </a:ext>
              </a:extLst>
            </p:cNvPr>
            <p:cNvCxnSpPr>
              <a:cxnSpLocks noChangeAspect="1" noEditPoints="1" noChangeArrowheads="1" noChangeShapeType="1"/>
            </p:cNvCxnSpPr>
            <p:nvPr/>
          </p:nvCxnSpPr>
          <p:spPr>
            <a:xfrm>
              <a:off x="1362" y="2693"/>
              <a:ext cx="120" cy="0"/>
            </a:xfrm>
            <a:prstGeom prst="line">
              <a:avLst/>
            </a:prstGeom>
            <a:ln w="12700" cap="flat" cmpd="sng">
              <a:solidFill>
                <a:srgbClr val="000000"/>
              </a:solidFill>
              <a:prstDash val="solid"/>
              <a:round/>
              <a:headEnd type="none" w="med" len="sm"/>
              <a:tailEnd type="none" w="med" len="sm"/>
            </a:ln>
          </p:spPr>
        </p:cxnSp>
        <p:cxnSp>
          <p:nvCxnSpPr>
            <p:cNvPr id="45" name="直接连接符 220204">
              <a:extLst>
                <a:ext uri="{FF2B5EF4-FFF2-40B4-BE49-F238E27FC236}">
                  <a16:creationId xmlns:a16="http://schemas.microsoft.com/office/drawing/2014/main" id="{FF7419C9-2885-89F4-DA61-955B96736017}"/>
                </a:ext>
              </a:extLst>
            </p:cNvPr>
            <p:cNvCxnSpPr>
              <a:cxnSpLocks noChangeAspect="1" noEditPoints="1" noChangeArrowheads="1" noChangeShapeType="1"/>
            </p:cNvCxnSpPr>
            <p:nvPr/>
          </p:nvCxnSpPr>
          <p:spPr>
            <a:xfrm>
              <a:off x="1410" y="2443"/>
              <a:ext cx="0" cy="256"/>
            </a:xfrm>
            <a:prstGeom prst="line">
              <a:avLst/>
            </a:prstGeom>
            <a:ln w="9525" cap="flat" cmpd="sng">
              <a:solidFill>
                <a:srgbClr val="000000"/>
              </a:solidFill>
              <a:prstDash val="solid"/>
              <a:round/>
              <a:headEnd type="triangle" w="med" len="sm"/>
              <a:tailEnd type="triangle" w="med" len="sm"/>
            </a:ln>
          </p:spPr>
        </p:cxnSp>
        <p:sp>
          <p:nvSpPr>
            <p:cNvPr id="46" name="矩形 45">
              <a:extLst>
                <a:ext uri="{FF2B5EF4-FFF2-40B4-BE49-F238E27FC236}">
                  <a16:creationId xmlns:a16="http://schemas.microsoft.com/office/drawing/2014/main" id="{7E8DA095-C560-3CA1-527F-31E9D121FF5E}"/>
                </a:ext>
              </a:extLst>
            </p:cNvPr>
            <p:cNvSpPr>
              <a:spLocks noChangeAspect="1" noEditPoints="1" noChangeArrowheads="1" noChangeShapeType="1" noTextEdit="1"/>
            </p:cNvSpPr>
            <p:nvPr/>
          </p:nvSpPr>
          <p:spPr>
            <a:xfrm>
              <a:off x="1288" y="2483"/>
              <a:ext cx="182" cy="188"/>
            </a:xfrm>
            <a:prstGeom prst="rect">
              <a:avLst/>
            </a:prstGeom>
            <a:noFill/>
            <a:ln w="9525">
              <a:noFill/>
            </a:ln>
          </p:spPr>
          <p:txBody>
            <a:bodyPr lIns="10593" tIns="10593" rIns="10593" bIns="10593" anchor="t" anchorCtr="0"/>
            <a:lstStyle/>
            <a:p>
              <a:pPr algn="just" fontAlgn="base"/>
              <a:r>
                <a:rPr lang="en-US" sz="1200" b="1" i="1" kern="1200">
                  <a:solidFill>
                    <a:srgbClr val="000000"/>
                  </a:solidFill>
                  <a:effectLst/>
                  <a:latin typeface="Times New Roman" panose="02020603050405020304" pitchFamily="18" charset="0"/>
                  <a:ea typeface="宋体" panose="02010600030101010101" pitchFamily="2" charset="-122"/>
                </a:rPr>
                <a:t>d</a:t>
              </a:r>
              <a:endParaRPr lang="zh-CN" sz="1200" kern="100">
                <a:effectLst/>
                <a:latin typeface="Times New Roman" panose="02020603050405020304" pitchFamily="18" charset="0"/>
                <a:ea typeface="宋体" panose="02010600030101010101" pitchFamily="2" charset="-122"/>
              </a:endParaRPr>
            </a:p>
          </p:txBody>
        </p:sp>
        <p:cxnSp>
          <p:nvCxnSpPr>
            <p:cNvPr id="47" name="直接连接符 220206">
              <a:extLst>
                <a:ext uri="{FF2B5EF4-FFF2-40B4-BE49-F238E27FC236}">
                  <a16:creationId xmlns:a16="http://schemas.microsoft.com/office/drawing/2014/main" id="{4C61E81E-EBF8-9CC6-4A32-EC24FF7C627D}"/>
                </a:ext>
              </a:extLst>
            </p:cNvPr>
            <p:cNvCxnSpPr>
              <a:cxnSpLocks noChangeAspect="1" noEditPoints="1" noChangeArrowheads="1" noChangeShapeType="1"/>
            </p:cNvCxnSpPr>
            <p:nvPr/>
          </p:nvCxnSpPr>
          <p:spPr>
            <a:xfrm>
              <a:off x="1554" y="3256"/>
              <a:ext cx="96" cy="323"/>
            </a:xfrm>
            <a:prstGeom prst="line">
              <a:avLst/>
            </a:prstGeom>
            <a:ln w="9525" cap="flat" cmpd="sng">
              <a:solidFill>
                <a:srgbClr val="FF0000"/>
              </a:solidFill>
              <a:prstDash val="solid"/>
              <a:round/>
              <a:headEnd type="none" w="med" len="med"/>
              <a:tailEnd type="none" w="med" len="med"/>
            </a:ln>
          </p:spPr>
        </p:cxnSp>
        <p:cxnSp>
          <p:nvCxnSpPr>
            <p:cNvPr id="48" name="直接连接符 220207">
              <a:extLst>
                <a:ext uri="{FF2B5EF4-FFF2-40B4-BE49-F238E27FC236}">
                  <a16:creationId xmlns:a16="http://schemas.microsoft.com/office/drawing/2014/main" id="{9677447A-51AB-1C1B-13F9-F80C684DA775}"/>
                </a:ext>
              </a:extLst>
            </p:cNvPr>
            <p:cNvCxnSpPr>
              <a:cxnSpLocks noChangeAspect="1" noEditPoints="1" noChangeArrowheads="1" noChangeShapeType="1"/>
            </p:cNvCxnSpPr>
            <p:nvPr/>
          </p:nvCxnSpPr>
          <p:spPr>
            <a:xfrm flipV="1">
              <a:off x="2010" y="2344"/>
              <a:ext cx="486" cy="36"/>
            </a:xfrm>
            <a:prstGeom prst="line">
              <a:avLst/>
            </a:prstGeom>
            <a:ln w="38100" cap="flat" cmpd="sng">
              <a:solidFill>
                <a:srgbClr val="0000FF"/>
              </a:solidFill>
              <a:prstDash val="solid"/>
              <a:round/>
              <a:headEnd type="none" w="med" len="med"/>
              <a:tailEnd type="triangle" w="med" len="med"/>
            </a:ln>
          </p:spPr>
        </p:cxnSp>
        <p:cxnSp>
          <p:nvCxnSpPr>
            <p:cNvPr id="49" name="直接连接符 220208">
              <a:extLst>
                <a:ext uri="{FF2B5EF4-FFF2-40B4-BE49-F238E27FC236}">
                  <a16:creationId xmlns:a16="http://schemas.microsoft.com/office/drawing/2014/main" id="{FBBBDA49-9F0A-BDE4-9BB5-0EEF3DDF6992}"/>
                </a:ext>
              </a:extLst>
            </p:cNvPr>
            <p:cNvCxnSpPr>
              <a:cxnSpLocks noChangeAspect="1" noEditPoints="1" noChangeArrowheads="1" noChangeShapeType="1"/>
            </p:cNvCxnSpPr>
            <p:nvPr/>
          </p:nvCxnSpPr>
          <p:spPr>
            <a:xfrm flipV="1">
              <a:off x="2370" y="2452"/>
              <a:ext cx="114" cy="30"/>
            </a:xfrm>
            <a:prstGeom prst="line">
              <a:avLst/>
            </a:prstGeom>
            <a:ln w="9525" cap="flat" cmpd="sng">
              <a:solidFill>
                <a:srgbClr val="0000FF"/>
              </a:solidFill>
              <a:prstDash val="solid"/>
              <a:round/>
              <a:headEnd type="none" w="med" len="med"/>
              <a:tailEnd type="triangle" w="med" len="med"/>
            </a:ln>
          </p:spPr>
        </p:cxnSp>
        <p:cxnSp>
          <p:nvCxnSpPr>
            <p:cNvPr id="50" name="直接连接符 220209">
              <a:extLst>
                <a:ext uri="{FF2B5EF4-FFF2-40B4-BE49-F238E27FC236}">
                  <a16:creationId xmlns:a16="http://schemas.microsoft.com/office/drawing/2014/main" id="{1C6608AC-6B8E-EA16-3D97-5EED088CA02B}"/>
                </a:ext>
              </a:extLst>
            </p:cNvPr>
            <p:cNvCxnSpPr>
              <a:cxnSpLocks noChangeAspect="1" noEditPoints="1" noChangeArrowheads="1" noChangeShapeType="1"/>
            </p:cNvCxnSpPr>
            <p:nvPr/>
          </p:nvCxnSpPr>
          <p:spPr>
            <a:xfrm flipV="1">
              <a:off x="2382" y="2572"/>
              <a:ext cx="96" cy="48"/>
            </a:xfrm>
            <a:prstGeom prst="line">
              <a:avLst/>
            </a:prstGeom>
            <a:ln w="9525" cap="flat" cmpd="sng">
              <a:solidFill>
                <a:srgbClr val="0000FF"/>
              </a:solidFill>
              <a:prstDash val="solid"/>
              <a:round/>
              <a:headEnd type="none" w="med" len="med"/>
              <a:tailEnd type="triangle" w="med" len="med"/>
            </a:ln>
          </p:spPr>
        </p:cxnSp>
        <p:cxnSp>
          <p:nvCxnSpPr>
            <p:cNvPr id="51" name="直接连接符 220210">
              <a:extLst>
                <a:ext uri="{FF2B5EF4-FFF2-40B4-BE49-F238E27FC236}">
                  <a16:creationId xmlns:a16="http://schemas.microsoft.com/office/drawing/2014/main" id="{43E632AE-4BA9-C1FF-041C-5A792A61A358}"/>
                </a:ext>
              </a:extLst>
            </p:cNvPr>
            <p:cNvCxnSpPr>
              <a:cxnSpLocks noChangeAspect="1" noEditPoints="1" noChangeArrowheads="1" noChangeShapeType="1"/>
            </p:cNvCxnSpPr>
            <p:nvPr/>
          </p:nvCxnSpPr>
          <p:spPr>
            <a:xfrm flipV="1">
              <a:off x="2388" y="2686"/>
              <a:ext cx="84" cy="54"/>
            </a:xfrm>
            <a:prstGeom prst="line">
              <a:avLst/>
            </a:prstGeom>
            <a:ln w="9525" cap="flat" cmpd="sng">
              <a:solidFill>
                <a:srgbClr val="0000FF"/>
              </a:solidFill>
              <a:prstDash val="solid"/>
              <a:round/>
              <a:headEnd type="none" w="med" len="med"/>
              <a:tailEnd type="triangle" w="med" len="med"/>
            </a:ln>
          </p:spPr>
        </p:cxnSp>
        <p:cxnSp>
          <p:nvCxnSpPr>
            <p:cNvPr id="52" name="直接连接符 220211">
              <a:extLst>
                <a:ext uri="{FF2B5EF4-FFF2-40B4-BE49-F238E27FC236}">
                  <a16:creationId xmlns:a16="http://schemas.microsoft.com/office/drawing/2014/main" id="{87DE76C4-1F7B-B7D4-DBBB-A07C6C832338}"/>
                </a:ext>
              </a:extLst>
            </p:cNvPr>
            <p:cNvCxnSpPr>
              <a:cxnSpLocks noChangeAspect="1" noEditPoints="1" noChangeArrowheads="1" noChangeShapeType="1"/>
            </p:cNvCxnSpPr>
            <p:nvPr/>
          </p:nvCxnSpPr>
          <p:spPr>
            <a:xfrm>
              <a:off x="1470" y="2500"/>
              <a:ext cx="300" cy="0"/>
            </a:xfrm>
            <a:prstGeom prst="line">
              <a:avLst/>
            </a:prstGeom>
            <a:ln w="28575" cap="flat" cmpd="sng">
              <a:solidFill>
                <a:srgbClr val="000000"/>
              </a:solidFill>
              <a:prstDash val="dash"/>
              <a:round/>
              <a:headEnd type="none" w="med" len="med"/>
              <a:tailEnd type="none" w="med" len="med"/>
            </a:ln>
          </p:spPr>
        </p:cxnSp>
        <p:sp>
          <p:nvSpPr>
            <p:cNvPr id="53" name="任意多边形 220212">
              <a:extLst>
                <a:ext uri="{FF2B5EF4-FFF2-40B4-BE49-F238E27FC236}">
                  <a16:creationId xmlns:a16="http://schemas.microsoft.com/office/drawing/2014/main" id="{8667A382-60C1-3E14-BF4E-21E580191888}"/>
                </a:ext>
              </a:extLst>
            </p:cNvPr>
            <p:cNvSpPr>
              <a:spLocks noChangeAspect="1" noEditPoints="1" noChangeArrowheads="1" noChangeShapeType="1" noTextEdit="1"/>
            </p:cNvSpPr>
            <p:nvPr/>
          </p:nvSpPr>
          <p:spPr>
            <a:xfrm>
              <a:off x="1596" y="2452"/>
              <a:ext cx="6" cy="48"/>
            </a:xfrm>
            <a:custGeom>
              <a:avLst/>
              <a:gdLst/>
              <a:ahLst/>
              <a:cxnLst/>
              <a:rect l="0" t="0" r="0" b="0"/>
              <a:pathLst>
                <a:path w="15" h="120">
                  <a:moveTo>
                    <a:pt x="0" y="0"/>
                  </a:moveTo>
                  <a:cubicBezTo>
                    <a:pt x="6" y="50"/>
                    <a:pt x="13" y="100"/>
                    <a:pt x="15" y="120"/>
                  </a:cubicBezTo>
                </a:path>
              </a:pathLst>
            </a:custGeom>
            <a:noFill/>
            <a:ln w="19050" cap="flat" cmpd="sng">
              <a:solidFill>
                <a:srgbClr val="008000"/>
              </a:solidFill>
              <a:prstDash val="solid"/>
              <a:round/>
              <a:headEnd type="none" w="med" len="med"/>
              <a:tailEnd type="none" w="med" len="med"/>
            </a:ln>
          </p:spPr>
          <p:txBody>
            <a:bodyPr/>
            <a:lstStyle/>
            <a:p>
              <a:endParaRPr lang="zh-CN" altLang="en-US"/>
            </a:p>
          </p:txBody>
        </p:sp>
        <p:sp>
          <p:nvSpPr>
            <p:cNvPr id="54" name="矩形 53">
              <a:extLst>
                <a:ext uri="{FF2B5EF4-FFF2-40B4-BE49-F238E27FC236}">
                  <a16:creationId xmlns:a16="http://schemas.microsoft.com/office/drawing/2014/main" id="{53647130-F545-753D-C973-E940F3DC5933}"/>
                </a:ext>
              </a:extLst>
            </p:cNvPr>
            <p:cNvSpPr>
              <a:spLocks noChangeAspect="1" noEditPoints="1" noChangeArrowheads="1" noChangeShapeType="1" noTextEdit="1"/>
            </p:cNvSpPr>
            <p:nvPr/>
          </p:nvSpPr>
          <p:spPr>
            <a:xfrm>
              <a:off x="1732" y="2388"/>
              <a:ext cx="224" cy="300"/>
            </a:xfrm>
            <a:prstGeom prst="rect">
              <a:avLst/>
            </a:prstGeom>
            <a:noFill/>
            <a:ln w="25400">
              <a:noFill/>
            </a:ln>
          </p:spPr>
          <p:txBody>
            <a:bodyPr lIns="10593" tIns="10593" rIns="10593" bIns="10593" anchor="t" anchorCtr="0"/>
            <a:lstStyle/>
            <a:p>
              <a:pPr algn="just" fontAlgn="base"/>
              <a:r>
                <a:rPr lang="en-US" sz="1200" b="1" i="1" kern="1200">
                  <a:solidFill>
                    <a:srgbClr val="538135"/>
                  </a:solidFill>
                  <a:effectLst/>
                  <a:latin typeface="Times New Roman" panose="02020603050405020304" pitchFamily="18" charset="0"/>
                  <a:ea typeface="宋体" panose="02010600030101010101" pitchFamily="2" charset="-122"/>
                  <a:sym typeface="Symbol" pitchFamily="2" charset="2"/>
                </a:rPr>
                <a:t></a:t>
              </a:r>
              <a:endParaRPr lang="zh-CN" sz="1200" kern="100">
                <a:effectLst/>
                <a:latin typeface="Times New Roman" panose="02020603050405020304" pitchFamily="18" charset="0"/>
                <a:ea typeface="宋体" panose="02010600030101010101" pitchFamily="2" charset="-122"/>
              </a:endParaRPr>
            </a:p>
          </p:txBody>
        </p:sp>
      </p:grpSp>
      <p:sp>
        <p:nvSpPr>
          <p:cNvPr id="57" name="Rectangle 3">
            <a:extLst>
              <a:ext uri="{FF2B5EF4-FFF2-40B4-BE49-F238E27FC236}">
                <a16:creationId xmlns:a16="http://schemas.microsoft.com/office/drawing/2014/main" id="{9A00A549-7B4A-52EC-07CE-C277BB4C7908}"/>
              </a:ext>
            </a:extLst>
          </p:cNvPr>
          <p:cNvSpPr>
            <a:spLocks noChangeArrowheads="1"/>
          </p:cNvSpPr>
          <p:nvPr/>
        </p:nvSpPr>
        <p:spPr bwMode="auto">
          <a:xfrm>
            <a:off x="323918" y="2295439"/>
            <a:ext cx="699312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当波长为</a:t>
            </a:r>
            <a:r>
              <a:rPr kumimoji="0" lang="zh-CN" altLang="zh-CN" sz="2400" b="0" i="0" u="none" strike="noStrike" cap="none" normalizeH="0" baseline="0" dirty="0">
                <a:ln>
                  <a:noFill/>
                </a:ln>
                <a:solidFill>
                  <a:srgbClr val="333333"/>
                </a:solidFill>
                <a:effectLst/>
                <a:ea typeface="Times New Roman" panose="02020603050405020304" pitchFamily="18" charset="0"/>
                <a:cs typeface="微软雅黑" panose="020B0503020204020204" pitchFamily="34" charset="-122"/>
              </a:rPr>
              <a:t>λ</a:t>
            </a:r>
            <a:r>
              <a:rPr kumimoji="0" lang="zh-CN" altLang="zh-CN" sz="2400" b="0" i="0" u="none" strike="noStrike" cap="none" normalizeH="0" baseline="0" dirty="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的单色平行光垂直入射到光栅平面，每个缝的衍射和各缝间的干涉，会在屏幕上形成暗条纹很宽、明条纹很细的锐细而明亮的衍射明条纹。形成光栅衍射明条纹的条件是</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58" name="Rectangle 4">
            <a:extLst>
              <a:ext uri="{FF2B5EF4-FFF2-40B4-BE49-F238E27FC236}">
                <a16:creationId xmlns:a16="http://schemas.microsoft.com/office/drawing/2014/main" id="{F5D445F0-81C8-87F9-4660-DB8ABB8CDF78}"/>
              </a:ext>
            </a:extLst>
          </p:cNvPr>
          <p:cNvSpPr>
            <a:spLocks noChangeArrowheads="1"/>
          </p:cNvSpPr>
          <p:nvPr/>
        </p:nvSpPr>
        <p:spPr bwMode="auto">
          <a:xfrm>
            <a:off x="405237" y="3132303"/>
            <a:ext cx="638663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59" name="Rectangle 5">
                <a:extLst>
                  <a:ext uri="{FF2B5EF4-FFF2-40B4-BE49-F238E27FC236}">
                    <a16:creationId xmlns:a16="http://schemas.microsoft.com/office/drawing/2014/main" id="{73AA15B8-1F5D-EEAE-7425-29995CA8207F}"/>
                  </a:ext>
                </a:extLst>
              </p:cNvPr>
              <p:cNvSpPr>
                <a:spLocks noChangeArrowheads="1"/>
              </p:cNvSpPr>
              <p:nvPr/>
            </p:nvSpPr>
            <p:spPr bwMode="auto">
              <a:xfrm>
                <a:off x="816198" y="5372314"/>
                <a:ext cx="6773044"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其中</a:t>
                </a:r>
                <a:r>
                  <a:rPr kumimoji="0" lang="zh-CN" altLang="zh-CN" sz="2400" b="0" i="0" u="none" strike="noStrike" cap="none" normalizeH="0" baseline="0" dirty="0">
                    <a:ln>
                      <a:noFill/>
                    </a:ln>
                    <a:solidFill>
                      <a:srgbClr val="333333"/>
                    </a:solidFill>
                    <a:effectLst/>
                    <a:latin typeface="Arial" panose="020B0604020202020204" pitchFamily="34" charset="0"/>
                    <a:ea typeface="Times New Roman" panose="02020603050405020304" pitchFamily="18" charset="0"/>
                    <a:cs typeface="Arial" panose="020B0604020202020204" pitchFamily="34" charset="0"/>
                  </a:rPr>
                  <a:t>d</a:t>
                </a:r>
                <a:r>
                  <a:rPr kumimoji="0" lang="zh-CN" altLang="zh-CN" sz="2400" b="0" i="0" u="none" strike="noStrike" cap="none" normalizeH="0" baseline="0" dirty="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为光栅常数，</a:t>
                </a:r>
                <a:r>
                  <a:rPr kumimoji="1" lang="en-US" altLang="zh-CN" sz="2400" b="0" dirty="0">
                    <a:ea typeface="Cambria Math" panose="02040503050406030204" pitchFamily="18" charset="0"/>
                  </a:rPr>
                  <a:t> </a:t>
                </a:r>
                <a14:m>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𝜙</m:t>
                    </m:r>
                  </m:oMath>
                </a14:m>
                <a:r>
                  <a:rPr kumimoji="0" lang="zh-CN" altLang="zh-CN" sz="2400" b="0" i="0" u="none" strike="noStrike" cap="none" normalizeH="0" baseline="0" dirty="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rPr>
                  <a:t>为衍射角，</a:t>
                </a:r>
                <a:r>
                  <a:rPr kumimoji="0" lang="zh-CN" altLang="zh-CN" sz="2400" b="0" i="1" u="none" strike="noStrike" cap="none" normalizeH="0" baseline="0" dirty="0">
                    <a:ln>
                      <a:noFill/>
                    </a:ln>
                    <a:solidFill>
                      <a:srgbClr val="333333"/>
                    </a:solidFill>
                    <a:effectLst/>
                    <a:latin typeface="Arial" panose="020B0604020202020204" pitchFamily="34" charset="0"/>
                    <a:ea typeface="Times New Roman" panose="02020603050405020304" pitchFamily="18" charset="0"/>
                    <a:cs typeface="Arial" panose="020B0604020202020204" pitchFamily="34" charset="0"/>
                    <a:sym typeface="Symbol" pitchFamily="2" charset="2"/>
                  </a:rPr>
                  <a:t>k</a:t>
                </a:r>
                <a:r>
                  <a:rPr kumimoji="0" lang="zh-CN" altLang="zh-CN" sz="2400" b="0" i="0" u="none" strike="noStrike" cap="none" normalizeH="0" baseline="0" dirty="0">
                    <a:ln>
                      <a:noFill/>
                    </a:ln>
                    <a:solidFill>
                      <a:srgbClr val="333333"/>
                    </a:solidFill>
                    <a:effectLst/>
                    <a:latin typeface="Arial" panose="020B0604020202020204" pitchFamily="34" charset="0"/>
                    <a:ea typeface="宋体" panose="02010600030101010101" pitchFamily="2" charset="-122"/>
                    <a:cs typeface="Arial" panose="020B0604020202020204" pitchFamily="34" charset="0"/>
                    <a:sym typeface="Symbol" pitchFamily="2" charset="2"/>
                  </a:rPr>
                  <a:t>为衍射级数。</a:t>
                </a:r>
                <a:endParaRPr kumimoji="0" lang="zh-CN" altLang="zh-CN" sz="2400" b="0" i="0" u="none" strike="noStrike" cap="none" normalizeH="0" baseline="0" dirty="0">
                  <a:ln>
                    <a:noFill/>
                  </a:ln>
                  <a:solidFill>
                    <a:srgbClr val="333333"/>
                  </a:solidFill>
                  <a:effectLst/>
                  <a:latin typeface="Arial" panose="020B0604020202020204" pitchFamily="34" charset="0"/>
                  <a:ea typeface="Times New Roman" panose="02020603050405020304" pitchFamily="18" charset="0"/>
                  <a:cs typeface="Arial" panose="020B0604020202020204" pitchFamily="34" charset="0"/>
                  <a:sym typeface="Symbol" pitchFamily="2" charset="2"/>
                </a:endParaRPr>
              </a:p>
            </p:txBody>
          </p:sp>
        </mc:Choice>
        <mc:Fallback xmlns="">
          <p:sp>
            <p:nvSpPr>
              <p:cNvPr id="59" name="Rectangle 5">
                <a:extLst>
                  <a:ext uri="{FF2B5EF4-FFF2-40B4-BE49-F238E27FC236}">
                    <a16:creationId xmlns:a16="http://schemas.microsoft.com/office/drawing/2014/main" id="{73AA15B8-1F5D-EEAE-7425-29995CA8207F}"/>
                  </a:ext>
                </a:extLst>
              </p:cNvPr>
              <p:cNvSpPr>
                <a:spLocks noRot="1" noChangeAspect="1" noMove="1" noResize="1" noEditPoints="1" noAdjustHandles="1" noChangeArrowheads="1" noChangeShapeType="1" noTextEdit="1"/>
              </p:cNvSpPr>
              <p:nvPr/>
            </p:nvSpPr>
            <p:spPr bwMode="auto">
              <a:xfrm>
                <a:off x="816198" y="5372314"/>
                <a:ext cx="6773044" cy="461665"/>
              </a:xfrm>
              <a:prstGeom prst="rect">
                <a:avLst/>
              </a:prstGeom>
              <a:blipFill>
                <a:blip r:embed="rId3"/>
                <a:stretch>
                  <a:fillRect l="-1498" t="-13158" b="-2631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0" name="矩形 59">
            <a:extLst>
              <a:ext uri="{FF2B5EF4-FFF2-40B4-BE49-F238E27FC236}">
                <a16:creationId xmlns:a16="http://schemas.microsoft.com/office/drawing/2014/main" id="{8793D0F1-4F1C-282C-FFC6-018709A905C8}"/>
              </a:ext>
            </a:extLst>
          </p:cNvPr>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1" name="圆角矩形 60">
            <a:extLst>
              <a:ext uri="{FF2B5EF4-FFF2-40B4-BE49-F238E27FC236}">
                <a16:creationId xmlns:a16="http://schemas.microsoft.com/office/drawing/2014/main" id="{A4CE0F51-0CA1-F62F-4FCB-F28E1C71A749}"/>
              </a:ext>
            </a:extLst>
          </p:cNvPr>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62" name="文本框 61">
            <a:extLst>
              <a:ext uri="{FF2B5EF4-FFF2-40B4-BE49-F238E27FC236}">
                <a16:creationId xmlns:a16="http://schemas.microsoft.com/office/drawing/2014/main" id="{7A9EFB6D-AEC4-3F2F-8629-F93D59B61753}"/>
              </a:ext>
            </a:extLst>
          </p:cNvPr>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63" name="矩形 62">
            <a:extLst>
              <a:ext uri="{FF2B5EF4-FFF2-40B4-BE49-F238E27FC236}">
                <a16:creationId xmlns:a16="http://schemas.microsoft.com/office/drawing/2014/main" id="{E212C797-6AE7-22D1-107C-D733D6DAF975}"/>
              </a:ext>
            </a:extLst>
          </p:cNvPr>
          <p:cNvSpPr/>
          <p:nvPr/>
        </p:nvSpPr>
        <p:spPr>
          <a:xfrm>
            <a:off x="2660175" y="325001"/>
            <a:ext cx="3085091"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84" name="组 398">
            <a:extLst>
              <a:ext uri="{FF2B5EF4-FFF2-40B4-BE49-F238E27FC236}">
                <a16:creationId xmlns:a16="http://schemas.microsoft.com/office/drawing/2014/main" id="{E5B5B304-BD6D-CF38-F0C1-00B06A0AAF6D}"/>
              </a:ext>
            </a:extLst>
          </p:cNvPr>
          <p:cNvGrpSpPr/>
          <p:nvPr/>
        </p:nvGrpSpPr>
        <p:grpSpPr>
          <a:xfrm>
            <a:off x="11454107" y="252857"/>
            <a:ext cx="737892" cy="484288"/>
            <a:chOff x="11454105" y="252856"/>
            <a:chExt cx="737892" cy="484288"/>
          </a:xfrm>
        </p:grpSpPr>
        <p:grpSp>
          <p:nvGrpSpPr>
            <p:cNvPr id="385" name="组 400">
              <a:extLst>
                <a:ext uri="{FF2B5EF4-FFF2-40B4-BE49-F238E27FC236}">
                  <a16:creationId xmlns:a16="http://schemas.microsoft.com/office/drawing/2014/main" id="{2F0B7F30-92E5-633B-45D8-FB50EAB3D62B}"/>
                </a:ext>
              </a:extLst>
            </p:cNvPr>
            <p:cNvGrpSpPr/>
            <p:nvPr/>
          </p:nvGrpSpPr>
          <p:grpSpPr>
            <a:xfrm>
              <a:off x="12039604" y="252856"/>
              <a:ext cx="152393" cy="484287"/>
              <a:chOff x="12039604" y="252856"/>
              <a:chExt cx="152393" cy="484287"/>
            </a:xfrm>
          </p:grpSpPr>
          <p:sp>
            <p:nvSpPr>
              <p:cNvPr id="389" name="圆角矩形 388">
                <a:extLst>
                  <a:ext uri="{FF2B5EF4-FFF2-40B4-BE49-F238E27FC236}">
                    <a16:creationId xmlns:a16="http://schemas.microsoft.com/office/drawing/2014/main" id="{79CDB37A-1E46-2492-E580-B77E08CA8430}"/>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0" name="圆角矩形 389">
                <a:extLst>
                  <a:ext uri="{FF2B5EF4-FFF2-40B4-BE49-F238E27FC236}">
                    <a16:creationId xmlns:a16="http://schemas.microsoft.com/office/drawing/2014/main" id="{6ED28DE4-7FD4-62EE-FFFB-2BF34629D5AE}"/>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1" name="圆角矩形 390">
                <a:extLst>
                  <a:ext uri="{FF2B5EF4-FFF2-40B4-BE49-F238E27FC236}">
                    <a16:creationId xmlns:a16="http://schemas.microsoft.com/office/drawing/2014/main" id="{5CE6DD10-02EA-552F-5525-98F3B3A72046}"/>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圆角矩形 391">
                <a:extLst>
                  <a:ext uri="{FF2B5EF4-FFF2-40B4-BE49-F238E27FC236}">
                    <a16:creationId xmlns:a16="http://schemas.microsoft.com/office/drawing/2014/main" id="{70B88165-D0B7-05BF-A50F-D98B2C0CDB3A}"/>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3" name="圆角矩形 392">
                <a:extLst>
                  <a:ext uri="{FF2B5EF4-FFF2-40B4-BE49-F238E27FC236}">
                    <a16:creationId xmlns:a16="http://schemas.microsoft.com/office/drawing/2014/main" id="{9759CD40-0DE0-0A23-034A-4D07BCB1B5D9}"/>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6" name="组合 99">
              <a:extLst>
                <a:ext uri="{FF2B5EF4-FFF2-40B4-BE49-F238E27FC236}">
                  <a16:creationId xmlns:a16="http://schemas.microsoft.com/office/drawing/2014/main" id="{3EC37394-8CA5-FEEC-34E0-1CF99C33F5F1}"/>
                </a:ext>
              </a:extLst>
            </p:cNvPr>
            <p:cNvGrpSpPr/>
            <p:nvPr/>
          </p:nvGrpSpPr>
          <p:grpSpPr>
            <a:xfrm>
              <a:off x="11454105" y="252857"/>
              <a:ext cx="491115" cy="484287"/>
              <a:chOff x="1528923" y="220268"/>
              <a:chExt cx="1284096" cy="1266241"/>
            </a:xfrm>
          </p:grpSpPr>
          <p:sp>
            <p:nvSpPr>
              <p:cNvPr id="387" name="圆角矩形 386">
                <a:extLst>
                  <a:ext uri="{FF2B5EF4-FFF2-40B4-BE49-F238E27FC236}">
                    <a16:creationId xmlns:a16="http://schemas.microsoft.com/office/drawing/2014/main" id="{150B5060-CAA5-0883-A76A-D47CF225EE5F}"/>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Freeform 96">
                <a:extLst>
                  <a:ext uri="{FF2B5EF4-FFF2-40B4-BE49-F238E27FC236}">
                    <a16:creationId xmlns:a16="http://schemas.microsoft.com/office/drawing/2014/main" id="{3C192F61-BDFD-6428-BE76-E6F304EE3A0A}"/>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398" name="文本框 397">
                <a:extLst>
                  <a:ext uri="{FF2B5EF4-FFF2-40B4-BE49-F238E27FC236}">
                    <a16:creationId xmlns:a16="http://schemas.microsoft.com/office/drawing/2014/main" id="{133C1FD7-9A07-3EAB-33E7-F13075320D6F}"/>
                  </a:ext>
                </a:extLst>
              </p:cNvPr>
              <p:cNvSpPr txBox="1"/>
              <p:nvPr/>
            </p:nvSpPr>
            <p:spPr>
              <a:xfrm>
                <a:off x="2140312" y="4442411"/>
                <a:ext cx="472546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𝑑</m:t>
                      </m:r>
                      <m:func>
                        <m:funcPr>
                          <m:ctrlPr>
                            <a:rPr kumimoji="1" lang="en-US" altLang="zh-CN" sz="2800" b="0" i="1" smtClean="0">
                              <a:latin typeface="Cambria Math" panose="02040503050406030204" pitchFamily="18" charset="0"/>
                            </a:rPr>
                          </m:ctrlPr>
                        </m:funcPr>
                        <m:fName>
                          <m:r>
                            <m:rPr>
                              <m:sty m:val="p"/>
                            </m:rPr>
                            <a:rPr kumimoji="1" lang="en-US" altLang="zh-CN" sz="2800" b="0" i="0" smtClean="0">
                              <a:latin typeface="Cambria Math" panose="02040503050406030204" pitchFamily="18" charset="0"/>
                            </a:rPr>
                            <m:t>sin</m:t>
                          </m:r>
                        </m:fName>
                        <m:e>
                          <m:r>
                            <a:rPr kumimoji="1" lang="en-US" altLang="zh-CN" sz="2800" b="0" i="1" smtClean="0">
                              <a:latin typeface="Cambria Math" panose="02040503050406030204" pitchFamily="18" charset="0"/>
                              <a:ea typeface="Cambria Math" panose="02040503050406030204" pitchFamily="18" charset="0"/>
                            </a:rPr>
                            <m:t>𝜙</m:t>
                          </m:r>
                          <m:r>
                            <a:rPr kumimoji="1" lang="en-US" altLang="zh-CN" sz="2800" b="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𝑘</m:t>
                          </m:r>
                          <m:r>
                            <a:rPr kumimoji="1" lang="en-US" altLang="zh-CN" sz="2800" b="0" i="1" smtClean="0">
                              <a:latin typeface="Cambria Math" panose="02040503050406030204" pitchFamily="18" charset="0"/>
                              <a:ea typeface="Cambria Math" panose="02040503050406030204" pitchFamily="18" charset="0"/>
                            </a:rPr>
                            <m:t>𝜆</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𝑘</m:t>
                          </m:r>
                          <m:r>
                            <a:rPr kumimoji="1" lang="en-US" altLang="zh-CN" sz="2800" b="0" i="1" smtClean="0">
                              <a:latin typeface="Cambria Math" panose="02040503050406030204" pitchFamily="18" charset="0"/>
                              <a:ea typeface="Cambria Math" panose="02040503050406030204" pitchFamily="18" charset="0"/>
                            </a:rPr>
                            <m:t>=±1,±2,…)</m:t>
                          </m:r>
                        </m:e>
                      </m:func>
                    </m:oMath>
                  </m:oMathPara>
                </a14:m>
                <a:endParaRPr kumimoji="1" lang="zh-CN" altLang="en-US" sz="2800" dirty="0"/>
              </a:p>
            </p:txBody>
          </p:sp>
        </mc:Choice>
        <mc:Fallback xmlns="">
          <p:sp>
            <p:nvSpPr>
              <p:cNvPr id="398" name="文本框 397">
                <a:extLst>
                  <a:ext uri="{FF2B5EF4-FFF2-40B4-BE49-F238E27FC236}">
                    <a16:creationId xmlns:a16="http://schemas.microsoft.com/office/drawing/2014/main" id="{133C1FD7-9A07-3EAB-33E7-F13075320D6F}"/>
                  </a:ext>
                </a:extLst>
              </p:cNvPr>
              <p:cNvSpPr txBox="1">
                <a:spLocks noRot="1" noChangeAspect="1" noMove="1" noResize="1" noEditPoints="1" noAdjustHandles="1" noChangeArrowheads="1" noChangeShapeType="1" noTextEdit="1"/>
              </p:cNvSpPr>
              <p:nvPr/>
            </p:nvSpPr>
            <p:spPr>
              <a:xfrm>
                <a:off x="2140312" y="4442411"/>
                <a:ext cx="4725461" cy="430887"/>
              </a:xfrm>
              <a:prstGeom prst="rect">
                <a:avLst/>
              </a:prstGeom>
              <a:blipFill>
                <a:blip r:embed="rId4"/>
                <a:stretch>
                  <a:fillRect l="-1340" t="-8571" r="-2145" b="-371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6000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8540412" y="6398325"/>
            <a:ext cx="2743200" cy="365125"/>
          </a:xfrm>
        </p:spPr>
        <p:txBody>
          <a:bodyPr/>
          <a:lstStyle/>
          <a:p>
            <a:fld id="{888F8D02-9041-4C59-BC62-13DE0E5C6713}" type="slidenum">
              <a:rPr lang="zh-CN" altLang="en-US" sz="1600" b="1" smtClean="0"/>
              <a:t>31</a:t>
            </a:fld>
            <a:endParaRPr lang="zh-CN" altLang="en-US" sz="1600" b="1" dirty="0"/>
          </a:p>
        </p:txBody>
      </p:sp>
      <p:pic>
        <p:nvPicPr>
          <p:cNvPr id="12293" name="Picture 5" descr="18_014609_ybds"/>
          <p:cNvPicPr>
            <a:picLocks noChangeAspect="1"/>
          </p:cNvPicPr>
          <p:nvPr/>
        </p:nvPicPr>
        <p:blipFill>
          <a:blip r:embed="rId3"/>
          <a:srcRect t="14925" b="10310"/>
          <a:stretch>
            <a:fillRect/>
          </a:stretch>
        </p:blipFill>
        <p:spPr>
          <a:xfrm>
            <a:off x="6613844" y="2067555"/>
            <a:ext cx="5008417" cy="2808929"/>
          </a:xfrm>
          <a:prstGeom prst="rect">
            <a:avLst/>
          </a:prstGeom>
          <a:ln>
            <a:noFill/>
          </a:ln>
          <a:effectLst>
            <a:outerShdw blurRad="190500" algn="tl" rotWithShape="0">
              <a:srgbClr val="000000">
                <a:alpha val="70000"/>
              </a:srgbClr>
            </a:outerShdw>
          </a:effectLst>
        </p:spPr>
      </p:pic>
      <p:sp>
        <p:nvSpPr>
          <p:cNvPr id="22" name="矩形 21"/>
          <p:cNvSpPr/>
          <p:nvPr/>
        </p:nvSpPr>
        <p:spPr>
          <a:xfrm>
            <a:off x="4509979" y="1146338"/>
            <a:ext cx="3108543" cy="523220"/>
          </a:xfrm>
          <a:prstGeom prst="rect">
            <a:avLst/>
          </a:prstGeom>
        </p:spPr>
        <p:txBody>
          <a:bodyPr wrap="none">
            <a:spAutoFit/>
          </a:bodyPr>
          <a:lstStyle/>
          <a:p>
            <a:r>
              <a:rPr lang="zh-CN" altLang="en-US" sz="2800" b="1" dirty="0">
                <a:solidFill>
                  <a:schemeClr val="tx2"/>
                </a:solidFill>
                <a:latin typeface="SimSun" panose="02010600030101010101" pitchFamily="2" charset="-122"/>
                <a:ea typeface="SimSun" panose="02010600030101010101" pitchFamily="2" charset="-122"/>
              </a:rPr>
              <a:t>消除偏心差和读数</a:t>
            </a:r>
          </a:p>
        </p:txBody>
      </p:sp>
      <p:grpSp>
        <p:nvGrpSpPr>
          <p:cNvPr id="23" name="组合 22"/>
          <p:cNvGrpSpPr/>
          <p:nvPr/>
        </p:nvGrpSpPr>
        <p:grpSpPr>
          <a:xfrm>
            <a:off x="1981961" y="1885589"/>
            <a:ext cx="3341816" cy="3341816"/>
            <a:chOff x="1966913" y="2104499"/>
            <a:chExt cx="2924383" cy="2924383"/>
          </a:xfrm>
        </p:grpSpPr>
        <p:sp>
          <p:nvSpPr>
            <p:cNvPr id="4" name="椭圆 3"/>
            <p:cNvSpPr/>
            <p:nvPr/>
          </p:nvSpPr>
          <p:spPr>
            <a:xfrm>
              <a:off x="1966913" y="2104499"/>
              <a:ext cx="2924383" cy="2924383"/>
            </a:xfrm>
            <a:prstGeom prst="ellipse">
              <a:avLst/>
            </a:prstGeom>
            <a:no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2309131" y="2327371"/>
              <a:ext cx="2478640" cy="2478640"/>
            </a:xfrm>
            <a:prstGeom prst="ellipse">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4" idx="2"/>
              <a:endCxn id="4" idx="6"/>
            </p:cNvCxnSpPr>
            <p:nvPr/>
          </p:nvCxnSpPr>
          <p:spPr>
            <a:xfrm>
              <a:off x="1966913" y="3566691"/>
              <a:ext cx="2924383" cy="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3429105" y="2796481"/>
              <a:ext cx="1221874" cy="770210"/>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2274491" y="3566691"/>
              <a:ext cx="1145450" cy="897799"/>
            </a:xfrm>
            <a:prstGeom prst="line">
              <a:avLst/>
            </a:prstGeom>
            <a:ln w="1270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274491" y="2796481"/>
              <a:ext cx="2376488" cy="166800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160235" y="2980361"/>
              <a:ext cx="586462" cy="511730"/>
            </a:xfrm>
            <a:prstGeom prst="rect">
              <a:avLst/>
            </a:prstGeom>
            <a:noFill/>
          </p:spPr>
          <p:txBody>
            <a:bodyPr wrap="none" rtlCol="0">
              <a:spAutoFit/>
            </a:bodyPr>
            <a:lstStyle/>
            <a:p>
              <a:r>
                <a:rPr lang="en-US" altLang="zh-CN" sz="3200" b="1" i="1" dirty="0">
                  <a:solidFill>
                    <a:srgbClr val="0000FF"/>
                  </a:solidFill>
                  <a:latin typeface="Times New Roman" panose="02020603050405020304" pitchFamily="18" charset="0"/>
                  <a:cs typeface="Times New Roman" panose="02020603050405020304" pitchFamily="18" charset="0"/>
                </a:rPr>
                <a:t>O</a:t>
              </a:r>
              <a:r>
                <a:rPr lang="en-US" altLang="zh-CN" sz="3200" b="1" baseline="-25000" dirty="0">
                  <a:solidFill>
                    <a:srgbClr val="0000FF"/>
                  </a:solidFill>
                  <a:latin typeface="Times New Roman" panose="02020603050405020304" pitchFamily="18" charset="0"/>
                  <a:cs typeface="Times New Roman" panose="02020603050405020304" pitchFamily="18" charset="0"/>
                </a:rPr>
                <a:t>1</a:t>
              </a:r>
              <a:endParaRPr lang="zh-CN" altLang="en-US" sz="3200" b="1" baseline="-25000" dirty="0">
                <a:solidFill>
                  <a:srgbClr val="0000FF"/>
                </a:solidFill>
                <a:latin typeface="Times New Roman" panose="02020603050405020304" pitchFamily="18" charset="0"/>
                <a:cs typeface="Times New Roman" panose="02020603050405020304" pitchFamily="18" charset="0"/>
              </a:endParaRPr>
            </a:p>
          </p:txBody>
        </p:sp>
        <p:sp>
          <p:nvSpPr>
            <p:cNvPr id="42" name="TextBox 41"/>
            <p:cNvSpPr txBox="1"/>
            <p:nvPr/>
          </p:nvSpPr>
          <p:spPr>
            <a:xfrm>
              <a:off x="3358099" y="3515138"/>
              <a:ext cx="586462" cy="511730"/>
            </a:xfrm>
            <a:prstGeom prst="rect">
              <a:avLst/>
            </a:prstGeom>
            <a:noFill/>
          </p:spPr>
          <p:txBody>
            <a:bodyPr wrap="none" rtlCol="0">
              <a:spAutoFit/>
            </a:bodyPr>
            <a:lstStyle/>
            <a:p>
              <a:r>
                <a:rPr lang="en-US" altLang="zh-CN" sz="3200" b="1" i="1" dirty="0">
                  <a:latin typeface="Times New Roman" panose="02020603050405020304" pitchFamily="18" charset="0"/>
                  <a:cs typeface="Times New Roman" panose="02020603050405020304" pitchFamily="18" charset="0"/>
                </a:rPr>
                <a:t>O</a:t>
              </a:r>
              <a:r>
                <a:rPr lang="en-US" altLang="zh-CN" sz="3200" b="1" baseline="-25000" dirty="0">
                  <a:latin typeface="Times New Roman" panose="02020603050405020304" pitchFamily="18" charset="0"/>
                  <a:cs typeface="Times New Roman" panose="02020603050405020304" pitchFamily="18" charset="0"/>
                </a:rPr>
                <a:t>2</a:t>
              </a:r>
              <a:endParaRPr lang="zh-CN" altLang="en-US" sz="3200" b="1" baseline="-25000" dirty="0">
                <a:latin typeface="Times New Roman" panose="02020603050405020304" pitchFamily="18" charset="0"/>
                <a:cs typeface="Times New Roman" panose="02020603050405020304" pitchFamily="18" charset="0"/>
              </a:endParaRPr>
            </a:p>
          </p:txBody>
        </p:sp>
        <p:sp>
          <p:nvSpPr>
            <p:cNvPr id="19" name="椭圆 18"/>
            <p:cNvSpPr/>
            <p:nvPr/>
          </p:nvSpPr>
          <p:spPr>
            <a:xfrm>
              <a:off x="3536948" y="3534793"/>
              <a:ext cx="63794" cy="6379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3391695" y="3531628"/>
              <a:ext cx="63794" cy="63794"/>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弧形 19"/>
            <p:cNvSpPr/>
            <p:nvPr/>
          </p:nvSpPr>
          <p:spPr>
            <a:xfrm rot="378585">
              <a:off x="3460610" y="3101564"/>
              <a:ext cx="806276" cy="804758"/>
            </a:xfrm>
            <a:prstGeom prst="arc">
              <a:avLst>
                <a:gd name="adj1" fmla="val 17791997"/>
                <a:gd name="adj2" fmla="val 178512"/>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6" name="弧形 45"/>
            <p:cNvSpPr/>
            <p:nvPr/>
          </p:nvSpPr>
          <p:spPr>
            <a:xfrm rot="11330529">
              <a:off x="2692665" y="3258727"/>
              <a:ext cx="806276" cy="804758"/>
            </a:xfrm>
            <a:prstGeom prst="arc">
              <a:avLst>
                <a:gd name="adj1" fmla="val 17791997"/>
                <a:gd name="adj2" fmla="val 178512"/>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7" name="弧形 46"/>
            <p:cNvSpPr/>
            <p:nvPr/>
          </p:nvSpPr>
          <p:spPr>
            <a:xfrm rot="907111">
              <a:off x="3126018" y="3185743"/>
              <a:ext cx="806276" cy="804758"/>
            </a:xfrm>
            <a:prstGeom prst="arc">
              <a:avLst>
                <a:gd name="adj1" fmla="val 18717318"/>
                <a:gd name="adj2" fmla="val 2042992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0" name="矩形 49"/>
                <p:cNvSpPr/>
                <p:nvPr/>
              </p:nvSpPr>
              <p:spPr>
                <a:xfrm>
                  <a:off x="3828351" y="3180077"/>
                  <a:ext cx="329931" cy="336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dirty="0">
                            <a:latin typeface="Cambria Math"/>
                            <a:ea typeface="宋体" panose="02010600030101010101" pitchFamily="2" charset="-122"/>
                            <a:cs typeface="Times New Roman" panose="02020603050405020304" pitchFamily="18" charset="0"/>
                          </a:rPr>
                          <m:t>𝜑</m:t>
                        </m:r>
                      </m:oMath>
                    </m:oMathPara>
                  </a14:m>
                  <a:endParaRPr lang="zh-CN" altLang="en-US" sz="2200" dirty="0"/>
                </a:p>
              </p:txBody>
            </p:sp>
          </mc:Choice>
          <mc:Fallback xmlns="">
            <p:sp>
              <p:nvSpPr>
                <p:cNvPr id="50" name="矩形 49"/>
                <p:cNvSpPr>
                  <a:spLocks noRot="1" noChangeAspect="1" noMove="1" noResize="1" noEditPoints="1" noAdjustHandles="1" noChangeArrowheads="1" noChangeShapeType="1" noTextEdit="1"/>
                </p:cNvSpPr>
                <p:nvPr/>
              </p:nvSpPr>
              <p:spPr>
                <a:xfrm>
                  <a:off x="3828351" y="3180077"/>
                  <a:ext cx="402595" cy="377064"/>
                </a:xfrm>
                <a:prstGeom prst="rect">
                  <a:avLst/>
                </a:prstGeom>
                <a:blipFill rotWithShape="1">
                  <a:blip r:embed="rId7"/>
                  <a:stretch>
                    <a:fillRect b="-11268"/>
                  </a:stretch>
                </a:blipFill>
              </p:spPr>
              <p:txBody>
                <a:bodyPr/>
                <a:lstStyle/>
                <a:p>
                  <a:r>
                    <a:rPr lang="zh-CN" altLang="en-US">
                      <a:noFill/>
                    </a:rPr>
                    <a:t> </a:t>
                  </a:r>
                </a:p>
              </p:txBody>
            </p:sp>
          </mc:Fallback>
        </mc:AlternateContent>
      </p:grpSp>
      <p:sp>
        <p:nvSpPr>
          <p:cNvPr id="24" name="TextBox 23"/>
          <p:cNvSpPr txBox="1"/>
          <p:nvPr/>
        </p:nvSpPr>
        <p:spPr>
          <a:xfrm>
            <a:off x="1325371" y="1853459"/>
            <a:ext cx="1313180" cy="430887"/>
          </a:xfrm>
          <a:prstGeom prst="rect">
            <a:avLst/>
          </a:prstGeom>
          <a:noFill/>
        </p:spPr>
        <p:txBody>
          <a:bodyPr wrap="none" rtlCol="0">
            <a:spAutoFit/>
          </a:bodyPr>
          <a:lstStyle/>
          <a:p>
            <a:r>
              <a:rPr lang="zh-CN" altLang="en-US" sz="2200" b="1" dirty="0">
                <a:solidFill>
                  <a:srgbClr val="0000FF"/>
                </a:solidFill>
                <a:latin typeface="宋体" panose="02010600030101010101" pitchFamily="2" charset="-122"/>
                <a:ea typeface="宋体" panose="02010600030101010101" pitchFamily="2" charset="-122"/>
              </a:rPr>
              <a:t>主刻度盘</a:t>
            </a:r>
          </a:p>
        </p:txBody>
      </p:sp>
      <p:sp>
        <p:nvSpPr>
          <p:cNvPr id="53" name="TextBox 52"/>
          <p:cNvSpPr txBox="1"/>
          <p:nvPr/>
        </p:nvSpPr>
        <p:spPr>
          <a:xfrm>
            <a:off x="3245942" y="2213875"/>
            <a:ext cx="1031051" cy="430887"/>
          </a:xfrm>
          <a:prstGeom prst="rect">
            <a:avLst/>
          </a:prstGeom>
          <a:noFill/>
        </p:spPr>
        <p:txBody>
          <a:bodyPr wrap="none" rtlCol="0">
            <a:spAutoFit/>
          </a:bodyPr>
          <a:lstStyle/>
          <a:p>
            <a:r>
              <a:rPr lang="zh-CN" altLang="en-US" sz="2200" b="1" dirty="0">
                <a:latin typeface="宋体" panose="02010600030101010101" pitchFamily="2" charset="-122"/>
                <a:ea typeface="宋体" panose="02010600030101010101" pitchFamily="2" charset="-122"/>
              </a:rPr>
              <a:t>游标盘</a:t>
            </a:r>
          </a:p>
        </p:txBody>
      </p:sp>
      <p:cxnSp>
        <p:nvCxnSpPr>
          <p:cNvPr id="3" name="直线箭头连接符 2"/>
          <p:cNvCxnSpPr/>
          <p:nvPr/>
        </p:nvCxnSpPr>
        <p:spPr>
          <a:xfrm>
            <a:off x="9007867" y="2540139"/>
            <a:ext cx="29535" cy="915631"/>
          </a:xfrm>
          <a:prstGeom prst="straightConnector1">
            <a:avLst/>
          </a:prstGeom>
          <a:ln w="28575"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 name="矩形 1"/>
              <p:cNvSpPr/>
              <p:nvPr/>
            </p:nvSpPr>
            <p:spPr>
              <a:xfrm>
                <a:off x="882992" y="5245071"/>
                <a:ext cx="5181259" cy="954107"/>
              </a:xfrm>
              <a:prstGeom prst="rect">
                <a:avLst/>
              </a:prstGeom>
            </p:spPr>
            <p:txBody>
              <a:bodyPr wrap="square">
                <a:spAutoFit/>
              </a:bodyPr>
              <a:lstStyle/>
              <a:p>
                <a14:m>
                  <m:oMath xmlns:m="http://schemas.openxmlformats.org/officeDocument/2006/math">
                    <m:r>
                      <a:rPr lang="en-US" altLang="zh-CN" sz="2800" b="0" i="1" dirty="0">
                        <a:latin typeface="Cambria Math" panose="02040503050406030204" pitchFamily="18" charset="0"/>
                        <a:cs typeface="Cambria Math" panose="02040503050406030204" pitchFamily="18" charset="0"/>
                      </a:rPr>
                      <m:t>𝜑</m:t>
                    </m:r>
                    <m:r>
                      <a:rPr lang="en-US" altLang="zh-CN" sz="2800" b="1" i="1" dirty="0">
                        <a:latin typeface="Cambria Math" panose="02040503050406030204" pitchFamily="18" charset="0"/>
                        <a:cs typeface="Cambria Math" panose="02040503050406030204" pitchFamily="18" charset="0"/>
                      </a:rPr>
                      <m:t> </m:t>
                    </m:r>
                  </m:oMath>
                </a14:m>
                <a:r>
                  <a:rPr lang="en-US" altLang="zh-CN" sz="2800" dirty="0"/>
                  <a:t>=</a:t>
                </a:r>
                <a:r>
                  <a:rPr lang="zh-CN" altLang="en-US" sz="2800" dirty="0"/>
                  <a:t>（</a:t>
                </a:r>
                <a14:m>
                  <m:oMath xmlns:m="http://schemas.openxmlformats.org/officeDocument/2006/math">
                    <m:r>
                      <a:rPr lang="en-US" altLang="zh-CN" sz="2800" i="1" dirty="0">
                        <a:latin typeface="Cambria Math" panose="02040503050406030204" pitchFamily="18" charset="0"/>
                        <a:cs typeface="Cambria Math" panose="02040503050406030204" pitchFamily="18" charset="0"/>
                      </a:rPr>
                      <m:t>𝜑</m:t>
                    </m:r>
                  </m:oMath>
                </a14:m>
                <a:r>
                  <a:rPr lang="en-US" altLang="zh-CN" sz="2800" b="1" baseline="-25000" dirty="0"/>
                  <a:t>I</a:t>
                </a:r>
                <a:r>
                  <a:rPr lang="zh-CN" altLang="en-US" sz="2800" b="1" dirty="0"/>
                  <a:t> </a:t>
                </a:r>
                <a:r>
                  <a:rPr lang="en-US" altLang="zh-CN" sz="2800" b="1" dirty="0"/>
                  <a:t>+</a:t>
                </a:r>
                <a:r>
                  <a:rPr lang="zh-CN" altLang="en-US" sz="2800" b="1" dirty="0"/>
                  <a:t> </a:t>
                </a:r>
                <a14:m>
                  <m:oMath xmlns:m="http://schemas.openxmlformats.org/officeDocument/2006/math">
                    <m:r>
                      <a:rPr lang="en-US" altLang="zh-CN" sz="2800" i="1" dirty="0">
                        <a:latin typeface="Cambria Math" panose="02040503050406030204" pitchFamily="18" charset="0"/>
                        <a:cs typeface="Cambria Math" panose="02040503050406030204" pitchFamily="18" charset="0"/>
                      </a:rPr>
                      <m:t>𝜑</m:t>
                    </m:r>
                    <m:r>
                      <a:rPr lang="en-US" altLang="zh-CN" sz="2800" i="1" dirty="0">
                        <a:latin typeface="Cambria Math" panose="02040503050406030204" pitchFamily="18" charset="0"/>
                        <a:cs typeface="Cambria Math" panose="02040503050406030204" pitchFamily="18" charset="0"/>
                      </a:rPr>
                      <m:t> </m:t>
                    </m:r>
                  </m:oMath>
                </a14:m>
                <a:r>
                  <a:rPr lang="en-US" altLang="zh-CN" sz="2800" b="1" baseline="-25000" dirty="0"/>
                  <a:t>II</a:t>
                </a:r>
                <a:r>
                  <a:rPr lang="zh-CN" altLang="en-US" sz="2800" dirty="0"/>
                  <a:t>）</a:t>
                </a:r>
                <a:r>
                  <a:rPr lang="en-US" altLang="zh-CN" sz="2800" dirty="0"/>
                  <a:t>/2</a:t>
                </a:r>
              </a:p>
              <a:p>
                <a:pPr algn="ctr"/>
                <a:r>
                  <a:rPr lang="en-US" altLang="zh-CN" sz="2800" dirty="0"/>
                  <a:t>=</a:t>
                </a:r>
                <a:r>
                  <a:rPr lang="zh-CN" altLang="en-US" sz="2800" dirty="0"/>
                  <a:t>（|θ</a:t>
                </a:r>
                <a:r>
                  <a:rPr lang="zh-CN" altLang="en-US" sz="2800" baseline="-25000" dirty="0"/>
                  <a:t>右</a:t>
                </a:r>
                <a:r>
                  <a:rPr lang="en-US" altLang="zh-CN" sz="2800" baseline="-25000" dirty="0"/>
                  <a:t>I</a:t>
                </a:r>
                <a:r>
                  <a:rPr lang="en-US" altLang="zh-CN" sz="2800" dirty="0"/>
                  <a:t>-</a:t>
                </a:r>
                <a:r>
                  <a:rPr lang="en-US" altLang="zh-CN" sz="2800" dirty="0" err="1"/>
                  <a:t>θ</a:t>
                </a:r>
                <a:r>
                  <a:rPr lang="zh-CN" altLang="en-US" sz="2800" baseline="-25000" dirty="0"/>
                  <a:t>左</a:t>
                </a:r>
                <a:r>
                  <a:rPr lang="en-US" altLang="zh-CN" sz="2800" baseline="-25000" dirty="0"/>
                  <a:t>I</a:t>
                </a:r>
                <a:r>
                  <a:rPr lang="zh-CN" altLang="en-US" sz="2800" dirty="0"/>
                  <a:t>|</a:t>
                </a:r>
                <a:r>
                  <a:rPr lang="en-US" altLang="zh-CN" sz="2800" dirty="0"/>
                  <a:t>+</a:t>
                </a:r>
                <a:r>
                  <a:rPr lang="zh-CN" altLang="en-US" sz="2800" dirty="0"/>
                  <a:t>|θ</a:t>
                </a:r>
                <a:r>
                  <a:rPr lang="zh-CN" altLang="en-US" sz="2800" baseline="-25000" dirty="0"/>
                  <a:t>右</a:t>
                </a:r>
                <a:r>
                  <a:rPr lang="en-US" altLang="zh-CN" sz="2800" baseline="-25000" dirty="0"/>
                  <a:t>II</a:t>
                </a:r>
                <a:r>
                  <a:rPr lang="en-US" altLang="zh-CN" sz="2800" dirty="0"/>
                  <a:t>-</a:t>
                </a:r>
                <a:r>
                  <a:rPr lang="en-US" altLang="zh-CN" sz="2800" dirty="0" err="1"/>
                  <a:t>θ</a:t>
                </a:r>
                <a:r>
                  <a:rPr lang="zh-CN" altLang="en-US" sz="2800" baseline="-25000" dirty="0"/>
                  <a:t>左</a:t>
                </a:r>
                <a:r>
                  <a:rPr lang="en-US" altLang="zh-CN" sz="2800" baseline="-25000" dirty="0"/>
                  <a:t>II</a:t>
                </a:r>
                <a:r>
                  <a:rPr lang="zh-CN" altLang="en-US" sz="2800" dirty="0"/>
                  <a:t>|）</a:t>
                </a:r>
                <a:r>
                  <a:rPr lang="en-US" altLang="zh-CN" sz="2800" dirty="0"/>
                  <a:t>/2</a:t>
                </a:r>
                <a:endParaRPr lang="zh-CN" altLang="en-US" sz="2800" dirty="0"/>
              </a:p>
            </p:txBody>
          </p:sp>
        </mc:Choice>
        <mc:Fallback>
          <p:sp>
            <p:nvSpPr>
              <p:cNvPr id="2" name="矩形 1"/>
              <p:cNvSpPr>
                <a:spLocks noRot="1" noChangeAspect="1" noMove="1" noResize="1" noEditPoints="1" noAdjustHandles="1" noChangeArrowheads="1" noChangeShapeType="1" noTextEdit="1"/>
              </p:cNvSpPr>
              <p:nvPr/>
            </p:nvSpPr>
            <p:spPr>
              <a:xfrm>
                <a:off x="882992" y="5245071"/>
                <a:ext cx="5181259" cy="954107"/>
              </a:xfrm>
              <a:prstGeom prst="rect">
                <a:avLst/>
              </a:prstGeom>
              <a:blipFill>
                <a:blip r:embed="rId8"/>
                <a:stretch>
                  <a:fillRect l="-489" t="-7792" b="-155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428875" y="3562319"/>
                <a:ext cx="698500" cy="523220"/>
              </a:xfrm>
              <a:prstGeom prst="rect">
                <a:avLst/>
              </a:prstGeom>
            </p:spPr>
            <p:txBody>
              <a:bodyPr wrap="square">
                <a:spAutoFit/>
              </a:bodyPr>
              <a:lstStyle/>
              <a:p>
                <a14:m>
                  <m:oMath xmlns:m="http://schemas.openxmlformats.org/officeDocument/2006/math">
                    <m:r>
                      <a:rPr lang="en-US" altLang="zh-CN" sz="2800" i="1" dirty="0" smtClean="0">
                        <a:latin typeface="Cambria Math" panose="02040503050406030204" pitchFamily="18" charset="0"/>
                        <a:ea typeface="宋体" pitchFamily="2" charset="-122"/>
                        <a:cs typeface="Cambria Math" panose="02040503050406030204" pitchFamily="18" charset="0"/>
                      </a:rPr>
                      <m:t>𝜑</m:t>
                    </m:r>
                    <m:r>
                      <a:rPr lang="en-US" altLang="zh-CN" sz="2800" i="1" dirty="0" smtClean="0">
                        <a:latin typeface="Cambria Math" panose="02040503050406030204" pitchFamily="18" charset="0"/>
                        <a:ea typeface="宋体" pitchFamily="2" charset="-122"/>
                        <a:cs typeface="Cambria Math" panose="02040503050406030204" pitchFamily="18" charset="0"/>
                      </a:rPr>
                      <m:t> </m:t>
                    </m:r>
                  </m:oMath>
                </a14:m>
                <a:r>
                  <a:rPr lang="en-US" altLang="zh-CN" sz="2800" b="1" baseline="-25000" dirty="0"/>
                  <a:t>I</a:t>
                </a:r>
                <a:endParaRPr lang="zh-CN" altLang="en-US" sz="2800" b="1" dirty="0"/>
              </a:p>
            </p:txBody>
          </p:sp>
        </mc:Choice>
        <mc:Fallback xmlns="">
          <p:sp>
            <p:nvSpPr>
              <p:cNvPr id="6" name="矩形 5"/>
              <p:cNvSpPr>
                <a:spLocks noRot="1" noChangeAspect="1" noMove="1" noResize="1" noEditPoints="1" noAdjustHandles="1" noChangeArrowheads="1" noChangeShapeType="1" noTextEdit="1"/>
              </p:cNvSpPr>
              <p:nvPr/>
            </p:nvSpPr>
            <p:spPr>
              <a:xfrm>
                <a:off x="2428875" y="3562319"/>
                <a:ext cx="698500" cy="523220"/>
              </a:xfrm>
              <a:prstGeom prst="rect">
                <a:avLst/>
              </a:prstGeom>
              <a:blipFill>
                <a:blip r:embed="rId9"/>
                <a:stretch>
                  <a:fillRect l="-5357" b="-261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4581526" y="2908960"/>
                <a:ext cx="698500" cy="523220"/>
              </a:xfrm>
              <a:prstGeom prst="rect">
                <a:avLst/>
              </a:prstGeom>
            </p:spPr>
            <p:txBody>
              <a:bodyPr wrap="square">
                <a:spAutoFit/>
              </a:bodyPr>
              <a:lstStyle/>
              <a:p>
                <a14:m>
                  <m:oMath xmlns:m="http://schemas.openxmlformats.org/officeDocument/2006/math">
                    <m:r>
                      <a:rPr lang="en-US" altLang="zh-CN" sz="2800" i="1" dirty="0" smtClean="0">
                        <a:latin typeface="Cambria Math" panose="02040503050406030204" pitchFamily="18" charset="0"/>
                        <a:ea typeface="宋体" pitchFamily="2" charset="-122"/>
                        <a:cs typeface="Cambria Math" panose="02040503050406030204" pitchFamily="18" charset="0"/>
                      </a:rPr>
                      <m:t>𝜑</m:t>
                    </m:r>
                    <m:r>
                      <a:rPr lang="en-US" altLang="zh-CN" sz="2800" i="1" dirty="0" smtClean="0">
                        <a:latin typeface="Cambria Math" panose="02040503050406030204" pitchFamily="18" charset="0"/>
                        <a:ea typeface="宋体" pitchFamily="2" charset="-122"/>
                        <a:cs typeface="Cambria Math" panose="02040503050406030204" pitchFamily="18" charset="0"/>
                      </a:rPr>
                      <m:t> </m:t>
                    </m:r>
                  </m:oMath>
                </a14:m>
                <a:r>
                  <a:rPr lang="en-US" altLang="zh-CN" sz="2800" b="1" baseline="-25000" dirty="0"/>
                  <a:t>II</a:t>
                </a:r>
                <a:endParaRPr lang="zh-CN" altLang="en-US" sz="2800" b="1" dirty="0"/>
              </a:p>
            </p:txBody>
          </p:sp>
        </mc:Choice>
        <mc:Fallback xmlns="">
          <p:sp>
            <p:nvSpPr>
              <p:cNvPr id="43" name="矩形 42"/>
              <p:cNvSpPr>
                <a:spLocks noRot="1" noChangeAspect="1" noMove="1" noResize="1" noEditPoints="1" noAdjustHandles="1" noChangeArrowheads="1" noChangeShapeType="1" noTextEdit="1"/>
              </p:cNvSpPr>
              <p:nvPr/>
            </p:nvSpPr>
            <p:spPr>
              <a:xfrm>
                <a:off x="4581526" y="2908960"/>
                <a:ext cx="698500" cy="523220"/>
              </a:xfrm>
              <a:prstGeom prst="rect">
                <a:avLst/>
              </a:prstGeom>
              <a:blipFill>
                <a:blip r:embed="rId10"/>
                <a:stretch>
                  <a:fillRect l="-3571" b="-23256"/>
                </a:stretch>
              </a:blipFill>
            </p:spPr>
            <p:txBody>
              <a:bodyPr/>
              <a:lstStyle/>
              <a:p>
                <a:r>
                  <a:rPr lang="zh-CN" altLang="en-US">
                    <a:noFill/>
                  </a:rPr>
                  <a:t> </a:t>
                </a:r>
              </a:p>
            </p:txBody>
          </p:sp>
        </mc:Fallback>
      </mc:AlternateContent>
      <p:sp>
        <p:nvSpPr>
          <p:cNvPr id="9" name="文本框 8"/>
          <p:cNvSpPr txBox="1"/>
          <p:nvPr/>
        </p:nvSpPr>
        <p:spPr>
          <a:xfrm>
            <a:off x="6755508" y="5093262"/>
            <a:ext cx="4255969" cy="559127"/>
          </a:xfrm>
          <a:prstGeom prst="rect">
            <a:avLst/>
          </a:prstGeom>
          <a:noFill/>
        </p:spPr>
        <p:txBody>
          <a:bodyPr wrap="square" rtlCol="0">
            <a:spAutoFit/>
          </a:bodyPr>
          <a:lstStyle/>
          <a:p>
            <a:pPr>
              <a:lnSpc>
                <a:spcPct val="110000"/>
              </a:lnSpc>
            </a:pPr>
            <a:r>
              <a:rPr lang="el-GR" altLang="zh-CN" sz="2800" dirty="0"/>
              <a:t>θ</a:t>
            </a:r>
            <a:r>
              <a:rPr lang="en-US" altLang="zh-CN" sz="2800" dirty="0"/>
              <a:t>=22.5° + 9’=22°39’</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圆角矩形 7"/>
          <p:cNvSpPr/>
          <p:nvPr/>
        </p:nvSpPr>
        <p:spPr>
          <a:xfrm>
            <a:off x="2413001" y="3352800"/>
            <a:ext cx="139700" cy="393700"/>
          </a:xfrm>
          <a:prstGeom prst="roundRect">
            <a:avLst/>
          </a:prstGeom>
          <a:gradFill flip="none" rotWithShape="1">
            <a:gsLst>
              <a:gs pos="0">
                <a:schemeClr val="accent1">
                  <a:satMod val="103000"/>
                  <a:lumMod val="102000"/>
                  <a:tint val="94000"/>
                  <a:alpha val="70000"/>
                </a:schemeClr>
              </a:gs>
              <a:gs pos="50000">
                <a:schemeClr val="accent1">
                  <a:satMod val="110000"/>
                  <a:lumMod val="100000"/>
                  <a:shade val="100000"/>
                  <a:alpha val="70000"/>
                </a:schemeClr>
              </a:gs>
              <a:gs pos="100000">
                <a:schemeClr val="accent1">
                  <a:lumMod val="99000"/>
                  <a:satMod val="120000"/>
                  <a:shade val="78000"/>
                  <a:alpha val="70000"/>
                </a:schemeClr>
              </a:gs>
            </a:gsLst>
            <a:lin ang="54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5" name="圆角矩形 44"/>
          <p:cNvSpPr/>
          <p:nvPr/>
        </p:nvSpPr>
        <p:spPr>
          <a:xfrm>
            <a:off x="5041901" y="3378200"/>
            <a:ext cx="139700" cy="393700"/>
          </a:xfrm>
          <a:prstGeom prst="roundRect">
            <a:avLst/>
          </a:prstGeom>
          <a:gradFill flip="none" rotWithShape="1">
            <a:gsLst>
              <a:gs pos="0">
                <a:schemeClr val="accent1">
                  <a:satMod val="103000"/>
                  <a:lumMod val="102000"/>
                  <a:tint val="94000"/>
                  <a:alpha val="70000"/>
                </a:schemeClr>
              </a:gs>
              <a:gs pos="50000">
                <a:schemeClr val="accent1">
                  <a:satMod val="110000"/>
                  <a:lumMod val="100000"/>
                  <a:shade val="100000"/>
                  <a:alpha val="70000"/>
                </a:schemeClr>
              </a:gs>
              <a:gs pos="100000">
                <a:schemeClr val="accent1">
                  <a:lumMod val="99000"/>
                  <a:satMod val="120000"/>
                  <a:shade val="78000"/>
                  <a:alpha val="70000"/>
                </a:schemeClr>
              </a:gs>
            </a:gsLst>
            <a:lin ang="54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8" name="TextBox 23"/>
          <p:cNvSpPr txBox="1"/>
          <p:nvPr/>
        </p:nvSpPr>
        <p:spPr>
          <a:xfrm>
            <a:off x="906273" y="2932960"/>
            <a:ext cx="889987" cy="430887"/>
          </a:xfrm>
          <a:prstGeom prst="rect">
            <a:avLst/>
          </a:prstGeom>
          <a:noFill/>
        </p:spPr>
        <p:txBody>
          <a:bodyPr wrap="none" rtlCol="0">
            <a:spAutoFit/>
          </a:bodyPr>
          <a:lstStyle/>
          <a:p>
            <a:r>
              <a:rPr lang="zh-CN" altLang="en-US" sz="2200" b="1" dirty="0">
                <a:solidFill>
                  <a:srgbClr val="008000"/>
                </a:solidFill>
                <a:latin typeface="宋体" panose="02010600030101010101" pitchFamily="2" charset="-122"/>
                <a:ea typeface="宋体" panose="02010600030101010101" pitchFamily="2" charset="-122"/>
              </a:rPr>
              <a:t>游标</a:t>
            </a:r>
            <a:r>
              <a:rPr lang="en-US" altLang="zh-CN" sz="2200" b="1" dirty="0">
                <a:solidFill>
                  <a:srgbClr val="008000"/>
                </a:solidFill>
                <a:latin typeface="宋体" panose="02010600030101010101" pitchFamily="2" charset="-122"/>
                <a:ea typeface="宋体" panose="02010600030101010101" pitchFamily="2" charset="-122"/>
              </a:rPr>
              <a:t>1</a:t>
            </a:r>
            <a:endParaRPr lang="zh-CN" altLang="en-US" sz="2200" b="1" dirty="0">
              <a:solidFill>
                <a:srgbClr val="008000"/>
              </a:solidFill>
              <a:latin typeface="宋体" panose="02010600030101010101" pitchFamily="2" charset="-122"/>
              <a:ea typeface="宋体" panose="02010600030101010101" pitchFamily="2" charset="-122"/>
            </a:endParaRPr>
          </a:p>
        </p:txBody>
      </p:sp>
      <p:cxnSp>
        <p:nvCxnSpPr>
          <p:cNvPr id="11" name="直线箭头连接符 10"/>
          <p:cNvCxnSpPr>
            <a:stCxn id="48" idx="3"/>
          </p:cNvCxnSpPr>
          <p:nvPr/>
        </p:nvCxnSpPr>
        <p:spPr>
          <a:xfrm>
            <a:off x="1796260" y="3148404"/>
            <a:ext cx="565941" cy="267897"/>
          </a:xfrm>
          <a:prstGeom prst="straightConnector1">
            <a:avLst/>
          </a:prstGeom>
          <a:ln w="38100" cmpd="sng">
            <a:solidFill>
              <a:srgbClr val="008000"/>
            </a:solidFill>
            <a:tailEnd type="arrow"/>
          </a:ln>
        </p:spPr>
        <p:style>
          <a:lnRef idx="2">
            <a:schemeClr val="accent1"/>
          </a:lnRef>
          <a:fillRef idx="0">
            <a:schemeClr val="accent1"/>
          </a:fillRef>
          <a:effectRef idx="1">
            <a:schemeClr val="accent1"/>
          </a:effectRef>
          <a:fontRef idx="minor">
            <a:schemeClr val="tx1"/>
          </a:fontRef>
        </p:style>
      </p:cxnSp>
      <p:sp>
        <p:nvSpPr>
          <p:cNvPr id="49" name="TextBox 23"/>
          <p:cNvSpPr txBox="1"/>
          <p:nvPr/>
        </p:nvSpPr>
        <p:spPr>
          <a:xfrm>
            <a:off x="5529073" y="3009160"/>
            <a:ext cx="889987" cy="430887"/>
          </a:xfrm>
          <a:prstGeom prst="rect">
            <a:avLst/>
          </a:prstGeom>
          <a:noFill/>
        </p:spPr>
        <p:txBody>
          <a:bodyPr wrap="none" rtlCol="0">
            <a:spAutoFit/>
          </a:bodyPr>
          <a:lstStyle/>
          <a:p>
            <a:r>
              <a:rPr lang="zh-CN" altLang="en-US" sz="2200" b="1" dirty="0">
                <a:solidFill>
                  <a:srgbClr val="008000"/>
                </a:solidFill>
                <a:latin typeface="宋体" panose="02010600030101010101" pitchFamily="2" charset="-122"/>
                <a:ea typeface="宋体" panose="02010600030101010101" pitchFamily="2" charset="-122"/>
              </a:rPr>
              <a:t>游标</a:t>
            </a:r>
            <a:r>
              <a:rPr lang="zh-CN" altLang="zh-CN" sz="2200" b="1" dirty="0">
                <a:solidFill>
                  <a:srgbClr val="008000"/>
                </a:solidFill>
                <a:latin typeface="宋体" panose="02010600030101010101" pitchFamily="2" charset="-122"/>
                <a:ea typeface="宋体" panose="02010600030101010101" pitchFamily="2" charset="-122"/>
              </a:rPr>
              <a:t>2</a:t>
            </a:r>
            <a:endParaRPr lang="zh-CN" altLang="en-US" sz="2200" b="1" dirty="0">
              <a:solidFill>
                <a:srgbClr val="008000"/>
              </a:solidFill>
              <a:latin typeface="宋体" panose="02010600030101010101" pitchFamily="2" charset="-122"/>
              <a:ea typeface="宋体" panose="02010600030101010101" pitchFamily="2" charset="-122"/>
            </a:endParaRPr>
          </a:p>
        </p:txBody>
      </p:sp>
      <p:cxnSp>
        <p:nvCxnSpPr>
          <p:cNvPr id="51" name="直线箭头连接符 50"/>
          <p:cNvCxnSpPr>
            <a:endCxn id="25" idx="6"/>
          </p:cNvCxnSpPr>
          <p:nvPr/>
        </p:nvCxnSpPr>
        <p:spPr>
          <a:xfrm flipH="1">
            <a:off x="5205477" y="3441700"/>
            <a:ext cx="395225" cy="114798"/>
          </a:xfrm>
          <a:prstGeom prst="straightConnector1">
            <a:avLst/>
          </a:prstGeom>
          <a:ln w="38100" cmpd="sng">
            <a:solidFill>
              <a:srgbClr val="008000"/>
            </a:solidFill>
            <a:tailEnd type="arrow"/>
          </a:ln>
        </p:spPr>
        <p:style>
          <a:lnRef idx="2">
            <a:schemeClr val="accent1"/>
          </a:lnRef>
          <a:fillRef idx="0">
            <a:schemeClr val="accent1"/>
          </a:fillRef>
          <a:effectRef idx="1">
            <a:schemeClr val="accent1"/>
          </a:effectRef>
          <a:fontRef idx="minor">
            <a:schemeClr val="tx1"/>
          </a:fontRef>
        </p:style>
      </p:cxnSp>
      <p:sp>
        <p:nvSpPr>
          <p:cNvPr id="52" name="TextBox 23"/>
          <p:cNvSpPr txBox="1"/>
          <p:nvPr/>
        </p:nvSpPr>
        <p:spPr>
          <a:xfrm>
            <a:off x="1388871" y="3390158"/>
            <a:ext cx="466794" cy="430887"/>
          </a:xfrm>
          <a:prstGeom prst="rect">
            <a:avLst/>
          </a:prstGeom>
          <a:noFill/>
        </p:spPr>
        <p:txBody>
          <a:bodyPr wrap="none" rtlCol="0">
            <a:spAutoFit/>
          </a:bodyPr>
          <a:lstStyle/>
          <a:p>
            <a:r>
              <a:rPr lang="zh-CN" altLang="en-US" sz="2200" b="1" dirty="0">
                <a:solidFill>
                  <a:srgbClr val="FF0000"/>
                </a:solidFill>
                <a:latin typeface="宋体" panose="02010600030101010101" pitchFamily="2" charset="-122"/>
                <a:ea typeface="宋体" panose="02010600030101010101" pitchFamily="2" charset="-122"/>
              </a:rPr>
              <a:t>左</a:t>
            </a:r>
          </a:p>
        </p:txBody>
      </p:sp>
      <p:sp>
        <p:nvSpPr>
          <p:cNvPr id="54" name="TextBox 23"/>
          <p:cNvSpPr txBox="1"/>
          <p:nvPr/>
        </p:nvSpPr>
        <p:spPr>
          <a:xfrm>
            <a:off x="1846071" y="4520460"/>
            <a:ext cx="466794" cy="430887"/>
          </a:xfrm>
          <a:prstGeom prst="rect">
            <a:avLst/>
          </a:prstGeom>
          <a:noFill/>
        </p:spPr>
        <p:txBody>
          <a:bodyPr wrap="none" rtlCol="0">
            <a:spAutoFit/>
          </a:bodyPr>
          <a:lstStyle/>
          <a:p>
            <a:r>
              <a:rPr lang="zh-CN" altLang="en-US" sz="2200" b="1" dirty="0">
                <a:solidFill>
                  <a:srgbClr val="FF0000"/>
                </a:solidFill>
                <a:latin typeface="宋体" panose="02010600030101010101" pitchFamily="2" charset="-122"/>
                <a:ea typeface="宋体" panose="02010600030101010101" pitchFamily="2" charset="-122"/>
              </a:rPr>
              <a:t>右</a:t>
            </a:r>
          </a:p>
        </p:txBody>
      </p:sp>
      <p:sp>
        <p:nvSpPr>
          <p:cNvPr id="33" name="矩形 32">
            <a:extLst>
              <a:ext uri="{FF2B5EF4-FFF2-40B4-BE49-F238E27FC236}">
                <a16:creationId xmlns:a16="http://schemas.microsoft.com/office/drawing/2014/main" id="{5AC37D3C-6B39-46F2-B33C-59FE0F13E029}"/>
              </a:ext>
            </a:extLst>
          </p:cNvPr>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5" name="圆角矩形 34">
            <a:extLst>
              <a:ext uri="{FF2B5EF4-FFF2-40B4-BE49-F238E27FC236}">
                <a16:creationId xmlns:a16="http://schemas.microsoft.com/office/drawing/2014/main" id="{44DC1CF9-CBAF-F62D-B4D6-F5F6F9C99078}"/>
              </a:ext>
            </a:extLst>
          </p:cNvPr>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6" name="文本框 35">
            <a:extLst>
              <a:ext uri="{FF2B5EF4-FFF2-40B4-BE49-F238E27FC236}">
                <a16:creationId xmlns:a16="http://schemas.microsoft.com/office/drawing/2014/main" id="{31FE0C59-8264-841D-3D7C-DAB40E54EA66}"/>
              </a:ext>
            </a:extLst>
          </p:cNvPr>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实验内容</a:t>
            </a:r>
          </a:p>
        </p:txBody>
      </p:sp>
      <p:sp>
        <p:nvSpPr>
          <p:cNvPr id="37" name="矩形 36">
            <a:extLst>
              <a:ext uri="{FF2B5EF4-FFF2-40B4-BE49-F238E27FC236}">
                <a16:creationId xmlns:a16="http://schemas.microsoft.com/office/drawing/2014/main" id="{B2DE6670-7C66-FD9D-1FAA-F5A88578C015}"/>
              </a:ext>
            </a:extLst>
          </p:cNvPr>
          <p:cNvSpPr/>
          <p:nvPr/>
        </p:nvSpPr>
        <p:spPr>
          <a:xfrm>
            <a:off x="2660175" y="325001"/>
            <a:ext cx="3085091"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CONTENT</a:t>
            </a:r>
          </a:p>
        </p:txBody>
      </p:sp>
      <p:grpSp>
        <p:nvGrpSpPr>
          <p:cNvPr id="39" name="组 398">
            <a:extLst>
              <a:ext uri="{FF2B5EF4-FFF2-40B4-BE49-F238E27FC236}">
                <a16:creationId xmlns:a16="http://schemas.microsoft.com/office/drawing/2014/main" id="{35536F30-D209-2AB9-0DF9-81061017F1E3}"/>
              </a:ext>
            </a:extLst>
          </p:cNvPr>
          <p:cNvGrpSpPr/>
          <p:nvPr/>
        </p:nvGrpSpPr>
        <p:grpSpPr>
          <a:xfrm>
            <a:off x="11454107" y="252857"/>
            <a:ext cx="737892" cy="484288"/>
            <a:chOff x="11454105" y="252856"/>
            <a:chExt cx="737892" cy="484288"/>
          </a:xfrm>
        </p:grpSpPr>
        <p:grpSp>
          <p:nvGrpSpPr>
            <p:cNvPr id="40" name="组 400">
              <a:extLst>
                <a:ext uri="{FF2B5EF4-FFF2-40B4-BE49-F238E27FC236}">
                  <a16:creationId xmlns:a16="http://schemas.microsoft.com/office/drawing/2014/main" id="{A8D4FECC-92AE-DBC8-9684-B49E40AA1D06}"/>
                </a:ext>
              </a:extLst>
            </p:cNvPr>
            <p:cNvGrpSpPr/>
            <p:nvPr/>
          </p:nvGrpSpPr>
          <p:grpSpPr>
            <a:xfrm>
              <a:off x="12039604" y="252856"/>
              <a:ext cx="152393" cy="484287"/>
              <a:chOff x="12039604" y="252856"/>
              <a:chExt cx="152393" cy="484287"/>
            </a:xfrm>
          </p:grpSpPr>
          <p:sp>
            <p:nvSpPr>
              <p:cNvPr id="57" name="圆角矩形 56">
                <a:extLst>
                  <a:ext uri="{FF2B5EF4-FFF2-40B4-BE49-F238E27FC236}">
                    <a16:creationId xmlns:a16="http://schemas.microsoft.com/office/drawing/2014/main" id="{C5BC9905-2EFA-933D-3EE3-6931B5F4957F}"/>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a:extLst>
                  <a:ext uri="{FF2B5EF4-FFF2-40B4-BE49-F238E27FC236}">
                    <a16:creationId xmlns:a16="http://schemas.microsoft.com/office/drawing/2014/main" id="{40D15FE7-C92D-2496-13FB-054853F44B46}"/>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a:extLst>
                  <a:ext uri="{FF2B5EF4-FFF2-40B4-BE49-F238E27FC236}">
                    <a16:creationId xmlns:a16="http://schemas.microsoft.com/office/drawing/2014/main" id="{4E2EAA4C-3407-279E-F5A4-8D7C8CC8F16F}"/>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59">
                <a:extLst>
                  <a:ext uri="{FF2B5EF4-FFF2-40B4-BE49-F238E27FC236}">
                    <a16:creationId xmlns:a16="http://schemas.microsoft.com/office/drawing/2014/main" id="{A7EE3A9B-C841-2531-C90F-0241338CEA62}"/>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角矩形 60">
                <a:extLst>
                  <a:ext uri="{FF2B5EF4-FFF2-40B4-BE49-F238E27FC236}">
                    <a16:creationId xmlns:a16="http://schemas.microsoft.com/office/drawing/2014/main" id="{760138F3-8233-DDCD-7C81-BE9DFABDAA56}"/>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99">
              <a:extLst>
                <a:ext uri="{FF2B5EF4-FFF2-40B4-BE49-F238E27FC236}">
                  <a16:creationId xmlns:a16="http://schemas.microsoft.com/office/drawing/2014/main" id="{6B24D026-9EE2-203A-BAE4-0F159ED6AA68}"/>
                </a:ext>
              </a:extLst>
            </p:cNvPr>
            <p:cNvGrpSpPr/>
            <p:nvPr/>
          </p:nvGrpSpPr>
          <p:grpSpPr>
            <a:xfrm>
              <a:off x="11454105" y="252857"/>
              <a:ext cx="491115" cy="484287"/>
              <a:chOff x="1528923" y="220268"/>
              <a:chExt cx="1284096" cy="1266241"/>
            </a:xfrm>
          </p:grpSpPr>
          <p:sp>
            <p:nvSpPr>
              <p:cNvPr id="55" name="圆角矩形 54">
                <a:extLst>
                  <a:ext uri="{FF2B5EF4-FFF2-40B4-BE49-F238E27FC236}">
                    <a16:creationId xmlns:a16="http://schemas.microsoft.com/office/drawing/2014/main" id="{88564A80-5C39-F45D-A80D-43A2E27DD589}"/>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Freeform 96">
                <a:extLst>
                  <a:ext uri="{FF2B5EF4-FFF2-40B4-BE49-F238E27FC236}">
                    <a16:creationId xmlns:a16="http://schemas.microsoft.com/office/drawing/2014/main" id="{6767A06E-73A7-449D-96CD-623DC7653D8E}"/>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2" name="文本框 11">
            <a:extLst>
              <a:ext uri="{FF2B5EF4-FFF2-40B4-BE49-F238E27FC236}">
                <a16:creationId xmlns:a16="http://schemas.microsoft.com/office/drawing/2014/main" id="{EEEE8CB6-9966-0E58-ACDD-40E5C61D8FD4}"/>
              </a:ext>
            </a:extLst>
          </p:cNvPr>
          <p:cNvSpPr txBox="1"/>
          <p:nvPr/>
        </p:nvSpPr>
        <p:spPr>
          <a:xfrm>
            <a:off x="6384454" y="5896881"/>
            <a:ext cx="5560768"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 typeface="+mj-lt"/>
              <a:buNone/>
              <a:tabLst/>
              <a:defRPr/>
            </a:pPr>
            <a:r>
              <a:rPr lang="zh-CN" altLang="en-US" sz="2000" b="1" dirty="0">
                <a:solidFill>
                  <a:srgbClr val="FF0000"/>
                </a:solidFill>
                <a:latin typeface="微软雅黑" panose="020B0503020204020204" pitchFamily="34" charset="-122"/>
                <a:ea typeface="微软雅黑" panose="020B0503020204020204" pitchFamily="34" charset="-122"/>
                <a:sym typeface="+mn-ea"/>
              </a:rPr>
              <a:t>*</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刻度盘读数过0°/360°时，注意修正；</a:t>
            </a:r>
          </a:p>
        </p:txBody>
      </p:sp>
    </p:spTree>
    <p:extLst>
      <p:ext uri="{BB962C8B-B14F-4D97-AF65-F5344CB8AC3E}">
        <p14:creationId xmlns:p14="http://schemas.microsoft.com/office/powerpoint/2010/main" val="1437197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0" y="2783480"/>
            <a:ext cx="12192001" cy="1291039"/>
            <a:chOff x="0" y="2847433"/>
            <a:chExt cx="12192000" cy="1291039"/>
          </a:xfrm>
        </p:grpSpPr>
        <p:sp>
          <p:nvSpPr>
            <p:cNvPr id="51" name="矩形 50"/>
            <p:cNvSpPr/>
            <p:nvPr/>
          </p:nvSpPr>
          <p:spPr>
            <a:xfrm flipH="1">
              <a:off x="0" y="2872348"/>
              <a:ext cx="12192000" cy="125206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5</a:t>
              </a:r>
              <a:endParaRPr lang="zh-CN" altLang="en-US" sz="6000" dirty="0"/>
            </a:p>
          </p:txBody>
        </p:sp>
        <p:sp>
          <p:nvSpPr>
            <p:cNvPr id="42" name="文本框 41"/>
            <p:cNvSpPr txBox="1"/>
            <p:nvPr/>
          </p:nvSpPr>
          <p:spPr>
            <a:xfrm>
              <a:off x="9015674" y="3077396"/>
              <a:ext cx="2877707"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数据处理</a:t>
              </a:r>
            </a:p>
          </p:txBody>
        </p:sp>
        <p:sp>
          <p:nvSpPr>
            <p:cNvPr id="53" name="矩形 52"/>
            <p:cNvSpPr/>
            <p:nvPr/>
          </p:nvSpPr>
          <p:spPr>
            <a:xfrm>
              <a:off x="5394085" y="3264361"/>
              <a:ext cx="3002140"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DATA PROCESSING</a:t>
              </a:r>
              <a:endParaRPr lang="en-US" altLang="zh-CN" sz="2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3166906" y="1364124"/>
                <a:ext cx="5570694" cy="783804"/>
              </a:xfrm>
              <a:prstGeom prst="rect">
                <a:avLst/>
              </a:prstGeom>
              <a:solidFill>
                <a:schemeClr val="accent1">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sz="2800" i="1" dirty="0" smtClean="0">
                        <a:solidFill>
                          <a:schemeClr val="accent4">
                            <a:lumMod val="75000"/>
                          </a:schemeClr>
                        </a:solidFill>
                        <a:latin typeface="Cambria Math" panose="02040503050406030204" pitchFamily="18" charset="0"/>
                        <a:cs typeface="Cambria Math" panose="02040503050406030204" pitchFamily="18" charset="0"/>
                      </a:rPr>
                      <m:t>∠</m:t>
                    </m:r>
                    <m:r>
                      <a:rPr lang="en-US" altLang="zh-CN" sz="2800" i="1" dirty="0" smtClean="0">
                        <a:solidFill>
                          <a:schemeClr val="accent4">
                            <a:lumMod val="75000"/>
                          </a:schemeClr>
                        </a:solidFill>
                        <a:latin typeface="Cambria Math" panose="02040503050406030204" pitchFamily="18" charset="0"/>
                        <a:cs typeface="Cambria Math" panose="02040503050406030204" pitchFamily="18" charset="0"/>
                      </a:rPr>
                      <m:t>𝐴</m:t>
                    </m:r>
                  </m:oMath>
                </a14:m>
                <a:r>
                  <a:rPr lang="en-US" altLang="zh-CN" sz="2800" dirty="0">
                    <a:solidFill>
                      <a:schemeClr val="tx1"/>
                    </a:solidFill>
                  </a:rPr>
                  <a:t>=</a:t>
                </a:r>
                <a:r>
                  <a:rPr lang="zh-CN" altLang="en-US" sz="2800" dirty="0">
                    <a:solidFill>
                      <a:schemeClr val="tx1"/>
                    </a:solidFill>
                  </a:rPr>
                  <a:t>（|θ</a:t>
                </a:r>
                <a:r>
                  <a:rPr lang="zh-CN" altLang="en-US" sz="2800" baseline="-25000" dirty="0">
                    <a:solidFill>
                      <a:schemeClr val="tx1"/>
                    </a:solidFill>
                  </a:rPr>
                  <a:t>右</a:t>
                </a:r>
                <a:r>
                  <a:rPr lang="en-US" altLang="zh-CN" sz="2800" baseline="-25000" dirty="0">
                    <a:solidFill>
                      <a:schemeClr val="tx1"/>
                    </a:solidFill>
                  </a:rPr>
                  <a:t>I</a:t>
                </a:r>
                <a:r>
                  <a:rPr lang="en-US" altLang="zh-CN" sz="2800" dirty="0">
                    <a:solidFill>
                      <a:schemeClr val="tx1"/>
                    </a:solidFill>
                  </a:rPr>
                  <a:t>-</a:t>
                </a:r>
                <a:r>
                  <a:rPr lang="en-US" altLang="zh-CN" sz="2800" dirty="0" err="1">
                    <a:solidFill>
                      <a:schemeClr val="tx1"/>
                    </a:solidFill>
                  </a:rPr>
                  <a:t>θ</a:t>
                </a:r>
                <a:r>
                  <a:rPr lang="zh-CN" altLang="en-US" sz="2800" baseline="-25000" dirty="0">
                    <a:solidFill>
                      <a:schemeClr val="tx1"/>
                    </a:solidFill>
                  </a:rPr>
                  <a:t>左</a:t>
                </a:r>
                <a:r>
                  <a:rPr lang="en-US" altLang="zh-CN" sz="2800" baseline="-25000" dirty="0">
                    <a:solidFill>
                      <a:schemeClr val="tx1"/>
                    </a:solidFill>
                  </a:rPr>
                  <a:t>I</a:t>
                </a:r>
                <a:r>
                  <a:rPr lang="zh-CN" altLang="en-US" sz="2800" dirty="0">
                    <a:solidFill>
                      <a:schemeClr val="tx1"/>
                    </a:solidFill>
                  </a:rPr>
                  <a:t>|</a:t>
                </a:r>
                <a:r>
                  <a:rPr lang="en-US" altLang="zh-CN" sz="2800" dirty="0">
                    <a:solidFill>
                      <a:schemeClr val="tx1"/>
                    </a:solidFill>
                  </a:rPr>
                  <a:t>+</a:t>
                </a:r>
                <a:r>
                  <a:rPr lang="zh-CN" altLang="en-US" sz="2800" dirty="0">
                    <a:solidFill>
                      <a:schemeClr val="tx1"/>
                    </a:solidFill>
                  </a:rPr>
                  <a:t>|θ</a:t>
                </a:r>
                <a:r>
                  <a:rPr lang="zh-CN" altLang="en-US" sz="2800" baseline="-25000" dirty="0">
                    <a:solidFill>
                      <a:schemeClr val="tx1"/>
                    </a:solidFill>
                  </a:rPr>
                  <a:t>右</a:t>
                </a:r>
                <a:r>
                  <a:rPr lang="en-US" altLang="zh-CN" sz="2800" baseline="-25000" dirty="0">
                    <a:solidFill>
                      <a:schemeClr val="tx1"/>
                    </a:solidFill>
                  </a:rPr>
                  <a:t>II</a:t>
                </a:r>
                <a:r>
                  <a:rPr lang="en-US" altLang="zh-CN" sz="2800" dirty="0">
                    <a:solidFill>
                      <a:schemeClr val="tx1"/>
                    </a:solidFill>
                  </a:rPr>
                  <a:t>-</a:t>
                </a:r>
                <a:r>
                  <a:rPr lang="en-US" altLang="zh-CN" sz="2800" dirty="0" err="1">
                    <a:solidFill>
                      <a:schemeClr val="tx1"/>
                    </a:solidFill>
                  </a:rPr>
                  <a:t>θ</a:t>
                </a:r>
                <a:r>
                  <a:rPr lang="zh-CN" altLang="en-US" sz="2800" baseline="-25000" dirty="0">
                    <a:solidFill>
                      <a:schemeClr val="tx1"/>
                    </a:solidFill>
                  </a:rPr>
                  <a:t>左</a:t>
                </a:r>
                <a:r>
                  <a:rPr lang="en-US" altLang="zh-CN" sz="2800" baseline="-25000" dirty="0">
                    <a:solidFill>
                      <a:schemeClr val="tx1"/>
                    </a:solidFill>
                  </a:rPr>
                  <a:t>II</a:t>
                </a:r>
                <a:r>
                  <a:rPr lang="zh-CN" altLang="en-US" sz="2800" dirty="0">
                    <a:solidFill>
                      <a:schemeClr val="tx1"/>
                    </a:solidFill>
                  </a:rPr>
                  <a:t>|）</a:t>
                </a:r>
                <a:r>
                  <a:rPr lang="en-US" altLang="zh-CN" sz="2800" dirty="0">
                    <a:solidFill>
                      <a:schemeClr val="tx1"/>
                    </a:solidFill>
                  </a:rPr>
                  <a:t>/4</a:t>
                </a:r>
                <a:endParaRPr lang="zh-CN" altLang="en-US" sz="2800" dirty="0">
                  <a:solidFill>
                    <a:schemeClr val="tx1"/>
                  </a:solidFill>
                </a:endParaRPr>
              </a:p>
            </p:txBody>
          </p:sp>
        </mc:Choice>
        <mc:Fallback>
          <p:sp>
            <p:nvSpPr>
              <p:cNvPr id="3" name="矩形 2"/>
              <p:cNvSpPr>
                <a:spLocks noRot="1" noChangeAspect="1" noMove="1" noResize="1" noEditPoints="1" noAdjustHandles="1" noChangeArrowheads="1" noChangeShapeType="1" noTextEdit="1"/>
              </p:cNvSpPr>
              <p:nvPr/>
            </p:nvSpPr>
            <p:spPr>
              <a:xfrm>
                <a:off x="3166906" y="1364124"/>
                <a:ext cx="5570694" cy="783804"/>
              </a:xfrm>
              <a:prstGeom prst="rect">
                <a:avLst/>
              </a:prstGeom>
              <a:blipFill>
                <a:blip r:embed="rId3"/>
                <a:stretch>
                  <a:fillRect b="-4688"/>
                </a:stretch>
              </a:blipFill>
              <a:ln>
                <a:solidFill>
                  <a:srgbClr val="FF0000"/>
                </a:solidFill>
              </a:ln>
            </p:spPr>
            <p:txBody>
              <a:bodyPr/>
              <a:lstStyle/>
              <a:p>
                <a:r>
                  <a:rPr lang="zh-CN" altLang="en-US">
                    <a:noFill/>
                  </a:rPr>
                  <a:t> </a:t>
                </a:r>
              </a:p>
            </p:txBody>
          </p:sp>
        </mc:Fallback>
      </mc:AlternateContent>
      <p:sp>
        <p:nvSpPr>
          <p:cNvPr id="394" name="矩形 393"/>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6" name="文本框 395"/>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数据处理</a:t>
            </a:r>
          </a:p>
        </p:txBody>
      </p:sp>
      <p:sp>
        <p:nvSpPr>
          <p:cNvPr id="397" name="矩形 396"/>
          <p:cNvSpPr/>
          <p:nvPr/>
        </p:nvSpPr>
        <p:spPr>
          <a:xfrm>
            <a:off x="2729964" y="325001"/>
            <a:ext cx="2532556"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DATA PROCESSING</a:t>
            </a:r>
          </a:p>
        </p:txBody>
      </p:sp>
      <p:grpSp>
        <p:nvGrpSpPr>
          <p:cNvPr id="399" name="组 398"/>
          <p:cNvGrpSpPr/>
          <p:nvPr/>
        </p:nvGrpSpPr>
        <p:grpSpPr>
          <a:xfrm>
            <a:off x="11454107"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400" b="1" smtClean="0"/>
              <a:t>33</a:t>
            </a:fld>
            <a:endParaRPr lang="zh-CN" altLang="en-US" sz="1400" b="1"/>
          </a:p>
        </p:txBody>
      </p:sp>
      <mc:AlternateContent xmlns:mc="http://schemas.openxmlformats.org/markup-compatibility/2006">
        <mc:Choice xmlns:a14="http://schemas.microsoft.com/office/drawing/2010/main" Requires="a14">
          <p:graphicFrame>
            <p:nvGraphicFramePr>
              <p:cNvPr id="25" name="表格 24"/>
              <p:cNvGraphicFramePr>
                <a:graphicFrameLocks noGrp="1"/>
              </p:cNvGraphicFramePr>
              <p:nvPr>
                <p:extLst>
                  <p:ext uri="{D42A27DB-BD31-4B8C-83A1-F6EECF244321}">
                    <p14:modId xmlns:p14="http://schemas.microsoft.com/office/powerpoint/2010/main" val="2074716973"/>
                  </p:ext>
                </p:extLst>
              </p:nvPr>
            </p:nvGraphicFramePr>
            <p:xfrm>
              <a:off x="787501" y="2477396"/>
              <a:ext cx="10660422" cy="2966720"/>
            </p:xfrm>
            <a:graphic>
              <a:graphicData uri="http://schemas.openxmlformats.org/drawingml/2006/table">
                <a:tbl>
                  <a:tblPr firstRow="1" bandRow="1">
                    <a:tableStyleId>{BC89EF96-8CEA-46FF-86C4-4CE0E7609802}</a:tableStyleId>
                  </a:tblPr>
                  <a:tblGrid>
                    <a:gridCol w="656611">
                      <a:extLst>
                        <a:ext uri="{9D8B030D-6E8A-4147-A177-3AD203B41FA5}">
                          <a16:colId xmlns:a16="http://schemas.microsoft.com/office/drawing/2014/main" val="20000"/>
                        </a:ext>
                      </a:extLst>
                    </a:gridCol>
                    <a:gridCol w="1184415">
                      <a:extLst>
                        <a:ext uri="{9D8B030D-6E8A-4147-A177-3AD203B41FA5}">
                          <a16:colId xmlns:a16="http://schemas.microsoft.com/office/drawing/2014/main" val="20001"/>
                        </a:ext>
                      </a:extLst>
                    </a:gridCol>
                    <a:gridCol w="1151827">
                      <a:extLst>
                        <a:ext uri="{9D8B030D-6E8A-4147-A177-3AD203B41FA5}">
                          <a16:colId xmlns:a16="http://schemas.microsoft.com/office/drawing/2014/main" val="20002"/>
                        </a:ext>
                      </a:extLst>
                    </a:gridCol>
                    <a:gridCol w="1063223">
                      <a:extLst>
                        <a:ext uri="{9D8B030D-6E8A-4147-A177-3AD203B41FA5}">
                          <a16:colId xmlns:a16="http://schemas.microsoft.com/office/drawing/2014/main" val="20003"/>
                        </a:ext>
                      </a:extLst>
                    </a:gridCol>
                    <a:gridCol w="1314263">
                      <a:extLst>
                        <a:ext uri="{9D8B030D-6E8A-4147-A177-3AD203B41FA5}">
                          <a16:colId xmlns:a16="http://schemas.microsoft.com/office/drawing/2014/main" val="20004"/>
                        </a:ext>
                      </a:extLst>
                    </a:gridCol>
                    <a:gridCol w="1447165">
                      <a:extLst>
                        <a:ext uri="{9D8B030D-6E8A-4147-A177-3AD203B41FA5}">
                          <a16:colId xmlns:a16="http://schemas.microsoft.com/office/drawing/2014/main" val="20005"/>
                        </a:ext>
                      </a:extLst>
                    </a:gridCol>
                    <a:gridCol w="1412871">
                      <a:extLst>
                        <a:ext uri="{9D8B030D-6E8A-4147-A177-3AD203B41FA5}">
                          <a16:colId xmlns:a16="http://schemas.microsoft.com/office/drawing/2014/main" val="20006"/>
                        </a:ext>
                      </a:extLst>
                    </a:gridCol>
                    <a:gridCol w="1261241">
                      <a:extLst>
                        <a:ext uri="{9D8B030D-6E8A-4147-A177-3AD203B41FA5}">
                          <a16:colId xmlns:a16="http://schemas.microsoft.com/office/drawing/2014/main" val="20007"/>
                        </a:ext>
                      </a:extLst>
                    </a:gridCol>
                    <a:gridCol w="1168806">
                      <a:extLst>
                        <a:ext uri="{9D8B030D-6E8A-4147-A177-3AD203B41FA5}">
                          <a16:colId xmlns:a16="http://schemas.microsoft.com/office/drawing/2014/main" val="20008"/>
                        </a:ext>
                      </a:extLst>
                    </a:gridCol>
                  </a:tblGrid>
                  <a:tr h="370840">
                    <a:tc rowSpan="2">
                      <a:txBody>
                        <a:bodyPr/>
                        <a:lstStyle/>
                        <a:p>
                          <a:pPr algn="ctr"/>
                          <a:r>
                            <a:rPr lang="zh-CN" altLang="en-US" dirty="0">
                              <a:latin typeface="宋体" panose="02010600030101010101" pitchFamily="2" charset="-122"/>
                              <a:ea typeface="宋体" panose="02010600030101010101" pitchFamily="2" charset="-122"/>
                            </a:rPr>
                            <a:t>次数</a:t>
                          </a:r>
                        </a:p>
                      </a:txBody>
                      <a:tcPr anchor="ctr"/>
                    </a:tc>
                    <a:tc gridSpan="2">
                      <a:txBody>
                        <a:bodyPr/>
                        <a:lstStyle/>
                        <a:p>
                          <a:pPr algn="ctr"/>
                          <a:r>
                            <a:rPr lang="zh-CN" altLang="en-US" dirty="0">
                              <a:latin typeface="宋体" panose="02010600030101010101" pitchFamily="2" charset="-122"/>
                              <a:ea typeface="宋体" panose="02010600030101010101" pitchFamily="2" charset="-122"/>
                            </a:rPr>
                            <a:t>方位左</a:t>
                          </a:r>
                        </a:p>
                      </a:txBody>
                      <a:tcPr anchor="ctr"/>
                    </a:tc>
                    <a:tc hMerge="1">
                      <a:txBody>
                        <a:bodyPr/>
                        <a:lstStyle/>
                        <a:p>
                          <a:endParaRPr lang="zh-CN" altLang="en-US" dirty="0"/>
                        </a:p>
                      </a:txBody>
                      <a:tcPr/>
                    </a:tc>
                    <a:tc gridSpan="2">
                      <a:txBody>
                        <a:bodyPr/>
                        <a:lstStyle/>
                        <a:p>
                          <a:pPr algn="ctr"/>
                          <a:r>
                            <a:rPr lang="zh-CN" altLang="en-US" dirty="0">
                              <a:latin typeface="宋体" panose="02010600030101010101" pitchFamily="2" charset="-122"/>
                              <a:ea typeface="宋体" panose="02010600030101010101" pitchFamily="2" charset="-122"/>
                            </a:rPr>
                            <a:t>方位右</a:t>
                          </a:r>
                        </a:p>
                      </a:txBody>
                      <a:tcPr anchor="ctr"/>
                    </a:tc>
                    <a:tc hMerge="1">
                      <a:txBody>
                        <a:bodyPr/>
                        <a:lstStyle/>
                        <a:p>
                          <a:endParaRPr lang="zh-CN" altLang="en-US" dirty="0"/>
                        </a:p>
                      </a:txBody>
                      <a:tcPr/>
                    </a:tc>
                    <a:tc rowSpan="2">
                      <a:txBody>
                        <a:bodyPr/>
                        <a:lstStyle/>
                        <a:p>
                          <a:pPr algn="ctr"/>
                          <a:r>
                            <a:rPr lang="zh-CN" altLang="en-US" sz="1800" dirty="0">
                              <a:solidFill>
                                <a:schemeClr val="tx1"/>
                              </a:solidFill>
                            </a:rPr>
                            <a:t>|θ</a:t>
                          </a:r>
                          <a:r>
                            <a:rPr lang="zh-CN" altLang="en-US" sz="1800" baseline="-25000" dirty="0">
                              <a:solidFill>
                                <a:schemeClr val="tx1"/>
                              </a:solidFill>
                            </a:rPr>
                            <a:t>右</a:t>
                          </a:r>
                          <a:r>
                            <a:rPr lang="en-US" altLang="zh-CN" sz="1800" baseline="-25000" dirty="0">
                              <a:solidFill>
                                <a:schemeClr val="tx1"/>
                              </a:solidFill>
                            </a:rPr>
                            <a:t>I</a:t>
                          </a:r>
                          <a:r>
                            <a:rPr lang="en-US" altLang="zh-CN" sz="1800" dirty="0">
                              <a:solidFill>
                                <a:schemeClr val="tx1"/>
                              </a:solidFill>
                            </a:rPr>
                            <a:t>-</a:t>
                          </a:r>
                          <a:r>
                            <a:rPr lang="en-US" altLang="zh-CN" sz="1800" dirty="0" err="1">
                              <a:solidFill>
                                <a:schemeClr val="tx1"/>
                              </a:solidFill>
                            </a:rPr>
                            <a:t>θ</a:t>
                          </a:r>
                          <a:r>
                            <a:rPr lang="zh-CN" altLang="en-US" sz="1800" baseline="-25000" dirty="0">
                              <a:solidFill>
                                <a:schemeClr val="tx1"/>
                              </a:solidFill>
                            </a:rPr>
                            <a:t>左</a:t>
                          </a:r>
                          <a:r>
                            <a:rPr lang="en-US" altLang="zh-CN" sz="1800" baseline="-25000" dirty="0">
                              <a:solidFill>
                                <a:schemeClr val="tx1"/>
                              </a:solidFill>
                            </a:rPr>
                            <a:t>I</a:t>
                          </a:r>
                          <a:r>
                            <a:rPr lang="zh-CN" altLang="en-US" sz="1800" dirty="0">
                              <a:solidFill>
                                <a:schemeClr val="tx1"/>
                              </a:solidFill>
                            </a:rPr>
                            <a:t>|</a:t>
                          </a:r>
                          <a:r>
                            <a:rPr lang="zh-CN" altLang="en-US" sz="1800" dirty="0">
                              <a:latin typeface="宋体" panose="02010600030101010101" pitchFamily="2" charset="-122"/>
                              <a:ea typeface="宋体" panose="02010600030101010101" pitchFamily="2" charset="-122"/>
                            </a:rPr>
                            <a:t> </a:t>
                          </a:r>
                        </a:p>
                      </a:txBody>
                      <a:tcPr anchor="ctr"/>
                    </a:tc>
                    <a:tc rowSpan="2">
                      <a:txBody>
                        <a:bodyPr/>
                        <a:lstStyle/>
                        <a:p>
                          <a:pPr algn="ctr"/>
                          <a:r>
                            <a:rPr lang="zh-CN" altLang="en-US" sz="2000" dirty="0">
                              <a:solidFill>
                                <a:schemeClr val="tx1"/>
                              </a:solidFill>
                            </a:rPr>
                            <a:t>|θ</a:t>
                          </a:r>
                          <a:r>
                            <a:rPr lang="zh-CN" altLang="en-US" sz="2000" baseline="-25000" dirty="0">
                              <a:solidFill>
                                <a:schemeClr val="tx1"/>
                              </a:solidFill>
                            </a:rPr>
                            <a:t>右</a:t>
                          </a:r>
                          <a:r>
                            <a:rPr lang="en-US" altLang="zh-CN" sz="2000" baseline="-25000" dirty="0">
                              <a:solidFill>
                                <a:schemeClr val="tx1"/>
                              </a:solidFill>
                            </a:rPr>
                            <a:t>II</a:t>
                          </a:r>
                          <a:r>
                            <a:rPr lang="en-US" altLang="zh-CN" sz="2000" dirty="0">
                              <a:solidFill>
                                <a:schemeClr val="tx1"/>
                              </a:solidFill>
                            </a:rPr>
                            <a:t>-</a:t>
                          </a:r>
                          <a:r>
                            <a:rPr lang="en-US" altLang="zh-CN" sz="2000" dirty="0" err="1">
                              <a:solidFill>
                                <a:schemeClr val="tx1"/>
                              </a:solidFill>
                            </a:rPr>
                            <a:t>θ</a:t>
                          </a:r>
                          <a:r>
                            <a:rPr lang="zh-CN" altLang="en-US" sz="2000" baseline="-25000" dirty="0">
                              <a:solidFill>
                                <a:schemeClr val="tx1"/>
                              </a:solidFill>
                            </a:rPr>
                            <a:t>左</a:t>
                          </a:r>
                          <a:r>
                            <a:rPr lang="en-US" altLang="zh-CN" sz="2000" baseline="-25000" dirty="0">
                              <a:solidFill>
                                <a:schemeClr val="tx1"/>
                              </a:solidFill>
                            </a:rPr>
                            <a:t>II</a:t>
                          </a:r>
                          <a:r>
                            <a:rPr lang="zh-CN" altLang="en-US" sz="2000" dirty="0">
                              <a:solidFill>
                                <a:schemeClr val="tx1"/>
                              </a:solidFill>
                            </a:rPr>
                            <a:t>|</a:t>
                          </a:r>
                          <a:r>
                            <a:rPr lang="zh-CN" altLang="en-US" sz="2000" dirty="0">
                              <a:latin typeface="宋体" panose="02010600030101010101" pitchFamily="2" charset="-122"/>
                              <a:ea typeface="宋体" panose="02010600030101010101" pitchFamily="2" charset="-122"/>
                            </a:rPr>
                            <a:t> </a:t>
                          </a:r>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dirty="0" smtClean="0">
                                    <a:solidFill>
                                      <a:schemeClr val="accent4">
                                        <a:lumMod val="75000"/>
                                      </a:schemeClr>
                                    </a:solidFill>
                                    <a:latin typeface="Cambria Math" panose="02040503050406030204" pitchFamily="18" charset="0"/>
                                    <a:cs typeface="Cambria Math" panose="02040503050406030204" pitchFamily="18" charset="0"/>
                                  </a:rPr>
                                  <m:t>∠</m:t>
                                </m:r>
                                <m:r>
                                  <a:rPr lang="en-US" altLang="zh-CN" sz="2400" i="1" dirty="0" smtClean="0">
                                    <a:solidFill>
                                      <a:schemeClr val="accent4">
                                        <a:lumMod val="75000"/>
                                      </a:schemeClr>
                                    </a:solidFill>
                                    <a:latin typeface="Cambria Math" panose="02040503050406030204" pitchFamily="18" charset="0"/>
                                    <a:cs typeface="Cambria Math" panose="02040503050406030204" pitchFamily="18" charset="0"/>
                                  </a:rPr>
                                  <m:t>𝐴</m:t>
                                </m:r>
                              </m:oMath>
                            </m:oMathPara>
                          </a14:m>
                          <a:endParaRPr lang="en-US" altLang="zh-CN" sz="2400" b="0" i="1" dirty="0">
                            <a:latin typeface="宋体" panose="02010600030101010101" pitchFamily="2" charset="-122"/>
                            <a:ea typeface="宋体" panose="02010600030101010101" pitchFamily="2" charset="-122"/>
                            <a:cs typeface="Times New Roman" panose="02020603050405020304" pitchFamily="18" charset="0"/>
                          </a:endParaRPr>
                        </a:p>
                      </a:txBody>
                      <a:tcPr anchor="ctr"/>
                    </a:tc>
                    <a:tc row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altLang="zh-CN" sz="1800" i="1" dirty="0" smtClean="0">
                                        <a:solidFill>
                                          <a:schemeClr val="accent4">
                                            <a:lumMod val="75000"/>
                                          </a:schemeClr>
                                        </a:solidFill>
                                        <a:latin typeface="Cambria Math" panose="02040503050406030204" pitchFamily="18" charset="0"/>
                                      </a:rPr>
                                    </m:ctrlPr>
                                  </m:accPr>
                                  <m:e>
                                    <m:r>
                                      <a:rPr lang="en-US" altLang="zh-CN" sz="1800" i="1" dirty="0" smtClean="0">
                                        <a:solidFill>
                                          <a:schemeClr val="accent4">
                                            <a:lumMod val="75000"/>
                                          </a:schemeClr>
                                        </a:solidFill>
                                        <a:latin typeface="Cambria Math" panose="02040503050406030204" pitchFamily="18" charset="0"/>
                                        <a:cs typeface="Cambria Math" panose="02040503050406030204" pitchFamily="18" charset="0"/>
                                      </a:rPr>
                                      <m:t>∠</m:t>
                                    </m:r>
                                    <m:r>
                                      <a:rPr lang="en-US" altLang="zh-CN" sz="1800" i="1" dirty="0" smtClean="0">
                                        <a:solidFill>
                                          <a:schemeClr val="accent4">
                                            <a:lumMod val="75000"/>
                                          </a:schemeClr>
                                        </a:solidFill>
                                        <a:latin typeface="Cambria Math" panose="02040503050406030204" pitchFamily="18" charset="0"/>
                                        <a:cs typeface="Cambria Math" panose="02040503050406030204" pitchFamily="18" charset="0"/>
                                      </a:rPr>
                                      <m:t>𝐴</m:t>
                                    </m:r>
                                  </m:e>
                                </m:acc>
                              </m:oMath>
                            </m:oMathPara>
                          </a14:m>
                          <a:endParaRPr lang="en-US" altLang="zh-CN" sz="1800" b="0" i="1" dirty="0">
                            <a:latin typeface="宋体" panose="02010600030101010101" pitchFamily="2" charset="-122"/>
                            <a:ea typeface="+mn-ea"/>
                            <a:cs typeface="Times New Roman" panose="02020603050405020304" pitchFamily="18" charset="0"/>
                          </a:endParaRPr>
                        </a:p>
                      </a:txBody>
                      <a:tcPr anchor="ctr"/>
                    </a:tc>
                    <a:extLst>
                      <a:ext uri="{0D108BD9-81ED-4DB2-BD59-A6C34878D82A}">
                        <a16:rowId xmlns:a16="http://schemas.microsoft.com/office/drawing/2014/main" val="10000"/>
                      </a:ext>
                    </a:extLst>
                  </a:tr>
                  <a:tr h="370840">
                    <a:tc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vMerge="1">
                      <a:txBody>
                        <a:bodyPr/>
                        <a:lstStyle/>
                        <a:p>
                          <a:endParaRPr lang="zh-CN" altLang="en-US" dirty="0"/>
                        </a:p>
                      </a:txBody>
                      <a:tcPr/>
                    </a:tc>
                    <a:tc vMerge="1">
                      <a:txBody>
                        <a:bodyPr/>
                        <a:lstStyle/>
                        <a:p>
                          <a:endParaRPr lang="zh-CN" altLang="en-US" dirty="0"/>
                        </a:p>
                      </a:txBody>
                      <a:tcPr/>
                    </a:tc>
                    <a:tc vMerge="1">
                      <a:txBody>
                        <a:bodyPr/>
                        <a:lstStyle/>
                        <a:p>
                          <a:endParaRPr lang="zh-CN" altLang="en-US" dirty="0"/>
                        </a:p>
                      </a:txBody>
                      <a:tcPr/>
                    </a:tc>
                    <a:tc vMerge="1">
                      <a:txBody>
                        <a:bodyPr/>
                        <a:lstStyle/>
                        <a:p>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rowSpan="6">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10002"/>
                      </a:ext>
                    </a:extLst>
                  </a:tr>
                  <a:tr h="370840">
                    <a:tc>
                      <a:txBody>
                        <a:bodyPr/>
                        <a:lstStyle/>
                        <a:p>
                          <a:pPr algn="ctr"/>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3"/>
                      </a:ext>
                    </a:extLst>
                  </a:tr>
                  <a:tr h="370840">
                    <a:tc>
                      <a:txBody>
                        <a:bodyPr/>
                        <a:lstStyle/>
                        <a:p>
                          <a:pPr algn="ct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4"/>
                      </a:ext>
                    </a:extLst>
                  </a:tr>
                  <a:tr h="370840">
                    <a:tc>
                      <a:txBody>
                        <a:bodyPr/>
                        <a:lstStyle/>
                        <a:p>
                          <a:pPr algn="ctr"/>
                          <a:r>
                            <a:rPr lang="en-US" altLang="zh-CN" dirty="0">
                              <a:latin typeface="宋体" panose="02010600030101010101" pitchFamily="2" charset="-122"/>
                              <a:ea typeface="宋体" panose="02010600030101010101" pitchFamily="2" charset="-122"/>
                            </a:rPr>
                            <a:t>4</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5"/>
                      </a:ext>
                    </a:extLst>
                  </a:tr>
                  <a:tr h="370840">
                    <a:tc>
                      <a:txBody>
                        <a:bodyPr/>
                        <a:lstStyle/>
                        <a:p>
                          <a:pPr algn="ctr"/>
                          <a:r>
                            <a:rPr lang="en-US" altLang="zh-CN" dirty="0">
                              <a:latin typeface="宋体" panose="02010600030101010101" pitchFamily="2" charset="-122"/>
                              <a:ea typeface="宋体" panose="02010600030101010101" pitchFamily="2" charset="-122"/>
                            </a:rPr>
                            <a:t>5</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6"/>
                      </a:ext>
                    </a:extLst>
                  </a:tr>
                  <a:tr h="370840">
                    <a:tc>
                      <a:txBody>
                        <a:bodyPr/>
                        <a:lstStyle/>
                        <a:p>
                          <a:pPr algn="ctr"/>
                          <a:r>
                            <a:rPr lang="en-US" altLang="zh-CN" dirty="0">
                              <a:latin typeface="宋体" panose="02010600030101010101" pitchFamily="2" charset="-122"/>
                              <a:ea typeface="宋体" panose="02010600030101010101" pitchFamily="2" charset="-122"/>
                            </a:rPr>
                            <a:t>6</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7"/>
                      </a:ext>
                    </a:extLst>
                  </a:tr>
                </a:tbl>
              </a:graphicData>
            </a:graphic>
          </p:graphicFrame>
        </mc:Choice>
        <mc:Fallback>
          <p:graphicFrame>
            <p:nvGraphicFramePr>
              <p:cNvPr id="25" name="表格 24"/>
              <p:cNvGraphicFramePr>
                <a:graphicFrameLocks noGrp="1"/>
              </p:cNvGraphicFramePr>
              <p:nvPr>
                <p:extLst>
                  <p:ext uri="{D42A27DB-BD31-4B8C-83A1-F6EECF244321}">
                    <p14:modId xmlns:p14="http://schemas.microsoft.com/office/powerpoint/2010/main" val="2074716973"/>
                  </p:ext>
                </p:extLst>
              </p:nvPr>
            </p:nvGraphicFramePr>
            <p:xfrm>
              <a:off x="787501" y="2477396"/>
              <a:ext cx="10660422" cy="2966720"/>
            </p:xfrm>
            <a:graphic>
              <a:graphicData uri="http://schemas.openxmlformats.org/drawingml/2006/table">
                <a:tbl>
                  <a:tblPr firstRow="1" bandRow="1">
                    <a:tableStyleId>{BC89EF96-8CEA-46FF-86C4-4CE0E7609802}</a:tableStyleId>
                  </a:tblPr>
                  <a:tblGrid>
                    <a:gridCol w="656611">
                      <a:extLst>
                        <a:ext uri="{9D8B030D-6E8A-4147-A177-3AD203B41FA5}">
                          <a16:colId xmlns:a16="http://schemas.microsoft.com/office/drawing/2014/main" val="20000"/>
                        </a:ext>
                      </a:extLst>
                    </a:gridCol>
                    <a:gridCol w="1184415">
                      <a:extLst>
                        <a:ext uri="{9D8B030D-6E8A-4147-A177-3AD203B41FA5}">
                          <a16:colId xmlns:a16="http://schemas.microsoft.com/office/drawing/2014/main" val="20001"/>
                        </a:ext>
                      </a:extLst>
                    </a:gridCol>
                    <a:gridCol w="1151827">
                      <a:extLst>
                        <a:ext uri="{9D8B030D-6E8A-4147-A177-3AD203B41FA5}">
                          <a16:colId xmlns:a16="http://schemas.microsoft.com/office/drawing/2014/main" val="20002"/>
                        </a:ext>
                      </a:extLst>
                    </a:gridCol>
                    <a:gridCol w="1063223">
                      <a:extLst>
                        <a:ext uri="{9D8B030D-6E8A-4147-A177-3AD203B41FA5}">
                          <a16:colId xmlns:a16="http://schemas.microsoft.com/office/drawing/2014/main" val="20003"/>
                        </a:ext>
                      </a:extLst>
                    </a:gridCol>
                    <a:gridCol w="1314263">
                      <a:extLst>
                        <a:ext uri="{9D8B030D-6E8A-4147-A177-3AD203B41FA5}">
                          <a16:colId xmlns:a16="http://schemas.microsoft.com/office/drawing/2014/main" val="20004"/>
                        </a:ext>
                      </a:extLst>
                    </a:gridCol>
                    <a:gridCol w="1447165">
                      <a:extLst>
                        <a:ext uri="{9D8B030D-6E8A-4147-A177-3AD203B41FA5}">
                          <a16:colId xmlns:a16="http://schemas.microsoft.com/office/drawing/2014/main" val="20005"/>
                        </a:ext>
                      </a:extLst>
                    </a:gridCol>
                    <a:gridCol w="1412871">
                      <a:extLst>
                        <a:ext uri="{9D8B030D-6E8A-4147-A177-3AD203B41FA5}">
                          <a16:colId xmlns:a16="http://schemas.microsoft.com/office/drawing/2014/main" val="20006"/>
                        </a:ext>
                      </a:extLst>
                    </a:gridCol>
                    <a:gridCol w="1261241">
                      <a:extLst>
                        <a:ext uri="{9D8B030D-6E8A-4147-A177-3AD203B41FA5}">
                          <a16:colId xmlns:a16="http://schemas.microsoft.com/office/drawing/2014/main" val="20007"/>
                        </a:ext>
                      </a:extLst>
                    </a:gridCol>
                    <a:gridCol w="1168806">
                      <a:extLst>
                        <a:ext uri="{9D8B030D-6E8A-4147-A177-3AD203B41FA5}">
                          <a16:colId xmlns:a16="http://schemas.microsoft.com/office/drawing/2014/main" val="20008"/>
                        </a:ext>
                      </a:extLst>
                    </a:gridCol>
                  </a:tblGrid>
                  <a:tr h="370840">
                    <a:tc rowSpan="2">
                      <a:txBody>
                        <a:bodyPr/>
                        <a:lstStyle/>
                        <a:p>
                          <a:pPr algn="ctr"/>
                          <a:r>
                            <a:rPr lang="zh-CN" altLang="en-US" dirty="0">
                              <a:latin typeface="宋体" panose="02010600030101010101" pitchFamily="2" charset="-122"/>
                              <a:ea typeface="宋体" panose="02010600030101010101" pitchFamily="2" charset="-122"/>
                            </a:rPr>
                            <a:t>次数</a:t>
                          </a:r>
                        </a:p>
                      </a:txBody>
                      <a:tcPr anchor="ctr"/>
                    </a:tc>
                    <a:tc gridSpan="2">
                      <a:txBody>
                        <a:bodyPr/>
                        <a:lstStyle/>
                        <a:p>
                          <a:pPr algn="ctr"/>
                          <a:r>
                            <a:rPr lang="zh-CN" altLang="en-US" dirty="0">
                              <a:latin typeface="宋体" panose="02010600030101010101" pitchFamily="2" charset="-122"/>
                              <a:ea typeface="宋体" panose="02010600030101010101" pitchFamily="2" charset="-122"/>
                            </a:rPr>
                            <a:t>方位左</a:t>
                          </a:r>
                        </a:p>
                      </a:txBody>
                      <a:tcPr anchor="ctr"/>
                    </a:tc>
                    <a:tc hMerge="1">
                      <a:txBody>
                        <a:bodyPr/>
                        <a:lstStyle/>
                        <a:p>
                          <a:endParaRPr lang="zh-CN" altLang="en-US" dirty="0"/>
                        </a:p>
                      </a:txBody>
                      <a:tcPr/>
                    </a:tc>
                    <a:tc gridSpan="2">
                      <a:txBody>
                        <a:bodyPr/>
                        <a:lstStyle/>
                        <a:p>
                          <a:pPr algn="ctr"/>
                          <a:r>
                            <a:rPr lang="zh-CN" altLang="en-US" dirty="0">
                              <a:latin typeface="宋体" panose="02010600030101010101" pitchFamily="2" charset="-122"/>
                              <a:ea typeface="宋体" panose="02010600030101010101" pitchFamily="2" charset="-122"/>
                            </a:rPr>
                            <a:t>方位右</a:t>
                          </a:r>
                        </a:p>
                      </a:txBody>
                      <a:tcPr anchor="ctr"/>
                    </a:tc>
                    <a:tc hMerge="1">
                      <a:txBody>
                        <a:bodyPr/>
                        <a:lstStyle/>
                        <a:p>
                          <a:endParaRPr lang="zh-CN" altLang="en-US" dirty="0"/>
                        </a:p>
                      </a:txBody>
                      <a:tcPr/>
                    </a:tc>
                    <a:tc rowSpan="2">
                      <a:txBody>
                        <a:bodyPr/>
                        <a:lstStyle/>
                        <a:p>
                          <a:pPr algn="ctr"/>
                          <a:r>
                            <a:rPr lang="zh-CN" altLang="en-US" sz="1800" dirty="0">
                              <a:solidFill>
                                <a:schemeClr val="tx1"/>
                              </a:solidFill>
                            </a:rPr>
                            <a:t>|θ</a:t>
                          </a:r>
                          <a:r>
                            <a:rPr lang="zh-CN" altLang="en-US" sz="1800" baseline="-25000" dirty="0">
                              <a:solidFill>
                                <a:schemeClr val="tx1"/>
                              </a:solidFill>
                            </a:rPr>
                            <a:t>右</a:t>
                          </a:r>
                          <a:r>
                            <a:rPr lang="en-US" altLang="zh-CN" sz="1800" baseline="-25000" dirty="0">
                              <a:solidFill>
                                <a:schemeClr val="tx1"/>
                              </a:solidFill>
                            </a:rPr>
                            <a:t>I</a:t>
                          </a:r>
                          <a:r>
                            <a:rPr lang="en-US" altLang="zh-CN" sz="1800" dirty="0">
                              <a:solidFill>
                                <a:schemeClr val="tx1"/>
                              </a:solidFill>
                            </a:rPr>
                            <a:t>-</a:t>
                          </a:r>
                          <a:r>
                            <a:rPr lang="en-US" altLang="zh-CN" sz="1800" dirty="0" err="1">
                              <a:solidFill>
                                <a:schemeClr val="tx1"/>
                              </a:solidFill>
                            </a:rPr>
                            <a:t>θ</a:t>
                          </a:r>
                          <a:r>
                            <a:rPr lang="zh-CN" altLang="en-US" sz="1800" baseline="-25000" dirty="0">
                              <a:solidFill>
                                <a:schemeClr val="tx1"/>
                              </a:solidFill>
                            </a:rPr>
                            <a:t>左</a:t>
                          </a:r>
                          <a:r>
                            <a:rPr lang="en-US" altLang="zh-CN" sz="1800" baseline="-25000" dirty="0">
                              <a:solidFill>
                                <a:schemeClr val="tx1"/>
                              </a:solidFill>
                            </a:rPr>
                            <a:t>I</a:t>
                          </a:r>
                          <a:r>
                            <a:rPr lang="zh-CN" altLang="en-US" sz="1800" dirty="0">
                              <a:solidFill>
                                <a:schemeClr val="tx1"/>
                              </a:solidFill>
                            </a:rPr>
                            <a:t>|</a:t>
                          </a:r>
                          <a:r>
                            <a:rPr lang="zh-CN" altLang="en-US" sz="1800" dirty="0">
                              <a:latin typeface="宋体" panose="02010600030101010101" pitchFamily="2" charset="-122"/>
                              <a:ea typeface="宋体" panose="02010600030101010101" pitchFamily="2" charset="-122"/>
                            </a:rPr>
                            <a:t> </a:t>
                          </a:r>
                        </a:p>
                      </a:txBody>
                      <a:tcPr anchor="ctr"/>
                    </a:tc>
                    <a:tc rowSpan="2">
                      <a:txBody>
                        <a:bodyPr/>
                        <a:lstStyle/>
                        <a:p>
                          <a:pPr algn="ctr"/>
                          <a:r>
                            <a:rPr lang="zh-CN" altLang="en-US" sz="2000" dirty="0">
                              <a:solidFill>
                                <a:schemeClr val="tx1"/>
                              </a:solidFill>
                            </a:rPr>
                            <a:t>|θ</a:t>
                          </a:r>
                          <a:r>
                            <a:rPr lang="zh-CN" altLang="en-US" sz="2000" baseline="-25000" dirty="0">
                              <a:solidFill>
                                <a:schemeClr val="tx1"/>
                              </a:solidFill>
                            </a:rPr>
                            <a:t>右</a:t>
                          </a:r>
                          <a:r>
                            <a:rPr lang="en-US" altLang="zh-CN" sz="2000" baseline="-25000" dirty="0">
                              <a:solidFill>
                                <a:schemeClr val="tx1"/>
                              </a:solidFill>
                            </a:rPr>
                            <a:t>II</a:t>
                          </a:r>
                          <a:r>
                            <a:rPr lang="en-US" altLang="zh-CN" sz="2000" dirty="0">
                              <a:solidFill>
                                <a:schemeClr val="tx1"/>
                              </a:solidFill>
                            </a:rPr>
                            <a:t>-</a:t>
                          </a:r>
                          <a:r>
                            <a:rPr lang="en-US" altLang="zh-CN" sz="2000" dirty="0" err="1">
                              <a:solidFill>
                                <a:schemeClr val="tx1"/>
                              </a:solidFill>
                            </a:rPr>
                            <a:t>θ</a:t>
                          </a:r>
                          <a:r>
                            <a:rPr lang="zh-CN" altLang="en-US" sz="2000" baseline="-25000" dirty="0">
                              <a:solidFill>
                                <a:schemeClr val="tx1"/>
                              </a:solidFill>
                            </a:rPr>
                            <a:t>左</a:t>
                          </a:r>
                          <a:r>
                            <a:rPr lang="en-US" altLang="zh-CN" sz="2000" baseline="-25000" dirty="0">
                              <a:solidFill>
                                <a:schemeClr val="tx1"/>
                              </a:solidFill>
                            </a:rPr>
                            <a:t>II</a:t>
                          </a:r>
                          <a:r>
                            <a:rPr lang="zh-CN" altLang="en-US" sz="2000" dirty="0">
                              <a:solidFill>
                                <a:schemeClr val="tx1"/>
                              </a:solidFill>
                            </a:rPr>
                            <a:t>|</a:t>
                          </a:r>
                          <a:r>
                            <a:rPr lang="zh-CN" altLang="en-US" sz="2000" dirty="0">
                              <a:latin typeface="宋体" panose="02010600030101010101" pitchFamily="2" charset="-122"/>
                              <a:ea typeface="宋体" panose="02010600030101010101" pitchFamily="2" charset="-122"/>
                            </a:rPr>
                            <a:t> </a:t>
                          </a:r>
                        </a:p>
                      </a:txBody>
                      <a:tcPr anchor="ctr"/>
                    </a:tc>
                    <a:tc rowSpan="2">
                      <a:txBody>
                        <a:bodyPr/>
                        <a:lstStyle/>
                        <a:p>
                          <a:endParaRPr lang="zh-CN"/>
                        </a:p>
                      </a:txBody>
                      <a:tcPr anchor="ctr">
                        <a:blipFill>
                          <a:blip r:embed="rId4"/>
                          <a:stretch>
                            <a:fillRect l="-656566" t="-5085" r="-94949" b="-310169"/>
                          </a:stretch>
                        </a:blipFill>
                      </a:tcPr>
                    </a:tc>
                    <a:tc rowSpan="2">
                      <a:txBody>
                        <a:bodyPr/>
                        <a:lstStyle/>
                        <a:p>
                          <a:endParaRPr lang="zh-CN"/>
                        </a:p>
                      </a:txBody>
                      <a:tcPr anchor="ctr">
                        <a:blipFill>
                          <a:blip r:embed="rId4"/>
                          <a:stretch>
                            <a:fillRect l="-814130" t="-5085" r="-2174" b="-310169"/>
                          </a:stretch>
                        </a:blipFill>
                      </a:tcPr>
                    </a:tc>
                    <a:extLst>
                      <a:ext uri="{0D108BD9-81ED-4DB2-BD59-A6C34878D82A}">
                        <a16:rowId xmlns:a16="http://schemas.microsoft.com/office/drawing/2014/main" val="10000"/>
                      </a:ext>
                    </a:extLst>
                  </a:tr>
                  <a:tr h="370840">
                    <a:tc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vMerge="1">
                      <a:txBody>
                        <a:bodyPr/>
                        <a:lstStyle/>
                        <a:p>
                          <a:endParaRPr lang="zh-CN" altLang="en-US" dirty="0"/>
                        </a:p>
                      </a:txBody>
                      <a:tcPr/>
                    </a:tc>
                    <a:tc vMerge="1">
                      <a:txBody>
                        <a:bodyPr/>
                        <a:lstStyle/>
                        <a:p>
                          <a:endParaRPr lang="zh-CN" altLang="en-US" dirty="0"/>
                        </a:p>
                      </a:txBody>
                      <a:tcPr/>
                    </a:tc>
                    <a:tc vMerge="1">
                      <a:txBody>
                        <a:bodyPr/>
                        <a:lstStyle/>
                        <a:p>
                          <a:endParaRPr lang="zh-CN" altLang="en-US" dirty="0"/>
                        </a:p>
                      </a:txBody>
                      <a:tcPr/>
                    </a:tc>
                    <a:tc vMerge="1">
                      <a:txBody>
                        <a:bodyPr/>
                        <a:lstStyle/>
                        <a:p>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rowSpan="6">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10002"/>
                      </a:ext>
                    </a:extLst>
                  </a:tr>
                  <a:tr h="370840">
                    <a:tc>
                      <a:txBody>
                        <a:bodyPr/>
                        <a:lstStyle/>
                        <a:p>
                          <a:pPr algn="ctr"/>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3"/>
                      </a:ext>
                    </a:extLst>
                  </a:tr>
                  <a:tr h="370840">
                    <a:tc>
                      <a:txBody>
                        <a:bodyPr/>
                        <a:lstStyle/>
                        <a:p>
                          <a:pPr algn="ct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4"/>
                      </a:ext>
                    </a:extLst>
                  </a:tr>
                  <a:tr h="370840">
                    <a:tc>
                      <a:txBody>
                        <a:bodyPr/>
                        <a:lstStyle/>
                        <a:p>
                          <a:pPr algn="ctr"/>
                          <a:r>
                            <a:rPr lang="en-US" altLang="zh-CN" dirty="0">
                              <a:latin typeface="宋体" panose="02010600030101010101" pitchFamily="2" charset="-122"/>
                              <a:ea typeface="宋体" panose="02010600030101010101" pitchFamily="2" charset="-122"/>
                            </a:rPr>
                            <a:t>4</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5"/>
                      </a:ext>
                    </a:extLst>
                  </a:tr>
                  <a:tr h="370840">
                    <a:tc>
                      <a:txBody>
                        <a:bodyPr/>
                        <a:lstStyle/>
                        <a:p>
                          <a:pPr algn="ctr"/>
                          <a:r>
                            <a:rPr lang="en-US" altLang="zh-CN" dirty="0">
                              <a:latin typeface="宋体" panose="02010600030101010101" pitchFamily="2" charset="-122"/>
                              <a:ea typeface="宋体" panose="02010600030101010101" pitchFamily="2" charset="-122"/>
                            </a:rPr>
                            <a:t>5</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6"/>
                      </a:ext>
                    </a:extLst>
                  </a:tr>
                  <a:tr h="370840">
                    <a:tc>
                      <a:txBody>
                        <a:bodyPr/>
                        <a:lstStyle/>
                        <a:p>
                          <a:pPr algn="ctr"/>
                          <a:r>
                            <a:rPr lang="en-US" altLang="zh-CN" dirty="0">
                              <a:latin typeface="宋体" panose="02010600030101010101" pitchFamily="2" charset="-122"/>
                              <a:ea typeface="宋体" panose="02010600030101010101" pitchFamily="2" charset="-122"/>
                            </a:rPr>
                            <a:t>6</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7"/>
                      </a:ext>
                    </a:extLst>
                  </a:tr>
                </a:tbl>
              </a:graphicData>
            </a:graphic>
          </p:graphicFrame>
        </mc:Fallback>
      </mc:AlternateContent>
      <p:sp>
        <p:nvSpPr>
          <p:cNvPr id="4" name="文本框 3">
            <a:extLst>
              <a:ext uri="{FF2B5EF4-FFF2-40B4-BE49-F238E27FC236}">
                <a16:creationId xmlns:a16="http://schemas.microsoft.com/office/drawing/2014/main" id="{E5F408D8-4770-6FC1-ABE9-84346DB6DC74}"/>
              </a:ext>
            </a:extLst>
          </p:cNvPr>
          <p:cNvSpPr txBox="1"/>
          <p:nvPr/>
        </p:nvSpPr>
        <p:spPr>
          <a:xfrm>
            <a:off x="787501" y="5697415"/>
            <a:ext cx="9777336" cy="830997"/>
          </a:xfrm>
          <a:prstGeom prst="rect">
            <a:avLst/>
          </a:prstGeom>
          <a:noFill/>
        </p:spPr>
        <p:txBody>
          <a:bodyPr wrap="square" rtlCol="0">
            <a:spAutoFit/>
          </a:bodyPr>
          <a:lstStyle/>
          <a:p>
            <a:pPr marL="342900" indent="-342900">
              <a:buFont typeface="Wingdings" pitchFamily="2" charset="2"/>
              <a:buChar char="l"/>
            </a:pPr>
            <a:r>
              <a:rPr kumimoji="1" lang="zh-CN" altLang="en-US" sz="2400" dirty="0"/>
              <a:t>要求计算不确定度。其中仪器允差为</a:t>
            </a:r>
            <a:r>
              <a:rPr kumimoji="1" lang="en-US" altLang="zh-CN" sz="2400" dirty="0"/>
              <a:t>1’</a:t>
            </a:r>
            <a:r>
              <a:rPr kumimoji="1" lang="zh-CN" altLang="en-US" sz="2400" dirty="0"/>
              <a:t>。</a:t>
            </a:r>
            <a:endParaRPr kumimoji="1" lang="en-US" altLang="zh-CN" sz="2400" dirty="0"/>
          </a:p>
          <a:p>
            <a:pPr marL="342900" indent="-342900">
              <a:buFont typeface="Wingdings" pitchFamily="2" charset="2"/>
              <a:buChar char="l"/>
            </a:pPr>
            <a:r>
              <a:rPr lang="zh-CN" altLang="en-US" sz="2400" dirty="0"/>
              <a:t>合成不确定度进位保留至分， 测量结果应根据合成不确定度进行修约。</a:t>
            </a:r>
            <a:endParaRPr kumimoji="1" lang="zh-CN"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888F8D02-9041-4C59-BC62-13DE0E5C6713}" type="slidenum">
              <a:rPr lang="zh-CN" altLang="en-US" sz="1400" b="1" smtClean="0"/>
              <a:t>34</a:t>
            </a:fld>
            <a:endParaRPr lang="zh-CN" altLang="en-US" sz="1400" b="1"/>
          </a:p>
        </p:txBody>
      </p:sp>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4039125769"/>
                  </p:ext>
                </p:extLst>
              </p:nvPr>
            </p:nvGraphicFramePr>
            <p:xfrm>
              <a:off x="787501" y="2477396"/>
              <a:ext cx="9098318" cy="3337560"/>
            </p:xfrm>
            <a:graphic>
              <a:graphicData uri="http://schemas.openxmlformats.org/drawingml/2006/table">
                <a:tbl>
                  <a:tblPr firstRow="1" bandRow="1">
                    <a:tableStyleId>{BC89EF96-8CEA-46FF-86C4-4CE0E7609802}</a:tableStyleId>
                  </a:tblPr>
                  <a:tblGrid>
                    <a:gridCol w="656611">
                      <a:extLst>
                        <a:ext uri="{9D8B030D-6E8A-4147-A177-3AD203B41FA5}">
                          <a16:colId xmlns:a16="http://schemas.microsoft.com/office/drawing/2014/main" val="20000"/>
                        </a:ext>
                      </a:extLst>
                    </a:gridCol>
                    <a:gridCol w="1184415">
                      <a:extLst>
                        <a:ext uri="{9D8B030D-6E8A-4147-A177-3AD203B41FA5}">
                          <a16:colId xmlns:a16="http://schemas.microsoft.com/office/drawing/2014/main" val="20001"/>
                        </a:ext>
                      </a:extLst>
                    </a:gridCol>
                    <a:gridCol w="1151827">
                      <a:extLst>
                        <a:ext uri="{9D8B030D-6E8A-4147-A177-3AD203B41FA5}">
                          <a16:colId xmlns:a16="http://schemas.microsoft.com/office/drawing/2014/main" val="20002"/>
                        </a:ext>
                      </a:extLst>
                    </a:gridCol>
                    <a:gridCol w="1063223">
                      <a:extLst>
                        <a:ext uri="{9D8B030D-6E8A-4147-A177-3AD203B41FA5}">
                          <a16:colId xmlns:a16="http://schemas.microsoft.com/office/drawing/2014/main" val="20003"/>
                        </a:ext>
                      </a:extLst>
                    </a:gridCol>
                    <a:gridCol w="1314263">
                      <a:extLst>
                        <a:ext uri="{9D8B030D-6E8A-4147-A177-3AD203B41FA5}">
                          <a16:colId xmlns:a16="http://schemas.microsoft.com/office/drawing/2014/main" val="20004"/>
                        </a:ext>
                      </a:extLst>
                    </a:gridCol>
                    <a:gridCol w="1447165">
                      <a:extLst>
                        <a:ext uri="{9D8B030D-6E8A-4147-A177-3AD203B41FA5}">
                          <a16:colId xmlns:a16="http://schemas.microsoft.com/office/drawing/2014/main" val="20005"/>
                        </a:ext>
                      </a:extLst>
                    </a:gridCol>
                    <a:gridCol w="1538995">
                      <a:extLst>
                        <a:ext uri="{9D8B030D-6E8A-4147-A177-3AD203B41FA5}">
                          <a16:colId xmlns:a16="http://schemas.microsoft.com/office/drawing/2014/main" val="20006"/>
                        </a:ext>
                      </a:extLst>
                    </a:gridCol>
                    <a:gridCol w="741819">
                      <a:extLst>
                        <a:ext uri="{9D8B030D-6E8A-4147-A177-3AD203B41FA5}">
                          <a16:colId xmlns:a16="http://schemas.microsoft.com/office/drawing/2014/main" val="20008"/>
                        </a:ext>
                      </a:extLst>
                    </a:gridCol>
                  </a:tblGrid>
                  <a:tr h="370840">
                    <a:tc rowSpan="2">
                      <a:txBody>
                        <a:bodyPr/>
                        <a:lstStyle/>
                        <a:p>
                          <a:pPr algn="ctr"/>
                          <a:r>
                            <a:rPr lang="en-US" altLang="zh-CN" dirty="0">
                              <a:latin typeface="宋体" panose="02010600030101010101" pitchFamily="2" charset="-122"/>
                              <a:ea typeface="宋体" panose="02010600030101010101" pitchFamily="2" charset="-122"/>
                            </a:rPr>
                            <a:t>k</a:t>
                          </a:r>
                          <a:endParaRPr lang="zh-CN" altLang="en-US" dirty="0">
                            <a:latin typeface="宋体" panose="02010600030101010101" pitchFamily="2" charset="-122"/>
                            <a:ea typeface="宋体" panose="02010600030101010101" pitchFamily="2" charset="-122"/>
                          </a:endParaRPr>
                        </a:p>
                      </a:txBody>
                      <a:tcPr anchor="ctr"/>
                    </a:tc>
                    <a:tc gridSpan="4">
                      <a:txBody>
                        <a:bodyPr/>
                        <a:lstStyle/>
                        <a:p>
                          <a:pPr algn="ctr"/>
                          <a:r>
                            <a:rPr lang="zh-CN" altLang="en-US" dirty="0">
                              <a:latin typeface="宋体" panose="02010600030101010101" pitchFamily="2" charset="-122"/>
                              <a:ea typeface="宋体" panose="02010600030101010101" pitchFamily="2" charset="-122"/>
                            </a:rPr>
                            <a:t>读数</a:t>
                          </a:r>
                        </a:p>
                      </a:txBody>
                      <a:tcPr anchor="ctr"/>
                    </a:tc>
                    <a:tc hMerge="1">
                      <a:txBody>
                        <a:bodyPr/>
                        <a:lstStyle/>
                        <a:p>
                          <a:endParaRPr lang="zh-CN" altLang="en-US" dirty="0"/>
                        </a:p>
                      </a:txBody>
                      <a:tcPr/>
                    </a:tc>
                    <a:tc hMerge="1">
                      <a:txBody>
                        <a:bodyPr/>
                        <a:lstStyle/>
                        <a:p>
                          <a:pPr algn="ctr"/>
                          <a:endParaRPr lang="zh-CN" altLang="en-US" dirty="0">
                            <a:latin typeface="宋体" panose="02010600030101010101" pitchFamily="2" charset="-122"/>
                            <a:ea typeface="宋体" panose="02010600030101010101" pitchFamily="2" charset="-122"/>
                          </a:endParaRPr>
                        </a:p>
                      </a:txBody>
                      <a:tcPr anchor="ctr"/>
                    </a:tc>
                    <a:tc hMerge="1">
                      <a:txBody>
                        <a:bodyPr/>
                        <a:lstStyle/>
                        <a:p>
                          <a:endParaRPr lang="zh-CN" altLang="en-US" dirty="0"/>
                        </a:p>
                      </a:txBody>
                      <a:tcPr/>
                    </a:tc>
                    <a:tc rowSpan="2">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Cambria Math" panose="02040503050406030204" pitchFamily="18" charset="0"/>
                                  </a:rPr>
                                  <m:t>𝜙</m:t>
                                </m:r>
                              </m:oMath>
                            </m:oMathPara>
                          </a14:m>
                          <a:endParaRPr lang="zh-CN" altLang="en-US" sz="2400" dirty="0">
                            <a:latin typeface="宋体" panose="02010600030101010101" pitchFamily="2" charset="-122"/>
                            <a:ea typeface="+mn-ea"/>
                          </a:endParaRPr>
                        </a:p>
                      </a:txBody>
                      <a:tcPr marL="9525" marR="9525" marT="9525" marB="0" anchor="ctr"/>
                    </a:tc>
                    <a:tc rowSpan="2">
                      <a:txBody>
                        <a:bodyPr/>
                        <a:lstStyle/>
                        <a:p>
                          <a:pPr algn="ctr" fontAlgn="ctr"/>
                          <a:r>
                            <a:rPr lang="en-US" sz="2400" b="0" i="0" u="none" strike="noStrike" dirty="0">
                              <a:solidFill>
                                <a:srgbClr val="000000"/>
                              </a:solidFill>
                              <a:effectLst/>
                              <a:latin typeface="DengXian" panose="02010600030101010101" pitchFamily="2" charset="-122"/>
                              <a:ea typeface="DengXian" panose="02010600030101010101" pitchFamily="2" charset="-122"/>
                            </a:rPr>
                            <a:t>𝛌(𝛍m)</a:t>
                          </a:r>
                        </a:p>
                      </a:txBody>
                      <a:tcPr marL="9525" marR="9525" marT="9525" marB="0" anchor="ctr"/>
                    </a:tc>
                    <a:tc rowSpan="2">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10000"/>
                      </a:ext>
                    </a:extLst>
                  </a:tr>
                  <a:tr h="370840">
                    <a:tc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vMerge="1">
                      <a:txBody>
                        <a:bodyPr/>
                        <a:lstStyle/>
                        <a:p>
                          <a:pPr algn="l" fontAlgn="ctr"/>
                          <a:r>
                            <a:rPr lang="el-GR" sz="1200" b="0" i="0" u="none" strike="noStrike" dirty="0">
                              <a:solidFill>
                                <a:srgbClr val="000000"/>
                              </a:solidFill>
                              <a:effectLst/>
                              <a:latin typeface="等线" panose="02010600030101010101" pitchFamily="2" charset="-122"/>
                              <a:ea typeface="等线" panose="02010600030101010101" pitchFamily="2" charset="-122"/>
                            </a:rPr>
                            <a:t>θ</a:t>
                          </a:r>
                        </a:p>
                      </a:txBody>
                      <a:tcPr marL="9525" marR="9525" marT="9525" marB="0" anchor="ctr"/>
                    </a:tc>
                    <a:tc vMerge="1">
                      <a:txBody>
                        <a:bodyPr/>
                        <a:lstStyle/>
                        <a:p>
                          <a:pPr algn="l" fontAlgn="ctr"/>
                          <a:r>
                            <a:rPr lang="en-US" sz="1200" b="0" i="0" u="none" strike="noStrike" dirty="0">
                              <a:solidFill>
                                <a:srgbClr val="000000"/>
                              </a:solidFill>
                              <a:effectLst/>
                              <a:latin typeface="DengXian" panose="02010600030101010101" pitchFamily="2" charset="-122"/>
                              <a:ea typeface="DengXian" panose="02010600030101010101" pitchFamily="2" charset="-122"/>
                            </a:rPr>
                            <a:t>𝛌(𝛍m)</a:t>
                          </a:r>
                        </a:p>
                      </a:txBody>
                      <a:tcPr marL="9525" marR="9525" marT="9525" marB="0" anchor="ctr"/>
                    </a:tc>
                    <a:tc vMerge="1">
                      <a:txBody>
                        <a:bodyPr/>
                        <a:lstStyle/>
                        <a:p>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rowSpan="6">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10002"/>
                      </a:ext>
                    </a:extLst>
                  </a:tr>
                  <a:tr h="370840">
                    <a:tc>
                      <a:txBody>
                        <a:bodyPr/>
                        <a:lstStyle/>
                        <a:p>
                          <a:pPr algn="ctr"/>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3"/>
                      </a:ext>
                    </a:extLst>
                  </a:tr>
                  <a:tr h="370840">
                    <a:tc>
                      <a:txBody>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4"/>
                      </a:ext>
                    </a:extLst>
                  </a:tr>
                  <a:tr h="370840">
                    <a:tc>
                      <a:txBody>
                        <a:bodyPr/>
                        <a:lstStyle/>
                        <a:p>
                          <a:pPr algn="ctr"/>
                          <a:r>
                            <a:rPr lang="en-US" altLang="zh-CN" dirty="0">
                              <a:latin typeface="宋体" panose="02010600030101010101" pitchFamily="2" charset="-122"/>
                              <a:ea typeface="宋体" panose="02010600030101010101" pitchFamily="2" charset="-122"/>
                            </a:rPr>
                            <a:t>0</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5"/>
                      </a:ext>
                    </a:extLst>
                  </a:tr>
                  <a:tr h="370840">
                    <a:tc>
                      <a:txBody>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6"/>
                      </a:ext>
                    </a:extLst>
                  </a:tr>
                  <a:tr h="370840">
                    <a:tc>
                      <a:txBody>
                        <a:bodyPr/>
                        <a:lstStyle/>
                        <a:p>
                          <a:pPr algn="ctr"/>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7"/>
                      </a:ext>
                    </a:extLst>
                  </a:tr>
                  <a:tr h="370840">
                    <a:tc>
                      <a:txBody>
                        <a:bodyPr/>
                        <a:lstStyle/>
                        <a:p>
                          <a:pPr algn="ct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3004961437"/>
                      </a:ext>
                    </a:extLst>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4039125769"/>
                  </p:ext>
                </p:extLst>
              </p:nvPr>
            </p:nvGraphicFramePr>
            <p:xfrm>
              <a:off x="787501" y="2477396"/>
              <a:ext cx="9098318" cy="3337560"/>
            </p:xfrm>
            <a:graphic>
              <a:graphicData uri="http://schemas.openxmlformats.org/drawingml/2006/table">
                <a:tbl>
                  <a:tblPr firstRow="1" bandRow="1">
                    <a:tableStyleId>{BC89EF96-8CEA-46FF-86C4-4CE0E7609802}</a:tableStyleId>
                  </a:tblPr>
                  <a:tblGrid>
                    <a:gridCol w="656611">
                      <a:extLst>
                        <a:ext uri="{9D8B030D-6E8A-4147-A177-3AD203B41FA5}">
                          <a16:colId xmlns:a16="http://schemas.microsoft.com/office/drawing/2014/main" val="20000"/>
                        </a:ext>
                      </a:extLst>
                    </a:gridCol>
                    <a:gridCol w="1184415">
                      <a:extLst>
                        <a:ext uri="{9D8B030D-6E8A-4147-A177-3AD203B41FA5}">
                          <a16:colId xmlns:a16="http://schemas.microsoft.com/office/drawing/2014/main" val="20001"/>
                        </a:ext>
                      </a:extLst>
                    </a:gridCol>
                    <a:gridCol w="1151827">
                      <a:extLst>
                        <a:ext uri="{9D8B030D-6E8A-4147-A177-3AD203B41FA5}">
                          <a16:colId xmlns:a16="http://schemas.microsoft.com/office/drawing/2014/main" val="20002"/>
                        </a:ext>
                      </a:extLst>
                    </a:gridCol>
                    <a:gridCol w="1063223">
                      <a:extLst>
                        <a:ext uri="{9D8B030D-6E8A-4147-A177-3AD203B41FA5}">
                          <a16:colId xmlns:a16="http://schemas.microsoft.com/office/drawing/2014/main" val="20003"/>
                        </a:ext>
                      </a:extLst>
                    </a:gridCol>
                    <a:gridCol w="1314263">
                      <a:extLst>
                        <a:ext uri="{9D8B030D-6E8A-4147-A177-3AD203B41FA5}">
                          <a16:colId xmlns:a16="http://schemas.microsoft.com/office/drawing/2014/main" val="20004"/>
                        </a:ext>
                      </a:extLst>
                    </a:gridCol>
                    <a:gridCol w="1447165">
                      <a:extLst>
                        <a:ext uri="{9D8B030D-6E8A-4147-A177-3AD203B41FA5}">
                          <a16:colId xmlns:a16="http://schemas.microsoft.com/office/drawing/2014/main" val="20005"/>
                        </a:ext>
                      </a:extLst>
                    </a:gridCol>
                    <a:gridCol w="1538995">
                      <a:extLst>
                        <a:ext uri="{9D8B030D-6E8A-4147-A177-3AD203B41FA5}">
                          <a16:colId xmlns:a16="http://schemas.microsoft.com/office/drawing/2014/main" val="20006"/>
                        </a:ext>
                      </a:extLst>
                    </a:gridCol>
                    <a:gridCol w="741819">
                      <a:extLst>
                        <a:ext uri="{9D8B030D-6E8A-4147-A177-3AD203B41FA5}">
                          <a16:colId xmlns:a16="http://schemas.microsoft.com/office/drawing/2014/main" val="20008"/>
                        </a:ext>
                      </a:extLst>
                    </a:gridCol>
                  </a:tblGrid>
                  <a:tr h="370840">
                    <a:tc rowSpan="2">
                      <a:txBody>
                        <a:bodyPr/>
                        <a:lstStyle/>
                        <a:p>
                          <a:pPr algn="ctr"/>
                          <a:r>
                            <a:rPr lang="en-US" altLang="zh-CN" dirty="0">
                              <a:latin typeface="宋体" panose="02010600030101010101" pitchFamily="2" charset="-122"/>
                              <a:ea typeface="宋体" panose="02010600030101010101" pitchFamily="2" charset="-122"/>
                            </a:rPr>
                            <a:t>k</a:t>
                          </a:r>
                          <a:endParaRPr lang="zh-CN" altLang="en-US" dirty="0">
                            <a:latin typeface="宋体" panose="02010600030101010101" pitchFamily="2" charset="-122"/>
                            <a:ea typeface="宋体" panose="02010600030101010101" pitchFamily="2" charset="-122"/>
                          </a:endParaRPr>
                        </a:p>
                      </a:txBody>
                      <a:tcPr anchor="ctr"/>
                    </a:tc>
                    <a:tc gridSpan="4">
                      <a:txBody>
                        <a:bodyPr/>
                        <a:lstStyle/>
                        <a:p>
                          <a:pPr algn="ctr"/>
                          <a:r>
                            <a:rPr lang="zh-CN" altLang="en-US" dirty="0">
                              <a:latin typeface="宋体" panose="02010600030101010101" pitchFamily="2" charset="-122"/>
                              <a:ea typeface="宋体" panose="02010600030101010101" pitchFamily="2" charset="-122"/>
                            </a:rPr>
                            <a:t>读数</a:t>
                          </a:r>
                        </a:p>
                      </a:txBody>
                      <a:tcPr anchor="ctr"/>
                    </a:tc>
                    <a:tc hMerge="1">
                      <a:txBody>
                        <a:bodyPr/>
                        <a:lstStyle/>
                        <a:p>
                          <a:endParaRPr lang="zh-CN" altLang="en-US" dirty="0"/>
                        </a:p>
                      </a:txBody>
                      <a:tcPr/>
                    </a:tc>
                    <a:tc hMerge="1">
                      <a:txBody>
                        <a:bodyPr/>
                        <a:lstStyle/>
                        <a:p>
                          <a:pPr algn="ctr"/>
                          <a:endParaRPr lang="zh-CN" altLang="en-US" dirty="0">
                            <a:latin typeface="宋体" panose="02010600030101010101" pitchFamily="2" charset="-122"/>
                            <a:ea typeface="宋体" panose="02010600030101010101" pitchFamily="2" charset="-122"/>
                          </a:endParaRPr>
                        </a:p>
                      </a:txBody>
                      <a:tcPr anchor="ctr"/>
                    </a:tc>
                    <a:tc hMerge="1">
                      <a:txBody>
                        <a:bodyPr/>
                        <a:lstStyle/>
                        <a:p>
                          <a:endParaRPr lang="zh-CN" altLang="en-US" dirty="0"/>
                        </a:p>
                      </a:txBody>
                      <a:tcPr/>
                    </a:tc>
                    <a:tc rowSpan="2">
                      <a:txBody>
                        <a:bodyPr/>
                        <a:lstStyle/>
                        <a:p>
                          <a:endParaRPr lang="zh-CN"/>
                        </a:p>
                      </a:txBody>
                      <a:tcPr marL="9525" marR="9525" marT="9525" marB="0" anchor="ctr">
                        <a:blipFill>
                          <a:blip r:embed="rId3"/>
                          <a:stretch>
                            <a:fillRect l="-371930" t="-5172" r="-158772" b="-367241"/>
                          </a:stretch>
                        </a:blipFill>
                      </a:tcPr>
                    </a:tc>
                    <a:tc rowSpan="2">
                      <a:txBody>
                        <a:bodyPr/>
                        <a:lstStyle/>
                        <a:p>
                          <a:pPr algn="ctr" fontAlgn="ctr"/>
                          <a:r>
                            <a:rPr lang="en-US" sz="2400" b="0" i="0" u="none" strike="noStrike" dirty="0">
                              <a:solidFill>
                                <a:srgbClr val="000000"/>
                              </a:solidFill>
                              <a:effectLst/>
                              <a:latin typeface="DengXian" panose="02010600030101010101" pitchFamily="2" charset="-122"/>
                              <a:ea typeface="DengXian" panose="02010600030101010101" pitchFamily="2" charset="-122"/>
                            </a:rPr>
                            <a:t>𝛌(𝛍m)</a:t>
                          </a:r>
                        </a:p>
                      </a:txBody>
                      <a:tcPr marL="9525" marR="9525" marT="9525" marB="0" anchor="ctr"/>
                    </a:tc>
                    <a:tc rowSpan="2">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10000"/>
                      </a:ext>
                    </a:extLst>
                  </a:tr>
                  <a:tr h="370840">
                    <a:tc vMerge="1">
                      <a:txBody>
                        <a:bodyPr/>
                        <a:lstStyle/>
                        <a:p>
                          <a:endParaRPr lang="zh-CN"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rPr>
                            <a:t>游标</a:t>
                          </a:r>
                          <a:r>
                            <a:rPr lang="en-US" altLang="zh-CN" sz="1800" dirty="0">
                              <a:latin typeface="宋体" panose="02010600030101010101" pitchFamily="2" charset="-122"/>
                              <a:ea typeface="宋体" panose="02010600030101010101" pitchFamily="2" charset="-122"/>
                            </a:rPr>
                            <a:t>I</a:t>
                          </a:r>
                          <a:r>
                            <a:rPr lang="zh-CN" altLang="en-US" sz="1800" dirty="0">
                              <a:latin typeface="宋体" panose="02010600030101010101" pitchFamily="2" charset="-122"/>
                              <a:ea typeface="宋体" panose="02010600030101010101" pitchFamily="2" charset="-122"/>
                            </a:rPr>
                            <a:t>窗</a:t>
                          </a:r>
                          <a:endParaRPr lang="zh-CN" altLang="en-US" sz="1800" dirty="0">
                            <a:latin typeface="宋体" panose="02010600030101010101" pitchFamily="2" charset="-122"/>
                            <a:ea typeface="宋体" panose="02010600030101010101" pitchFamily="2"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宋体" panose="02010600030101010101" pitchFamily="2" charset="-122"/>
                              <a:ea typeface="宋体" panose="02010600030101010101" pitchFamily="2" charset="-122"/>
                              <a:cs typeface="Times New Roman" panose="02020603050405020304" pitchFamily="18" charset="0"/>
                            </a:rPr>
                            <a:t>游标</a:t>
                          </a:r>
                          <a:r>
                            <a:rPr lang="en-US" altLang="zh-CN" sz="1800" dirty="0">
                              <a:latin typeface="宋体" panose="02010600030101010101" pitchFamily="2" charset="-122"/>
                              <a:ea typeface="宋体" panose="02010600030101010101" pitchFamily="2" charset="-122"/>
                              <a:cs typeface="Times New Roman" panose="02020603050405020304" pitchFamily="18" charset="0"/>
                            </a:rPr>
                            <a:t>II</a:t>
                          </a:r>
                          <a:r>
                            <a:rPr lang="zh-CN" altLang="en-US" sz="1800" dirty="0">
                              <a:latin typeface="宋体" panose="02010600030101010101" pitchFamily="2" charset="-122"/>
                              <a:ea typeface="宋体" panose="02010600030101010101" pitchFamily="2" charset="-122"/>
                              <a:cs typeface="Times New Roman" panose="02020603050405020304" pitchFamily="18" charset="0"/>
                            </a:rPr>
                            <a:t>窗</a:t>
                          </a:r>
                        </a:p>
                      </a:txBody>
                      <a:tcPr anchor="ctr"/>
                    </a:tc>
                    <a:tc vMerge="1">
                      <a:txBody>
                        <a:bodyPr/>
                        <a:lstStyle/>
                        <a:p>
                          <a:pPr algn="l" fontAlgn="ctr"/>
                          <a:r>
                            <a:rPr lang="el-GR" sz="1200" b="0" i="0" u="none" strike="noStrike" dirty="0">
                              <a:solidFill>
                                <a:srgbClr val="000000"/>
                              </a:solidFill>
                              <a:effectLst/>
                              <a:latin typeface="等线" panose="02010600030101010101" pitchFamily="2" charset="-122"/>
                              <a:ea typeface="等线" panose="02010600030101010101" pitchFamily="2" charset="-122"/>
                            </a:rPr>
                            <a:t>θ</a:t>
                          </a:r>
                        </a:p>
                      </a:txBody>
                      <a:tcPr marL="9525" marR="9525" marT="9525" marB="0" anchor="ctr"/>
                    </a:tc>
                    <a:tc vMerge="1">
                      <a:txBody>
                        <a:bodyPr/>
                        <a:lstStyle/>
                        <a:p>
                          <a:pPr algn="l" fontAlgn="ctr"/>
                          <a:r>
                            <a:rPr lang="en-US" sz="1200" b="0" i="0" u="none" strike="noStrike" dirty="0">
                              <a:solidFill>
                                <a:srgbClr val="000000"/>
                              </a:solidFill>
                              <a:effectLst/>
                              <a:latin typeface="DengXian" panose="02010600030101010101" pitchFamily="2" charset="-122"/>
                              <a:ea typeface="DengXian" panose="02010600030101010101" pitchFamily="2" charset="-122"/>
                            </a:rPr>
                            <a:t>𝛌(𝛍m)</a:t>
                          </a:r>
                        </a:p>
                      </a:txBody>
                      <a:tcPr marL="9525" marR="9525" marT="9525" marB="0" anchor="ctr"/>
                    </a:tc>
                    <a:tc vMerge="1">
                      <a:txBody>
                        <a:bodyPr/>
                        <a:lstStyle/>
                        <a:p>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rowSpan="6">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10002"/>
                      </a:ext>
                    </a:extLst>
                  </a:tr>
                  <a:tr h="370840">
                    <a:tc>
                      <a:txBody>
                        <a:bodyPr/>
                        <a:lstStyle/>
                        <a:p>
                          <a:pPr algn="ctr"/>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3"/>
                      </a:ext>
                    </a:extLst>
                  </a:tr>
                  <a:tr h="370840">
                    <a:tc>
                      <a:txBody>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4"/>
                      </a:ext>
                    </a:extLst>
                  </a:tr>
                  <a:tr h="370840">
                    <a:tc>
                      <a:txBody>
                        <a:bodyPr/>
                        <a:lstStyle/>
                        <a:p>
                          <a:pPr algn="ctr"/>
                          <a:r>
                            <a:rPr lang="en-US" altLang="zh-CN" dirty="0">
                              <a:latin typeface="宋体" panose="02010600030101010101" pitchFamily="2" charset="-122"/>
                              <a:ea typeface="宋体" panose="02010600030101010101" pitchFamily="2" charset="-122"/>
                            </a:rPr>
                            <a:t>0</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5"/>
                      </a:ext>
                    </a:extLst>
                  </a:tr>
                  <a:tr h="370840">
                    <a:tc>
                      <a:txBody>
                        <a:bodyPr/>
                        <a:lstStyle/>
                        <a:p>
                          <a:pPr algn="ctr"/>
                          <a:r>
                            <a:rPr lang="en-US" altLang="zh-CN" dirty="0">
                              <a:latin typeface="宋体" panose="02010600030101010101" pitchFamily="2" charset="-122"/>
                              <a:ea typeface="宋体" panose="02010600030101010101" pitchFamily="2" charset="-122"/>
                            </a:rPr>
                            <a:t>1</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6"/>
                      </a:ext>
                    </a:extLst>
                  </a:tr>
                  <a:tr h="370840">
                    <a:tc>
                      <a:txBody>
                        <a:bodyPr/>
                        <a:lstStyle/>
                        <a:p>
                          <a:pPr algn="ctr"/>
                          <a:r>
                            <a:rPr lang="en-US" altLang="zh-CN" dirty="0">
                              <a:latin typeface="宋体" panose="02010600030101010101" pitchFamily="2" charset="-122"/>
                              <a:ea typeface="宋体" panose="02010600030101010101" pitchFamily="2" charset="-122"/>
                            </a:rPr>
                            <a:t>2</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vMerge="1">
                      <a:txBody>
                        <a:bodyPr/>
                        <a:lstStyle/>
                        <a:p>
                          <a:pPr algn="ctr"/>
                          <a:endParaRPr lang="zh-CN" altLang="en-US" dirty="0"/>
                        </a:p>
                      </a:txBody>
                      <a:tcPr anchor="ctr"/>
                    </a:tc>
                    <a:extLst>
                      <a:ext uri="{0D108BD9-81ED-4DB2-BD59-A6C34878D82A}">
                        <a16:rowId xmlns:a16="http://schemas.microsoft.com/office/drawing/2014/main" val="10007"/>
                      </a:ext>
                    </a:extLst>
                  </a:tr>
                  <a:tr h="370840">
                    <a:tc>
                      <a:txBody>
                        <a:bodyPr/>
                        <a:lstStyle/>
                        <a:p>
                          <a:pPr algn="ctr"/>
                          <a:r>
                            <a:rPr lang="en-US" altLang="zh-CN" dirty="0">
                              <a:latin typeface="宋体" panose="02010600030101010101" pitchFamily="2" charset="-122"/>
                              <a:ea typeface="宋体" panose="02010600030101010101" pitchFamily="2" charset="-122"/>
                            </a:rPr>
                            <a:t>3</a:t>
                          </a: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tc>
                      <a:txBody>
                        <a:bodyPr/>
                        <a:lstStyle/>
                        <a:p>
                          <a:pPr algn="ctr"/>
                          <a:endParaRPr lang="zh-CN" altLang="en-US"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3004961437"/>
                      </a:ext>
                    </a:extLst>
                  </a:tr>
                </a:tbl>
              </a:graphicData>
            </a:graphic>
          </p:graphicFrame>
        </mc:Fallback>
      </mc:AlternateContent>
      <p:sp>
        <p:nvSpPr>
          <p:cNvPr id="3" name="矩形 2">
            <a:extLst>
              <a:ext uri="{FF2B5EF4-FFF2-40B4-BE49-F238E27FC236}">
                <a16:creationId xmlns:a16="http://schemas.microsoft.com/office/drawing/2014/main" id="{45FAE5CD-D9B2-A6D5-338C-BDE5ABED0AB2}"/>
              </a:ext>
            </a:extLst>
          </p:cNvPr>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a:extLst>
              <a:ext uri="{FF2B5EF4-FFF2-40B4-BE49-F238E27FC236}">
                <a16:creationId xmlns:a16="http://schemas.microsoft.com/office/drawing/2014/main" id="{6D2D8C0A-0EE9-EDDC-8F42-5AA99BFFF48E}"/>
              </a:ext>
            </a:extLst>
          </p:cNvPr>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7" name="文本框 6">
            <a:extLst>
              <a:ext uri="{FF2B5EF4-FFF2-40B4-BE49-F238E27FC236}">
                <a16:creationId xmlns:a16="http://schemas.microsoft.com/office/drawing/2014/main" id="{A021C81F-646D-8066-11F4-222FF61634C3}"/>
              </a:ext>
            </a:extLst>
          </p:cNvPr>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数据处理</a:t>
            </a:r>
          </a:p>
        </p:txBody>
      </p:sp>
      <p:sp>
        <p:nvSpPr>
          <p:cNvPr id="8" name="矩形 7">
            <a:extLst>
              <a:ext uri="{FF2B5EF4-FFF2-40B4-BE49-F238E27FC236}">
                <a16:creationId xmlns:a16="http://schemas.microsoft.com/office/drawing/2014/main" id="{4EA07261-1BE0-6CB4-00B3-069BE10284E7}"/>
              </a:ext>
            </a:extLst>
          </p:cNvPr>
          <p:cNvSpPr/>
          <p:nvPr/>
        </p:nvSpPr>
        <p:spPr>
          <a:xfrm>
            <a:off x="2729964" y="325001"/>
            <a:ext cx="2532556"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DATA PROCESSING</a:t>
            </a:r>
          </a:p>
        </p:txBody>
      </p:sp>
      <p:grpSp>
        <p:nvGrpSpPr>
          <p:cNvPr id="9" name="组 398">
            <a:extLst>
              <a:ext uri="{FF2B5EF4-FFF2-40B4-BE49-F238E27FC236}">
                <a16:creationId xmlns:a16="http://schemas.microsoft.com/office/drawing/2014/main" id="{C131CE9E-2EBB-8E1C-8155-C21A54E09FE2}"/>
              </a:ext>
            </a:extLst>
          </p:cNvPr>
          <p:cNvGrpSpPr/>
          <p:nvPr/>
        </p:nvGrpSpPr>
        <p:grpSpPr>
          <a:xfrm>
            <a:off x="11454107" y="252857"/>
            <a:ext cx="737892" cy="484288"/>
            <a:chOff x="11454105" y="252856"/>
            <a:chExt cx="737892" cy="484288"/>
          </a:xfrm>
        </p:grpSpPr>
        <p:grpSp>
          <p:nvGrpSpPr>
            <p:cNvPr id="10" name="组 400">
              <a:extLst>
                <a:ext uri="{FF2B5EF4-FFF2-40B4-BE49-F238E27FC236}">
                  <a16:creationId xmlns:a16="http://schemas.microsoft.com/office/drawing/2014/main" id="{2D1A7A50-0E78-3926-9629-93A4F240E2F7}"/>
                </a:ext>
              </a:extLst>
            </p:cNvPr>
            <p:cNvGrpSpPr/>
            <p:nvPr/>
          </p:nvGrpSpPr>
          <p:grpSpPr>
            <a:xfrm>
              <a:off x="12039604" y="252856"/>
              <a:ext cx="152393" cy="484287"/>
              <a:chOff x="12039604" y="252856"/>
              <a:chExt cx="152393" cy="484287"/>
            </a:xfrm>
          </p:grpSpPr>
          <p:sp>
            <p:nvSpPr>
              <p:cNvPr id="14" name="圆角矩形 13">
                <a:extLst>
                  <a:ext uri="{FF2B5EF4-FFF2-40B4-BE49-F238E27FC236}">
                    <a16:creationId xmlns:a16="http://schemas.microsoft.com/office/drawing/2014/main" id="{04F6B6CE-45B2-6896-527D-6AEC4640957D}"/>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a:extLst>
                  <a:ext uri="{FF2B5EF4-FFF2-40B4-BE49-F238E27FC236}">
                    <a16:creationId xmlns:a16="http://schemas.microsoft.com/office/drawing/2014/main" id="{20190DE0-8FF8-BA8E-E92D-6365AD2B6DF3}"/>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a:extLst>
                  <a:ext uri="{FF2B5EF4-FFF2-40B4-BE49-F238E27FC236}">
                    <a16:creationId xmlns:a16="http://schemas.microsoft.com/office/drawing/2014/main" id="{BD22E146-231F-AED6-0483-442D750AADCD}"/>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a:extLst>
                  <a:ext uri="{FF2B5EF4-FFF2-40B4-BE49-F238E27FC236}">
                    <a16:creationId xmlns:a16="http://schemas.microsoft.com/office/drawing/2014/main" id="{014123FF-B6D7-E6B6-7711-0C9805FA77A7}"/>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a:extLst>
                  <a:ext uri="{FF2B5EF4-FFF2-40B4-BE49-F238E27FC236}">
                    <a16:creationId xmlns:a16="http://schemas.microsoft.com/office/drawing/2014/main" id="{C1970BB1-3673-4F6D-DBF5-FACEC85B8B0C}"/>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99">
              <a:extLst>
                <a:ext uri="{FF2B5EF4-FFF2-40B4-BE49-F238E27FC236}">
                  <a16:creationId xmlns:a16="http://schemas.microsoft.com/office/drawing/2014/main" id="{C3AACF83-4334-6147-929F-8917F6417B98}"/>
                </a:ext>
              </a:extLst>
            </p:cNvPr>
            <p:cNvGrpSpPr/>
            <p:nvPr/>
          </p:nvGrpSpPr>
          <p:grpSpPr>
            <a:xfrm>
              <a:off x="11454105" y="252857"/>
              <a:ext cx="491115" cy="484287"/>
              <a:chOff x="1528923" y="220268"/>
              <a:chExt cx="1284096" cy="1266241"/>
            </a:xfrm>
          </p:grpSpPr>
          <p:sp>
            <p:nvSpPr>
              <p:cNvPr id="12" name="圆角矩形 11">
                <a:extLst>
                  <a:ext uri="{FF2B5EF4-FFF2-40B4-BE49-F238E27FC236}">
                    <a16:creationId xmlns:a16="http://schemas.microsoft.com/office/drawing/2014/main" id="{D988A899-4DD7-CFEE-A1FF-E274481E7DE1}"/>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96">
                <a:extLst>
                  <a:ext uri="{FF2B5EF4-FFF2-40B4-BE49-F238E27FC236}">
                    <a16:creationId xmlns:a16="http://schemas.microsoft.com/office/drawing/2014/main" id="{337B39EA-4F27-04BA-0C60-9E80A0881363}"/>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A307FB76-C891-734B-6CAF-3EFA83C6CF13}"/>
                  </a:ext>
                </a:extLst>
              </p:cNvPr>
              <p:cNvSpPr txBox="1"/>
              <p:nvPr/>
            </p:nvSpPr>
            <p:spPr>
              <a:xfrm>
                <a:off x="3733269" y="1720557"/>
                <a:ext cx="472546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𝑑</m:t>
                      </m:r>
                      <m:func>
                        <m:funcPr>
                          <m:ctrlPr>
                            <a:rPr kumimoji="1" lang="en-US" altLang="zh-CN" sz="2800" b="0" i="1" smtClean="0">
                              <a:latin typeface="Cambria Math" panose="02040503050406030204" pitchFamily="18" charset="0"/>
                            </a:rPr>
                          </m:ctrlPr>
                        </m:funcPr>
                        <m:fName>
                          <m:r>
                            <m:rPr>
                              <m:sty m:val="p"/>
                            </m:rPr>
                            <a:rPr kumimoji="1" lang="en-US" altLang="zh-CN" sz="2800" b="0" i="0" smtClean="0">
                              <a:latin typeface="Cambria Math" panose="02040503050406030204" pitchFamily="18" charset="0"/>
                            </a:rPr>
                            <m:t>sin</m:t>
                          </m:r>
                        </m:fName>
                        <m:e>
                          <m:r>
                            <a:rPr kumimoji="1" lang="en-US" altLang="zh-CN" sz="2800" b="0" i="1" smtClean="0">
                              <a:latin typeface="Cambria Math" panose="02040503050406030204" pitchFamily="18" charset="0"/>
                              <a:ea typeface="Cambria Math" panose="02040503050406030204" pitchFamily="18" charset="0"/>
                            </a:rPr>
                            <m:t>𝜙</m:t>
                          </m:r>
                          <m:r>
                            <a:rPr kumimoji="1" lang="en-US" altLang="zh-CN" sz="2800" b="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𝑘</m:t>
                          </m:r>
                          <m:r>
                            <a:rPr kumimoji="1" lang="en-US" altLang="zh-CN" sz="2800" b="0" i="1" smtClean="0">
                              <a:latin typeface="Cambria Math" panose="02040503050406030204" pitchFamily="18" charset="0"/>
                              <a:ea typeface="Cambria Math" panose="02040503050406030204" pitchFamily="18" charset="0"/>
                            </a:rPr>
                            <m:t>𝜆</m:t>
                          </m:r>
                          <m:r>
                            <a:rPr kumimoji="1" lang="zh-CN" altLang="en-US" sz="2800" b="0" i="1" smtClean="0">
                              <a:latin typeface="Cambria Math" panose="02040503050406030204" pitchFamily="18" charset="0"/>
                              <a:ea typeface="Cambria Math" panose="02040503050406030204" pitchFamily="18" charset="0"/>
                            </a:rPr>
                            <m:t>   </m:t>
                          </m:r>
                          <m:r>
                            <a:rPr kumimoji="1" lang="en-US" altLang="zh-CN" sz="2800" b="0" i="1" smtClean="0">
                              <a:latin typeface="Cambria Math" panose="02040503050406030204" pitchFamily="18" charset="0"/>
                              <a:ea typeface="Cambria Math" panose="02040503050406030204" pitchFamily="18" charset="0"/>
                            </a:rPr>
                            <m:t>(</m:t>
                          </m:r>
                          <m:r>
                            <a:rPr kumimoji="1" lang="en-US" altLang="zh-CN" sz="2800" b="0" i="1" smtClean="0">
                              <a:latin typeface="Cambria Math" panose="02040503050406030204" pitchFamily="18" charset="0"/>
                              <a:ea typeface="Cambria Math" panose="02040503050406030204" pitchFamily="18" charset="0"/>
                            </a:rPr>
                            <m:t>𝑘</m:t>
                          </m:r>
                          <m:r>
                            <a:rPr kumimoji="1" lang="en-US" altLang="zh-CN" sz="2800" b="0" i="1" smtClean="0">
                              <a:latin typeface="Cambria Math" panose="02040503050406030204" pitchFamily="18" charset="0"/>
                              <a:ea typeface="Cambria Math" panose="02040503050406030204" pitchFamily="18" charset="0"/>
                            </a:rPr>
                            <m:t>=±1,±2,…)</m:t>
                          </m:r>
                        </m:e>
                      </m:func>
                    </m:oMath>
                  </m:oMathPara>
                </a14:m>
                <a:endParaRPr kumimoji="1" lang="zh-CN" altLang="en-US" sz="2800" dirty="0"/>
              </a:p>
            </p:txBody>
          </p:sp>
        </mc:Choice>
        <mc:Fallback xmlns="">
          <p:sp>
            <p:nvSpPr>
              <p:cNvPr id="21" name="文本框 20">
                <a:extLst>
                  <a:ext uri="{FF2B5EF4-FFF2-40B4-BE49-F238E27FC236}">
                    <a16:creationId xmlns:a16="http://schemas.microsoft.com/office/drawing/2014/main" id="{A307FB76-C891-734B-6CAF-3EFA83C6CF13}"/>
                  </a:ext>
                </a:extLst>
              </p:cNvPr>
              <p:cNvSpPr txBox="1">
                <a:spLocks noRot="1" noChangeAspect="1" noMove="1" noResize="1" noEditPoints="1" noAdjustHandles="1" noChangeArrowheads="1" noChangeShapeType="1" noTextEdit="1"/>
              </p:cNvSpPr>
              <p:nvPr/>
            </p:nvSpPr>
            <p:spPr>
              <a:xfrm>
                <a:off x="3733269" y="1720557"/>
                <a:ext cx="4725461" cy="430887"/>
              </a:xfrm>
              <a:prstGeom prst="rect">
                <a:avLst/>
              </a:prstGeom>
              <a:blipFill>
                <a:blip r:embed="rId4"/>
                <a:stretch>
                  <a:fillRect l="-1337" t="-8571" r="-2139" b="-342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0716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 y="2847436"/>
            <a:ext cx="12192001" cy="1291039"/>
            <a:chOff x="0" y="2847433"/>
            <a:chExt cx="12192000" cy="1291039"/>
          </a:xfrm>
        </p:grpSpPr>
        <p:sp>
          <p:nvSpPr>
            <p:cNvPr id="51" name="矩形 50"/>
            <p:cNvSpPr/>
            <p:nvPr/>
          </p:nvSpPr>
          <p:spPr>
            <a:xfrm flipH="1">
              <a:off x="0" y="2872348"/>
              <a:ext cx="12192000" cy="125206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27399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dirty="0"/>
                <a:t>6</a:t>
              </a:r>
              <a:endParaRPr lang="zh-CN" altLang="en-US" sz="6000" dirty="0"/>
            </a:p>
          </p:txBody>
        </p:sp>
        <p:sp>
          <p:nvSpPr>
            <p:cNvPr id="42" name="文本框 41"/>
            <p:cNvSpPr txBox="1"/>
            <p:nvPr/>
          </p:nvSpPr>
          <p:spPr>
            <a:xfrm>
              <a:off x="9015674" y="3077396"/>
              <a:ext cx="2877707" cy="830995"/>
            </a:xfrm>
            <a:prstGeom prst="rect">
              <a:avLst/>
            </a:prstGeom>
            <a:noFill/>
          </p:spPr>
          <p:txBody>
            <a:bodyPr wrap="none" lIns="91438" tIns="45719" rIns="91438" bIns="45719" rtlCol="0">
              <a:spAutoFit/>
            </a:bodyPr>
            <a:lstStyle/>
            <a:p>
              <a:r>
                <a:rPr lang="zh-CN" altLang="en-US" sz="4800" spc="600" dirty="0">
                  <a:solidFill>
                    <a:schemeClr val="bg1"/>
                  </a:solidFill>
                  <a:latin typeface="微软雅黑" panose="020B0503020204020204" pitchFamily="34" charset="-122"/>
                  <a:ea typeface="微软雅黑" panose="020B0503020204020204" pitchFamily="34" charset="-122"/>
                </a:rPr>
                <a:t>实验思考</a:t>
              </a:r>
              <a:endParaRPr lang="en-US" altLang="zh-CN" sz="4800" spc="600" dirty="0">
                <a:solidFill>
                  <a:schemeClr val="bg1"/>
                </a:solidFill>
                <a:latin typeface="微软雅黑" panose="020B0503020204020204" pitchFamily="34" charset="-122"/>
                <a:ea typeface="微软雅黑" panose="020B0503020204020204" pitchFamily="34" charset="-122"/>
              </a:endParaRPr>
            </a:p>
          </p:txBody>
        </p:sp>
        <p:sp>
          <p:nvSpPr>
            <p:cNvPr id="53" name="矩形 52"/>
            <p:cNvSpPr/>
            <p:nvPr/>
          </p:nvSpPr>
          <p:spPr>
            <a:xfrm>
              <a:off x="4849711" y="3264361"/>
              <a:ext cx="4148938" cy="461663"/>
            </a:xfrm>
            <a:prstGeom prst="rect">
              <a:avLst/>
            </a:prstGeom>
          </p:spPr>
          <p:txBody>
            <a:bodyPr wrap="none" lIns="91438" tIns="45719" rIns="91438" bIns="45719">
              <a:spAutoFit/>
            </a:bodyPr>
            <a:lstStyle/>
            <a:p>
              <a:pPr algn="ctr"/>
              <a:r>
                <a:rPr lang="en-US" altLang="zh-CN" sz="2400" dirty="0">
                  <a:solidFill>
                    <a:schemeClr val="bg1"/>
                  </a:solidFill>
                  <a:latin typeface="微软雅黑" panose="020B0503020204020204" pitchFamily="34" charset="-122"/>
                </a:rPr>
                <a:t>EXPERIMENT INSPIRATION</a:t>
              </a:r>
            </a:p>
          </p:txBody>
        </p:sp>
      </p:grpSp>
    </p:spTree>
    <p:extLst>
      <p:ext uri="{BB962C8B-B14F-4D97-AF65-F5344CB8AC3E}">
        <p14:creationId xmlns:p14="http://schemas.microsoft.com/office/powerpoint/2010/main" val="924439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2438405" y="252861"/>
            <a:ext cx="975359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6</a:t>
            </a:r>
            <a:endParaRPr lang="zh-CN" altLang="en-US" sz="3600" dirty="0"/>
          </a:p>
        </p:txBody>
      </p:sp>
      <p:sp>
        <p:nvSpPr>
          <p:cNvPr id="396" name="文本框 395"/>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实验思考</a:t>
            </a:r>
          </a:p>
        </p:txBody>
      </p:sp>
      <p:sp>
        <p:nvSpPr>
          <p:cNvPr id="397" name="矩形 396"/>
          <p:cNvSpPr/>
          <p:nvPr/>
        </p:nvSpPr>
        <p:spPr>
          <a:xfrm>
            <a:off x="2633134" y="325001"/>
            <a:ext cx="3488221" cy="400105"/>
          </a:xfrm>
          <a:prstGeom prst="rect">
            <a:avLst/>
          </a:prstGeom>
        </p:spPr>
        <p:txBody>
          <a:bodyPr wrap="none" lIns="91436" tIns="45718" rIns="91436" bIns="45718">
            <a:spAutoFit/>
          </a:bodyPr>
          <a:lstStyle/>
          <a:p>
            <a:pPr algn="ctr"/>
            <a:r>
              <a:rPr lang="en-US" altLang="zh-CN" sz="2000" dirty="0">
                <a:solidFill>
                  <a:schemeClr val="bg1"/>
                </a:solidFill>
                <a:latin typeface="微软雅黑" panose="020B0503020204020204" pitchFamily="34" charset="-122"/>
              </a:rPr>
              <a:t>EXPERIMENT INSPIRATION</a:t>
            </a:r>
          </a:p>
        </p:txBody>
      </p:sp>
      <p:grpSp>
        <p:nvGrpSpPr>
          <p:cNvPr id="399" name="组 398"/>
          <p:cNvGrpSpPr/>
          <p:nvPr/>
        </p:nvGrpSpPr>
        <p:grpSpPr>
          <a:xfrm>
            <a:off x="11454107" y="252857"/>
            <a:ext cx="737892" cy="484288"/>
            <a:chOff x="11454105" y="252856"/>
            <a:chExt cx="737892" cy="484288"/>
          </a:xfrm>
        </p:grpSpPr>
        <p:grpSp>
          <p:nvGrpSpPr>
            <p:cNvPr id="401" name="组 400"/>
            <p:cNvGrpSpPr/>
            <p:nvPr/>
          </p:nvGrpSpPr>
          <p:grpSpPr>
            <a:xfrm>
              <a:off x="12039604" y="252856"/>
              <a:ext cx="152393" cy="484287"/>
              <a:chOff x="12039604" y="252856"/>
              <a:chExt cx="152393" cy="484287"/>
            </a:xfrm>
          </p:grpSpPr>
          <p:sp>
            <p:nvSpPr>
              <p:cNvPr id="405" name="圆角矩形 40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圆角矩形 40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圆角矩形 40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8" name="圆角矩形 40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 name="圆角矩形 40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2" name="组合 99"/>
            <p:cNvGrpSpPr/>
            <p:nvPr/>
          </p:nvGrpSpPr>
          <p:grpSpPr>
            <a:xfrm>
              <a:off x="11454105" y="252857"/>
              <a:ext cx="491115" cy="484287"/>
              <a:chOff x="1528923" y="220268"/>
              <a:chExt cx="1284096" cy="1266241"/>
            </a:xfrm>
          </p:grpSpPr>
          <p:sp>
            <p:nvSpPr>
              <p:cNvPr id="403" name="圆角矩形 40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400" b="1" smtClean="0"/>
              <a:t>36</a:t>
            </a:fld>
            <a:endParaRPr lang="zh-CN" altLang="en-US" sz="1400" b="1"/>
          </a:p>
        </p:txBody>
      </p:sp>
      <p:sp>
        <p:nvSpPr>
          <p:cNvPr id="24" name="矩形 23"/>
          <p:cNvSpPr/>
          <p:nvPr/>
        </p:nvSpPr>
        <p:spPr>
          <a:xfrm>
            <a:off x="525235" y="1420725"/>
            <a:ext cx="11192240" cy="637675"/>
          </a:xfrm>
          <a:prstGeom prst="rect">
            <a:avLst/>
          </a:prstGeom>
          <a:noFill/>
          <a:ln w="9525">
            <a:noFill/>
          </a:ln>
        </p:spPr>
        <p:txBody>
          <a:bodyPr wrap="square">
            <a:spAutoFit/>
          </a:bodyPr>
          <a:lstStyle/>
          <a:p>
            <a:pPr marL="457200" indent="-457200" algn="just">
              <a:lnSpc>
                <a:spcPct val="150000"/>
              </a:lnSpc>
              <a:spcBef>
                <a:spcPct val="50000"/>
              </a:spcBef>
              <a:buFont typeface="Apple SD Gothic Neo Regular" panose="02000300000000000000" pitchFamily="2" charset="-127"/>
              <a:buChar char="❖"/>
            </a:pPr>
            <a:r>
              <a:rPr lang="zh-CN" altLang="en-US" sz="2800" dirty="0">
                <a:latin typeface="宋体" panose="02010600030101010101" pitchFamily="2" charset="-122"/>
                <a:ea typeface="宋体" panose="02010600030101010101" pitchFamily="2" charset="-122"/>
                <a:cs typeface="宋体" panose="02010600030101010101" pitchFamily="2" charset="-122"/>
              </a:rPr>
              <a:t>如果汞灯坏了，你能想到其他方法利用分光计测量三棱镜顶角吗？</a:t>
            </a:r>
          </a:p>
        </p:txBody>
      </p:sp>
      <p:graphicFrame>
        <p:nvGraphicFramePr>
          <p:cNvPr id="3" name="对象 2">
            <a:extLst>
              <a:ext uri="{FF2B5EF4-FFF2-40B4-BE49-F238E27FC236}">
                <a16:creationId xmlns:a16="http://schemas.microsoft.com/office/drawing/2014/main" id="{48F166B1-9B4C-DEC3-9EFC-F7558B34D9DD}"/>
              </a:ext>
            </a:extLst>
          </p:cNvPr>
          <p:cNvGraphicFramePr/>
          <p:nvPr>
            <p:extLst>
              <p:ext uri="{D42A27DB-BD31-4B8C-83A1-F6EECF244321}">
                <p14:modId xmlns:p14="http://schemas.microsoft.com/office/powerpoint/2010/main" val="3416392254"/>
              </p:ext>
            </p:extLst>
          </p:nvPr>
        </p:nvGraphicFramePr>
        <p:xfrm>
          <a:off x="2751670" y="2552470"/>
          <a:ext cx="3210560" cy="2884805"/>
        </p:xfrm>
        <a:graphic>
          <a:graphicData uri="http://schemas.openxmlformats.org/presentationml/2006/ole">
            <mc:AlternateContent xmlns:mc="http://schemas.openxmlformats.org/markup-compatibility/2006">
              <mc:Choice xmlns:v="urn:schemas-microsoft-com:vml" Requires="v">
                <p:oleObj name="Bitmap Image" r:id="rId3" imgW="3419640" imgH="3095640" progId="Paint.Picture">
                  <p:embed/>
                </p:oleObj>
              </mc:Choice>
              <mc:Fallback>
                <p:oleObj name="Bitmap Image" r:id="rId3" imgW="3419640" imgH="3095640" progId="Paint.Picture">
                  <p:embed/>
                  <p:pic>
                    <p:nvPicPr>
                      <p:cNvPr id="410633" name="对象 410632"/>
                      <p:cNvPicPr/>
                      <p:nvPr/>
                    </p:nvPicPr>
                    <p:blipFill>
                      <a:blip r:embed="rId4"/>
                      <a:stretch>
                        <a:fillRect/>
                      </a:stretch>
                    </p:blipFill>
                    <p:spPr>
                      <a:xfrm>
                        <a:off x="2751670" y="2552470"/>
                        <a:ext cx="3210560" cy="2884805"/>
                      </a:xfrm>
                      <a:prstGeom prst="rect">
                        <a:avLst/>
                      </a:prstGeom>
                      <a:solidFill>
                        <a:schemeClr val="tx2"/>
                      </a:solidFill>
                      <a:ln w="19050" cap="flat" cmpd="sng">
                        <a:solidFill>
                          <a:schemeClr val="tx1"/>
                        </a:solidFill>
                        <a:prstDash val="solid"/>
                        <a:miter/>
                        <a:headEnd type="none" w="med" len="med"/>
                        <a:tailEnd type="none" w="med" len="med"/>
                      </a:ln>
                      <a:effectLst>
                        <a:outerShdw dist="107763" dir="2699999" algn="ctr" rotWithShape="0">
                          <a:schemeClr val="bg2"/>
                        </a:outerShdw>
                      </a:effectLst>
                    </p:spPr>
                  </p:pic>
                </p:oleObj>
              </mc:Fallback>
            </mc:AlternateContent>
          </a:graphicData>
        </a:graphic>
      </p:graphicFrame>
      <p:graphicFrame>
        <p:nvGraphicFramePr>
          <p:cNvPr id="4" name="对象 3">
            <a:extLst>
              <a:ext uri="{FF2B5EF4-FFF2-40B4-BE49-F238E27FC236}">
                <a16:creationId xmlns:a16="http://schemas.microsoft.com/office/drawing/2014/main" id="{8EBAD35A-7523-CEB5-84AB-618F18215F4C}"/>
              </a:ext>
            </a:extLst>
          </p:cNvPr>
          <p:cNvGraphicFramePr/>
          <p:nvPr>
            <p:extLst>
              <p:ext uri="{D42A27DB-BD31-4B8C-83A1-F6EECF244321}">
                <p14:modId xmlns:p14="http://schemas.microsoft.com/office/powerpoint/2010/main" val="3202411229"/>
              </p:ext>
            </p:extLst>
          </p:nvPr>
        </p:nvGraphicFramePr>
        <p:xfrm>
          <a:off x="6286716" y="2553105"/>
          <a:ext cx="3009900" cy="2884805"/>
        </p:xfrm>
        <a:graphic>
          <a:graphicData uri="http://schemas.openxmlformats.org/presentationml/2006/ole">
            <mc:AlternateContent xmlns:mc="http://schemas.openxmlformats.org/markup-compatibility/2006">
              <mc:Choice xmlns:v="urn:schemas-microsoft-com:vml" Requires="v">
                <p:oleObj name="Bitmap Image" r:id="rId5" imgW="3409920" imgH="3086280" progId="Paint.Picture">
                  <p:embed/>
                </p:oleObj>
              </mc:Choice>
              <mc:Fallback>
                <p:oleObj name="Bitmap Image" r:id="rId5" imgW="3409920" imgH="3086280" progId="Paint.Picture">
                  <p:embed/>
                  <p:pic>
                    <p:nvPicPr>
                      <p:cNvPr id="410634" name="对象 410633"/>
                      <p:cNvPicPr/>
                      <p:nvPr/>
                    </p:nvPicPr>
                    <p:blipFill>
                      <a:blip r:embed="rId6"/>
                      <a:stretch>
                        <a:fillRect/>
                      </a:stretch>
                    </p:blipFill>
                    <p:spPr>
                      <a:xfrm>
                        <a:off x="6286716" y="2553105"/>
                        <a:ext cx="3009900" cy="2884805"/>
                      </a:xfrm>
                      <a:prstGeom prst="rect">
                        <a:avLst/>
                      </a:prstGeom>
                      <a:solidFill>
                        <a:schemeClr val="tx2"/>
                      </a:solidFill>
                      <a:ln w="19050" cap="flat" cmpd="sng">
                        <a:solidFill>
                          <a:schemeClr val="tx1"/>
                        </a:solidFill>
                        <a:prstDash val="solid"/>
                        <a:miter/>
                        <a:headEnd type="none" w="med" len="med"/>
                        <a:tailEnd type="none" w="med" len="med"/>
                      </a:ln>
                      <a:effectLst>
                        <a:outerShdw dist="107763" dir="2699999" algn="ctr" rotWithShape="0">
                          <a:schemeClr val="bg2"/>
                        </a:outerShdw>
                      </a:effectLst>
                    </p:spPr>
                  </p:pic>
                </p:oleObj>
              </mc:Fallback>
            </mc:AlternateContent>
          </a:graphicData>
        </a:graphic>
      </p:graphicFrame>
      <p:sp>
        <p:nvSpPr>
          <p:cNvPr id="5" name="文本框 4">
            <a:extLst>
              <a:ext uri="{FF2B5EF4-FFF2-40B4-BE49-F238E27FC236}">
                <a16:creationId xmlns:a16="http://schemas.microsoft.com/office/drawing/2014/main" id="{C59AE868-54E9-38A0-E4C0-16B6C889E7CF}"/>
              </a:ext>
            </a:extLst>
          </p:cNvPr>
          <p:cNvSpPr txBox="1"/>
          <p:nvPr/>
        </p:nvSpPr>
        <p:spPr>
          <a:xfrm>
            <a:off x="3523830" y="5753503"/>
            <a:ext cx="1657351" cy="463846"/>
          </a:xfrm>
          <a:prstGeom prst="rect">
            <a:avLst/>
          </a:prstGeom>
          <a:noFill/>
          <a:ln w="9525">
            <a:noFill/>
          </a:ln>
        </p:spPr>
        <p:txBody>
          <a:bodyPr wrap="square" lIns="90000" tIns="46800" rIns="90000" bIns="46800">
            <a:spAutoFit/>
          </a:bodyPr>
          <a:lstStyle/>
          <a:p>
            <a:pPr algn="ctr">
              <a:spcBef>
                <a:spcPct val="50000"/>
              </a:spcBef>
            </a:pPr>
            <a:r>
              <a:rPr lang="zh-CN" altLang="en-US" sz="2400" dirty="0">
                <a:solidFill>
                  <a:schemeClr val="tx1"/>
                </a:solidFill>
                <a:latin typeface="楷体" panose="02010609060101010101" pitchFamily="49" charset="-122"/>
                <a:ea typeface="楷体" panose="02010609060101010101" pitchFamily="49" charset="-122"/>
              </a:rPr>
              <a:t>自准直法</a:t>
            </a:r>
          </a:p>
        </p:txBody>
      </p:sp>
      <p:sp>
        <p:nvSpPr>
          <p:cNvPr id="6" name="文本框 5">
            <a:extLst>
              <a:ext uri="{FF2B5EF4-FFF2-40B4-BE49-F238E27FC236}">
                <a16:creationId xmlns:a16="http://schemas.microsoft.com/office/drawing/2014/main" id="{A6CF0E59-1763-9358-D733-ACB107A9DCEA}"/>
              </a:ext>
            </a:extLst>
          </p:cNvPr>
          <p:cNvSpPr txBox="1"/>
          <p:nvPr/>
        </p:nvSpPr>
        <p:spPr>
          <a:xfrm>
            <a:off x="6901396" y="5753504"/>
            <a:ext cx="1800225" cy="463846"/>
          </a:xfrm>
          <a:prstGeom prst="rect">
            <a:avLst/>
          </a:prstGeom>
          <a:noFill/>
          <a:ln w="9525">
            <a:noFill/>
          </a:ln>
        </p:spPr>
        <p:txBody>
          <a:bodyPr wrap="square" lIns="90000" tIns="46800" rIns="90000" bIns="46800">
            <a:spAutoFit/>
          </a:bodyPr>
          <a:lstStyle/>
          <a:p>
            <a:pPr algn="l">
              <a:spcBef>
                <a:spcPct val="50000"/>
              </a:spcBef>
              <a:buClrTx/>
              <a:buSzTx/>
              <a:buFontTx/>
            </a:pPr>
            <a:r>
              <a:rPr lang="zh-CN" altLang="en-US" sz="2400" dirty="0">
                <a:latin typeface="楷体" panose="02010609060101010101" pitchFamily="49" charset="-122"/>
                <a:ea typeface="楷体" panose="02010609060101010101" pitchFamily="49" charset="-122"/>
              </a:rPr>
              <a:t>棱脊分束法</a:t>
            </a:r>
          </a:p>
        </p:txBody>
      </p:sp>
    </p:spTree>
    <p:extLst>
      <p:ext uri="{BB962C8B-B14F-4D97-AF65-F5344CB8AC3E}">
        <p14:creationId xmlns:p14="http://schemas.microsoft.com/office/powerpoint/2010/main" val="947885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2334135" y="2065438"/>
            <a:ext cx="9863532" cy="4170219"/>
          </a:xfrm>
          <a:prstGeom prst="roundRect">
            <a:avLst>
              <a:gd name="adj" fmla="val 0"/>
            </a:avLst>
          </a:prstGeom>
          <a:solidFill>
            <a:srgbClr val="4472C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20" name="圆角矩形 19"/>
          <p:cNvSpPr/>
          <p:nvPr/>
        </p:nvSpPr>
        <p:spPr>
          <a:xfrm>
            <a:off x="2329555" y="1876965"/>
            <a:ext cx="9863532" cy="4170219"/>
          </a:xfrm>
          <a:prstGeom prst="roundRect">
            <a:avLst>
              <a:gd name="adj" fmla="val 0"/>
            </a:avLst>
          </a:prstGeom>
          <a:solidFill>
            <a:srgbClr val="4472C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25" name="圆角矩形 24"/>
          <p:cNvSpPr/>
          <p:nvPr/>
        </p:nvSpPr>
        <p:spPr>
          <a:xfrm rot="16200000" flipV="1">
            <a:off x="-146012" y="4710884"/>
            <a:ext cx="770655" cy="47862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26" name="圆角矩形 25"/>
          <p:cNvSpPr/>
          <p:nvPr/>
        </p:nvSpPr>
        <p:spPr>
          <a:xfrm rot="16200000" flipV="1">
            <a:off x="-146012" y="5611018"/>
            <a:ext cx="770655" cy="478620"/>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27" name="圆角矩形 26"/>
          <p:cNvSpPr/>
          <p:nvPr/>
        </p:nvSpPr>
        <p:spPr>
          <a:xfrm rot="16200000" flipV="1">
            <a:off x="-146012" y="2943504"/>
            <a:ext cx="770655" cy="47862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28" name="圆角矩形 27"/>
          <p:cNvSpPr/>
          <p:nvPr/>
        </p:nvSpPr>
        <p:spPr>
          <a:xfrm rot="16200000" flipV="1">
            <a:off x="-146012" y="3843636"/>
            <a:ext cx="770655" cy="478620"/>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24" name="圆角矩形 23"/>
          <p:cNvSpPr/>
          <p:nvPr/>
        </p:nvSpPr>
        <p:spPr>
          <a:xfrm rot="16200000" flipV="1">
            <a:off x="-146012" y="2022984"/>
            <a:ext cx="770655" cy="478620"/>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36" name="文本框 35"/>
          <p:cNvSpPr txBox="1"/>
          <p:nvPr/>
        </p:nvSpPr>
        <p:spPr>
          <a:xfrm>
            <a:off x="786257" y="2190119"/>
            <a:ext cx="1215709" cy="3760000"/>
          </a:xfrm>
          <a:prstGeom prst="rect">
            <a:avLst/>
          </a:prstGeom>
          <a:noFill/>
        </p:spPr>
        <p:txBody>
          <a:bodyPr vert="eaVert" wrap="none" lIns="91436" tIns="45718" rIns="91436" bIns="45718" rtlCol="0">
            <a:spAutoFit/>
          </a:bodyPr>
          <a:lstStyle/>
          <a:p>
            <a:r>
              <a:rPr lang="zh-CN" altLang="en-US" sz="6700" spc="600" dirty="0">
                <a:solidFill>
                  <a:schemeClr val="bg1">
                    <a:lumMod val="50000"/>
                  </a:schemeClr>
                </a:solidFill>
                <a:latin typeface="微软雅黑" panose="020B0503020204020204" pitchFamily="34" charset="-122"/>
                <a:ea typeface="微软雅黑" panose="020B0503020204020204" pitchFamily="34" charset="-122"/>
              </a:rPr>
              <a:t>参考文献</a:t>
            </a:r>
          </a:p>
        </p:txBody>
      </p:sp>
      <p:sp>
        <p:nvSpPr>
          <p:cNvPr id="29" name="矩形 28"/>
          <p:cNvSpPr/>
          <p:nvPr/>
        </p:nvSpPr>
        <p:spPr>
          <a:xfrm>
            <a:off x="2541271" y="2414905"/>
            <a:ext cx="9352915" cy="2320631"/>
          </a:xfrm>
          <a:prstGeom prst="rect">
            <a:avLst/>
          </a:prstGeom>
        </p:spPr>
        <p:txBody>
          <a:bodyPr wrap="square" lIns="91436" tIns="45718" rIns="91436" bIns="45718">
            <a:spAutoFit/>
          </a:bodyPr>
          <a:lstStyle/>
          <a:p>
            <a:pPr>
              <a:lnSpc>
                <a:spcPct val="130000"/>
              </a:lnSpc>
            </a:pPr>
            <a:r>
              <a:rPr lang="en-US" altLang="zh-CN" sz="1600" dirty="0">
                <a:solidFill>
                  <a:schemeClr val="bg1"/>
                </a:solidFill>
                <a:latin typeface="微软雅黑" panose="020B0503020204020204" pitchFamily="34" charset="-122"/>
                <a:ea typeface="微软雅黑" panose="020B0503020204020204" pitchFamily="34" charset="-122"/>
              </a:rPr>
              <a:t>[ 1</a:t>
            </a:r>
            <a:r>
              <a:rPr lang="zh-CN" altLang="en-US" sz="1600" dirty="0">
                <a:solidFill>
                  <a:schemeClr val="bg1"/>
                </a:solidFill>
                <a:latin typeface="微软雅黑" panose="020B0503020204020204" pitchFamily="34" charset="-122"/>
                <a:ea typeface="微软雅黑" panose="020B0503020204020204" pitchFamily="34" charset="-122"/>
              </a:rPr>
              <a:t>］李海洋，等，大学物理实验 </a:t>
            </a:r>
            <a:r>
              <a:rPr lang="en-US" altLang="zh-CN" sz="1600" dirty="0">
                <a:solidFill>
                  <a:schemeClr val="bg1"/>
                </a:solidFill>
                <a:latin typeface="微软雅黑" panose="020B0503020204020204" pitchFamily="34" charset="-122"/>
                <a:ea typeface="微软雅黑" panose="020B0503020204020204" pitchFamily="34" charset="-122"/>
              </a:rPr>
              <a:t>I [ M ] . </a:t>
            </a:r>
            <a:r>
              <a:rPr lang="zh-CN" altLang="en-US" sz="1600" dirty="0">
                <a:solidFill>
                  <a:schemeClr val="bg1"/>
                </a:solidFill>
                <a:latin typeface="微软雅黑" panose="020B0503020204020204" pitchFamily="34" charset="-122"/>
                <a:ea typeface="微软雅黑" panose="020B0503020204020204" pitchFamily="34" charset="-122"/>
              </a:rPr>
              <a:t>高等教育出版社（</a:t>
            </a:r>
            <a:r>
              <a:rPr lang="en-US" altLang="zh-CN" sz="1600" dirty="0">
                <a:solidFill>
                  <a:schemeClr val="bg1"/>
                </a:solidFill>
                <a:latin typeface="微软雅黑" panose="020B0503020204020204" pitchFamily="34" charset="-122"/>
                <a:ea typeface="微软雅黑" panose="020B0503020204020204" pitchFamily="34" charset="-122"/>
              </a:rPr>
              <a:t>2014</a:t>
            </a:r>
            <a:r>
              <a:rPr lang="zh-CN" altLang="en-US" sz="1600" dirty="0">
                <a:solidFill>
                  <a:schemeClr val="bg1"/>
                </a:solidFill>
                <a:latin typeface="微软雅黑" panose="020B0503020204020204" pitchFamily="34" charset="-122"/>
                <a:ea typeface="微软雅黑" panose="020B0503020204020204" pitchFamily="34" charset="-122"/>
              </a:rPr>
              <a:t>）</a:t>
            </a:r>
            <a:endParaRPr lang="en-US" altLang="zh-CN" sz="1600" dirty="0">
              <a:solidFill>
                <a:schemeClr val="bg1"/>
              </a:solidFill>
              <a:latin typeface="微软雅黑" panose="020B0503020204020204" pitchFamily="34" charset="-122"/>
              <a:ea typeface="微软雅黑" panose="020B0503020204020204" pitchFamily="34" charset="-122"/>
            </a:endParaRPr>
          </a:p>
          <a:p>
            <a:pPr>
              <a:lnSpc>
                <a:spcPct val="130000"/>
              </a:lnSpc>
            </a:pPr>
            <a:r>
              <a:rPr lang="en-US" altLang="zh-CN" sz="1600" dirty="0">
                <a:solidFill>
                  <a:schemeClr val="bg1"/>
                </a:solidFill>
                <a:latin typeface="微软雅黑" panose="020B0503020204020204" pitchFamily="34" charset="-122"/>
                <a:ea typeface="微软雅黑" panose="020B0503020204020204" pitchFamily="34" charset="-122"/>
              </a:rPr>
              <a:t>[ 2 ] </a:t>
            </a:r>
            <a:r>
              <a:rPr lang="zh-CN" altLang="en-US" sz="1600" dirty="0">
                <a:solidFill>
                  <a:schemeClr val="bg1"/>
                </a:solidFill>
                <a:latin typeface="微软雅黑" panose="020B0503020204020204" pitchFamily="34" charset="-122"/>
              </a:rPr>
              <a:t>李珍，等，分光计电子讲义（</a:t>
            </a:r>
            <a:r>
              <a:rPr lang="en-US" altLang="zh-CN" sz="1600" dirty="0">
                <a:solidFill>
                  <a:schemeClr val="bg1"/>
                </a:solidFill>
                <a:latin typeface="微软雅黑" panose="020B0503020204020204" pitchFamily="34" charset="-122"/>
              </a:rPr>
              <a:t>2017</a:t>
            </a:r>
            <a:r>
              <a:rPr lang="zh-CN" altLang="en-US" sz="1600" dirty="0">
                <a:solidFill>
                  <a:schemeClr val="bg1"/>
                </a:solidFill>
                <a:latin typeface="微软雅黑" panose="020B0503020204020204" pitchFamily="34" charset="-122"/>
              </a:rPr>
              <a:t>）</a:t>
            </a:r>
            <a:endParaRPr lang="en-US" altLang="zh-CN" sz="1600" dirty="0">
              <a:solidFill>
                <a:schemeClr val="bg1"/>
              </a:solidFill>
              <a:latin typeface="微软雅黑" panose="020B0503020204020204" pitchFamily="34" charset="-122"/>
              <a:ea typeface="微软雅黑" panose="020B0503020204020204" pitchFamily="34" charset="-122"/>
            </a:endParaRPr>
          </a:p>
          <a:p>
            <a:pPr>
              <a:lnSpc>
                <a:spcPct val="130000"/>
              </a:lnSpc>
            </a:pPr>
            <a:r>
              <a:rPr lang="en-US" altLang="zh-CN" sz="1600" dirty="0">
                <a:solidFill>
                  <a:schemeClr val="bg1"/>
                </a:solidFill>
                <a:latin typeface="微软雅黑" panose="020B0503020204020204" pitchFamily="34" charset="-122"/>
                <a:ea typeface="微软雅黑" panose="020B0503020204020204" pitchFamily="34" charset="-122"/>
              </a:rPr>
              <a:t>[ 3</a:t>
            </a:r>
            <a:r>
              <a:rPr lang="zh-CN" altLang="en-US" sz="1600" dirty="0">
                <a:solidFill>
                  <a:schemeClr val="bg1"/>
                </a:solidFill>
                <a:latin typeface="微软雅黑" panose="020B0503020204020204" pitchFamily="34" charset="-122"/>
              </a:rPr>
              <a:t>］唐笑</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周贤菊</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相国涛</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等</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图解分光计的光路调整 </a:t>
            </a:r>
            <a:r>
              <a:rPr lang="en-US" altLang="zh-CN" sz="1600" dirty="0">
                <a:solidFill>
                  <a:schemeClr val="bg1"/>
                </a:solidFill>
                <a:latin typeface="微软雅黑" panose="020B0503020204020204" pitchFamily="34" charset="-122"/>
              </a:rPr>
              <a:t>[J]. </a:t>
            </a:r>
            <a:r>
              <a:rPr lang="zh-CN" altLang="en-US" sz="1600" dirty="0">
                <a:solidFill>
                  <a:schemeClr val="bg1"/>
                </a:solidFill>
                <a:latin typeface="微软雅黑" panose="020B0503020204020204" pitchFamily="34" charset="-122"/>
              </a:rPr>
              <a:t>大学物理实验</a:t>
            </a:r>
            <a:r>
              <a:rPr lang="en-US" altLang="zh-CN" sz="1600" dirty="0">
                <a:solidFill>
                  <a:schemeClr val="bg1"/>
                </a:solidFill>
                <a:latin typeface="微软雅黑" panose="020B0503020204020204" pitchFamily="34" charset="-122"/>
              </a:rPr>
              <a:t>, 2018, 31(06):38-41.</a:t>
            </a:r>
            <a:endParaRPr sz="1600" dirty="0">
              <a:solidFill>
                <a:schemeClr val="bg1"/>
              </a:solidFill>
              <a:latin typeface="微软雅黑" panose="020B0503020204020204" pitchFamily="34" charset="-122"/>
            </a:endParaRPr>
          </a:p>
          <a:p>
            <a:pPr>
              <a:lnSpc>
                <a:spcPct val="130000"/>
              </a:lnSpc>
            </a:pPr>
            <a:r>
              <a:rPr lang="en-US" altLang="zh-CN" sz="1600" dirty="0">
                <a:solidFill>
                  <a:schemeClr val="bg1"/>
                </a:solidFill>
                <a:latin typeface="微软雅黑" panose="020B0503020204020204" pitchFamily="34" charset="-122"/>
              </a:rPr>
              <a:t>[ 4</a:t>
            </a:r>
            <a:r>
              <a:rPr lang="zh-CN" altLang="en-US" sz="1600" dirty="0">
                <a:solidFill>
                  <a:schemeClr val="bg1"/>
                </a:solidFill>
                <a:latin typeface="微软雅黑" panose="020B0503020204020204" pitchFamily="34" charset="-122"/>
              </a:rPr>
              <a:t>］李金花</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管跃</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陈玉林</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等</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分光计一种新的快速调节方法 </a:t>
            </a:r>
            <a:r>
              <a:rPr lang="en-US" altLang="zh-CN" sz="1600" dirty="0">
                <a:solidFill>
                  <a:schemeClr val="bg1"/>
                </a:solidFill>
                <a:latin typeface="微软雅黑" panose="020B0503020204020204" pitchFamily="34" charset="-122"/>
              </a:rPr>
              <a:t>[J]. </a:t>
            </a:r>
            <a:r>
              <a:rPr lang="zh-CN" altLang="en-US" sz="1600" dirty="0">
                <a:solidFill>
                  <a:schemeClr val="bg1"/>
                </a:solidFill>
                <a:latin typeface="微软雅黑" panose="020B0503020204020204" pitchFamily="34" charset="-122"/>
              </a:rPr>
              <a:t>实验科学与技术</a:t>
            </a:r>
            <a:r>
              <a:rPr lang="en-US" altLang="zh-CN" sz="1600" dirty="0">
                <a:solidFill>
                  <a:schemeClr val="bg1"/>
                </a:solidFill>
                <a:latin typeface="微软雅黑" panose="020B0503020204020204" pitchFamily="34" charset="-122"/>
              </a:rPr>
              <a:t>, 2018(4):62-66. </a:t>
            </a:r>
          </a:p>
          <a:p>
            <a:pPr>
              <a:lnSpc>
                <a:spcPct val="130000"/>
              </a:lnSpc>
            </a:pPr>
            <a:r>
              <a:rPr lang="en-US" altLang="zh-CN" sz="1600" dirty="0">
                <a:solidFill>
                  <a:schemeClr val="bg1"/>
                </a:solidFill>
                <a:latin typeface="微软雅黑" panose="020B0503020204020204" pitchFamily="34" charset="-122"/>
              </a:rPr>
              <a:t>[ 5</a:t>
            </a:r>
            <a:r>
              <a:rPr lang="zh-CN" altLang="en-US" sz="1600" dirty="0">
                <a:solidFill>
                  <a:schemeClr val="bg1"/>
                </a:solidFill>
                <a:latin typeface="微软雅黑" panose="020B0503020204020204" pitchFamily="34" charset="-122"/>
              </a:rPr>
              <a:t>］彭雪城</a:t>
            </a:r>
            <a:r>
              <a:rPr lang="en-US" altLang="zh-CN" sz="1600" dirty="0">
                <a:solidFill>
                  <a:schemeClr val="bg1"/>
                </a:solidFill>
                <a:latin typeface="微软雅黑" panose="020B0503020204020204" pitchFamily="34" charset="-122"/>
              </a:rPr>
              <a:t>. </a:t>
            </a:r>
            <a:r>
              <a:rPr lang="zh-CN" altLang="en-US" sz="1600" dirty="0">
                <a:solidFill>
                  <a:schemeClr val="bg1"/>
                </a:solidFill>
                <a:latin typeface="微软雅黑" panose="020B0503020204020204" pitchFamily="34" charset="-122"/>
              </a:rPr>
              <a:t>分光计的分步调节</a:t>
            </a:r>
            <a:r>
              <a:rPr lang="en-US" altLang="zh-CN" sz="1600" dirty="0">
                <a:solidFill>
                  <a:schemeClr val="bg1"/>
                </a:solidFill>
                <a:latin typeface="微软雅黑" panose="020B0503020204020204" pitchFamily="34" charset="-122"/>
              </a:rPr>
              <a:t>[J]. </a:t>
            </a:r>
            <a:r>
              <a:rPr lang="zh-CN" altLang="en-US" sz="1600" dirty="0">
                <a:solidFill>
                  <a:schemeClr val="bg1"/>
                </a:solidFill>
                <a:latin typeface="微软雅黑" panose="020B0503020204020204" pitchFamily="34" charset="-122"/>
              </a:rPr>
              <a:t>大学物理实验</a:t>
            </a:r>
            <a:r>
              <a:rPr lang="en-US" altLang="zh-CN" sz="1600" dirty="0">
                <a:solidFill>
                  <a:schemeClr val="bg1"/>
                </a:solidFill>
                <a:latin typeface="微软雅黑" panose="020B0503020204020204" pitchFamily="34" charset="-122"/>
              </a:rPr>
              <a:t>, 2017, 30(4):78-80.</a:t>
            </a:r>
            <a:endParaRPr sz="1600" dirty="0">
              <a:solidFill>
                <a:schemeClr val="bg1"/>
              </a:solidFill>
              <a:latin typeface="微软雅黑" panose="020B0503020204020204" pitchFamily="34" charset="-122"/>
            </a:endParaRPr>
          </a:p>
          <a:p>
            <a:pPr>
              <a:lnSpc>
                <a:spcPct val="130000"/>
              </a:lnSpc>
            </a:pPr>
            <a:r>
              <a:rPr lang="en-US" altLang="zh-CN" sz="1600" dirty="0">
                <a:solidFill>
                  <a:schemeClr val="bg1"/>
                </a:solidFill>
                <a:latin typeface="微软雅黑" panose="020B0503020204020204" pitchFamily="34" charset="-122"/>
              </a:rPr>
              <a:t>[ 6</a:t>
            </a:r>
            <a:r>
              <a:rPr lang="zh-CN" altLang="en-US" sz="1600" dirty="0">
                <a:solidFill>
                  <a:schemeClr val="bg1"/>
                </a:solidFill>
                <a:latin typeface="微软雅黑" panose="020B0503020204020204" pitchFamily="34" charset="-122"/>
              </a:rPr>
              <a:t>］</a:t>
            </a:r>
            <a:r>
              <a:rPr lang="en-US" altLang="zh-CN" sz="1600" dirty="0">
                <a:solidFill>
                  <a:schemeClr val="bg1"/>
                </a:solidFill>
                <a:latin typeface="微软雅黑" panose="020B0503020204020204" pitchFamily="34" charset="-122"/>
              </a:rPr>
              <a:t>https://image.baidu.com/search/detail.</a:t>
            </a:r>
          </a:p>
          <a:p>
            <a:pPr>
              <a:lnSpc>
                <a:spcPct val="130000"/>
              </a:lnSpc>
            </a:pPr>
            <a:r>
              <a:rPr lang="en-US" altLang="zh-CN" sz="1600" dirty="0">
                <a:solidFill>
                  <a:schemeClr val="bg1"/>
                </a:solidFill>
                <a:latin typeface="微软雅黑" panose="020B0503020204020204" pitchFamily="34" charset="-122"/>
              </a:rPr>
              <a:t>[ 7</a:t>
            </a:r>
            <a:r>
              <a:rPr lang="zh-CN" altLang="en-US" sz="1600" dirty="0">
                <a:solidFill>
                  <a:schemeClr val="bg1"/>
                </a:solidFill>
                <a:latin typeface="微软雅黑" panose="020B0503020204020204" pitchFamily="34" charset="-122"/>
              </a:rPr>
              <a:t>］</a:t>
            </a:r>
            <a:r>
              <a:rPr lang="en-US" altLang="zh-CN" sz="1600" dirty="0">
                <a:solidFill>
                  <a:schemeClr val="bg1"/>
                </a:solidFill>
                <a:latin typeface="微软雅黑" panose="020B0503020204020204" pitchFamily="34" charset="-122"/>
              </a:rPr>
              <a:t>https://en.wikipedia.org/wiki/History_of_spectroscopy</a:t>
            </a:r>
          </a:p>
        </p:txBody>
      </p:sp>
      <p:sp>
        <p:nvSpPr>
          <p:cNvPr id="44" name="矩形 43"/>
          <p:cNvSpPr/>
          <p:nvPr/>
        </p:nvSpPr>
        <p:spPr>
          <a:xfrm>
            <a:off x="2456366" y="252861"/>
            <a:ext cx="9735639" cy="48428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5" name="圆角矩形 44"/>
          <p:cNvSpPr/>
          <p:nvPr/>
        </p:nvSpPr>
        <p:spPr>
          <a:xfrm rot="10800000" flipV="1">
            <a:off x="-5664" y="249443"/>
            <a:ext cx="484287" cy="491115"/>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46" name="文本框 45"/>
          <p:cNvSpPr txBox="1"/>
          <p:nvPr/>
        </p:nvSpPr>
        <p:spPr>
          <a:xfrm>
            <a:off x="647719" y="267583"/>
            <a:ext cx="1646597" cy="461661"/>
          </a:xfrm>
          <a:prstGeom prst="rect">
            <a:avLst/>
          </a:prstGeom>
          <a:noFill/>
        </p:spPr>
        <p:txBody>
          <a:bodyPr wrap="none" lIns="91436" tIns="45718" rIns="91436" bIns="45718" rtlCol="0">
            <a:spAutoFit/>
          </a:bodyPr>
          <a:lstStyle/>
          <a:p>
            <a:r>
              <a:rPr lang="zh-CN" altLang="en-US" sz="2400" spc="600" dirty="0">
                <a:solidFill>
                  <a:schemeClr val="tx2"/>
                </a:solidFill>
                <a:latin typeface="微软雅黑" panose="020B0503020204020204" pitchFamily="34" charset="-122"/>
                <a:ea typeface="微软雅黑" panose="020B0503020204020204" pitchFamily="34" charset="-122"/>
              </a:rPr>
              <a:t>文献目录</a:t>
            </a:r>
          </a:p>
        </p:txBody>
      </p:sp>
      <p:sp>
        <p:nvSpPr>
          <p:cNvPr id="47" name="矩形 46"/>
          <p:cNvSpPr/>
          <p:nvPr/>
        </p:nvSpPr>
        <p:spPr>
          <a:xfrm>
            <a:off x="2607679" y="325001"/>
            <a:ext cx="1953547" cy="384717"/>
          </a:xfrm>
          <a:prstGeom prst="rect">
            <a:avLst/>
          </a:prstGeom>
        </p:spPr>
        <p:txBody>
          <a:bodyPr wrap="none" lIns="91436" tIns="45718" rIns="91436" bIns="45718">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BIBLIOGRAPHY</a:t>
            </a:r>
          </a:p>
        </p:txBody>
      </p:sp>
      <p:grpSp>
        <p:nvGrpSpPr>
          <p:cNvPr id="49" name="组 48"/>
          <p:cNvGrpSpPr/>
          <p:nvPr/>
        </p:nvGrpSpPr>
        <p:grpSpPr>
          <a:xfrm>
            <a:off x="11454107" y="252857"/>
            <a:ext cx="737892" cy="484288"/>
            <a:chOff x="11454105" y="252856"/>
            <a:chExt cx="737892" cy="484288"/>
          </a:xfrm>
        </p:grpSpPr>
        <p:grpSp>
          <p:nvGrpSpPr>
            <p:cNvPr id="51" name="组 50"/>
            <p:cNvGrpSpPr/>
            <p:nvPr/>
          </p:nvGrpSpPr>
          <p:grpSpPr>
            <a:xfrm>
              <a:off x="12039604" y="252856"/>
              <a:ext cx="152393" cy="484287"/>
              <a:chOff x="12039604" y="252856"/>
              <a:chExt cx="152393" cy="484287"/>
            </a:xfrm>
          </p:grpSpPr>
          <p:sp>
            <p:nvSpPr>
              <p:cNvPr id="55" name="圆角矩形 54"/>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圆角矩形 56"/>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58"/>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99"/>
            <p:cNvGrpSpPr/>
            <p:nvPr/>
          </p:nvGrpSpPr>
          <p:grpSpPr>
            <a:xfrm>
              <a:off x="11454105" y="252857"/>
              <a:ext cx="491115" cy="484287"/>
              <a:chOff x="1528923" y="220268"/>
              <a:chExt cx="1284096" cy="1266241"/>
            </a:xfrm>
          </p:grpSpPr>
          <p:sp>
            <p:nvSpPr>
              <p:cNvPr id="53" name="圆角矩形 52"/>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 name="灯片编号占位符 1"/>
          <p:cNvSpPr>
            <a:spLocks noGrp="1"/>
          </p:cNvSpPr>
          <p:nvPr>
            <p:ph type="sldNum" sz="quarter" idx="12"/>
          </p:nvPr>
        </p:nvSpPr>
        <p:spPr/>
        <p:txBody>
          <a:bodyPr/>
          <a:lstStyle/>
          <a:p>
            <a:fld id="{888F8D02-9041-4C59-BC62-13DE0E5C6713}" type="slidenum">
              <a:rPr lang="zh-CN" altLang="en-US" sz="1400" b="1" smtClean="0"/>
              <a:t>37</a:t>
            </a:fld>
            <a:endParaRPr lang="zh-CN" altLang="en-US" sz="14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52"/>
          <p:cNvSpPr txBox="1"/>
          <p:nvPr/>
        </p:nvSpPr>
        <p:spPr>
          <a:xfrm>
            <a:off x="1947962" y="4648398"/>
            <a:ext cx="9140082" cy="369328"/>
          </a:xfrm>
          <a:prstGeom prst="rect">
            <a:avLst/>
          </a:prstGeom>
          <a:noFill/>
        </p:spPr>
        <p:txBody>
          <a:bodyPr wrap="square" lIns="91436" tIns="45718" rIns="91436" bIns="45718" rtlCol="0">
            <a:spAutoFit/>
          </a:bodyPr>
          <a:lstStyle/>
          <a:p>
            <a:pPr algn="ctr"/>
            <a:r>
              <a:rPr lang="en-US" altLang="zh-CN" sz="1800" b="1" spc="600" dirty="0">
                <a:solidFill>
                  <a:schemeClr val="bg1">
                    <a:lumMod val="50000"/>
                    <a:alpha val="78000"/>
                  </a:schemeClr>
                </a:solidFill>
                <a:latin typeface="Arial" panose="020B0604020202020204" pitchFamily="34" charset="0"/>
                <a:cs typeface="Arial" panose="020B0604020202020204" pitchFamily="34" charset="0"/>
              </a:rPr>
              <a:t>Adjustment and Application of Spectrometer</a:t>
            </a:r>
          </a:p>
        </p:txBody>
      </p:sp>
      <p:cxnSp>
        <p:nvCxnSpPr>
          <p:cNvPr id="54" name="直接连接符 53"/>
          <p:cNvCxnSpPr/>
          <p:nvPr/>
        </p:nvCxnSpPr>
        <p:spPr>
          <a:xfrm flipV="1">
            <a:off x="4230668" y="3853601"/>
            <a:ext cx="3660629" cy="4320"/>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8551" y="5623751"/>
            <a:ext cx="12192000" cy="123425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grpSp>
        <p:nvGrpSpPr>
          <p:cNvPr id="73" name="组合 60"/>
          <p:cNvGrpSpPr/>
          <p:nvPr/>
        </p:nvGrpSpPr>
        <p:grpSpPr>
          <a:xfrm rot="16200000">
            <a:off x="11436486" y="6057841"/>
            <a:ext cx="1271471" cy="363349"/>
            <a:chOff x="6507038" y="462977"/>
            <a:chExt cx="2430800" cy="471379"/>
          </a:xfrm>
        </p:grpSpPr>
        <p:grpSp>
          <p:nvGrpSpPr>
            <p:cNvPr id="74" name="组合 61"/>
            <p:cNvGrpSpPr/>
            <p:nvPr/>
          </p:nvGrpSpPr>
          <p:grpSpPr>
            <a:xfrm flipV="1">
              <a:off x="6507038" y="462977"/>
              <a:ext cx="1917435" cy="471379"/>
              <a:chOff x="810775" y="1533962"/>
              <a:chExt cx="7782374" cy="1913206"/>
            </a:xfrm>
          </p:grpSpPr>
          <p:sp>
            <p:nvSpPr>
              <p:cNvPr id="76" name="圆角矩形 75"/>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圆角矩形 78"/>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圆角矩形 74"/>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0" name="文本框 79"/>
          <p:cNvSpPr txBox="1"/>
          <p:nvPr/>
        </p:nvSpPr>
        <p:spPr>
          <a:xfrm>
            <a:off x="543045" y="5688085"/>
            <a:ext cx="10034255" cy="1015659"/>
          </a:xfrm>
          <a:prstGeom prst="rect">
            <a:avLst/>
          </a:prstGeom>
          <a:noFill/>
        </p:spPr>
        <p:txBody>
          <a:bodyPr wrap="square" lIns="91436" tIns="45718" rIns="91436" bIns="45718" rtlCol="0">
            <a:spAutoFit/>
          </a:bodyPr>
          <a:lstStyle/>
          <a:p>
            <a:r>
              <a:rPr lang="en-US" altLang="zh-CN" sz="6000" dirty="0">
                <a:solidFill>
                  <a:schemeClr val="bg1"/>
                </a:solidFill>
                <a:latin typeface="微软雅黑" panose="020B0503020204020204" pitchFamily="34" charset="-122"/>
              </a:rPr>
              <a:t>MANY THANKS</a:t>
            </a:r>
            <a:endParaRPr lang="zh-CN" altLang="en-US" sz="6000" dirty="0">
              <a:solidFill>
                <a:schemeClr val="bg1"/>
              </a:solidFill>
              <a:latin typeface="Segoe UI Semilight" panose="020B0402040204020203" pitchFamily="34" charset="0"/>
              <a:cs typeface="Segoe UI Semilight" panose="020B0402040204020203" pitchFamily="34" charset="0"/>
            </a:endParaRPr>
          </a:p>
        </p:txBody>
      </p:sp>
      <p:sp>
        <p:nvSpPr>
          <p:cNvPr id="81" name="圆角矩形 80"/>
          <p:cNvSpPr/>
          <p:nvPr/>
        </p:nvSpPr>
        <p:spPr>
          <a:xfrm rot="16200000" flipV="1">
            <a:off x="10447005" y="5586367"/>
            <a:ext cx="1282079" cy="1300156"/>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2" name="Freeform 96"/>
          <p:cNvSpPr>
            <a:spLocks/>
          </p:cNvSpPr>
          <p:nvPr/>
        </p:nvSpPr>
        <p:spPr bwMode="auto">
          <a:xfrm>
            <a:off x="10716634" y="5878142"/>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prstTxWarp prst="textNoShape">
              <a:avLst/>
            </a:prstTxWarp>
          </a:bodyPr>
          <a:lstStyle/>
          <a:p>
            <a:endParaRPr lang="zh-CN" altLang="en-US">
              <a:solidFill>
                <a:srgbClr val="AD1C21"/>
              </a:solidFill>
            </a:endParaRPr>
          </a:p>
        </p:txBody>
      </p:sp>
      <p:sp>
        <p:nvSpPr>
          <p:cNvPr id="20" name="文本框 19"/>
          <p:cNvSpPr txBox="1"/>
          <p:nvPr/>
        </p:nvSpPr>
        <p:spPr>
          <a:xfrm>
            <a:off x="4754355" y="2246378"/>
            <a:ext cx="3570204" cy="1446548"/>
          </a:xfrm>
          <a:prstGeom prst="rect">
            <a:avLst/>
          </a:prstGeom>
          <a:noFill/>
        </p:spPr>
        <p:txBody>
          <a:bodyPr wrap="none" lIns="91438" tIns="45719" rIns="91438" bIns="45719" rtlCol="0">
            <a:spAutoFit/>
          </a:bodyPr>
          <a:lstStyle/>
          <a:p>
            <a:r>
              <a:rPr lang="zh-CN" altLang="en-US" sz="8800" dirty="0">
                <a:ln w="0"/>
                <a:solidFill>
                  <a:schemeClr val="tx2"/>
                </a:solidFill>
                <a:latin typeface="微软雅黑" panose="020B0503020204020204" pitchFamily="34" charset="-122"/>
                <a:ea typeface="微软雅黑" panose="020B0503020204020204" pitchFamily="34" charset="-122"/>
              </a:rPr>
              <a:t>谢谢！</a:t>
            </a:r>
          </a:p>
        </p:txBody>
      </p:sp>
    </p:spTree>
    <p:extLst>
      <p:ext uri="{BB962C8B-B14F-4D97-AF65-F5344CB8AC3E}">
        <p14:creationId xmlns:p14="http://schemas.microsoft.com/office/powerpoint/2010/main" val="32500389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39.65,&quot;left&quot;:463.8,&quot;top&quot;:285.65,&quot;width&quot;:426.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39.65,&quot;left&quot;:463.8,&quot;top&quot;:285.65,&quot;width&quot;:426.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39.65,&quot;left&quot;:463.8,&quot;top&quot;:285.65,&quot;width&quot;:426.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39.65,&quot;left&quot;:463.8,&quot;top&quot;:285.65,&quot;width&quot;:426.3}"/>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463.8,&quot;top&quot;:285.65,&quot;width&quot;:437.6500000000004}"/>
</p:tagLst>
</file>

<file path=ppt/tags/tag89.xml><?xml version="1.0" encoding="utf-8"?>
<p:tagLst xmlns:a="http://schemas.openxmlformats.org/drawingml/2006/main" xmlns:r="http://schemas.openxmlformats.org/officeDocument/2006/relationships" xmlns:p="http://schemas.openxmlformats.org/presentationml/2006/main">
  <p:tag name="TIMING" val="|5|3.1|11|5|9.1|6|7.3|3.2"/>
</p:tagLst>
</file>

<file path=ppt/tags/tag90.xml><?xml version="1.0" encoding="utf-8"?>
<p:tagLst xmlns:a="http://schemas.openxmlformats.org/drawingml/2006/main" xmlns:r="http://schemas.openxmlformats.org/officeDocument/2006/relationships" xmlns:p="http://schemas.openxmlformats.org/presentationml/2006/main">
  <p:tag name="TIMING" val="|3.6|3.8|4.9|7.5|3.8|9.9"/>
</p:tagLst>
</file>

<file path=ppt/tags/tag91.xml><?xml version="1.0" encoding="utf-8"?>
<p:tagLst xmlns:a="http://schemas.openxmlformats.org/drawingml/2006/main" xmlns:r="http://schemas.openxmlformats.org/officeDocument/2006/relationships" xmlns:p="http://schemas.openxmlformats.org/presentationml/2006/main">
  <p:tag name="TIMING" val="|4.4|6.5|2.9|12.1"/>
</p:tagLst>
</file>

<file path=ppt/tags/tag92.xml><?xml version="1.0" encoding="utf-8"?>
<p:tagLst xmlns:a="http://schemas.openxmlformats.org/drawingml/2006/main" xmlns:r="http://schemas.openxmlformats.org/officeDocument/2006/relationships" xmlns:p="http://schemas.openxmlformats.org/presentationml/2006/main">
  <p:tag name="TIMING" val="|4.9|6.4|14.1"/>
</p:tagLst>
</file>

<file path=ppt/tags/tag93.xml><?xml version="1.0" encoding="utf-8"?>
<p:tagLst xmlns:a="http://schemas.openxmlformats.org/drawingml/2006/main" xmlns:r="http://schemas.openxmlformats.org/officeDocument/2006/relationships" xmlns:p="http://schemas.openxmlformats.org/presentationml/2006/main">
  <p:tag name="TIMING" val="|1.2|4.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43.31527559055115,&quot;left&quot;:17.68527559055118,&quot;top&quot;:68.29141732283465,&quot;width&quot;:577.4}"/>
</p:tagLst>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8998</TotalTime>
  <Words>5161</Words>
  <Application>Microsoft Macintosh PowerPoint</Application>
  <PresentationFormat>宽屏</PresentationFormat>
  <Paragraphs>536</Paragraphs>
  <Slides>38</Slides>
  <Notes>25</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64" baseType="lpstr">
      <vt:lpstr>-apple-system</vt:lpstr>
      <vt:lpstr>Apple SD Gothic Neo Regular</vt:lpstr>
      <vt:lpstr>Kaiti SC Black</vt:lpstr>
      <vt:lpstr>PingFang SC</vt:lpstr>
      <vt:lpstr>仿宋_GB2312</vt:lpstr>
      <vt:lpstr>华文楷体</vt:lpstr>
      <vt:lpstr>宋体</vt:lpstr>
      <vt:lpstr>宋体</vt:lpstr>
      <vt:lpstr>幼圆</vt:lpstr>
      <vt:lpstr>微软雅黑</vt:lpstr>
      <vt:lpstr>微软雅黑</vt:lpstr>
      <vt:lpstr>方正小标宋简体</vt:lpstr>
      <vt:lpstr>楷体</vt:lpstr>
      <vt:lpstr>DengXian</vt:lpstr>
      <vt:lpstr>DengXian</vt:lpstr>
      <vt:lpstr>黑体</vt:lpstr>
      <vt:lpstr>Arial</vt:lpstr>
      <vt:lpstr>Calibri</vt:lpstr>
      <vt:lpstr>Cambria Math</vt:lpstr>
      <vt:lpstr>Eras Light ITC</vt:lpstr>
      <vt:lpstr>Segoe UI Semilight</vt:lpstr>
      <vt:lpstr>Times New Roman</vt:lpstr>
      <vt:lpstr>Verdana</vt:lpstr>
      <vt:lpstr>Wingdings</vt:lpstr>
      <vt:lpstr>Office 主题</vt:lpstr>
      <vt:lpstr>Bitmap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 PLUS</dc:creator>
  <cp:lastModifiedBy>Microsoft Office User</cp:lastModifiedBy>
  <cp:revision>636</cp:revision>
  <cp:lastPrinted>2020-06-12T04:59:09Z</cp:lastPrinted>
  <dcterms:created xsi:type="dcterms:W3CDTF">2015-04-07T16:28:00Z</dcterms:created>
  <dcterms:modified xsi:type="dcterms:W3CDTF">2025-07-07T16:15:01Z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2052-11.3.0.8586</vt:lpwstr>
  </property>
</Properties>
</file>