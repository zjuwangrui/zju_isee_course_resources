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9" r:id="rId1"/>
  </p:sldMasterIdLst>
  <p:notesMasterIdLst>
    <p:notesMasterId r:id="rId32"/>
  </p:notesMasterIdLst>
  <p:sldIdLst>
    <p:sldId id="256" r:id="rId2"/>
    <p:sldId id="299" r:id="rId3"/>
    <p:sldId id="270" r:id="rId4"/>
    <p:sldId id="269" r:id="rId5"/>
    <p:sldId id="271" r:id="rId6"/>
    <p:sldId id="272" r:id="rId7"/>
    <p:sldId id="291" r:id="rId8"/>
    <p:sldId id="293" r:id="rId9"/>
    <p:sldId id="294" r:id="rId10"/>
    <p:sldId id="295" r:id="rId11"/>
    <p:sldId id="296" r:id="rId12"/>
    <p:sldId id="297" r:id="rId13"/>
    <p:sldId id="298" r:id="rId14"/>
    <p:sldId id="300" r:id="rId15"/>
    <p:sldId id="301" r:id="rId16"/>
    <p:sldId id="302" r:id="rId17"/>
    <p:sldId id="303" r:id="rId18"/>
    <p:sldId id="304" r:id="rId19"/>
    <p:sldId id="305" r:id="rId20"/>
    <p:sldId id="306" r:id="rId21"/>
    <p:sldId id="307" r:id="rId22"/>
    <p:sldId id="308" r:id="rId23"/>
    <p:sldId id="309" r:id="rId24"/>
    <p:sldId id="286" r:id="rId25"/>
    <p:sldId id="287" r:id="rId26"/>
    <p:sldId id="266" r:id="rId27"/>
    <p:sldId id="288" r:id="rId28"/>
    <p:sldId id="289" r:id="rId29"/>
    <p:sldId id="290" r:id="rId30"/>
    <p:sldId id="292"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7100EA-6084-473F-BC4B-826D8D736A77}" v="51" dt="2024-05-05T15:32:01.7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 Michael" userId="6ad0b99d3e159485" providerId="LiveId" clId="{DD22B5C2-7038-4511-BDBB-29C2C0E627F6}"/>
    <pc:docChg chg="undo custSel addSld delSld modSld sldOrd">
      <pc:chgData name="Ma Michael" userId="6ad0b99d3e159485" providerId="LiveId" clId="{DD22B5C2-7038-4511-BDBB-29C2C0E627F6}" dt="2023-11-27T09:16:22.783" v="3449" actId="20577"/>
      <pc:docMkLst>
        <pc:docMk/>
      </pc:docMkLst>
      <pc:sldChg chg="modSp">
        <pc:chgData name="Ma Michael" userId="6ad0b99d3e159485" providerId="LiveId" clId="{DD22B5C2-7038-4511-BDBB-29C2C0E627F6}" dt="2023-11-27T07:16:56.276" v="10" actId="20577"/>
        <pc:sldMkLst>
          <pc:docMk/>
          <pc:sldMk cId="4158158410" sldId="256"/>
        </pc:sldMkLst>
        <pc:spChg chg="mod">
          <ac:chgData name="Ma Michael" userId="6ad0b99d3e159485" providerId="LiveId" clId="{DD22B5C2-7038-4511-BDBB-29C2C0E627F6}" dt="2023-11-27T07:16:48.765" v="6" actId="20577"/>
          <ac:spMkLst>
            <pc:docMk/>
            <pc:sldMk cId="4158158410" sldId="256"/>
            <ac:spMk id="2" creationId="{E0F83728-FF9C-493D-874E-69E48B0F852B}"/>
          </ac:spMkLst>
        </pc:spChg>
        <pc:spChg chg="mod">
          <ac:chgData name="Ma Michael" userId="6ad0b99d3e159485" providerId="LiveId" clId="{DD22B5C2-7038-4511-BDBB-29C2C0E627F6}" dt="2023-11-27T07:16:56.276" v="10" actId="20577"/>
          <ac:spMkLst>
            <pc:docMk/>
            <pc:sldMk cId="4158158410" sldId="256"/>
            <ac:spMk id="3" creationId="{EDDC0AF7-252C-4783-AF29-E77DDF75DBFA}"/>
          </ac:spMkLst>
        </pc:spChg>
      </pc:sldChg>
      <pc:sldChg chg="del">
        <pc:chgData name="Ma Michael" userId="6ad0b99d3e159485" providerId="LiveId" clId="{DD22B5C2-7038-4511-BDBB-29C2C0E627F6}" dt="2023-11-27T08:42:45.247" v="1070" actId="2696"/>
        <pc:sldMkLst>
          <pc:docMk/>
          <pc:sldMk cId="2096395601" sldId="258"/>
        </pc:sldMkLst>
      </pc:sldChg>
      <pc:sldChg chg="ord">
        <pc:chgData name="Ma Michael" userId="6ad0b99d3e159485" providerId="LiveId" clId="{DD22B5C2-7038-4511-BDBB-29C2C0E627F6}" dt="2023-11-27T08:42:08.242" v="1069"/>
        <pc:sldMkLst>
          <pc:docMk/>
          <pc:sldMk cId="1640753981" sldId="259"/>
        </pc:sldMkLst>
      </pc:sldChg>
      <pc:sldChg chg="ord">
        <pc:chgData name="Ma Michael" userId="6ad0b99d3e159485" providerId="LiveId" clId="{DD22B5C2-7038-4511-BDBB-29C2C0E627F6}" dt="2023-11-27T08:41:58.102" v="1067"/>
        <pc:sldMkLst>
          <pc:docMk/>
          <pc:sldMk cId="3055120047" sldId="260"/>
        </pc:sldMkLst>
      </pc:sldChg>
      <pc:sldChg chg="ord">
        <pc:chgData name="Ma Michael" userId="6ad0b99d3e159485" providerId="LiveId" clId="{DD22B5C2-7038-4511-BDBB-29C2C0E627F6}" dt="2023-11-27T08:42:02.272" v="1068"/>
        <pc:sldMkLst>
          <pc:docMk/>
          <pc:sldMk cId="4103628916" sldId="261"/>
        </pc:sldMkLst>
      </pc:sldChg>
      <pc:sldChg chg="ord">
        <pc:chgData name="Ma Michael" userId="6ad0b99d3e159485" providerId="LiveId" clId="{DD22B5C2-7038-4511-BDBB-29C2C0E627F6}" dt="2023-11-27T08:41:40.458" v="1064"/>
        <pc:sldMkLst>
          <pc:docMk/>
          <pc:sldMk cId="737690234" sldId="263"/>
        </pc:sldMkLst>
      </pc:sldChg>
      <pc:sldChg chg="ord">
        <pc:chgData name="Ma Michael" userId="6ad0b99d3e159485" providerId="LiveId" clId="{DD22B5C2-7038-4511-BDBB-29C2C0E627F6}" dt="2023-11-27T08:41:51.116" v="1066"/>
        <pc:sldMkLst>
          <pc:docMk/>
          <pc:sldMk cId="1572507303" sldId="264"/>
        </pc:sldMkLst>
      </pc:sldChg>
      <pc:sldChg chg="modSp">
        <pc:chgData name="Ma Michael" userId="6ad0b99d3e159485" providerId="LiveId" clId="{DD22B5C2-7038-4511-BDBB-29C2C0E627F6}" dt="2023-11-27T07:58:36.763" v="57" actId="20577"/>
        <pc:sldMkLst>
          <pc:docMk/>
          <pc:sldMk cId="1859722345" sldId="265"/>
        </pc:sldMkLst>
        <pc:graphicFrameChg chg="mod">
          <ac:chgData name="Ma Michael" userId="6ad0b99d3e159485" providerId="LiveId" clId="{DD22B5C2-7038-4511-BDBB-29C2C0E627F6}" dt="2023-11-27T07:58:36.763" v="57" actId="20577"/>
          <ac:graphicFrameMkLst>
            <pc:docMk/>
            <pc:sldMk cId="1859722345" sldId="265"/>
            <ac:graphicFrameMk id="4" creationId="{17935796-8903-4F14-929E-9EA8AB6A69CD}"/>
          </ac:graphicFrameMkLst>
        </pc:graphicFrameChg>
      </pc:sldChg>
      <pc:sldChg chg="modSp">
        <pc:chgData name="Ma Michael" userId="6ad0b99d3e159485" providerId="LiveId" clId="{DD22B5C2-7038-4511-BDBB-29C2C0E627F6}" dt="2023-11-27T08:40:39.069" v="1062" actId="20577"/>
        <pc:sldMkLst>
          <pc:docMk/>
          <pc:sldMk cId="3959635099" sldId="267"/>
        </pc:sldMkLst>
        <pc:spChg chg="mod">
          <ac:chgData name="Ma Michael" userId="6ad0b99d3e159485" providerId="LiveId" clId="{DD22B5C2-7038-4511-BDBB-29C2C0E627F6}" dt="2023-11-27T08:40:39.069" v="1062" actId="20577"/>
          <ac:spMkLst>
            <pc:docMk/>
            <pc:sldMk cId="3959635099" sldId="267"/>
            <ac:spMk id="2" creationId="{E121D80F-92F8-45E0-833D-1475BAC637CD}"/>
          </ac:spMkLst>
        </pc:spChg>
      </pc:sldChg>
      <pc:sldChg chg="addSp delSp modSp add">
        <pc:chgData name="Ma Michael" userId="6ad0b99d3e159485" providerId="LiveId" clId="{DD22B5C2-7038-4511-BDBB-29C2C0E627F6}" dt="2023-11-27T08:15:35.457" v="343"/>
        <pc:sldMkLst>
          <pc:docMk/>
          <pc:sldMk cId="2386381355" sldId="269"/>
        </pc:sldMkLst>
        <pc:spChg chg="mod">
          <ac:chgData name="Ma Michael" userId="6ad0b99d3e159485" providerId="LiveId" clId="{DD22B5C2-7038-4511-BDBB-29C2C0E627F6}" dt="2023-11-27T08:12:27.614" v="339" actId="20577"/>
          <ac:spMkLst>
            <pc:docMk/>
            <pc:sldMk cId="2386381355" sldId="269"/>
            <ac:spMk id="2" creationId="{FBF21F5B-9E8B-4978-9CC7-D001D75EE5FF}"/>
          </ac:spMkLst>
        </pc:spChg>
        <pc:spChg chg="mod">
          <ac:chgData name="Ma Michael" userId="6ad0b99d3e159485" providerId="LiveId" clId="{DD22B5C2-7038-4511-BDBB-29C2C0E627F6}" dt="2023-11-27T08:10:24.077" v="259" actId="20577"/>
          <ac:spMkLst>
            <pc:docMk/>
            <pc:sldMk cId="2386381355" sldId="269"/>
            <ac:spMk id="3" creationId="{1BAC652B-69DD-4954-945E-F209EA3B9485}"/>
          </ac:spMkLst>
        </pc:spChg>
        <pc:spChg chg="del mod">
          <ac:chgData name="Ma Michael" userId="6ad0b99d3e159485" providerId="LiveId" clId="{DD22B5C2-7038-4511-BDBB-29C2C0E627F6}" dt="2023-11-27T08:15:35.457" v="343"/>
          <ac:spMkLst>
            <pc:docMk/>
            <pc:sldMk cId="2386381355" sldId="269"/>
            <ac:spMk id="4" creationId="{B04EF0F2-587B-44F6-8D39-00DD5715E5A1}"/>
          </ac:spMkLst>
        </pc:spChg>
        <pc:picChg chg="add del">
          <ac:chgData name="Ma Michael" userId="6ad0b99d3e159485" providerId="LiveId" clId="{DD22B5C2-7038-4511-BDBB-29C2C0E627F6}" dt="2023-11-27T08:15:32.374" v="341"/>
          <ac:picMkLst>
            <pc:docMk/>
            <pc:sldMk cId="2386381355" sldId="269"/>
            <ac:picMk id="2050" creationId="{2BB26DAD-EF55-4032-9374-BE7FDB48D266}"/>
          </ac:picMkLst>
        </pc:picChg>
        <pc:picChg chg="add">
          <ac:chgData name="Ma Michael" userId="6ad0b99d3e159485" providerId="LiveId" clId="{DD22B5C2-7038-4511-BDBB-29C2C0E627F6}" dt="2023-11-27T08:15:35.457" v="343"/>
          <ac:picMkLst>
            <pc:docMk/>
            <pc:sldMk cId="2386381355" sldId="269"/>
            <ac:picMk id="2052" creationId="{18C606BD-7945-4B36-BB34-B53B2B8B49DD}"/>
          </ac:picMkLst>
        </pc:picChg>
      </pc:sldChg>
      <pc:sldChg chg="addSp delSp modSp add">
        <pc:chgData name="Ma Michael" userId="6ad0b99d3e159485" providerId="LiveId" clId="{DD22B5C2-7038-4511-BDBB-29C2C0E627F6}" dt="2023-11-27T08:11:56.637" v="326"/>
        <pc:sldMkLst>
          <pc:docMk/>
          <pc:sldMk cId="2823104671" sldId="270"/>
        </pc:sldMkLst>
        <pc:spChg chg="mod">
          <ac:chgData name="Ma Michael" userId="6ad0b99d3e159485" providerId="LiveId" clId="{DD22B5C2-7038-4511-BDBB-29C2C0E627F6}" dt="2023-11-27T08:11:41.592" v="323"/>
          <ac:spMkLst>
            <pc:docMk/>
            <pc:sldMk cId="2823104671" sldId="270"/>
            <ac:spMk id="2" creationId="{E6CDA342-AE84-4E4F-BCDC-BC75C265453F}"/>
          </ac:spMkLst>
        </pc:spChg>
        <pc:spChg chg="del">
          <ac:chgData name="Ma Michael" userId="6ad0b99d3e159485" providerId="LiveId" clId="{DD22B5C2-7038-4511-BDBB-29C2C0E627F6}" dt="2023-11-27T08:11:44.860" v="324"/>
          <ac:spMkLst>
            <pc:docMk/>
            <pc:sldMk cId="2823104671" sldId="270"/>
            <ac:spMk id="3" creationId="{1A0B2676-E6A8-4048-B2F6-28923E2C11B7}"/>
          </ac:spMkLst>
        </pc:spChg>
        <pc:spChg chg="del">
          <ac:chgData name="Ma Michael" userId="6ad0b99d3e159485" providerId="LiveId" clId="{DD22B5C2-7038-4511-BDBB-29C2C0E627F6}" dt="2023-11-27T08:11:44.860" v="324"/>
          <ac:spMkLst>
            <pc:docMk/>
            <pc:sldMk cId="2823104671" sldId="270"/>
            <ac:spMk id="4" creationId="{6D0B2BA1-3D50-4A8F-8520-6773E61284B6}"/>
          </ac:spMkLst>
        </pc:spChg>
        <pc:spChg chg="add del mod">
          <ac:chgData name="Ma Michael" userId="6ad0b99d3e159485" providerId="LiveId" clId="{DD22B5C2-7038-4511-BDBB-29C2C0E627F6}" dt="2023-11-27T08:11:56.637" v="326"/>
          <ac:spMkLst>
            <pc:docMk/>
            <pc:sldMk cId="2823104671" sldId="270"/>
            <ac:spMk id="5" creationId="{88AF1FDC-910C-4BCF-A858-2924DF7AA506}"/>
          </ac:spMkLst>
        </pc:spChg>
        <pc:picChg chg="add">
          <ac:chgData name="Ma Michael" userId="6ad0b99d3e159485" providerId="LiveId" clId="{DD22B5C2-7038-4511-BDBB-29C2C0E627F6}" dt="2023-11-27T08:11:56.637" v="326"/>
          <ac:picMkLst>
            <pc:docMk/>
            <pc:sldMk cId="2823104671" sldId="270"/>
            <ac:picMk id="1026" creationId="{CA1656D6-5DBF-4626-8307-DAE61A00FF2B}"/>
          </ac:picMkLst>
        </pc:picChg>
      </pc:sldChg>
      <pc:sldChg chg="addSp delSp modSp add">
        <pc:chgData name="Ma Michael" userId="6ad0b99d3e159485" providerId="LiveId" clId="{DD22B5C2-7038-4511-BDBB-29C2C0E627F6}" dt="2023-11-27T08:23:08.211" v="529" actId="27636"/>
        <pc:sldMkLst>
          <pc:docMk/>
          <pc:sldMk cId="1405925062" sldId="271"/>
        </pc:sldMkLst>
        <pc:spChg chg="mod">
          <ac:chgData name="Ma Michael" userId="6ad0b99d3e159485" providerId="LiveId" clId="{DD22B5C2-7038-4511-BDBB-29C2C0E627F6}" dt="2023-11-27T08:17:06.399" v="390" actId="20577"/>
          <ac:spMkLst>
            <pc:docMk/>
            <pc:sldMk cId="1405925062" sldId="271"/>
            <ac:spMk id="2" creationId="{9D308618-4CF3-4340-8067-8F092F339EDC}"/>
          </ac:spMkLst>
        </pc:spChg>
        <pc:spChg chg="mod">
          <ac:chgData name="Ma Michael" userId="6ad0b99d3e159485" providerId="LiveId" clId="{DD22B5C2-7038-4511-BDBB-29C2C0E627F6}" dt="2023-11-27T08:23:08.211" v="529" actId="27636"/>
          <ac:spMkLst>
            <pc:docMk/>
            <pc:sldMk cId="1405925062" sldId="271"/>
            <ac:spMk id="3" creationId="{8D7515E5-913A-47FF-8787-91162677FEBE}"/>
          </ac:spMkLst>
        </pc:spChg>
        <pc:spChg chg="del">
          <ac:chgData name="Ma Michael" userId="6ad0b99d3e159485" providerId="LiveId" clId="{DD22B5C2-7038-4511-BDBB-29C2C0E627F6}" dt="2023-11-27T08:21:04.367" v="391"/>
          <ac:spMkLst>
            <pc:docMk/>
            <pc:sldMk cId="1405925062" sldId="271"/>
            <ac:spMk id="4" creationId="{4271AB7A-4C5B-49EF-A54A-B2281985F9FD}"/>
          </ac:spMkLst>
        </pc:spChg>
        <pc:picChg chg="add">
          <ac:chgData name="Ma Michael" userId="6ad0b99d3e159485" providerId="LiveId" clId="{DD22B5C2-7038-4511-BDBB-29C2C0E627F6}" dt="2023-11-27T08:21:04.367" v="391"/>
          <ac:picMkLst>
            <pc:docMk/>
            <pc:sldMk cId="1405925062" sldId="271"/>
            <ac:picMk id="3074" creationId="{2F7A57A9-97FF-4970-A1BF-EE3325A5F634}"/>
          </ac:picMkLst>
        </pc:picChg>
      </pc:sldChg>
      <pc:sldChg chg="addSp delSp modSp add">
        <pc:chgData name="Ma Michael" userId="6ad0b99d3e159485" providerId="LiveId" clId="{DD22B5C2-7038-4511-BDBB-29C2C0E627F6}" dt="2023-11-27T08:30:40.967" v="643" actId="20577"/>
        <pc:sldMkLst>
          <pc:docMk/>
          <pc:sldMk cId="3048519091" sldId="272"/>
        </pc:sldMkLst>
        <pc:spChg chg="del">
          <ac:chgData name="Ma Michael" userId="6ad0b99d3e159485" providerId="LiveId" clId="{DD22B5C2-7038-4511-BDBB-29C2C0E627F6}" dt="2023-11-27T08:23:51.237" v="531"/>
          <ac:spMkLst>
            <pc:docMk/>
            <pc:sldMk cId="3048519091" sldId="272"/>
            <ac:spMk id="2" creationId="{0B5BD626-968D-4688-BAFA-43CC3F6D1CEB}"/>
          </ac:spMkLst>
        </pc:spChg>
        <pc:spChg chg="del">
          <ac:chgData name="Ma Michael" userId="6ad0b99d3e159485" providerId="LiveId" clId="{DD22B5C2-7038-4511-BDBB-29C2C0E627F6}" dt="2023-11-27T08:23:51.237" v="531"/>
          <ac:spMkLst>
            <pc:docMk/>
            <pc:sldMk cId="3048519091" sldId="272"/>
            <ac:spMk id="3" creationId="{DF061733-CA4C-43F0-B8EE-8D217BDD886C}"/>
          </ac:spMkLst>
        </pc:spChg>
        <pc:spChg chg="del">
          <ac:chgData name="Ma Michael" userId="6ad0b99d3e159485" providerId="LiveId" clId="{DD22B5C2-7038-4511-BDBB-29C2C0E627F6}" dt="2023-11-27T08:23:51.237" v="531"/>
          <ac:spMkLst>
            <pc:docMk/>
            <pc:sldMk cId="3048519091" sldId="272"/>
            <ac:spMk id="4" creationId="{2A09C0ED-9703-427C-AB7B-3B27BC2C3645}"/>
          </ac:spMkLst>
        </pc:spChg>
        <pc:spChg chg="add mod">
          <ac:chgData name="Ma Michael" userId="6ad0b99d3e159485" providerId="LiveId" clId="{DD22B5C2-7038-4511-BDBB-29C2C0E627F6}" dt="2023-11-27T08:30:40.967" v="643" actId="20577"/>
          <ac:spMkLst>
            <pc:docMk/>
            <pc:sldMk cId="3048519091" sldId="272"/>
            <ac:spMk id="5" creationId="{C73D919E-B306-40E9-93CC-8A7040E15CD8}"/>
          </ac:spMkLst>
        </pc:spChg>
        <pc:spChg chg="add del mod">
          <ac:chgData name="Ma Michael" userId="6ad0b99d3e159485" providerId="LiveId" clId="{DD22B5C2-7038-4511-BDBB-29C2C0E627F6}" dt="2023-11-27T08:28:59.011" v="584"/>
          <ac:spMkLst>
            <pc:docMk/>
            <pc:sldMk cId="3048519091" sldId="272"/>
            <ac:spMk id="6" creationId="{C01BFC1E-F40B-4943-A2AE-BADC6B26A7A6}"/>
          </ac:spMkLst>
        </pc:spChg>
        <pc:spChg chg="add mod">
          <ac:chgData name="Ma Michael" userId="6ad0b99d3e159485" providerId="LiveId" clId="{DD22B5C2-7038-4511-BDBB-29C2C0E627F6}" dt="2023-11-27T08:30:26.265" v="620" actId="20577"/>
          <ac:spMkLst>
            <pc:docMk/>
            <pc:sldMk cId="3048519091" sldId="272"/>
            <ac:spMk id="7" creationId="{523FDD67-2AB1-4590-87C1-C1DAF03FF5D5}"/>
          </ac:spMkLst>
        </pc:spChg>
        <pc:picChg chg="add del mod">
          <ac:chgData name="Ma Michael" userId="6ad0b99d3e159485" providerId="LiveId" clId="{DD22B5C2-7038-4511-BDBB-29C2C0E627F6}" dt="2023-11-27T08:28:57.747" v="583"/>
          <ac:picMkLst>
            <pc:docMk/>
            <pc:sldMk cId="3048519091" sldId="272"/>
            <ac:picMk id="4098" creationId="{F700A14B-7212-4E56-9B04-C0A024D48D9E}"/>
          </ac:picMkLst>
        </pc:picChg>
        <pc:picChg chg="add mod">
          <ac:chgData name="Ma Michael" userId="6ad0b99d3e159485" providerId="LiveId" clId="{DD22B5C2-7038-4511-BDBB-29C2C0E627F6}" dt="2023-11-27T08:29:29.540" v="590" actId="1076"/>
          <ac:picMkLst>
            <pc:docMk/>
            <pc:sldMk cId="3048519091" sldId="272"/>
            <ac:picMk id="4100" creationId="{563875DD-DDD3-4DD0-89E3-940DE084F479}"/>
          </ac:picMkLst>
        </pc:picChg>
      </pc:sldChg>
      <pc:sldChg chg="addSp delSp modSp add">
        <pc:chgData name="Ma Michael" userId="6ad0b99d3e159485" providerId="LiveId" clId="{DD22B5C2-7038-4511-BDBB-29C2C0E627F6}" dt="2023-11-27T08:39:00.715" v="1044" actId="20577"/>
        <pc:sldMkLst>
          <pc:docMk/>
          <pc:sldMk cId="1255712214" sldId="273"/>
        </pc:sldMkLst>
        <pc:spChg chg="del">
          <ac:chgData name="Ma Michael" userId="6ad0b99d3e159485" providerId="LiveId" clId="{DD22B5C2-7038-4511-BDBB-29C2C0E627F6}" dt="2023-11-27T08:32:36.343" v="645"/>
          <ac:spMkLst>
            <pc:docMk/>
            <pc:sldMk cId="1255712214" sldId="273"/>
            <ac:spMk id="2" creationId="{27EFD08A-9272-4C46-830C-95EB754D8A58}"/>
          </ac:spMkLst>
        </pc:spChg>
        <pc:spChg chg="del">
          <ac:chgData name="Ma Michael" userId="6ad0b99d3e159485" providerId="LiveId" clId="{DD22B5C2-7038-4511-BDBB-29C2C0E627F6}" dt="2023-11-27T08:32:36.343" v="645"/>
          <ac:spMkLst>
            <pc:docMk/>
            <pc:sldMk cId="1255712214" sldId="273"/>
            <ac:spMk id="3" creationId="{6FB147AA-3A19-41C2-94B4-077969407CF3}"/>
          </ac:spMkLst>
        </pc:spChg>
        <pc:spChg chg="add mod">
          <ac:chgData name="Ma Michael" userId="6ad0b99d3e159485" providerId="LiveId" clId="{DD22B5C2-7038-4511-BDBB-29C2C0E627F6}" dt="2023-11-27T08:33:20.622" v="758" actId="20577"/>
          <ac:spMkLst>
            <pc:docMk/>
            <pc:sldMk cId="1255712214" sldId="273"/>
            <ac:spMk id="4" creationId="{DDAA4259-9B82-4A0A-8931-5863AB5DF934}"/>
          </ac:spMkLst>
        </pc:spChg>
        <pc:spChg chg="add mod">
          <ac:chgData name="Ma Michael" userId="6ad0b99d3e159485" providerId="LiveId" clId="{DD22B5C2-7038-4511-BDBB-29C2C0E627F6}" dt="2023-11-27T08:35:23.352" v="835" actId="20577"/>
          <ac:spMkLst>
            <pc:docMk/>
            <pc:sldMk cId="1255712214" sldId="273"/>
            <ac:spMk id="5" creationId="{D2DBDD79-F6A7-4848-BB96-E4A22BC2DB75}"/>
          </ac:spMkLst>
        </pc:spChg>
        <pc:spChg chg="add mod">
          <ac:chgData name="Ma Michael" userId="6ad0b99d3e159485" providerId="LiveId" clId="{DD22B5C2-7038-4511-BDBB-29C2C0E627F6}" dt="2023-11-27T08:39:00.715" v="1044" actId="20577"/>
          <ac:spMkLst>
            <pc:docMk/>
            <pc:sldMk cId="1255712214" sldId="273"/>
            <ac:spMk id="6" creationId="{80EDB394-D41D-4C7C-AB98-DFB430C252CD}"/>
          </ac:spMkLst>
        </pc:spChg>
      </pc:sldChg>
      <pc:sldChg chg="modSp add">
        <pc:chgData name="Ma Michael" userId="6ad0b99d3e159485" providerId="LiveId" clId="{DD22B5C2-7038-4511-BDBB-29C2C0E627F6}" dt="2023-11-27T08:46:10.210" v="1099" actId="27636"/>
        <pc:sldMkLst>
          <pc:docMk/>
          <pc:sldMk cId="4110274299" sldId="274"/>
        </pc:sldMkLst>
        <pc:spChg chg="mod">
          <ac:chgData name="Ma Michael" userId="6ad0b99d3e159485" providerId="LiveId" clId="{DD22B5C2-7038-4511-BDBB-29C2C0E627F6}" dt="2023-11-27T08:44:36.005" v="1097" actId="20577"/>
          <ac:spMkLst>
            <pc:docMk/>
            <pc:sldMk cId="4110274299" sldId="274"/>
            <ac:spMk id="2" creationId="{8CD13D94-FE7E-4820-83E8-D79A715BCCEB}"/>
          </ac:spMkLst>
        </pc:spChg>
        <pc:spChg chg="mod">
          <ac:chgData name="Ma Michael" userId="6ad0b99d3e159485" providerId="LiveId" clId="{DD22B5C2-7038-4511-BDBB-29C2C0E627F6}" dt="2023-11-27T08:46:10.210" v="1099" actId="27636"/>
          <ac:spMkLst>
            <pc:docMk/>
            <pc:sldMk cId="4110274299" sldId="274"/>
            <ac:spMk id="3" creationId="{E54B16B0-B4B9-4194-AD08-6A3E11489A41}"/>
          </ac:spMkLst>
        </pc:spChg>
      </pc:sldChg>
      <pc:sldChg chg="modSp add">
        <pc:chgData name="Ma Michael" userId="6ad0b99d3e159485" providerId="LiveId" clId="{DD22B5C2-7038-4511-BDBB-29C2C0E627F6}" dt="2023-11-27T08:47:55.163" v="1134" actId="27636"/>
        <pc:sldMkLst>
          <pc:docMk/>
          <pc:sldMk cId="4087234844" sldId="275"/>
        </pc:sldMkLst>
        <pc:spChg chg="mod">
          <ac:chgData name="Ma Michael" userId="6ad0b99d3e159485" providerId="LiveId" clId="{DD22B5C2-7038-4511-BDBB-29C2C0E627F6}" dt="2023-11-27T08:46:54.916" v="1132" actId="20577"/>
          <ac:spMkLst>
            <pc:docMk/>
            <pc:sldMk cId="4087234844" sldId="275"/>
            <ac:spMk id="2" creationId="{529A209E-4BD6-416E-9976-47C0FEA25980}"/>
          </ac:spMkLst>
        </pc:spChg>
        <pc:spChg chg="mod">
          <ac:chgData name="Ma Michael" userId="6ad0b99d3e159485" providerId="LiveId" clId="{DD22B5C2-7038-4511-BDBB-29C2C0E627F6}" dt="2023-11-27T08:47:55.163" v="1134" actId="27636"/>
          <ac:spMkLst>
            <pc:docMk/>
            <pc:sldMk cId="4087234844" sldId="275"/>
            <ac:spMk id="3" creationId="{28A85137-4D35-4453-89FA-232F69CED9BA}"/>
          </ac:spMkLst>
        </pc:spChg>
      </pc:sldChg>
      <pc:sldChg chg="modSp add">
        <pc:chgData name="Ma Michael" userId="6ad0b99d3e159485" providerId="LiveId" clId="{DD22B5C2-7038-4511-BDBB-29C2C0E627F6}" dt="2023-11-27T08:54:55.408" v="1851" actId="20577"/>
        <pc:sldMkLst>
          <pc:docMk/>
          <pc:sldMk cId="917547039" sldId="276"/>
        </pc:sldMkLst>
        <pc:spChg chg="mod">
          <ac:chgData name="Ma Michael" userId="6ad0b99d3e159485" providerId="LiveId" clId="{DD22B5C2-7038-4511-BDBB-29C2C0E627F6}" dt="2023-11-27T08:52:21.021" v="1151" actId="20577"/>
          <ac:spMkLst>
            <pc:docMk/>
            <pc:sldMk cId="917547039" sldId="276"/>
            <ac:spMk id="2" creationId="{30FDB252-3A47-41EC-9E5B-EEF7204E8F51}"/>
          </ac:spMkLst>
        </pc:spChg>
        <pc:spChg chg="mod">
          <ac:chgData name="Ma Michael" userId="6ad0b99d3e159485" providerId="LiveId" clId="{DD22B5C2-7038-4511-BDBB-29C2C0E627F6}" dt="2023-11-27T08:54:55.408" v="1851" actId="20577"/>
          <ac:spMkLst>
            <pc:docMk/>
            <pc:sldMk cId="917547039" sldId="276"/>
            <ac:spMk id="3" creationId="{600742E3-8E00-4B2E-A0B6-4ED38F26750A}"/>
          </ac:spMkLst>
        </pc:spChg>
      </pc:sldChg>
      <pc:sldChg chg="modSp add">
        <pc:chgData name="Ma Michael" userId="6ad0b99d3e159485" providerId="LiveId" clId="{DD22B5C2-7038-4511-BDBB-29C2C0E627F6}" dt="2023-11-27T09:01:55.840" v="1874" actId="27636"/>
        <pc:sldMkLst>
          <pc:docMk/>
          <pc:sldMk cId="654200483" sldId="277"/>
        </pc:sldMkLst>
        <pc:spChg chg="mod">
          <ac:chgData name="Ma Michael" userId="6ad0b99d3e159485" providerId="LiveId" clId="{DD22B5C2-7038-4511-BDBB-29C2C0E627F6}" dt="2023-11-27T08:55:37.959" v="1868" actId="20577"/>
          <ac:spMkLst>
            <pc:docMk/>
            <pc:sldMk cId="654200483" sldId="277"/>
            <ac:spMk id="2" creationId="{B7A2FE98-6840-40B2-B21E-66F4F84B2F19}"/>
          </ac:spMkLst>
        </pc:spChg>
        <pc:spChg chg="mod">
          <ac:chgData name="Ma Michael" userId="6ad0b99d3e159485" providerId="LiveId" clId="{DD22B5C2-7038-4511-BDBB-29C2C0E627F6}" dt="2023-11-27T09:01:55.840" v="1874" actId="27636"/>
          <ac:spMkLst>
            <pc:docMk/>
            <pc:sldMk cId="654200483" sldId="277"/>
            <ac:spMk id="3" creationId="{50E68C2E-A995-444D-9915-57F0C474D56A}"/>
          </ac:spMkLst>
        </pc:spChg>
      </pc:sldChg>
      <pc:sldChg chg="modSp add">
        <pc:chgData name="Ma Michael" userId="6ad0b99d3e159485" providerId="LiveId" clId="{DD22B5C2-7038-4511-BDBB-29C2C0E627F6}" dt="2023-11-27T09:10:36.533" v="2723" actId="20577"/>
        <pc:sldMkLst>
          <pc:docMk/>
          <pc:sldMk cId="2099612263" sldId="278"/>
        </pc:sldMkLst>
        <pc:spChg chg="mod">
          <ac:chgData name="Ma Michael" userId="6ad0b99d3e159485" providerId="LiveId" clId="{DD22B5C2-7038-4511-BDBB-29C2C0E627F6}" dt="2023-11-27T09:02:13.055" v="1906" actId="20577"/>
          <ac:spMkLst>
            <pc:docMk/>
            <pc:sldMk cId="2099612263" sldId="278"/>
            <ac:spMk id="2" creationId="{E5E50608-78B0-4707-8757-51DE263155D1}"/>
          </ac:spMkLst>
        </pc:spChg>
        <pc:spChg chg="mod">
          <ac:chgData name="Ma Michael" userId="6ad0b99d3e159485" providerId="LiveId" clId="{DD22B5C2-7038-4511-BDBB-29C2C0E627F6}" dt="2023-11-27T09:10:36.533" v="2723" actId="20577"/>
          <ac:spMkLst>
            <pc:docMk/>
            <pc:sldMk cId="2099612263" sldId="278"/>
            <ac:spMk id="3" creationId="{0DE8B289-BFB9-49E3-B501-499DAB751794}"/>
          </ac:spMkLst>
        </pc:spChg>
      </pc:sldChg>
      <pc:sldChg chg="modSp add">
        <pc:chgData name="Ma Michael" userId="6ad0b99d3e159485" providerId="LiveId" clId="{DD22B5C2-7038-4511-BDBB-29C2C0E627F6}" dt="2023-11-27T09:16:22.783" v="3449" actId="20577"/>
        <pc:sldMkLst>
          <pc:docMk/>
          <pc:sldMk cId="827991440" sldId="279"/>
        </pc:sldMkLst>
        <pc:spChg chg="mod">
          <ac:chgData name="Ma Michael" userId="6ad0b99d3e159485" providerId="LiveId" clId="{DD22B5C2-7038-4511-BDBB-29C2C0E627F6}" dt="2023-11-27T09:10:53.022" v="2725"/>
          <ac:spMkLst>
            <pc:docMk/>
            <pc:sldMk cId="827991440" sldId="279"/>
            <ac:spMk id="2" creationId="{337B2650-5F99-4BC2-B70B-8BAC40593145}"/>
          </ac:spMkLst>
        </pc:spChg>
        <pc:spChg chg="mod">
          <ac:chgData name="Ma Michael" userId="6ad0b99d3e159485" providerId="LiveId" clId="{DD22B5C2-7038-4511-BDBB-29C2C0E627F6}" dt="2023-11-27T09:16:22.783" v="3449" actId="20577"/>
          <ac:spMkLst>
            <pc:docMk/>
            <pc:sldMk cId="827991440" sldId="279"/>
            <ac:spMk id="3" creationId="{6D607D9F-2893-4245-975D-253EF23F1508}"/>
          </ac:spMkLst>
        </pc:spChg>
      </pc:sldChg>
    </pc:docChg>
  </pc:docChgLst>
  <pc:docChgLst>
    <pc:chgData name="Michael Ma" userId="6ad0b99d3e159485" providerId="LiveId" clId="{647100EA-6084-473F-BC4B-826D8D736A77}"/>
    <pc:docChg chg="undo custSel addSld delSld modSld">
      <pc:chgData name="Michael Ma" userId="6ad0b99d3e159485" providerId="LiveId" clId="{647100EA-6084-473F-BC4B-826D8D736A77}" dt="2024-05-05T15:33:58.151" v="1344" actId="26606"/>
      <pc:docMkLst>
        <pc:docMk/>
      </pc:docMkLst>
      <pc:sldChg chg="addSp modSp mod setBg addAnim setClrOvrMap">
        <pc:chgData name="Michael Ma" userId="6ad0b99d3e159485" providerId="LiveId" clId="{647100EA-6084-473F-BC4B-826D8D736A77}" dt="2024-05-05T15:30:36.103" v="1327"/>
        <pc:sldMkLst>
          <pc:docMk/>
          <pc:sldMk cId="4158158410" sldId="256"/>
        </pc:sldMkLst>
        <pc:spChg chg="mod">
          <ac:chgData name="Michael Ma" userId="6ad0b99d3e159485" providerId="LiveId" clId="{647100EA-6084-473F-BC4B-826D8D736A77}" dt="2024-05-05T15:30:36.103" v="1325" actId="26606"/>
          <ac:spMkLst>
            <pc:docMk/>
            <pc:sldMk cId="4158158410" sldId="256"/>
            <ac:spMk id="2" creationId="{E0F83728-FF9C-493D-874E-69E48B0F852B}"/>
          </ac:spMkLst>
        </pc:spChg>
        <pc:spChg chg="mod">
          <ac:chgData name="Michael Ma" userId="6ad0b99d3e159485" providerId="LiveId" clId="{647100EA-6084-473F-BC4B-826D8D736A77}" dt="2024-05-05T15:30:36.103" v="1325" actId="26606"/>
          <ac:spMkLst>
            <pc:docMk/>
            <pc:sldMk cId="4158158410" sldId="256"/>
            <ac:spMk id="3" creationId="{EDDC0AF7-252C-4783-AF29-E77DDF75DBFA}"/>
          </ac:spMkLst>
        </pc:spChg>
        <pc:spChg chg="add">
          <ac:chgData name="Michael Ma" userId="6ad0b99d3e159485" providerId="LiveId" clId="{647100EA-6084-473F-BC4B-826D8D736A77}" dt="2024-05-05T15:30:36.103" v="1325" actId="26606"/>
          <ac:spMkLst>
            <pc:docMk/>
            <pc:sldMk cId="4158158410" sldId="256"/>
            <ac:spMk id="9" creationId="{FDF8837B-BAE2-489A-8F93-69216307D5A5}"/>
          </ac:spMkLst>
        </pc:spChg>
        <pc:picChg chg="add">
          <ac:chgData name="Michael Ma" userId="6ad0b99d3e159485" providerId="LiveId" clId="{647100EA-6084-473F-BC4B-826D8D736A77}" dt="2024-05-05T15:30:36.103" v="1325" actId="26606"/>
          <ac:picMkLst>
            <pc:docMk/>
            <pc:sldMk cId="4158158410" sldId="256"/>
            <ac:picMk id="5" creationId="{30C1157C-B340-6B16-2DFB-5D4A6BDE50AB}"/>
          </ac:picMkLst>
        </pc:picChg>
        <pc:cxnChg chg="add">
          <ac:chgData name="Michael Ma" userId="6ad0b99d3e159485" providerId="LiveId" clId="{647100EA-6084-473F-BC4B-826D8D736A77}" dt="2024-05-05T15:30:36.103" v="1325" actId="26606"/>
          <ac:cxnSpMkLst>
            <pc:docMk/>
            <pc:sldMk cId="4158158410" sldId="256"/>
            <ac:cxnSpMk id="11" creationId="{B48BEE9B-A2F4-4BF3-9EAD-16E1A7FC2DC6}"/>
          </ac:cxnSpMkLst>
        </pc:cxnChg>
      </pc:sldChg>
      <pc:sldChg chg="del">
        <pc:chgData name="Michael Ma" userId="6ad0b99d3e159485" providerId="LiveId" clId="{647100EA-6084-473F-BC4B-826D8D736A77}" dt="2024-05-05T14:55:07.301" v="74" actId="47"/>
        <pc:sldMkLst>
          <pc:docMk/>
          <pc:sldMk cId="1458651984" sldId="257"/>
        </pc:sldMkLst>
      </pc:sldChg>
      <pc:sldChg chg="del">
        <pc:chgData name="Michael Ma" userId="6ad0b99d3e159485" providerId="LiveId" clId="{647100EA-6084-473F-BC4B-826D8D736A77}" dt="2024-05-05T14:55:07.301" v="74" actId="47"/>
        <pc:sldMkLst>
          <pc:docMk/>
          <pc:sldMk cId="1640753981" sldId="259"/>
        </pc:sldMkLst>
      </pc:sldChg>
      <pc:sldChg chg="del">
        <pc:chgData name="Michael Ma" userId="6ad0b99d3e159485" providerId="LiveId" clId="{647100EA-6084-473F-BC4B-826D8D736A77}" dt="2024-05-05T14:55:07.301" v="74" actId="47"/>
        <pc:sldMkLst>
          <pc:docMk/>
          <pc:sldMk cId="3055120047" sldId="260"/>
        </pc:sldMkLst>
      </pc:sldChg>
      <pc:sldChg chg="del">
        <pc:chgData name="Michael Ma" userId="6ad0b99d3e159485" providerId="LiveId" clId="{647100EA-6084-473F-BC4B-826D8D736A77}" dt="2024-05-05T14:55:07.301" v="74" actId="47"/>
        <pc:sldMkLst>
          <pc:docMk/>
          <pc:sldMk cId="4103628916" sldId="261"/>
        </pc:sldMkLst>
      </pc:sldChg>
      <pc:sldChg chg="del">
        <pc:chgData name="Michael Ma" userId="6ad0b99d3e159485" providerId="LiveId" clId="{647100EA-6084-473F-BC4B-826D8D736A77}" dt="2024-05-05T14:55:07.301" v="74" actId="47"/>
        <pc:sldMkLst>
          <pc:docMk/>
          <pc:sldMk cId="2280252048" sldId="262"/>
        </pc:sldMkLst>
      </pc:sldChg>
      <pc:sldChg chg="del">
        <pc:chgData name="Michael Ma" userId="6ad0b99d3e159485" providerId="LiveId" clId="{647100EA-6084-473F-BC4B-826D8D736A77}" dt="2024-05-05T14:55:07.301" v="74" actId="47"/>
        <pc:sldMkLst>
          <pc:docMk/>
          <pc:sldMk cId="737690234" sldId="263"/>
        </pc:sldMkLst>
      </pc:sldChg>
      <pc:sldChg chg="del">
        <pc:chgData name="Michael Ma" userId="6ad0b99d3e159485" providerId="LiveId" clId="{647100EA-6084-473F-BC4B-826D8D736A77}" dt="2024-05-05T14:55:07.301" v="74" actId="47"/>
        <pc:sldMkLst>
          <pc:docMk/>
          <pc:sldMk cId="1572507303" sldId="264"/>
        </pc:sldMkLst>
      </pc:sldChg>
      <pc:sldChg chg="del">
        <pc:chgData name="Michael Ma" userId="6ad0b99d3e159485" providerId="LiveId" clId="{647100EA-6084-473F-BC4B-826D8D736A77}" dt="2024-05-05T15:28:02.686" v="1311" actId="47"/>
        <pc:sldMkLst>
          <pc:docMk/>
          <pc:sldMk cId="1859722345" sldId="265"/>
        </pc:sldMkLst>
      </pc:sldChg>
      <pc:sldChg chg="del">
        <pc:chgData name="Michael Ma" userId="6ad0b99d3e159485" providerId="LiveId" clId="{647100EA-6084-473F-BC4B-826D8D736A77}" dt="2024-05-05T14:40:06.501" v="17" actId="47"/>
        <pc:sldMkLst>
          <pc:docMk/>
          <pc:sldMk cId="3161495505" sldId="266"/>
        </pc:sldMkLst>
      </pc:sldChg>
      <pc:sldChg chg="addSp modSp add mod setBg modClrScheme chgLayout">
        <pc:chgData name="Michael Ma" userId="6ad0b99d3e159485" providerId="LiveId" clId="{647100EA-6084-473F-BC4B-826D8D736A77}" dt="2024-05-05T15:33:15.291" v="1338" actId="26606"/>
        <pc:sldMkLst>
          <pc:docMk/>
          <pc:sldMk cId="3431494219" sldId="266"/>
        </pc:sldMkLst>
        <pc:spChg chg="mod ord">
          <ac:chgData name="Michael Ma" userId="6ad0b99d3e159485" providerId="LiveId" clId="{647100EA-6084-473F-BC4B-826D8D736A77}" dt="2024-05-05T15:33:15.291" v="1338" actId="26606"/>
          <ac:spMkLst>
            <pc:docMk/>
            <pc:sldMk cId="3431494219" sldId="266"/>
            <ac:spMk id="2" creationId="{DA20F6AD-A0A7-4D5B-BB6A-59F3A3F16A6A}"/>
          </ac:spMkLst>
        </pc:spChg>
        <pc:spChg chg="add">
          <ac:chgData name="Michael Ma" userId="6ad0b99d3e159485" providerId="LiveId" clId="{647100EA-6084-473F-BC4B-826D8D736A77}" dt="2024-05-05T15:33:15.291" v="1338" actId="26606"/>
          <ac:spMkLst>
            <pc:docMk/>
            <pc:sldMk cId="3431494219" sldId="266"/>
            <ac:spMk id="22" creationId="{9401732C-37EE-4B98-A709-9530173F3802}"/>
          </ac:spMkLst>
        </pc:spChg>
        <pc:grpChg chg="add">
          <ac:chgData name="Michael Ma" userId="6ad0b99d3e159485" providerId="LiveId" clId="{647100EA-6084-473F-BC4B-826D8D736A77}" dt="2024-05-05T15:33:15.291" v="1338" actId="26606"/>
          <ac:grpSpMkLst>
            <pc:docMk/>
            <pc:sldMk cId="3431494219" sldId="266"/>
            <ac:grpSpMk id="14" creationId="{749C117F-F390-437B-ADB0-57E87EFF34F5}"/>
          </ac:grpSpMkLst>
        </pc:grpChg>
        <pc:grpChg chg="add">
          <ac:chgData name="Michael Ma" userId="6ad0b99d3e159485" providerId="LiveId" clId="{647100EA-6084-473F-BC4B-826D8D736A77}" dt="2024-05-05T15:33:15.291" v="1338" actId="26606"/>
          <ac:grpSpMkLst>
            <pc:docMk/>
            <pc:sldMk cId="3431494219" sldId="266"/>
            <ac:grpSpMk id="24" creationId="{654E48C8-2A00-4C54-BC9C-B18EE49E9C13}"/>
          </ac:grpSpMkLst>
        </pc:grpChg>
        <pc:picChg chg="mod ord">
          <ac:chgData name="Michael Ma" userId="6ad0b99d3e159485" providerId="LiveId" clId="{647100EA-6084-473F-BC4B-826D8D736A77}" dt="2024-05-05T15:33:15.291" v="1338" actId="26606"/>
          <ac:picMkLst>
            <pc:docMk/>
            <pc:sldMk cId="3431494219" sldId="266"/>
            <ac:picMk id="9" creationId="{F8C8D568-C7A8-4BF8-ACEF-E9B3CDFF8C1F}"/>
          </ac:picMkLst>
        </pc:picChg>
        <pc:cxnChg chg="add">
          <ac:chgData name="Michael Ma" userId="6ad0b99d3e159485" providerId="LiveId" clId="{647100EA-6084-473F-BC4B-826D8D736A77}" dt="2024-05-05T15:33:15.291" v="1338" actId="26606"/>
          <ac:cxnSpMkLst>
            <pc:docMk/>
            <pc:sldMk cId="3431494219" sldId="266"/>
            <ac:cxnSpMk id="20" creationId="{20742BC3-654B-4E41-9A6A-73A42E477639}"/>
          </ac:cxnSpMkLst>
        </pc:cxnChg>
      </pc:sldChg>
      <pc:sldChg chg="addSp delSp modSp mod setBg">
        <pc:chgData name="Michael Ma" userId="6ad0b99d3e159485" providerId="LiveId" clId="{647100EA-6084-473F-BC4B-826D8D736A77}" dt="2024-05-05T15:21:58.014" v="654" actId="26606"/>
        <pc:sldMkLst>
          <pc:docMk/>
          <pc:sldMk cId="3959635099" sldId="267"/>
        </pc:sldMkLst>
        <pc:spChg chg="mod">
          <ac:chgData name="Michael Ma" userId="6ad0b99d3e159485" providerId="LiveId" clId="{647100EA-6084-473F-BC4B-826D8D736A77}" dt="2024-05-05T15:21:58.014" v="654" actId="26606"/>
          <ac:spMkLst>
            <pc:docMk/>
            <pc:sldMk cId="3959635099" sldId="267"/>
            <ac:spMk id="2" creationId="{E121D80F-92F8-45E0-833D-1475BAC637CD}"/>
          </ac:spMkLst>
        </pc:spChg>
        <pc:spChg chg="del mod">
          <ac:chgData name="Michael Ma" userId="6ad0b99d3e159485" providerId="LiveId" clId="{647100EA-6084-473F-BC4B-826D8D736A77}" dt="2024-05-05T15:21:58.014" v="654" actId="26606"/>
          <ac:spMkLst>
            <pc:docMk/>
            <pc:sldMk cId="3959635099" sldId="267"/>
            <ac:spMk id="5" creationId="{A7272498-CD0B-480D-925F-9381176DA589}"/>
          </ac:spMkLst>
        </pc:spChg>
        <pc:graphicFrameChg chg="add">
          <ac:chgData name="Michael Ma" userId="6ad0b99d3e159485" providerId="LiveId" clId="{647100EA-6084-473F-BC4B-826D8D736A77}" dt="2024-05-05T15:21:58.014" v="654" actId="26606"/>
          <ac:graphicFrameMkLst>
            <pc:docMk/>
            <pc:sldMk cId="3959635099" sldId="267"/>
            <ac:graphicFrameMk id="7" creationId="{6E91D44B-155F-99BD-F488-123A48BF1B51}"/>
          </ac:graphicFrameMkLst>
        </pc:graphicFrameChg>
      </pc:sldChg>
      <pc:sldChg chg="del">
        <pc:chgData name="Michael Ma" userId="6ad0b99d3e159485" providerId="LiveId" clId="{647100EA-6084-473F-BC4B-826D8D736A77}" dt="2024-05-05T15:16:50.792" v="312" actId="47"/>
        <pc:sldMkLst>
          <pc:docMk/>
          <pc:sldMk cId="1859455328" sldId="268"/>
        </pc:sldMkLst>
      </pc:sldChg>
      <pc:sldChg chg="del">
        <pc:chgData name="Michael Ma" userId="6ad0b99d3e159485" providerId="LiveId" clId="{647100EA-6084-473F-BC4B-826D8D736A77}" dt="2024-05-05T14:55:32.051" v="75" actId="2696"/>
        <pc:sldMkLst>
          <pc:docMk/>
          <pc:sldMk cId="2386381355" sldId="269"/>
        </pc:sldMkLst>
      </pc:sldChg>
      <pc:sldChg chg="addSp delSp modSp add mod setBg">
        <pc:chgData name="Michael Ma" userId="6ad0b99d3e159485" providerId="LiveId" clId="{647100EA-6084-473F-BC4B-826D8D736A77}" dt="2024-05-05T15:32:03.616" v="1331" actId="26606"/>
        <pc:sldMkLst>
          <pc:docMk/>
          <pc:sldMk cId="3551422672" sldId="269"/>
        </pc:sldMkLst>
        <pc:spChg chg="mod">
          <ac:chgData name="Michael Ma" userId="6ad0b99d3e159485" providerId="LiveId" clId="{647100EA-6084-473F-BC4B-826D8D736A77}" dt="2024-05-05T15:31:11.088" v="1328" actId="26606"/>
          <ac:spMkLst>
            <pc:docMk/>
            <pc:sldMk cId="3551422672" sldId="269"/>
            <ac:spMk id="2" creationId="{FBF21F5B-9E8B-4978-9CC7-D001D75EE5FF}"/>
          </ac:spMkLst>
        </pc:spChg>
        <pc:spChg chg="mod ord">
          <ac:chgData name="Michael Ma" userId="6ad0b99d3e159485" providerId="LiveId" clId="{647100EA-6084-473F-BC4B-826D8D736A77}" dt="2024-05-05T15:32:03.616" v="1331" actId="26606"/>
          <ac:spMkLst>
            <pc:docMk/>
            <pc:sldMk cId="3551422672" sldId="269"/>
            <ac:spMk id="3" creationId="{1BAC652B-69DD-4954-945E-F209EA3B9485}"/>
          </ac:spMkLst>
        </pc:spChg>
        <pc:spChg chg="add del mod">
          <ac:chgData name="Michael Ma" userId="6ad0b99d3e159485" providerId="LiveId" clId="{647100EA-6084-473F-BC4B-826D8D736A77}" dt="2024-05-05T15:06:46.856" v="163" actId="21"/>
          <ac:spMkLst>
            <pc:docMk/>
            <pc:sldMk cId="3551422672" sldId="269"/>
            <ac:spMk id="5" creationId="{4CC8A9E2-C199-BA83-1BEE-83C540F68331}"/>
          </ac:spMkLst>
        </pc:spChg>
        <pc:spChg chg="add del mod">
          <ac:chgData name="Michael Ma" userId="6ad0b99d3e159485" providerId="LiveId" clId="{647100EA-6084-473F-BC4B-826D8D736A77}" dt="2024-05-05T15:32:01.770" v="1330"/>
          <ac:spMkLst>
            <pc:docMk/>
            <pc:sldMk cId="3551422672" sldId="269"/>
            <ac:spMk id="6" creationId="{36996F0D-0F02-7F51-A4F7-AA8894418711}"/>
          </ac:spMkLst>
        </pc:spChg>
        <pc:spChg chg="add del">
          <ac:chgData name="Michael Ma" userId="6ad0b99d3e159485" providerId="LiveId" clId="{647100EA-6084-473F-BC4B-826D8D736A77}" dt="2024-05-05T15:32:03.616" v="1331" actId="26606"/>
          <ac:spMkLst>
            <pc:docMk/>
            <pc:sldMk cId="3551422672" sldId="269"/>
            <ac:spMk id="2065" creationId="{22AC0F86-9A78-4E84-A4B4-ADB8B2629A0C}"/>
          </ac:spMkLst>
        </pc:spChg>
        <pc:spChg chg="add del">
          <ac:chgData name="Michael Ma" userId="6ad0b99d3e159485" providerId="LiveId" clId="{647100EA-6084-473F-BC4B-826D8D736A77}" dt="2024-05-05T15:32:03.616" v="1331" actId="26606"/>
          <ac:spMkLst>
            <pc:docMk/>
            <pc:sldMk cId="3551422672" sldId="269"/>
            <ac:spMk id="2073" creationId="{69A54E25-1C05-48E5-A5CC-3778C1D3632D}"/>
          </ac:spMkLst>
        </pc:spChg>
        <pc:spChg chg="add">
          <ac:chgData name="Michael Ma" userId="6ad0b99d3e159485" providerId="LiveId" clId="{647100EA-6084-473F-BC4B-826D8D736A77}" dt="2024-05-05T15:32:03.616" v="1331" actId="26606"/>
          <ac:spMkLst>
            <pc:docMk/>
            <pc:sldMk cId="3551422672" sldId="269"/>
            <ac:spMk id="4111" creationId="{22AC0F86-9A78-4E84-A4B4-ADB8B2629A0C}"/>
          </ac:spMkLst>
        </pc:spChg>
        <pc:spChg chg="add">
          <ac:chgData name="Michael Ma" userId="6ad0b99d3e159485" providerId="LiveId" clId="{647100EA-6084-473F-BC4B-826D8D736A77}" dt="2024-05-05T15:32:03.616" v="1331" actId="26606"/>
          <ac:spMkLst>
            <pc:docMk/>
            <pc:sldMk cId="3551422672" sldId="269"/>
            <ac:spMk id="4119" creationId="{69A54E25-1C05-48E5-A5CC-3778C1D3632D}"/>
          </ac:spMkLst>
        </pc:spChg>
        <pc:grpChg chg="add del">
          <ac:chgData name="Michael Ma" userId="6ad0b99d3e159485" providerId="LiveId" clId="{647100EA-6084-473F-BC4B-826D8D736A77}" dt="2024-05-05T15:32:03.616" v="1331" actId="26606"/>
          <ac:grpSpMkLst>
            <pc:docMk/>
            <pc:sldMk cId="3551422672" sldId="269"/>
            <ac:grpSpMk id="2057" creationId="{DFB5D1BB-0703-437B-BD1E-1D07F8A2730B}"/>
          </ac:grpSpMkLst>
        </pc:grpChg>
        <pc:grpChg chg="add del">
          <ac:chgData name="Michael Ma" userId="6ad0b99d3e159485" providerId="LiveId" clId="{647100EA-6084-473F-BC4B-826D8D736A77}" dt="2024-05-05T15:32:03.616" v="1331" actId="26606"/>
          <ac:grpSpMkLst>
            <pc:docMk/>
            <pc:sldMk cId="3551422672" sldId="269"/>
            <ac:grpSpMk id="2067" creationId="{4AF78B9E-8BE2-4706-9377-A05FA25ABABF}"/>
          </ac:grpSpMkLst>
        </pc:grpChg>
        <pc:grpChg chg="add">
          <ac:chgData name="Michael Ma" userId="6ad0b99d3e159485" providerId="LiveId" clId="{647100EA-6084-473F-BC4B-826D8D736A77}" dt="2024-05-05T15:32:03.616" v="1331" actId="26606"/>
          <ac:grpSpMkLst>
            <pc:docMk/>
            <pc:sldMk cId="3551422672" sldId="269"/>
            <ac:grpSpMk id="4103" creationId="{DFB5D1BB-0703-437B-BD1E-1D07F8A2730B}"/>
          </ac:grpSpMkLst>
        </pc:grpChg>
        <pc:grpChg chg="add">
          <ac:chgData name="Michael Ma" userId="6ad0b99d3e159485" providerId="LiveId" clId="{647100EA-6084-473F-BC4B-826D8D736A77}" dt="2024-05-05T15:32:03.616" v="1331" actId="26606"/>
          <ac:grpSpMkLst>
            <pc:docMk/>
            <pc:sldMk cId="3551422672" sldId="269"/>
            <ac:grpSpMk id="4113" creationId="{4AF78B9E-8BE2-4706-9377-A05FA25ABABF}"/>
          </ac:grpSpMkLst>
        </pc:grpChg>
        <pc:picChg chg="del mod">
          <ac:chgData name="Michael Ma" userId="6ad0b99d3e159485" providerId="LiveId" clId="{647100EA-6084-473F-BC4B-826D8D736A77}" dt="2024-05-05T15:31:58.135" v="1329" actId="478"/>
          <ac:picMkLst>
            <pc:docMk/>
            <pc:sldMk cId="3551422672" sldId="269"/>
            <ac:picMk id="2052" creationId="{18C606BD-7945-4B36-BB34-B53B2B8B49DD}"/>
          </ac:picMkLst>
        </pc:picChg>
        <pc:picChg chg="add mod">
          <ac:chgData name="Michael Ma" userId="6ad0b99d3e159485" providerId="LiveId" clId="{647100EA-6084-473F-BC4B-826D8D736A77}" dt="2024-05-05T15:32:03.616" v="1331" actId="26606"/>
          <ac:picMkLst>
            <pc:docMk/>
            <pc:sldMk cId="3551422672" sldId="269"/>
            <ac:picMk id="4098" creationId="{15A85C4D-5796-49B2-50E9-B56DF804DB20}"/>
          </ac:picMkLst>
        </pc:picChg>
        <pc:cxnChg chg="add del">
          <ac:chgData name="Michael Ma" userId="6ad0b99d3e159485" providerId="LiveId" clId="{647100EA-6084-473F-BC4B-826D8D736A77}" dt="2024-05-05T15:32:03.616" v="1331" actId="26606"/>
          <ac:cxnSpMkLst>
            <pc:docMk/>
            <pc:sldMk cId="3551422672" sldId="269"/>
            <ac:cxnSpMk id="2063" creationId="{883F92AF-2403-4558-B1D7-72130A1E4BC7}"/>
          </ac:cxnSpMkLst>
        </pc:cxnChg>
        <pc:cxnChg chg="add del">
          <ac:chgData name="Michael Ma" userId="6ad0b99d3e159485" providerId="LiveId" clId="{647100EA-6084-473F-BC4B-826D8D736A77}" dt="2024-05-05T15:32:03.616" v="1331" actId="26606"/>
          <ac:cxnSpMkLst>
            <pc:docMk/>
            <pc:sldMk cId="3551422672" sldId="269"/>
            <ac:cxnSpMk id="2075" creationId="{0E5D0023-B23E-4823-8D72-B07FFF8CAE96}"/>
          </ac:cxnSpMkLst>
        </pc:cxnChg>
        <pc:cxnChg chg="add">
          <ac:chgData name="Michael Ma" userId="6ad0b99d3e159485" providerId="LiveId" clId="{647100EA-6084-473F-BC4B-826D8D736A77}" dt="2024-05-05T15:32:03.616" v="1331" actId="26606"/>
          <ac:cxnSpMkLst>
            <pc:docMk/>
            <pc:sldMk cId="3551422672" sldId="269"/>
            <ac:cxnSpMk id="4109" creationId="{883F92AF-2403-4558-B1D7-72130A1E4BC7}"/>
          </ac:cxnSpMkLst>
        </pc:cxnChg>
        <pc:cxnChg chg="add">
          <ac:chgData name="Michael Ma" userId="6ad0b99d3e159485" providerId="LiveId" clId="{647100EA-6084-473F-BC4B-826D8D736A77}" dt="2024-05-05T15:32:03.616" v="1331" actId="26606"/>
          <ac:cxnSpMkLst>
            <pc:docMk/>
            <pc:sldMk cId="3551422672" sldId="269"/>
            <ac:cxnSpMk id="4121" creationId="{0E5D0023-B23E-4823-8D72-B07FFF8CAE96}"/>
          </ac:cxnSpMkLst>
        </pc:cxnChg>
      </pc:sldChg>
      <pc:sldChg chg="del">
        <pc:chgData name="Michael Ma" userId="6ad0b99d3e159485" providerId="LiveId" clId="{647100EA-6084-473F-BC4B-826D8D736A77}" dt="2024-05-05T14:55:32.051" v="75" actId="2696"/>
        <pc:sldMkLst>
          <pc:docMk/>
          <pc:sldMk cId="2823104671" sldId="270"/>
        </pc:sldMkLst>
      </pc:sldChg>
      <pc:sldChg chg="addSp delSp modSp add mod">
        <pc:chgData name="Michael Ma" userId="6ad0b99d3e159485" providerId="LiveId" clId="{647100EA-6084-473F-BC4B-826D8D736A77}" dt="2024-05-05T15:05:53.573" v="118"/>
        <pc:sldMkLst>
          <pc:docMk/>
          <pc:sldMk cId="3690533282" sldId="270"/>
        </pc:sldMkLst>
        <pc:spChg chg="mod">
          <ac:chgData name="Michael Ma" userId="6ad0b99d3e159485" providerId="LiveId" clId="{647100EA-6084-473F-BC4B-826D8D736A77}" dt="2024-05-05T15:05:06.866" v="116" actId="20577"/>
          <ac:spMkLst>
            <pc:docMk/>
            <pc:sldMk cId="3690533282" sldId="270"/>
            <ac:spMk id="2" creationId="{E6CDA342-AE84-4E4F-BCDC-BC75C265453F}"/>
          </ac:spMkLst>
        </pc:spChg>
        <pc:spChg chg="add del mod">
          <ac:chgData name="Michael Ma" userId="6ad0b99d3e159485" providerId="LiveId" clId="{647100EA-6084-473F-BC4B-826D8D736A77}" dt="2024-05-05T15:05:53.573" v="118"/>
          <ac:spMkLst>
            <pc:docMk/>
            <pc:sldMk cId="3690533282" sldId="270"/>
            <ac:spMk id="3" creationId="{177DFBD7-5243-1525-2B65-AA8AD93AE2A3}"/>
          </ac:spMkLst>
        </pc:spChg>
        <pc:picChg chg="add mod">
          <ac:chgData name="Michael Ma" userId="6ad0b99d3e159485" providerId="LiveId" clId="{647100EA-6084-473F-BC4B-826D8D736A77}" dt="2024-05-05T15:05:53.573" v="118"/>
          <ac:picMkLst>
            <pc:docMk/>
            <pc:sldMk cId="3690533282" sldId="270"/>
            <ac:picMk id="4" creationId="{82E9E95F-09BC-FA43-D66E-36710B990BE9}"/>
          </ac:picMkLst>
        </pc:picChg>
        <pc:picChg chg="del">
          <ac:chgData name="Michael Ma" userId="6ad0b99d3e159485" providerId="LiveId" clId="{647100EA-6084-473F-BC4B-826D8D736A77}" dt="2024-05-05T15:05:50.416" v="117" actId="478"/>
          <ac:picMkLst>
            <pc:docMk/>
            <pc:sldMk cId="3690533282" sldId="270"/>
            <ac:picMk id="1026" creationId="{CA1656D6-5DBF-4626-8307-DAE61A00FF2B}"/>
          </ac:picMkLst>
        </pc:picChg>
      </pc:sldChg>
      <pc:sldChg chg="addSp delSp modSp add mod setBg">
        <pc:chgData name="Michael Ma" userId="6ad0b99d3e159485" providerId="LiveId" clId="{647100EA-6084-473F-BC4B-826D8D736A77}" dt="2024-05-05T15:12:39.369" v="252" actId="20577"/>
        <pc:sldMkLst>
          <pc:docMk/>
          <pc:sldMk cId="967660961" sldId="271"/>
        </pc:sldMkLst>
        <pc:spChg chg="mod">
          <ac:chgData name="Michael Ma" userId="6ad0b99d3e159485" providerId="LiveId" clId="{647100EA-6084-473F-BC4B-826D8D736A77}" dt="2024-05-05T15:12:32.068" v="237" actId="26606"/>
          <ac:spMkLst>
            <pc:docMk/>
            <pc:sldMk cId="967660961" sldId="271"/>
            <ac:spMk id="2" creationId="{9D308618-4CF3-4340-8067-8F092F339EDC}"/>
          </ac:spMkLst>
        </pc:spChg>
        <pc:spChg chg="add del mod">
          <ac:chgData name="Michael Ma" userId="6ad0b99d3e159485" providerId="LiveId" clId="{647100EA-6084-473F-BC4B-826D8D736A77}" dt="2024-05-05T15:12:39.369" v="252" actId="20577"/>
          <ac:spMkLst>
            <pc:docMk/>
            <pc:sldMk cId="967660961" sldId="271"/>
            <ac:spMk id="3" creationId="{8D7515E5-913A-47FF-8787-91162677FEBE}"/>
          </ac:spMkLst>
        </pc:spChg>
        <pc:spChg chg="add del mod">
          <ac:chgData name="Michael Ma" userId="6ad0b99d3e159485" providerId="LiveId" clId="{647100EA-6084-473F-BC4B-826D8D736A77}" dt="2024-05-05T15:10:34.901" v="177" actId="478"/>
          <ac:spMkLst>
            <pc:docMk/>
            <pc:sldMk cId="967660961" sldId="271"/>
            <ac:spMk id="5" creationId="{026A0434-69A1-6BF2-29F6-64D30E5D3865}"/>
          </ac:spMkLst>
        </pc:spChg>
        <pc:spChg chg="add del mod">
          <ac:chgData name="Michael Ma" userId="6ad0b99d3e159485" providerId="LiveId" clId="{647100EA-6084-473F-BC4B-826D8D736A77}" dt="2024-05-05T15:10:40.054" v="180"/>
          <ac:spMkLst>
            <pc:docMk/>
            <pc:sldMk cId="967660961" sldId="271"/>
            <ac:spMk id="7" creationId="{B35C9FC6-EA32-7978-CD43-32E8FA481FDB}"/>
          </ac:spMkLst>
        </pc:spChg>
        <pc:spChg chg="add">
          <ac:chgData name="Michael Ma" userId="6ad0b99d3e159485" providerId="LiveId" clId="{647100EA-6084-473F-BC4B-826D8D736A77}" dt="2024-05-05T15:12:32.068" v="237" actId="26606"/>
          <ac:spMkLst>
            <pc:docMk/>
            <pc:sldMk cId="967660961" sldId="271"/>
            <ac:spMk id="21" creationId="{333F0879-3DA0-4CB8-B35E-A0AD42558191}"/>
          </ac:spMkLst>
        </pc:spChg>
        <pc:spChg chg="add">
          <ac:chgData name="Michael Ma" userId="6ad0b99d3e159485" providerId="LiveId" clId="{647100EA-6084-473F-BC4B-826D8D736A77}" dt="2024-05-05T15:12:32.068" v="237" actId="26606"/>
          <ac:spMkLst>
            <pc:docMk/>
            <pc:sldMk cId="967660961" sldId="271"/>
            <ac:spMk id="23" creationId="{324D2183-F388-476E-92A9-D6639D698580}"/>
          </ac:spMkLst>
        </pc:spChg>
        <pc:spChg chg="add">
          <ac:chgData name="Michael Ma" userId="6ad0b99d3e159485" providerId="LiveId" clId="{647100EA-6084-473F-BC4B-826D8D736A77}" dt="2024-05-05T15:12:32.068" v="237" actId="26606"/>
          <ac:spMkLst>
            <pc:docMk/>
            <pc:sldMk cId="967660961" sldId="271"/>
            <ac:spMk id="25" creationId="{243462E7-1698-4B21-BE89-AEFAC7C2FEFA}"/>
          </ac:spMkLst>
        </pc:spChg>
        <pc:spChg chg="add">
          <ac:chgData name="Michael Ma" userId="6ad0b99d3e159485" providerId="LiveId" clId="{647100EA-6084-473F-BC4B-826D8D736A77}" dt="2024-05-05T15:12:32.068" v="237" actId="26606"/>
          <ac:spMkLst>
            <pc:docMk/>
            <pc:sldMk cId="967660961" sldId="271"/>
            <ac:spMk id="27" creationId="{6C22FCAC-D7EC-4A52-B153-FF761E2235B3}"/>
          </ac:spMkLst>
        </pc:spChg>
        <pc:spChg chg="add del">
          <ac:chgData name="Michael Ma" userId="6ad0b99d3e159485" providerId="LiveId" clId="{647100EA-6084-473F-BC4B-826D8D736A77}" dt="2024-05-05T15:10:35.382" v="178" actId="26606"/>
          <ac:spMkLst>
            <pc:docMk/>
            <pc:sldMk cId="967660961" sldId="271"/>
            <ac:spMk id="3087" creationId="{6A9BC876-571A-45A6-93A3-FB2839CE66CE}"/>
          </ac:spMkLst>
        </pc:spChg>
        <pc:grpChg chg="add">
          <ac:chgData name="Michael Ma" userId="6ad0b99d3e159485" providerId="LiveId" clId="{647100EA-6084-473F-BC4B-826D8D736A77}" dt="2024-05-05T15:12:32.068" v="237" actId="26606"/>
          <ac:grpSpMkLst>
            <pc:docMk/>
            <pc:sldMk cId="967660961" sldId="271"/>
            <ac:grpSpMk id="13" creationId="{3F6D81C7-B083-478E-82FE-089A8CB72EB8}"/>
          </ac:grpSpMkLst>
        </pc:grpChg>
        <pc:grpChg chg="add del">
          <ac:chgData name="Michael Ma" userId="6ad0b99d3e159485" providerId="LiveId" clId="{647100EA-6084-473F-BC4B-826D8D736A77}" dt="2024-05-05T15:10:35.382" v="178" actId="26606"/>
          <ac:grpSpMkLst>
            <pc:docMk/>
            <pc:sldMk cId="967660961" sldId="271"/>
            <ac:grpSpMk id="3079" creationId="{C4018560-A1B9-4D3C-B032-951724CDD776}"/>
          </ac:grpSpMkLst>
        </pc:grpChg>
        <pc:grpChg chg="add del">
          <ac:chgData name="Michael Ma" userId="6ad0b99d3e159485" providerId="LiveId" clId="{647100EA-6084-473F-BC4B-826D8D736A77}" dt="2024-05-05T15:10:35.382" v="178" actId="26606"/>
          <ac:grpSpMkLst>
            <pc:docMk/>
            <pc:sldMk cId="967660961" sldId="271"/>
            <ac:grpSpMk id="3089" creationId="{F484B2EA-E61C-489C-A595-1601912470C5}"/>
          </ac:grpSpMkLst>
        </pc:grpChg>
        <pc:picChg chg="add mod">
          <ac:chgData name="Michael Ma" userId="6ad0b99d3e159485" providerId="LiveId" clId="{647100EA-6084-473F-BC4B-826D8D736A77}" dt="2024-05-05T15:10:33.116" v="174"/>
          <ac:picMkLst>
            <pc:docMk/>
            <pc:sldMk cId="967660961" sldId="271"/>
            <ac:picMk id="6" creationId="{7552CDFB-E376-3D7C-49D7-D36EAB977E31}"/>
          </ac:picMkLst>
        </pc:picChg>
        <pc:picChg chg="add mod">
          <ac:chgData name="Michael Ma" userId="6ad0b99d3e159485" providerId="LiveId" clId="{647100EA-6084-473F-BC4B-826D8D736A77}" dt="2024-05-05T15:12:32.068" v="237" actId="26606"/>
          <ac:picMkLst>
            <pc:docMk/>
            <pc:sldMk cId="967660961" sldId="271"/>
            <ac:picMk id="8" creationId="{F46BCC2F-BAA3-3122-19D2-45C0F90C1A35}"/>
          </ac:picMkLst>
        </pc:picChg>
        <pc:picChg chg="add del mod">
          <ac:chgData name="Michael Ma" userId="6ad0b99d3e159485" providerId="LiveId" clId="{647100EA-6084-473F-BC4B-826D8D736A77}" dt="2024-05-05T15:10:35.382" v="178" actId="26606"/>
          <ac:picMkLst>
            <pc:docMk/>
            <pc:sldMk cId="967660961" sldId="271"/>
            <ac:picMk id="2050" creationId="{7552CDFB-E376-3D7C-49D7-D36EAB977E31}"/>
          </ac:picMkLst>
        </pc:picChg>
        <pc:picChg chg="del mod ord">
          <ac:chgData name="Michael Ma" userId="6ad0b99d3e159485" providerId="LiveId" clId="{647100EA-6084-473F-BC4B-826D8D736A77}" dt="2024-05-05T15:10:37.862" v="179" actId="478"/>
          <ac:picMkLst>
            <pc:docMk/>
            <pc:sldMk cId="967660961" sldId="271"/>
            <ac:picMk id="3074" creationId="{2F7A57A9-97FF-4970-A1BF-EE3325A5F634}"/>
          </ac:picMkLst>
        </pc:picChg>
        <pc:cxnChg chg="add">
          <ac:chgData name="Michael Ma" userId="6ad0b99d3e159485" providerId="LiveId" clId="{647100EA-6084-473F-BC4B-826D8D736A77}" dt="2024-05-05T15:12:32.068" v="237" actId="26606"/>
          <ac:cxnSpMkLst>
            <pc:docMk/>
            <pc:sldMk cId="967660961" sldId="271"/>
            <ac:cxnSpMk id="19" creationId="{F06B54F2-CD11-4359-A7D6-DA7C76C091A6}"/>
          </ac:cxnSpMkLst>
        </pc:cxnChg>
        <pc:cxnChg chg="add del">
          <ac:chgData name="Michael Ma" userId="6ad0b99d3e159485" providerId="LiveId" clId="{647100EA-6084-473F-BC4B-826D8D736A77}" dt="2024-05-05T15:10:35.382" v="178" actId="26606"/>
          <ac:cxnSpMkLst>
            <pc:docMk/>
            <pc:sldMk cId="967660961" sldId="271"/>
            <ac:cxnSpMk id="3085" creationId="{680E036D-DDAD-4AFE-AB68-D910280A7617}"/>
          </ac:cxnSpMkLst>
        </pc:cxnChg>
        <pc:cxnChg chg="add del">
          <ac:chgData name="Michael Ma" userId="6ad0b99d3e159485" providerId="LiveId" clId="{647100EA-6084-473F-BC4B-826D8D736A77}" dt="2024-05-05T15:10:35.382" v="178" actId="26606"/>
          <ac:cxnSpMkLst>
            <pc:docMk/>
            <pc:sldMk cId="967660961" sldId="271"/>
            <ac:cxnSpMk id="3095" creationId="{1124B3AE-D38B-4A63-B422-F9792E745BDD}"/>
          </ac:cxnSpMkLst>
        </pc:cxnChg>
      </pc:sldChg>
      <pc:sldChg chg="del">
        <pc:chgData name="Michael Ma" userId="6ad0b99d3e159485" providerId="LiveId" clId="{647100EA-6084-473F-BC4B-826D8D736A77}" dt="2024-05-05T14:55:32.051" v="75" actId="2696"/>
        <pc:sldMkLst>
          <pc:docMk/>
          <pc:sldMk cId="1405925062" sldId="271"/>
        </pc:sldMkLst>
      </pc:sldChg>
      <pc:sldChg chg="addSp delSp modSp add del mod setBg setClrOvrMap">
        <pc:chgData name="Michael Ma" userId="6ad0b99d3e159485" providerId="LiveId" clId="{647100EA-6084-473F-BC4B-826D8D736A77}" dt="2024-05-05T15:14:10.931" v="256" actId="26606"/>
        <pc:sldMkLst>
          <pc:docMk/>
          <pc:sldMk cId="2007401728" sldId="272"/>
        </pc:sldMkLst>
        <pc:spChg chg="add mod">
          <ac:chgData name="Michael Ma" userId="6ad0b99d3e159485" providerId="LiveId" clId="{647100EA-6084-473F-BC4B-826D8D736A77}" dt="2024-05-05T15:14:10.931" v="256" actId="26606"/>
          <ac:spMkLst>
            <pc:docMk/>
            <pc:sldMk cId="2007401728" sldId="272"/>
            <ac:spMk id="2" creationId="{4CC8A9E2-C199-BA83-1BEE-83C540F68331}"/>
          </ac:spMkLst>
        </pc:spChg>
        <pc:spChg chg="add del mod">
          <ac:chgData name="Michael Ma" userId="6ad0b99d3e159485" providerId="LiveId" clId="{647100EA-6084-473F-BC4B-826D8D736A77}" dt="2024-05-05T15:14:00.650" v="255"/>
          <ac:spMkLst>
            <pc:docMk/>
            <pc:sldMk cId="2007401728" sldId="272"/>
            <ac:spMk id="3" creationId="{A3742A29-396C-FD5A-37A5-F44FA6DAD422}"/>
          </ac:spMkLst>
        </pc:spChg>
        <pc:spChg chg="mod">
          <ac:chgData name="Michael Ma" userId="6ad0b99d3e159485" providerId="LiveId" clId="{647100EA-6084-473F-BC4B-826D8D736A77}" dt="2024-05-05T15:14:10.931" v="256" actId="26606"/>
          <ac:spMkLst>
            <pc:docMk/>
            <pc:sldMk cId="2007401728" sldId="272"/>
            <ac:spMk id="5" creationId="{C73D919E-B306-40E9-93CC-8A7040E15CD8}"/>
          </ac:spMkLst>
        </pc:spChg>
        <pc:spChg chg="del">
          <ac:chgData name="Michael Ma" userId="6ad0b99d3e159485" providerId="LiveId" clId="{647100EA-6084-473F-BC4B-826D8D736A77}" dt="2024-05-05T15:06:51.626" v="164" actId="478"/>
          <ac:spMkLst>
            <pc:docMk/>
            <pc:sldMk cId="2007401728" sldId="272"/>
            <ac:spMk id="7" creationId="{523FDD67-2AB1-4590-87C1-C1DAF03FF5D5}"/>
          </ac:spMkLst>
        </pc:spChg>
        <pc:spChg chg="add">
          <ac:chgData name="Michael Ma" userId="6ad0b99d3e159485" providerId="LiveId" clId="{647100EA-6084-473F-BC4B-826D8D736A77}" dt="2024-05-05T15:14:10.931" v="256" actId="26606"/>
          <ac:spMkLst>
            <pc:docMk/>
            <pc:sldMk cId="2007401728" sldId="272"/>
            <ac:spMk id="3087" creationId="{FDF8837B-BAE2-489A-8F93-69216307D5A5}"/>
          </ac:spMkLst>
        </pc:spChg>
        <pc:grpChg chg="add">
          <ac:chgData name="Michael Ma" userId="6ad0b99d3e159485" providerId="LiveId" clId="{647100EA-6084-473F-BC4B-826D8D736A77}" dt="2024-05-05T15:14:10.931" v="256" actId="26606"/>
          <ac:grpSpMkLst>
            <pc:docMk/>
            <pc:sldMk cId="2007401728" sldId="272"/>
            <ac:grpSpMk id="3079" creationId="{03E8C8A2-D2DA-42F8-84AA-AC5AB4251D29}"/>
          </ac:grpSpMkLst>
        </pc:grpChg>
        <pc:picChg chg="add mod ord">
          <ac:chgData name="Michael Ma" userId="6ad0b99d3e159485" providerId="LiveId" clId="{647100EA-6084-473F-BC4B-826D8D736A77}" dt="2024-05-05T15:14:10.931" v="256" actId="26606"/>
          <ac:picMkLst>
            <pc:docMk/>
            <pc:sldMk cId="2007401728" sldId="272"/>
            <ac:picMk id="3074" creationId="{1E05ABD4-871E-1B7C-37BD-4FDBA619EF2E}"/>
          </ac:picMkLst>
        </pc:picChg>
        <pc:picChg chg="del">
          <ac:chgData name="Michael Ma" userId="6ad0b99d3e159485" providerId="LiveId" clId="{647100EA-6084-473F-BC4B-826D8D736A77}" dt="2024-05-05T15:13:57.339" v="254" actId="478"/>
          <ac:picMkLst>
            <pc:docMk/>
            <pc:sldMk cId="2007401728" sldId="272"/>
            <ac:picMk id="4100" creationId="{563875DD-DDD3-4DD0-89E3-940DE084F479}"/>
          </ac:picMkLst>
        </pc:picChg>
        <pc:cxnChg chg="add">
          <ac:chgData name="Michael Ma" userId="6ad0b99d3e159485" providerId="LiveId" clId="{647100EA-6084-473F-BC4B-826D8D736A77}" dt="2024-05-05T15:14:10.931" v="256" actId="26606"/>
          <ac:cxnSpMkLst>
            <pc:docMk/>
            <pc:sldMk cId="2007401728" sldId="272"/>
            <ac:cxnSpMk id="3085" creationId="{0DFD28A6-39F3-425F-8050-E5BF1B4523B2}"/>
          </ac:cxnSpMkLst>
        </pc:cxnChg>
        <pc:cxnChg chg="add">
          <ac:chgData name="Michael Ma" userId="6ad0b99d3e159485" providerId="LiveId" clId="{647100EA-6084-473F-BC4B-826D8D736A77}" dt="2024-05-05T15:14:10.931" v="256" actId="26606"/>
          <ac:cxnSpMkLst>
            <pc:docMk/>
            <pc:sldMk cId="2007401728" sldId="272"/>
            <ac:cxnSpMk id="3089" creationId="{B48BEE9B-A2F4-4BF3-9EAD-16E1A7FC2DC6}"/>
          </ac:cxnSpMkLst>
        </pc:cxnChg>
      </pc:sldChg>
      <pc:sldChg chg="del">
        <pc:chgData name="Michael Ma" userId="6ad0b99d3e159485" providerId="LiveId" clId="{647100EA-6084-473F-BC4B-826D8D736A77}" dt="2024-05-05T14:55:32.051" v="75" actId="2696"/>
        <pc:sldMkLst>
          <pc:docMk/>
          <pc:sldMk cId="3048519091" sldId="272"/>
        </pc:sldMkLst>
      </pc:sldChg>
      <pc:sldChg chg="del">
        <pc:chgData name="Michael Ma" userId="6ad0b99d3e159485" providerId="LiveId" clId="{647100EA-6084-473F-BC4B-826D8D736A77}" dt="2024-05-05T14:55:32.051" v="75" actId="2696"/>
        <pc:sldMkLst>
          <pc:docMk/>
          <pc:sldMk cId="1255712214" sldId="273"/>
        </pc:sldMkLst>
      </pc:sldChg>
      <pc:sldChg chg="add del">
        <pc:chgData name="Michael Ma" userId="6ad0b99d3e159485" providerId="LiveId" clId="{647100EA-6084-473F-BC4B-826D8D736A77}" dt="2024-05-05T15:13:23.520" v="253" actId="47"/>
        <pc:sldMkLst>
          <pc:docMk/>
          <pc:sldMk cId="4178670308" sldId="273"/>
        </pc:sldMkLst>
      </pc:sldChg>
      <pc:sldChg chg="del">
        <pc:chgData name="Michael Ma" userId="6ad0b99d3e159485" providerId="LiveId" clId="{647100EA-6084-473F-BC4B-826D8D736A77}" dt="2024-05-05T14:55:07.301" v="74" actId="47"/>
        <pc:sldMkLst>
          <pc:docMk/>
          <pc:sldMk cId="4110274299" sldId="274"/>
        </pc:sldMkLst>
      </pc:sldChg>
      <pc:sldChg chg="del">
        <pc:chgData name="Michael Ma" userId="6ad0b99d3e159485" providerId="LiveId" clId="{647100EA-6084-473F-BC4B-826D8D736A77}" dt="2024-05-05T14:55:07.301" v="74" actId="47"/>
        <pc:sldMkLst>
          <pc:docMk/>
          <pc:sldMk cId="4087234844" sldId="275"/>
        </pc:sldMkLst>
      </pc:sldChg>
      <pc:sldChg chg="del">
        <pc:chgData name="Michael Ma" userId="6ad0b99d3e159485" providerId="LiveId" clId="{647100EA-6084-473F-BC4B-826D8D736A77}" dt="2024-05-05T14:55:07.301" v="74" actId="47"/>
        <pc:sldMkLst>
          <pc:docMk/>
          <pc:sldMk cId="917547039" sldId="276"/>
        </pc:sldMkLst>
      </pc:sldChg>
      <pc:sldChg chg="del">
        <pc:chgData name="Michael Ma" userId="6ad0b99d3e159485" providerId="LiveId" clId="{647100EA-6084-473F-BC4B-826D8D736A77}" dt="2024-05-05T14:55:07.301" v="74" actId="47"/>
        <pc:sldMkLst>
          <pc:docMk/>
          <pc:sldMk cId="654200483" sldId="277"/>
        </pc:sldMkLst>
      </pc:sldChg>
      <pc:sldChg chg="del">
        <pc:chgData name="Michael Ma" userId="6ad0b99d3e159485" providerId="LiveId" clId="{647100EA-6084-473F-BC4B-826D8D736A77}" dt="2024-05-05T14:55:07.301" v="74" actId="47"/>
        <pc:sldMkLst>
          <pc:docMk/>
          <pc:sldMk cId="2099612263" sldId="278"/>
        </pc:sldMkLst>
      </pc:sldChg>
      <pc:sldChg chg="del">
        <pc:chgData name="Michael Ma" userId="6ad0b99d3e159485" providerId="LiveId" clId="{647100EA-6084-473F-BC4B-826D8D736A77}" dt="2024-05-05T14:55:07.301" v="74" actId="47"/>
        <pc:sldMkLst>
          <pc:docMk/>
          <pc:sldMk cId="827991440" sldId="279"/>
        </pc:sldMkLst>
      </pc:sldChg>
      <pc:sldChg chg="addSp delSp modSp new mod setBg modClrScheme chgLayout">
        <pc:chgData name="Michael Ma" userId="6ad0b99d3e159485" providerId="LiveId" clId="{647100EA-6084-473F-BC4B-826D8D736A77}" dt="2024-05-05T14:52:20.269" v="66" actId="26606"/>
        <pc:sldMkLst>
          <pc:docMk/>
          <pc:sldMk cId="376339330" sldId="280"/>
        </pc:sldMkLst>
        <pc:spChg chg="del">
          <ac:chgData name="Michael Ma" userId="6ad0b99d3e159485" providerId="LiveId" clId="{647100EA-6084-473F-BC4B-826D8D736A77}" dt="2024-05-05T14:44:40.657" v="19" actId="700"/>
          <ac:spMkLst>
            <pc:docMk/>
            <pc:sldMk cId="376339330" sldId="280"/>
            <ac:spMk id="2" creationId="{14E8EAE9-0142-F05B-6BA1-F793BBDA2BFA}"/>
          </ac:spMkLst>
        </pc:spChg>
        <pc:spChg chg="del">
          <ac:chgData name="Michael Ma" userId="6ad0b99d3e159485" providerId="LiveId" clId="{647100EA-6084-473F-BC4B-826D8D736A77}" dt="2024-05-05T14:44:40.657" v="19" actId="700"/>
          <ac:spMkLst>
            <pc:docMk/>
            <pc:sldMk cId="376339330" sldId="280"/>
            <ac:spMk id="3" creationId="{51570F36-CB51-55D1-6C18-AD142A5AA5EB}"/>
          </ac:spMkLst>
        </pc:spChg>
        <pc:spChg chg="add del">
          <ac:chgData name="Michael Ma" userId="6ad0b99d3e159485" providerId="LiveId" clId="{647100EA-6084-473F-BC4B-826D8D736A77}" dt="2024-05-05T14:52:20.269" v="66" actId="26606"/>
          <ac:spMkLst>
            <pc:docMk/>
            <pc:sldMk cId="376339330" sldId="280"/>
            <ac:spMk id="10" creationId="{6D75FD42-C156-41A4-B68A-6C71A47E71E0}"/>
          </ac:spMkLst>
        </pc:spChg>
        <pc:spChg chg="add del">
          <ac:chgData name="Michael Ma" userId="6ad0b99d3e159485" providerId="LiveId" clId="{647100EA-6084-473F-BC4B-826D8D736A77}" dt="2024-05-05T14:52:20.096" v="65" actId="26606"/>
          <ac:spMkLst>
            <pc:docMk/>
            <pc:sldMk cId="376339330" sldId="280"/>
            <ac:spMk id="23" creationId="{38181A50-C8BE-4392-983D-C06579080585}"/>
          </ac:spMkLst>
        </pc:spChg>
        <pc:spChg chg="add">
          <ac:chgData name="Michael Ma" userId="6ad0b99d3e159485" providerId="LiveId" clId="{647100EA-6084-473F-BC4B-826D8D736A77}" dt="2024-05-05T14:52:20.269" v="66" actId="26606"/>
          <ac:spMkLst>
            <pc:docMk/>
            <pc:sldMk cId="376339330" sldId="280"/>
            <ac:spMk id="25" creationId="{ECE6865D-C104-4F99-86B8-B6E914940FF5}"/>
          </ac:spMkLst>
        </pc:spChg>
        <pc:spChg chg="add">
          <ac:chgData name="Michael Ma" userId="6ad0b99d3e159485" providerId="LiveId" clId="{647100EA-6084-473F-BC4B-826D8D736A77}" dt="2024-05-05T14:52:20.269" v="66" actId="26606"/>
          <ac:spMkLst>
            <pc:docMk/>
            <pc:sldMk cId="376339330" sldId="280"/>
            <ac:spMk id="26" creationId="{7193F1A9-EED8-46C5-A64D-C219BE030BE1}"/>
          </ac:spMkLst>
        </pc:spChg>
        <pc:grpChg chg="add del">
          <ac:chgData name="Michael Ma" userId="6ad0b99d3e159485" providerId="LiveId" clId="{647100EA-6084-473F-BC4B-826D8D736A77}" dt="2024-05-05T14:52:20.269" v="66" actId="26606"/>
          <ac:grpSpMkLst>
            <pc:docMk/>
            <pc:sldMk cId="376339330" sldId="280"/>
            <ac:grpSpMk id="14" creationId="{50180162-DDE5-43C8-B0DC-645F4CA9DDD5}"/>
          </ac:grpSpMkLst>
        </pc:grpChg>
        <pc:picChg chg="add mod">
          <ac:chgData name="Michael Ma" userId="6ad0b99d3e159485" providerId="LiveId" clId="{647100EA-6084-473F-BC4B-826D8D736A77}" dt="2024-05-05T14:52:20.269" v="66" actId="26606"/>
          <ac:picMkLst>
            <pc:docMk/>
            <pc:sldMk cId="376339330" sldId="280"/>
            <ac:picMk id="5" creationId="{BD696CBF-0B21-ACBC-FE96-20C96726DB13}"/>
          </ac:picMkLst>
        </pc:picChg>
        <pc:picChg chg="add del">
          <ac:chgData name="Michael Ma" userId="6ad0b99d3e159485" providerId="LiveId" clId="{647100EA-6084-473F-BC4B-826D8D736A77}" dt="2024-05-05T14:52:20.269" v="66" actId="26606"/>
          <ac:picMkLst>
            <pc:docMk/>
            <pc:sldMk cId="376339330" sldId="280"/>
            <ac:picMk id="12" creationId="{D704A7BF-21E3-4BDF-9BE8-BEC32066EF45}"/>
          </ac:picMkLst>
        </pc:picChg>
      </pc:sldChg>
      <pc:sldChg chg="addSp delSp modSp new mod setBg">
        <pc:chgData name="Michael Ma" userId="6ad0b99d3e159485" providerId="LiveId" clId="{647100EA-6084-473F-BC4B-826D8D736A77}" dt="2024-05-05T14:50:18.762" v="37"/>
        <pc:sldMkLst>
          <pc:docMk/>
          <pc:sldMk cId="1606625944" sldId="281"/>
        </pc:sldMkLst>
        <pc:spChg chg="add del">
          <ac:chgData name="Michael Ma" userId="6ad0b99d3e159485" providerId="LiveId" clId="{647100EA-6084-473F-BC4B-826D8D736A77}" dt="2024-05-05T14:49:49.885" v="31" actId="26606"/>
          <ac:spMkLst>
            <pc:docMk/>
            <pc:sldMk cId="1606625944" sldId="281"/>
            <ac:spMk id="8" creationId="{6D75FD42-C156-41A4-B68A-6C71A47E71E0}"/>
          </ac:spMkLst>
        </pc:spChg>
        <pc:spChg chg="add del">
          <ac:chgData name="Michael Ma" userId="6ad0b99d3e159485" providerId="LiveId" clId="{647100EA-6084-473F-BC4B-826D8D736A77}" dt="2024-05-05T14:49:51.017" v="33" actId="26606"/>
          <ac:spMkLst>
            <pc:docMk/>
            <pc:sldMk cId="1606625944" sldId="281"/>
            <ac:spMk id="18" creationId="{DC1875E5-3E3D-49D0-A84D-62C1DE8DE71B}"/>
          </ac:spMkLst>
        </pc:spChg>
        <pc:spChg chg="add del">
          <ac:chgData name="Michael Ma" userId="6ad0b99d3e159485" providerId="LiveId" clId="{647100EA-6084-473F-BC4B-826D8D736A77}" dt="2024-05-05T14:49:51.017" v="33" actId="26606"/>
          <ac:spMkLst>
            <pc:docMk/>
            <pc:sldMk cId="1606625944" sldId="281"/>
            <ac:spMk id="19" creationId="{72E3803C-85E6-4CB3-8361-219B2398D9F3}"/>
          </ac:spMkLst>
        </pc:spChg>
        <pc:spChg chg="add del">
          <ac:chgData name="Michael Ma" userId="6ad0b99d3e159485" providerId="LiveId" clId="{647100EA-6084-473F-BC4B-826D8D736A77}" dt="2024-05-05T14:49:53.306" v="35" actId="26606"/>
          <ac:spMkLst>
            <pc:docMk/>
            <pc:sldMk cId="1606625944" sldId="281"/>
            <ac:spMk id="21" creationId="{544958B8-57B6-4B37-8A18-D54A32EC2D37}"/>
          </ac:spMkLst>
        </pc:spChg>
        <pc:spChg chg="add del">
          <ac:chgData name="Michael Ma" userId="6ad0b99d3e159485" providerId="LiveId" clId="{647100EA-6084-473F-BC4B-826D8D736A77}" dt="2024-05-05T14:49:53.306" v="35" actId="26606"/>
          <ac:spMkLst>
            <pc:docMk/>
            <pc:sldMk cId="1606625944" sldId="281"/>
            <ac:spMk id="22" creationId="{B7E4A740-3A69-42A5-8AC0-3905D518F419}"/>
          </ac:spMkLst>
        </pc:spChg>
        <pc:spChg chg="add">
          <ac:chgData name="Michael Ma" userId="6ad0b99d3e159485" providerId="LiveId" clId="{647100EA-6084-473F-BC4B-826D8D736A77}" dt="2024-05-05T14:49:53.332" v="36" actId="26606"/>
          <ac:spMkLst>
            <pc:docMk/>
            <pc:sldMk cId="1606625944" sldId="281"/>
            <ac:spMk id="25" creationId="{23E3CED3-8830-45C9-8D6C-F4ECADD4F114}"/>
          </ac:spMkLst>
        </pc:spChg>
        <pc:spChg chg="add">
          <ac:chgData name="Michael Ma" userId="6ad0b99d3e159485" providerId="LiveId" clId="{647100EA-6084-473F-BC4B-826D8D736A77}" dt="2024-05-05T14:49:53.332" v="36" actId="26606"/>
          <ac:spMkLst>
            <pc:docMk/>
            <pc:sldMk cId="1606625944" sldId="281"/>
            <ac:spMk id="26" creationId="{66F2D62A-C66C-42DF-8C05-99B0B1A8BED0}"/>
          </ac:spMkLst>
        </pc:spChg>
        <pc:grpChg chg="add del">
          <ac:chgData name="Michael Ma" userId="6ad0b99d3e159485" providerId="LiveId" clId="{647100EA-6084-473F-BC4B-826D8D736A77}" dt="2024-05-05T14:49:49.885" v="31" actId="26606"/>
          <ac:grpSpMkLst>
            <pc:docMk/>
            <pc:sldMk cId="1606625944" sldId="281"/>
            <ac:grpSpMk id="12" creationId="{50180162-DDE5-43C8-B0DC-645F4CA9DDD5}"/>
          </ac:grpSpMkLst>
        </pc:grpChg>
        <pc:grpChg chg="add del">
          <ac:chgData name="Michael Ma" userId="6ad0b99d3e159485" providerId="LiveId" clId="{647100EA-6084-473F-BC4B-826D8D736A77}" dt="2024-05-05T14:49:53.306" v="35" actId="26606"/>
          <ac:grpSpMkLst>
            <pc:docMk/>
            <pc:sldMk cId="1606625944" sldId="281"/>
            <ac:grpSpMk id="23" creationId="{8283C010-53D7-404B-9300-DB1BAE1EAE91}"/>
          </ac:grpSpMkLst>
        </pc:grpChg>
        <pc:picChg chg="add mod">
          <ac:chgData name="Michael Ma" userId="6ad0b99d3e159485" providerId="LiveId" clId="{647100EA-6084-473F-BC4B-826D8D736A77}" dt="2024-05-05T14:50:18.762" v="37"/>
          <ac:picMkLst>
            <pc:docMk/>
            <pc:sldMk cId="1606625944" sldId="281"/>
            <ac:picMk id="3" creationId="{E6D4D442-F6CD-5786-D034-FEACA55FC34F}"/>
          </ac:picMkLst>
        </pc:picChg>
        <pc:picChg chg="add del">
          <ac:chgData name="Michael Ma" userId="6ad0b99d3e159485" providerId="LiveId" clId="{647100EA-6084-473F-BC4B-826D8D736A77}" dt="2024-05-05T14:49:49.885" v="31" actId="26606"/>
          <ac:picMkLst>
            <pc:docMk/>
            <pc:sldMk cId="1606625944" sldId="281"/>
            <ac:picMk id="10" creationId="{D704A7BF-21E3-4BDF-9BE8-BEC32066EF45}"/>
          </ac:picMkLst>
        </pc:picChg>
      </pc:sldChg>
      <pc:sldChg chg="addSp delSp modSp new mod setBg">
        <pc:chgData name="Michael Ma" userId="6ad0b99d3e159485" providerId="LiveId" clId="{647100EA-6084-473F-BC4B-826D8D736A77}" dt="2024-05-05T14:52:27.981" v="67" actId="26606"/>
        <pc:sldMkLst>
          <pc:docMk/>
          <pc:sldMk cId="724735223" sldId="282"/>
        </pc:sldMkLst>
        <pc:spChg chg="add del">
          <ac:chgData name="Michael Ma" userId="6ad0b99d3e159485" providerId="LiveId" clId="{647100EA-6084-473F-BC4B-826D8D736A77}" dt="2024-05-05T14:52:27.981" v="67" actId="26606"/>
          <ac:spMkLst>
            <pc:docMk/>
            <pc:sldMk cId="724735223" sldId="282"/>
            <ac:spMk id="8" creationId="{544958B8-57B6-4B37-8A18-D54A32EC2D37}"/>
          </ac:spMkLst>
        </pc:spChg>
        <pc:spChg chg="add del">
          <ac:chgData name="Michael Ma" userId="6ad0b99d3e159485" providerId="LiveId" clId="{647100EA-6084-473F-BC4B-826D8D736A77}" dt="2024-05-05T14:52:27.981" v="67" actId="26606"/>
          <ac:spMkLst>
            <pc:docMk/>
            <pc:sldMk cId="724735223" sldId="282"/>
            <ac:spMk id="10" creationId="{B7E4A740-3A69-42A5-8AC0-3905D518F419}"/>
          </ac:spMkLst>
        </pc:spChg>
        <pc:spChg chg="add">
          <ac:chgData name="Michael Ma" userId="6ad0b99d3e159485" providerId="LiveId" clId="{647100EA-6084-473F-BC4B-826D8D736A77}" dt="2024-05-05T14:52:27.981" v="67" actId="26606"/>
          <ac:spMkLst>
            <pc:docMk/>
            <pc:sldMk cId="724735223" sldId="282"/>
            <ac:spMk id="21" creationId="{7193F1A9-EED8-46C5-A64D-C219BE030BE1}"/>
          </ac:spMkLst>
        </pc:spChg>
        <pc:spChg chg="add">
          <ac:chgData name="Michael Ma" userId="6ad0b99d3e159485" providerId="LiveId" clId="{647100EA-6084-473F-BC4B-826D8D736A77}" dt="2024-05-05T14:52:27.981" v="67" actId="26606"/>
          <ac:spMkLst>
            <pc:docMk/>
            <pc:sldMk cId="724735223" sldId="282"/>
            <ac:spMk id="23" creationId="{ECE6865D-C104-4F99-86B8-B6E914940FF5}"/>
          </ac:spMkLst>
        </pc:spChg>
        <pc:grpChg chg="add del">
          <ac:chgData name="Michael Ma" userId="6ad0b99d3e159485" providerId="LiveId" clId="{647100EA-6084-473F-BC4B-826D8D736A77}" dt="2024-05-05T14:52:27.981" v="67" actId="26606"/>
          <ac:grpSpMkLst>
            <pc:docMk/>
            <pc:sldMk cId="724735223" sldId="282"/>
            <ac:grpSpMk id="12" creationId="{8283C010-53D7-404B-9300-DB1BAE1EAE91}"/>
          </ac:grpSpMkLst>
        </pc:grpChg>
        <pc:picChg chg="add mod">
          <ac:chgData name="Michael Ma" userId="6ad0b99d3e159485" providerId="LiveId" clId="{647100EA-6084-473F-BC4B-826D8D736A77}" dt="2024-05-05T14:52:27.981" v="67" actId="26606"/>
          <ac:picMkLst>
            <pc:docMk/>
            <pc:sldMk cId="724735223" sldId="282"/>
            <ac:picMk id="3" creationId="{8081A0AE-4C50-C23B-E76B-A66B93AA3330}"/>
          </ac:picMkLst>
        </pc:picChg>
      </pc:sldChg>
      <pc:sldChg chg="addSp modSp new mod setBg">
        <pc:chgData name="Michael Ma" userId="6ad0b99d3e159485" providerId="LiveId" clId="{647100EA-6084-473F-BC4B-826D8D736A77}" dt="2024-05-05T14:51:45.767" v="50" actId="26606"/>
        <pc:sldMkLst>
          <pc:docMk/>
          <pc:sldMk cId="2118136195" sldId="283"/>
        </pc:sldMkLst>
        <pc:spChg chg="add">
          <ac:chgData name="Michael Ma" userId="6ad0b99d3e159485" providerId="LiveId" clId="{647100EA-6084-473F-BC4B-826D8D736A77}" dt="2024-05-05T14:51:45.767" v="50" actId="26606"/>
          <ac:spMkLst>
            <pc:docMk/>
            <pc:sldMk cId="2118136195" sldId="283"/>
            <ac:spMk id="8" creationId="{23E3CED3-8830-45C9-8D6C-F4ECADD4F114}"/>
          </ac:spMkLst>
        </pc:spChg>
        <pc:spChg chg="add">
          <ac:chgData name="Michael Ma" userId="6ad0b99d3e159485" providerId="LiveId" clId="{647100EA-6084-473F-BC4B-826D8D736A77}" dt="2024-05-05T14:51:45.767" v="50" actId="26606"/>
          <ac:spMkLst>
            <pc:docMk/>
            <pc:sldMk cId="2118136195" sldId="283"/>
            <ac:spMk id="10" creationId="{66F2D62A-C66C-42DF-8C05-99B0B1A8BED0}"/>
          </ac:spMkLst>
        </pc:spChg>
        <pc:picChg chg="add mod">
          <ac:chgData name="Michael Ma" userId="6ad0b99d3e159485" providerId="LiveId" clId="{647100EA-6084-473F-BC4B-826D8D736A77}" dt="2024-05-05T14:51:45.767" v="50" actId="26606"/>
          <ac:picMkLst>
            <pc:docMk/>
            <pc:sldMk cId="2118136195" sldId="283"/>
            <ac:picMk id="3" creationId="{76AA97F3-BB60-53F5-D236-238C7B04800E}"/>
          </ac:picMkLst>
        </pc:picChg>
      </pc:sldChg>
      <pc:sldChg chg="addSp delSp modSp new mod setBg">
        <pc:chgData name="Michael Ma" userId="6ad0b99d3e159485" providerId="LiveId" clId="{647100EA-6084-473F-BC4B-826D8D736A77}" dt="2024-05-05T14:52:10.365" v="63" actId="26606"/>
        <pc:sldMkLst>
          <pc:docMk/>
          <pc:sldMk cId="2255273767" sldId="284"/>
        </pc:sldMkLst>
        <pc:spChg chg="add del">
          <ac:chgData name="Michael Ma" userId="6ad0b99d3e159485" providerId="LiveId" clId="{647100EA-6084-473F-BC4B-826D8D736A77}" dt="2024-05-05T14:52:02.492" v="56" actId="26606"/>
          <ac:spMkLst>
            <pc:docMk/>
            <pc:sldMk cId="2255273767" sldId="284"/>
            <ac:spMk id="8" creationId="{544958B8-57B6-4B37-8A18-D54A32EC2D37}"/>
          </ac:spMkLst>
        </pc:spChg>
        <pc:spChg chg="add del">
          <ac:chgData name="Michael Ma" userId="6ad0b99d3e159485" providerId="LiveId" clId="{647100EA-6084-473F-BC4B-826D8D736A77}" dt="2024-05-05T14:52:02.492" v="56" actId="26606"/>
          <ac:spMkLst>
            <pc:docMk/>
            <pc:sldMk cId="2255273767" sldId="284"/>
            <ac:spMk id="10" creationId="{B7E4A740-3A69-42A5-8AC0-3905D518F419}"/>
          </ac:spMkLst>
        </pc:spChg>
        <pc:spChg chg="add del">
          <ac:chgData name="Michael Ma" userId="6ad0b99d3e159485" providerId="LiveId" clId="{647100EA-6084-473F-BC4B-826D8D736A77}" dt="2024-05-05T14:52:04.249" v="58" actId="26606"/>
          <ac:spMkLst>
            <pc:docMk/>
            <pc:sldMk cId="2255273767" sldId="284"/>
            <ac:spMk id="18" creationId="{6D75FD42-C156-41A4-B68A-6C71A47E71E0}"/>
          </ac:spMkLst>
        </pc:spChg>
        <pc:spChg chg="add del">
          <ac:chgData name="Michael Ma" userId="6ad0b99d3e159485" providerId="LiveId" clId="{647100EA-6084-473F-BC4B-826D8D736A77}" dt="2024-05-05T14:52:07.514" v="60" actId="26606"/>
          <ac:spMkLst>
            <pc:docMk/>
            <pc:sldMk cId="2255273767" sldId="284"/>
            <ac:spMk id="24" creationId="{DC1875E5-3E3D-49D0-A84D-62C1DE8DE71B}"/>
          </ac:spMkLst>
        </pc:spChg>
        <pc:spChg chg="add del">
          <ac:chgData name="Michael Ma" userId="6ad0b99d3e159485" providerId="LiveId" clId="{647100EA-6084-473F-BC4B-826D8D736A77}" dt="2024-05-05T14:52:07.514" v="60" actId="26606"/>
          <ac:spMkLst>
            <pc:docMk/>
            <pc:sldMk cId="2255273767" sldId="284"/>
            <ac:spMk id="25" creationId="{72E3803C-85E6-4CB3-8361-219B2398D9F3}"/>
          </ac:spMkLst>
        </pc:spChg>
        <pc:spChg chg="add del">
          <ac:chgData name="Michael Ma" userId="6ad0b99d3e159485" providerId="LiveId" clId="{647100EA-6084-473F-BC4B-826D8D736A77}" dt="2024-05-05T14:52:10.332" v="62" actId="26606"/>
          <ac:spMkLst>
            <pc:docMk/>
            <pc:sldMk cId="2255273767" sldId="284"/>
            <ac:spMk id="27" creationId="{38181A50-C8BE-4392-983D-C06579080585}"/>
          </ac:spMkLst>
        </pc:spChg>
        <pc:spChg chg="add">
          <ac:chgData name="Michael Ma" userId="6ad0b99d3e159485" providerId="LiveId" clId="{647100EA-6084-473F-BC4B-826D8D736A77}" dt="2024-05-05T14:52:10.365" v="63" actId="26606"/>
          <ac:spMkLst>
            <pc:docMk/>
            <pc:sldMk cId="2255273767" sldId="284"/>
            <ac:spMk id="29" creationId="{23E3CED3-8830-45C9-8D6C-F4ECADD4F114}"/>
          </ac:spMkLst>
        </pc:spChg>
        <pc:spChg chg="add">
          <ac:chgData name="Michael Ma" userId="6ad0b99d3e159485" providerId="LiveId" clId="{647100EA-6084-473F-BC4B-826D8D736A77}" dt="2024-05-05T14:52:10.365" v="63" actId="26606"/>
          <ac:spMkLst>
            <pc:docMk/>
            <pc:sldMk cId="2255273767" sldId="284"/>
            <ac:spMk id="30" creationId="{66F2D62A-C66C-42DF-8C05-99B0B1A8BED0}"/>
          </ac:spMkLst>
        </pc:spChg>
        <pc:grpChg chg="add del">
          <ac:chgData name="Michael Ma" userId="6ad0b99d3e159485" providerId="LiveId" clId="{647100EA-6084-473F-BC4B-826D8D736A77}" dt="2024-05-05T14:52:02.492" v="56" actId="26606"/>
          <ac:grpSpMkLst>
            <pc:docMk/>
            <pc:sldMk cId="2255273767" sldId="284"/>
            <ac:grpSpMk id="12" creationId="{8283C010-53D7-404B-9300-DB1BAE1EAE91}"/>
          </ac:grpSpMkLst>
        </pc:grpChg>
        <pc:grpChg chg="add del">
          <ac:chgData name="Michael Ma" userId="6ad0b99d3e159485" providerId="LiveId" clId="{647100EA-6084-473F-BC4B-826D8D736A77}" dt="2024-05-05T14:52:04.249" v="58" actId="26606"/>
          <ac:grpSpMkLst>
            <pc:docMk/>
            <pc:sldMk cId="2255273767" sldId="284"/>
            <ac:grpSpMk id="20" creationId="{50180162-DDE5-43C8-B0DC-645F4CA9DDD5}"/>
          </ac:grpSpMkLst>
        </pc:grpChg>
        <pc:picChg chg="add mod">
          <ac:chgData name="Michael Ma" userId="6ad0b99d3e159485" providerId="LiveId" clId="{647100EA-6084-473F-BC4B-826D8D736A77}" dt="2024-05-05T14:52:10.365" v="63" actId="26606"/>
          <ac:picMkLst>
            <pc:docMk/>
            <pc:sldMk cId="2255273767" sldId="284"/>
            <ac:picMk id="3" creationId="{3B67FA2D-56A3-4ACB-23B7-72B3AF85B84F}"/>
          </ac:picMkLst>
        </pc:picChg>
        <pc:picChg chg="add del">
          <ac:chgData name="Michael Ma" userId="6ad0b99d3e159485" providerId="LiveId" clId="{647100EA-6084-473F-BC4B-826D8D736A77}" dt="2024-05-05T14:52:04.249" v="58" actId="26606"/>
          <ac:picMkLst>
            <pc:docMk/>
            <pc:sldMk cId="2255273767" sldId="284"/>
            <ac:picMk id="19" creationId="{D704A7BF-21E3-4BDF-9BE8-BEC32066EF45}"/>
          </ac:picMkLst>
        </pc:picChg>
      </pc:sldChg>
      <pc:sldChg chg="addSp modSp new mod setBg">
        <pc:chgData name="Michael Ma" userId="6ad0b99d3e159485" providerId="LiveId" clId="{647100EA-6084-473F-BC4B-826D8D736A77}" dt="2024-05-05T14:52:41.104" v="72" actId="26606"/>
        <pc:sldMkLst>
          <pc:docMk/>
          <pc:sldMk cId="4116512619" sldId="285"/>
        </pc:sldMkLst>
        <pc:spChg chg="add">
          <ac:chgData name="Michael Ma" userId="6ad0b99d3e159485" providerId="LiveId" clId="{647100EA-6084-473F-BC4B-826D8D736A77}" dt="2024-05-05T14:52:41.104" v="72" actId="26606"/>
          <ac:spMkLst>
            <pc:docMk/>
            <pc:sldMk cId="4116512619" sldId="285"/>
            <ac:spMk id="8" creationId="{23E3CED3-8830-45C9-8D6C-F4ECADD4F114}"/>
          </ac:spMkLst>
        </pc:spChg>
        <pc:spChg chg="add">
          <ac:chgData name="Michael Ma" userId="6ad0b99d3e159485" providerId="LiveId" clId="{647100EA-6084-473F-BC4B-826D8D736A77}" dt="2024-05-05T14:52:41.104" v="72" actId="26606"/>
          <ac:spMkLst>
            <pc:docMk/>
            <pc:sldMk cId="4116512619" sldId="285"/>
            <ac:spMk id="10" creationId="{66F2D62A-C66C-42DF-8C05-99B0B1A8BED0}"/>
          </ac:spMkLst>
        </pc:spChg>
        <pc:picChg chg="add mod">
          <ac:chgData name="Michael Ma" userId="6ad0b99d3e159485" providerId="LiveId" clId="{647100EA-6084-473F-BC4B-826D8D736A77}" dt="2024-05-05T14:52:41.104" v="72" actId="26606"/>
          <ac:picMkLst>
            <pc:docMk/>
            <pc:sldMk cId="4116512619" sldId="285"/>
            <ac:picMk id="3" creationId="{97AAF287-A1B6-E319-DDE9-0FD1A06ED2FA}"/>
          </ac:picMkLst>
        </pc:picChg>
      </pc:sldChg>
      <pc:sldChg chg="addSp modSp add mod setBg">
        <pc:chgData name="Michael Ma" userId="6ad0b99d3e159485" providerId="LiveId" clId="{647100EA-6084-473F-BC4B-826D8D736A77}" dt="2024-05-05T15:32:41.447" v="1333" actId="26606"/>
        <pc:sldMkLst>
          <pc:docMk/>
          <pc:sldMk cId="4224524295" sldId="286"/>
        </pc:sldMkLst>
        <pc:spChg chg="mod">
          <ac:chgData name="Michael Ma" userId="6ad0b99d3e159485" providerId="LiveId" clId="{647100EA-6084-473F-BC4B-826D8D736A77}" dt="2024-05-05T15:32:41.447" v="1333" actId="26606"/>
          <ac:spMkLst>
            <pc:docMk/>
            <pc:sldMk cId="4224524295" sldId="286"/>
            <ac:spMk id="2" creationId="{9F8CBD8F-E62E-4836-8527-AC1B9416C3DC}"/>
          </ac:spMkLst>
        </pc:spChg>
        <pc:spChg chg="mod">
          <ac:chgData name="Michael Ma" userId="6ad0b99d3e159485" providerId="LiveId" clId="{647100EA-6084-473F-BC4B-826D8D736A77}" dt="2024-05-05T15:32:41.447" v="1333" actId="26606"/>
          <ac:spMkLst>
            <pc:docMk/>
            <pc:sldMk cId="4224524295" sldId="286"/>
            <ac:spMk id="6" creationId="{4BDD1DE0-EDD3-4F85-8CF7-BD8AC6CA524C}"/>
          </ac:spMkLst>
        </pc:spChg>
        <pc:spChg chg="add">
          <ac:chgData name="Michael Ma" userId="6ad0b99d3e159485" providerId="LiveId" clId="{647100EA-6084-473F-BC4B-826D8D736A77}" dt="2024-05-05T15:32:41.447" v="1333" actId="26606"/>
          <ac:spMkLst>
            <pc:docMk/>
            <pc:sldMk cId="4224524295" sldId="286"/>
            <ac:spMk id="19" creationId="{79BB855E-E401-41F6-8925-C43722CDD66C}"/>
          </ac:spMkLst>
        </pc:spChg>
        <pc:spChg chg="add">
          <ac:chgData name="Michael Ma" userId="6ad0b99d3e159485" providerId="LiveId" clId="{647100EA-6084-473F-BC4B-826D8D736A77}" dt="2024-05-05T15:32:41.447" v="1333" actId="26606"/>
          <ac:spMkLst>
            <pc:docMk/>
            <pc:sldMk cId="4224524295" sldId="286"/>
            <ac:spMk id="27" creationId="{AE4DC31D-3252-4CE4-94B0-32BB37A184BB}"/>
          </ac:spMkLst>
        </pc:spChg>
        <pc:grpChg chg="add">
          <ac:chgData name="Michael Ma" userId="6ad0b99d3e159485" providerId="LiveId" clId="{647100EA-6084-473F-BC4B-826D8D736A77}" dt="2024-05-05T15:32:41.447" v="1333" actId="26606"/>
          <ac:grpSpMkLst>
            <pc:docMk/>
            <pc:sldMk cId="4224524295" sldId="286"/>
            <ac:grpSpMk id="11" creationId="{749C117F-F390-437B-ADB0-57E87EFF34F5}"/>
          </ac:grpSpMkLst>
        </pc:grpChg>
        <pc:grpChg chg="add">
          <ac:chgData name="Michael Ma" userId="6ad0b99d3e159485" providerId="LiveId" clId="{647100EA-6084-473F-BC4B-826D8D736A77}" dt="2024-05-05T15:32:41.447" v="1333" actId="26606"/>
          <ac:grpSpMkLst>
            <pc:docMk/>
            <pc:sldMk cId="4224524295" sldId="286"/>
            <ac:grpSpMk id="21" creationId="{61AB028E-5F68-413C-BBF0-EE603FDA6E5B}"/>
          </ac:grpSpMkLst>
        </pc:grpChg>
        <pc:picChg chg="mod ord">
          <ac:chgData name="Michael Ma" userId="6ad0b99d3e159485" providerId="LiveId" clId="{647100EA-6084-473F-BC4B-826D8D736A77}" dt="2024-05-05T15:32:41.447" v="1333" actId="26606"/>
          <ac:picMkLst>
            <pc:docMk/>
            <pc:sldMk cId="4224524295" sldId="286"/>
            <ac:picMk id="5" creationId="{8F55EED3-8219-4394-B0BC-37CD5547FE66}"/>
          </ac:picMkLst>
        </pc:picChg>
        <pc:cxnChg chg="add">
          <ac:chgData name="Michael Ma" userId="6ad0b99d3e159485" providerId="LiveId" clId="{647100EA-6084-473F-BC4B-826D8D736A77}" dt="2024-05-05T15:32:41.447" v="1333" actId="26606"/>
          <ac:cxnSpMkLst>
            <pc:docMk/>
            <pc:sldMk cId="4224524295" sldId="286"/>
            <ac:cxnSpMk id="17" creationId="{20742BC3-654B-4E41-9A6A-73A42E477639}"/>
          </ac:cxnSpMkLst>
        </pc:cxnChg>
        <pc:cxnChg chg="add">
          <ac:chgData name="Michael Ma" userId="6ad0b99d3e159485" providerId="LiveId" clId="{647100EA-6084-473F-BC4B-826D8D736A77}" dt="2024-05-05T15:32:41.447" v="1333" actId="26606"/>
          <ac:cxnSpMkLst>
            <pc:docMk/>
            <pc:sldMk cId="4224524295" sldId="286"/>
            <ac:cxnSpMk id="29" creationId="{AF9ABF50-2998-468E-A550-85A1DD0DDC93}"/>
          </ac:cxnSpMkLst>
        </pc:cxnChg>
      </pc:sldChg>
      <pc:sldChg chg="addSp modSp add mod setBg modClrScheme chgLayout">
        <pc:chgData name="Michael Ma" userId="6ad0b99d3e159485" providerId="LiveId" clId="{647100EA-6084-473F-BC4B-826D8D736A77}" dt="2024-05-05T15:32:59.026" v="1335" actId="26606"/>
        <pc:sldMkLst>
          <pc:docMk/>
          <pc:sldMk cId="2269274075" sldId="287"/>
        </pc:sldMkLst>
        <pc:spChg chg="mod ord">
          <ac:chgData name="Michael Ma" userId="6ad0b99d3e159485" providerId="LiveId" clId="{647100EA-6084-473F-BC4B-826D8D736A77}" dt="2024-05-05T15:32:59.026" v="1335" actId="26606"/>
          <ac:spMkLst>
            <pc:docMk/>
            <pc:sldMk cId="2269274075" sldId="287"/>
            <ac:spMk id="2" creationId="{64D0EC84-9793-4F1E-8982-7ED7A7C11FC6}"/>
          </ac:spMkLst>
        </pc:spChg>
        <pc:spChg chg="add">
          <ac:chgData name="Michael Ma" userId="6ad0b99d3e159485" providerId="LiveId" clId="{647100EA-6084-473F-BC4B-826D8D736A77}" dt="2024-05-05T15:32:59.026" v="1335" actId="26606"/>
          <ac:spMkLst>
            <pc:docMk/>
            <pc:sldMk cId="2269274075" sldId="287"/>
            <ac:spMk id="12" creationId="{809EA27C-DE62-4CEC-A6D3-4FA9EF40A58F}"/>
          </ac:spMkLst>
        </pc:spChg>
        <pc:picChg chg="mod ord">
          <ac:chgData name="Michael Ma" userId="6ad0b99d3e159485" providerId="LiveId" clId="{647100EA-6084-473F-BC4B-826D8D736A77}" dt="2024-05-05T15:32:59.026" v="1335" actId="26606"/>
          <ac:picMkLst>
            <pc:docMk/>
            <pc:sldMk cId="2269274075" sldId="287"/>
            <ac:picMk id="5" creationId="{A4709BD2-D7F9-4403-8318-2500249360D9}"/>
          </ac:picMkLst>
        </pc:picChg>
        <pc:picChg chg="mod">
          <ac:chgData name="Michael Ma" userId="6ad0b99d3e159485" providerId="LiveId" clId="{647100EA-6084-473F-BC4B-826D8D736A77}" dt="2024-05-05T15:32:59.026" v="1335" actId="26606"/>
          <ac:picMkLst>
            <pc:docMk/>
            <pc:sldMk cId="2269274075" sldId="287"/>
            <ac:picMk id="7" creationId="{C7C24565-789A-48B1-BD92-6B9792B7C33D}"/>
          </ac:picMkLst>
        </pc:picChg>
      </pc:sldChg>
      <pc:sldChg chg="addSp modSp add mod setBg modClrScheme chgLayout">
        <pc:chgData name="Michael Ma" userId="6ad0b99d3e159485" providerId="LiveId" clId="{647100EA-6084-473F-BC4B-826D8D736A77}" dt="2024-05-05T15:33:33.056" v="1340" actId="26606"/>
        <pc:sldMkLst>
          <pc:docMk/>
          <pc:sldMk cId="3944324567" sldId="288"/>
        </pc:sldMkLst>
        <pc:spChg chg="mod ord">
          <ac:chgData name="Michael Ma" userId="6ad0b99d3e159485" providerId="LiveId" clId="{647100EA-6084-473F-BC4B-826D8D736A77}" dt="2024-05-05T15:33:33.056" v="1340" actId="26606"/>
          <ac:spMkLst>
            <pc:docMk/>
            <pc:sldMk cId="3944324567" sldId="288"/>
            <ac:spMk id="2" creationId="{EAD9B600-F630-40BB-9EEF-40F1EAE40E09}"/>
          </ac:spMkLst>
        </pc:spChg>
        <pc:spChg chg="add">
          <ac:chgData name="Michael Ma" userId="6ad0b99d3e159485" providerId="LiveId" clId="{647100EA-6084-473F-BC4B-826D8D736A77}" dt="2024-05-05T15:33:33.056" v="1340" actId="26606"/>
          <ac:spMkLst>
            <pc:docMk/>
            <pc:sldMk cId="3944324567" sldId="288"/>
            <ac:spMk id="18" creationId="{1755C732-3264-4614-8316-41F75483710B}"/>
          </ac:spMkLst>
        </pc:spChg>
        <pc:spChg chg="add">
          <ac:chgData name="Michael Ma" userId="6ad0b99d3e159485" providerId="LiveId" clId="{647100EA-6084-473F-BC4B-826D8D736A77}" dt="2024-05-05T15:33:33.056" v="1340" actId="26606"/>
          <ac:spMkLst>
            <pc:docMk/>
            <pc:sldMk cId="3944324567" sldId="288"/>
            <ac:spMk id="26" creationId="{4AD786D6-2C42-45AF-888B-F2038C4D0A70}"/>
          </ac:spMkLst>
        </pc:spChg>
        <pc:grpChg chg="add">
          <ac:chgData name="Michael Ma" userId="6ad0b99d3e159485" providerId="LiveId" clId="{647100EA-6084-473F-BC4B-826D8D736A77}" dt="2024-05-05T15:33:33.056" v="1340" actId="26606"/>
          <ac:grpSpMkLst>
            <pc:docMk/>
            <pc:sldMk cId="3944324567" sldId="288"/>
            <ac:grpSpMk id="10" creationId="{749C117F-F390-437B-ADB0-57E87EFF34F5}"/>
          </ac:grpSpMkLst>
        </pc:grpChg>
        <pc:grpChg chg="add">
          <ac:chgData name="Michael Ma" userId="6ad0b99d3e159485" providerId="LiveId" clId="{647100EA-6084-473F-BC4B-826D8D736A77}" dt="2024-05-05T15:33:33.056" v="1340" actId="26606"/>
          <ac:grpSpMkLst>
            <pc:docMk/>
            <pc:sldMk cId="3944324567" sldId="288"/>
            <ac:grpSpMk id="20" creationId="{59C7C6ED-4EA1-4532-A820-59A8ADEEE0F9}"/>
          </ac:grpSpMkLst>
        </pc:grpChg>
        <pc:picChg chg="mod ord">
          <ac:chgData name="Michael Ma" userId="6ad0b99d3e159485" providerId="LiveId" clId="{647100EA-6084-473F-BC4B-826D8D736A77}" dt="2024-05-05T15:33:33.056" v="1340" actId="26606"/>
          <ac:picMkLst>
            <pc:docMk/>
            <pc:sldMk cId="3944324567" sldId="288"/>
            <ac:picMk id="5" creationId="{E58D4FF5-3B85-4417-A6B4-CCA4E0CDEA94}"/>
          </ac:picMkLst>
        </pc:picChg>
        <pc:cxnChg chg="add">
          <ac:chgData name="Michael Ma" userId="6ad0b99d3e159485" providerId="LiveId" clId="{647100EA-6084-473F-BC4B-826D8D736A77}" dt="2024-05-05T15:33:33.056" v="1340" actId="26606"/>
          <ac:cxnSpMkLst>
            <pc:docMk/>
            <pc:sldMk cId="3944324567" sldId="288"/>
            <ac:cxnSpMk id="16" creationId="{20742BC3-654B-4E41-9A6A-73A42E477639}"/>
          </ac:cxnSpMkLst>
        </pc:cxnChg>
        <pc:cxnChg chg="add">
          <ac:chgData name="Michael Ma" userId="6ad0b99d3e159485" providerId="LiveId" clId="{647100EA-6084-473F-BC4B-826D8D736A77}" dt="2024-05-05T15:33:33.056" v="1340" actId="26606"/>
          <ac:cxnSpMkLst>
            <pc:docMk/>
            <pc:sldMk cId="3944324567" sldId="288"/>
            <ac:cxnSpMk id="28" creationId="{B8D6659D-FA60-4C6D-A9F6-063E294AA159}"/>
          </ac:cxnSpMkLst>
        </pc:cxnChg>
      </pc:sldChg>
      <pc:sldChg chg="addSp modSp add mod setBg modClrScheme chgLayout">
        <pc:chgData name="Michael Ma" userId="6ad0b99d3e159485" providerId="LiveId" clId="{647100EA-6084-473F-BC4B-826D8D736A77}" dt="2024-05-05T15:33:46.900" v="1342" actId="26606"/>
        <pc:sldMkLst>
          <pc:docMk/>
          <pc:sldMk cId="3971861845" sldId="289"/>
        </pc:sldMkLst>
        <pc:spChg chg="mod ord">
          <ac:chgData name="Michael Ma" userId="6ad0b99d3e159485" providerId="LiveId" clId="{647100EA-6084-473F-BC4B-826D8D736A77}" dt="2024-05-05T15:33:46.900" v="1342" actId="26606"/>
          <ac:spMkLst>
            <pc:docMk/>
            <pc:sldMk cId="3971861845" sldId="289"/>
            <ac:spMk id="2" creationId="{134EB46E-4FE8-4BE6-8C15-BB8D9A28E130}"/>
          </ac:spMkLst>
        </pc:spChg>
        <pc:spChg chg="add">
          <ac:chgData name="Michael Ma" userId="6ad0b99d3e159485" providerId="LiveId" clId="{647100EA-6084-473F-BC4B-826D8D736A77}" dt="2024-05-05T15:33:46.900" v="1342" actId="26606"/>
          <ac:spMkLst>
            <pc:docMk/>
            <pc:sldMk cId="3971861845" sldId="289"/>
            <ac:spMk id="18" creationId="{1755C732-3264-4614-8316-41F75483710B}"/>
          </ac:spMkLst>
        </pc:spChg>
        <pc:spChg chg="add">
          <ac:chgData name="Michael Ma" userId="6ad0b99d3e159485" providerId="LiveId" clId="{647100EA-6084-473F-BC4B-826D8D736A77}" dt="2024-05-05T15:33:46.900" v="1342" actId="26606"/>
          <ac:spMkLst>
            <pc:docMk/>
            <pc:sldMk cId="3971861845" sldId="289"/>
            <ac:spMk id="26" creationId="{4AD786D6-2C42-45AF-888B-F2038C4D0A70}"/>
          </ac:spMkLst>
        </pc:spChg>
        <pc:grpChg chg="add">
          <ac:chgData name="Michael Ma" userId="6ad0b99d3e159485" providerId="LiveId" clId="{647100EA-6084-473F-BC4B-826D8D736A77}" dt="2024-05-05T15:33:46.900" v="1342" actId="26606"/>
          <ac:grpSpMkLst>
            <pc:docMk/>
            <pc:sldMk cId="3971861845" sldId="289"/>
            <ac:grpSpMk id="10" creationId="{749C117F-F390-437B-ADB0-57E87EFF34F5}"/>
          </ac:grpSpMkLst>
        </pc:grpChg>
        <pc:grpChg chg="add">
          <ac:chgData name="Michael Ma" userId="6ad0b99d3e159485" providerId="LiveId" clId="{647100EA-6084-473F-BC4B-826D8D736A77}" dt="2024-05-05T15:33:46.900" v="1342" actId="26606"/>
          <ac:grpSpMkLst>
            <pc:docMk/>
            <pc:sldMk cId="3971861845" sldId="289"/>
            <ac:grpSpMk id="20" creationId="{59C7C6ED-4EA1-4532-A820-59A8ADEEE0F9}"/>
          </ac:grpSpMkLst>
        </pc:grpChg>
        <pc:picChg chg="mod ord">
          <ac:chgData name="Michael Ma" userId="6ad0b99d3e159485" providerId="LiveId" clId="{647100EA-6084-473F-BC4B-826D8D736A77}" dt="2024-05-05T15:33:46.900" v="1342" actId="26606"/>
          <ac:picMkLst>
            <pc:docMk/>
            <pc:sldMk cId="3971861845" sldId="289"/>
            <ac:picMk id="5" creationId="{C1436A9B-4E44-416F-89AD-0CA8378E6D5B}"/>
          </ac:picMkLst>
        </pc:picChg>
        <pc:cxnChg chg="add">
          <ac:chgData name="Michael Ma" userId="6ad0b99d3e159485" providerId="LiveId" clId="{647100EA-6084-473F-BC4B-826D8D736A77}" dt="2024-05-05T15:33:46.900" v="1342" actId="26606"/>
          <ac:cxnSpMkLst>
            <pc:docMk/>
            <pc:sldMk cId="3971861845" sldId="289"/>
            <ac:cxnSpMk id="16" creationId="{20742BC3-654B-4E41-9A6A-73A42E477639}"/>
          </ac:cxnSpMkLst>
        </pc:cxnChg>
        <pc:cxnChg chg="add">
          <ac:chgData name="Michael Ma" userId="6ad0b99d3e159485" providerId="LiveId" clId="{647100EA-6084-473F-BC4B-826D8D736A77}" dt="2024-05-05T15:33:46.900" v="1342" actId="26606"/>
          <ac:cxnSpMkLst>
            <pc:docMk/>
            <pc:sldMk cId="3971861845" sldId="289"/>
            <ac:cxnSpMk id="28" creationId="{B8D6659D-FA60-4C6D-A9F6-063E294AA159}"/>
          </ac:cxnSpMkLst>
        </pc:cxnChg>
      </pc:sldChg>
      <pc:sldChg chg="addSp modSp add mod setBg modClrScheme chgLayout">
        <pc:chgData name="Michael Ma" userId="6ad0b99d3e159485" providerId="LiveId" clId="{647100EA-6084-473F-BC4B-826D8D736A77}" dt="2024-05-05T15:33:58.151" v="1344" actId="26606"/>
        <pc:sldMkLst>
          <pc:docMk/>
          <pc:sldMk cId="2469751764" sldId="290"/>
        </pc:sldMkLst>
        <pc:spChg chg="mod ord">
          <ac:chgData name="Michael Ma" userId="6ad0b99d3e159485" providerId="LiveId" clId="{647100EA-6084-473F-BC4B-826D8D736A77}" dt="2024-05-05T15:33:58.151" v="1344" actId="26606"/>
          <ac:spMkLst>
            <pc:docMk/>
            <pc:sldMk cId="2469751764" sldId="290"/>
            <ac:spMk id="2" creationId="{1A1B4CBD-1C9A-4BC6-9B57-5AD286A87F90}"/>
          </ac:spMkLst>
        </pc:spChg>
        <pc:spChg chg="add">
          <ac:chgData name="Michael Ma" userId="6ad0b99d3e159485" providerId="LiveId" clId="{647100EA-6084-473F-BC4B-826D8D736A77}" dt="2024-05-05T15:33:58.151" v="1344" actId="26606"/>
          <ac:spMkLst>
            <pc:docMk/>
            <pc:sldMk cId="2469751764" sldId="290"/>
            <ac:spMk id="20" creationId="{8B226A40-22CC-40E5-9EC4-5163536C62A0}"/>
          </ac:spMkLst>
        </pc:spChg>
        <pc:spChg chg="add">
          <ac:chgData name="Michael Ma" userId="6ad0b99d3e159485" providerId="LiveId" clId="{647100EA-6084-473F-BC4B-826D8D736A77}" dt="2024-05-05T15:33:58.151" v="1344" actId="26606"/>
          <ac:spMkLst>
            <pc:docMk/>
            <pc:sldMk cId="2469751764" sldId="290"/>
            <ac:spMk id="28" creationId="{9D2CA3DB-2141-4DE2-9F8A-9E5561DDFDA7}"/>
          </ac:spMkLst>
        </pc:spChg>
        <pc:grpChg chg="add">
          <ac:chgData name="Michael Ma" userId="6ad0b99d3e159485" providerId="LiveId" clId="{647100EA-6084-473F-BC4B-826D8D736A77}" dt="2024-05-05T15:33:58.151" v="1344" actId="26606"/>
          <ac:grpSpMkLst>
            <pc:docMk/>
            <pc:sldMk cId="2469751764" sldId="290"/>
            <ac:grpSpMk id="12" creationId="{6BD642B1-E8A0-4B5B-8E4A-D8EF15A08E32}"/>
          </ac:grpSpMkLst>
        </pc:grpChg>
        <pc:grpChg chg="add">
          <ac:chgData name="Michael Ma" userId="6ad0b99d3e159485" providerId="LiveId" clId="{647100EA-6084-473F-BC4B-826D8D736A77}" dt="2024-05-05T15:33:58.151" v="1344" actId="26606"/>
          <ac:grpSpMkLst>
            <pc:docMk/>
            <pc:sldMk cId="2469751764" sldId="290"/>
            <ac:grpSpMk id="22" creationId="{6BB9B7D3-101C-4F55-A956-62DA4AAD40E3}"/>
          </ac:grpSpMkLst>
        </pc:grpChg>
        <pc:picChg chg="mod ord">
          <ac:chgData name="Michael Ma" userId="6ad0b99d3e159485" providerId="LiveId" clId="{647100EA-6084-473F-BC4B-826D8D736A77}" dt="2024-05-05T15:33:58.151" v="1344" actId="26606"/>
          <ac:picMkLst>
            <pc:docMk/>
            <pc:sldMk cId="2469751764" sldId="290"/>
            <ac:picMk id="5" creationId="{A17260F3-78B6-4E46-8A6A-19D7D9F4EBE1}"/>
          </ac:picMkLst>
        </pc:picChg>
        <pc:picChg chg="mod">
          <ac:chgData name="Michael Ma" userId="6ad0b99d3e159485" providerId="LiveId" clId="{647100EA-6084-473F-BC4B-826D8D736A77}" dt="2024-05-05T15:33:58.151" v="1344" actId="26606"/>
          <ac:picMkLst>
            <pc:docMk/>
            <pc:sldMk cId="2469751764" sldId="290"/>
            <ac:picMk id="7" creationId="{2E83F9CD-3884-4ABD-8778-2887321545DD}"/>
          </ac:picMkLst>
        </pc:picChg>
        <pc:cxnChg chg="add">
          <ac:chgData name="Michael Ma" userId="6ad0b99d3e159485" providerId="LiveId" clId="{647100EA-6084-473F-BC4B-826D8D736A77}" dt="2024-05-05T15:33:58.151" v="1344" actId="26606"/>
          <ac:cxnSpMkLst>
            <pc:docMk/>
            <pc:sldMk cId="2469751764" sldId="290"/>
            <ac:cxnSpMk id="18" creationId="{1870FE29-3AF7-4226-8303-7C1B0B8E1F68}"/>
          </ac:cxnSpMkLst>
        </pc:cxnChg>
        <pc:cxnChg chg="add">
          <ac:chgData name="Michael Ma" userId="6ad0b99d3e159485" providerId="LiveId" clId="{647100EA-6084-473F-BC4B-826D8D736A77}" dt="2024-05-05T15:33:58.151" v="1344" actId="26606"/>
          <ac:cxnSpMkLst>
            <pc:docMk/>
            <pc:sldMk cId="2469751764" sldId="290"/>
            <ac:cxnSpMk id="30" creationId="{1214B64F-D291-4308-B071-A2678ED782A7}"/>
          </ac:cxnSpMkLst>
        </pc:cxnChg>
      </pc:sldChg>
      <pc:sldChg chg="addSp delSp modSp new mod setBg">
        <pc:chgData name="Michael Ma" userId="6ad0b99d3e159485" providerId="LiveId" clId="{647100EA-6084-473F-BC4B-826D8D736A77}" dt="2024-05-05T15:32:32.306" v="1332" actId="26606"/>
        <pc:sldMkLst>
          <pc:docMk/>
          <pc:sldMk cId="1772030998" sldId="291"/>
        </pc:sldMkLst>
        <pc:spChg chg="mod">
          <ac:chgData name="Michael Ma" userId="6ad0b99d3e159485" providerId="LiveId" clId="{647100EA-6084-473F-BC4B-826D8D736A77}" dt="2024-05-05T15:32:32.306" v="1332" actId="26606"/>
          <ac:spMkLst>
            <pc:docMk/>
            <pc:sldMk cId="1772030998" sldId="291"/>
            <ac:spMk id="2" creationId="{2229E669-DA14-65B2-D0E9-989689DF7AA0}"/>
          </ac:spMkLst>
        </pc:spChg>
        <pc:spChg chg="del">
          <ac:chgData name="Michael Ma" userId="6ad0b99d3e159485" providerId="LiveId" clId="{647100EA-6084-473F-BC4B-826D8D736A77}" dt="2024-05-05T15:14:57.692" v="278" actId="1032"/>
          <ac:spMkLst>
            <pc:docMk/>
            <pc:sldMk cId="1772030998" sldId="291"/>
            <ac:spMk id="3" creationId="{CDA4F19D-18CC-8E5F-473A-45E0E5193541}"/>
          </ac:spMkLst>
        </pc:spChg>
        <pc:graphicFrameChg chg="add mod modGraphic">
          <ac:chgData name="Michael Ma" userId="6ad0b99d3e159485" providerId="LiveId" clId="{647100EA-6084-473F-BC4B-826D8D736A77}" dt="2024-05-05T15:32:32.306" v="1332" actId="26606"/>
          <ac:graphicFrameMkLst>
            <pc:docMk/>
            <pc:sldMk cId="1772030998" sldId="291"/>
            <ac:graphicFrameMk id="4" creationId="{0688308C-651C-B1A4-75EC-23384A789633}"/>
          </ac:graphicFrameMkLst>
        </pc:graphicFrameChg>
      </pc:sldChg>
      <pc:sldChg chg="addSp delSp modSp new mod setBg setClrOvrMap">
        <pc:chgData name="Michael Ma" userId="6ad0b99d3e159485" providerId="LiveId" clId="{647100EA-6084-473F-BC4B-826D8D736A77}" dt="2024-05-05T15:27:45.110" v="1310" actId="26606"/>
        <pc:sldMkLst>
          <pc:docMk/>
          <pc:sldMk cId="1693671762" sldId="292"/>
        </pc:sldMkLst>
        <pc:spChg chg="mod">
          <ac:chgData name="Michael Ma" userId="6ad0b99d3e159485" providerId="LiveId" clId="{647100EA-6084-473F-BC4B-826D8D736A77}" dt="2024-05-05T15:27:45.110" v="1310" actId="26606"/>
          <ac:spMkLst>
            <pc:docMk/>
            <pc:sldMk cId="1693671762" sldId="292"/>
            <ac:spMk id="2" creationId="{7E044A54-6147-99A5-0A63-B41C787003F2}"/>
          </ac:spMkLst>
        </pc:spChg>
        <pc:spChg chg="mod">
          <ac:chgData name="Michael Ma" userId="6ad0b99d3e159485" providerId="LiveId" clId="{647100EA-6084-473F-BC4B-826D8D736A77}" dt="2024-05-05T15:27:45.110" v="1310" actId="26606"/>
          <ac:spMkLst>
            <pc:docMk/>
            <pc:sldMk cId="1693671762" sldId="292"/>
            <ac:spMk id="3" creationId="{B9624615-EA6C-3688-D7B0-D5891A738255}"/>
          </ac:spMkLst>
        </pc:spChg>
        <pc:spChg chg="add del">
          <ac:chgData name="Michael Ma" userId="6ad0b99d3e159485" providerId="LiveId" clId="{647100EA-6084-473F-BC4B-826D8D736A77}" dt="2024-05-05T15:27:45.078" v="1309" actId="26606"/>
          <ac:spMkLst>
            <pc:docMk/>
            <pc:sldMk cId="1693671762" sldId="292"/>
            <ac:spMk id="8" creationId="{0B7C4858-FAA3-4226-A856-193A01910E69}"/>
          </ac:spMkLst>
        </pc:spChg>
        <pc:spChg chg="add del">
          <ac:chgData name="Michael Ma" userId="6ad0b99d3e159485" providerId="LiveId" clId="{647100EA-6084-473F-BC4B-826D8D736A77}" dt="2024-05-05T15:27:39.801" v="1307" actId="26606"/>
          <ac:spMkLst>
            <pc:docMk/>
            <pc:sldMk cId="1693671762" sldId="292"/>
            <ac:spMk id="9" creationId="{5EB8E3BF-F464-4900-8994-851061A9AD60}"/>
          </ac:spMkLst>
        </pc:spChg>
        <pc:spChg chg="add del">
          <ac:chgData name="Michael Ma" userId="6ad0b99d3e159485" providerId="LiveId" clId="{647100EA-6084-473F-BC4B-826D8D736A77}" dt="2024-05-05T15:27:45.078" v="1309" actId="26606"/>
          <ac:spMkLst>
            <pc:docMk/>
            <pc:sldMk cId="1693671762" sldId="292"/>
            <ac:spMk id="10" creationId="{68C1B503-0291-4E82-A65E-72D604D9F6CF}"/>
          </ac:spMkLst>
        </pc:spChg>
        <pc:spChg chg="add del">
          <ac:chgData name="Michael Ma" userId="6ad0b99d3e159485" providerId="LiveId" clId="{647100EA-6084-473F-BC4B-826D8D736A77}" dt="2024-05-05T15:27:45.078" v="1309" actId="26606"/>
          <ac:spMkLst>
            <pc:docMk/>
            <pc:sldMk cId="1693671762" sldId="292"/>
            <ac:spMk id="12" creationId="{B3F836C5-9601-4982-A121-CCA49BF7BA6C}"/>
          </ac:spMkLst>
        </pc:spChg>
        <pc:spChg chg="add del">
          <ac:chgData name="Michael Ma" userId="6ad0b99d3e159485" providerId="LiveId" clId="{647100EA-6084-473F-BC4B-826D8D736A77}" dt="2024-05-05T15:27:45.078" v="1309" actId="26606"/>
          <ac:spMkLst>
            <pc:docMk/>
            <pc:sldMk cId="1693671762" sldId="292"/>
            <ac:spMk id="14" creationId="{46CD0D05-FF47-4ABB-841C-0600CADC354B}"/>
          </ac:spMkLst>
        </pc:spChg>
        <pc:spChg chg="add">
          <ac:chgData name="Michael Ma" userId="6ad0b99d3e159485" providerId="LiveId" clId="{647100EA-6084-473F-BC4B-826D8D736A77}" dt="2024-05-05T15:27:45.110" v="1310" actId="26606"/>
          <ac:spMkLst>
            <pc:docMk/>
            <pc:sldMk cId="1693671762" sldId="292"/>
            <ac:spMk id="16" creationId="{011FACCD-8B95-4879-B20F-26F41E8BC89A}"/>
          </ac:spMkLst>
        </pc:spChg>
        <pc:spChg chg="add">
          <ac:chgData name="Michael Ma" userId="6ad0b99d3e159485" providerId="LiveId" clId="{647100EA-6084-473F-BC4B-826D8D736A77}" dt="2024-05-05T15:27:45.110" v="1310" actId="26606"/>
          <ac:spMkLst>
            <pc:docMk/>
            <pc:sldMk cId="1693671762" sldId="292"/>
            <ac:spMk id="17" creationId="{E9B2A7AA-2C45-40F0-B861-4EB9AA9F66F8}"/>
          </ac:spMkLst>
        </pc:spChg>
        <pc:spChg chg="add">
          <ac:chgData name="Michael Ma" userId="6ad0b99d3e159485" providerId="LiveId" clId="{647100EA-6084-473F-BC4B-826D8D736A77}" dt="2024-05-05T15:27:45.110" v="1310" actId="26606"/>
          <ac:spMkLst>
            <pc:docMk/>
            <pc:sldMk cId="1693671762" sldId="292"/>
            <ac:spMk id="18" creationId="{3CE3689C-E8F8-4542-8800-E68B764AFD2E}"/>
          </ac:spMkLst>
        </pc:spChg>
        <pc:spChg chg="add">
          <ac:chgData name="Michael Ma" userId="6ad0b99d3e159485" providerId="LiveId" clId="{647100EA-6084-473F-BC4B-826D8D736A77}" dt="2024-05-05T15:27:45.110" v="1310" actId="26606"/>
          <ac:spMkLst>
            <pc:docMk/>
            <pc:sldMk cId="1693671762" sldId="292"/>
            <ac:spMk id="19" creationId="{52467CA7-F767-4582-9BB7-0B1AF75DF721}"/>
          </ac:spMkLst>
        </pc:spChg>
        <pc:picChg chg="add del">
          <ac:chgData name="Michael Ma" userId="6ad0b99d3e159485" providerId="LiveId" clId="{647100EA-6084-473F-BC4B-826D8D736A77}" dt="2024-05-05T15:27:39.801" v="1307" actId="26606"/>
          <ac:picMkLst>
            <pc:docMk/>
            <pc:sldMk cId="1693671762" sldId="292"/>
            <ac:picMk id="5" creationId="{219B38BF-B308-C029-2902-8C4179071A0A}"/>
          </ac:picMkLst>
        </pc:picChg>
        <pc:cxnChg chg="add del">
          <ac:chgData name="Michael Ma" userId="6ad0b99d3e159485" providerId="LiveId" clId="{647100EA-6084-473F-BC4B-826D8D736A77}" dt="2024-05-05T15:27:39.801" v="1307" actId="26606"/>
          <ac:cxnSpMkLst>
            <pc:docMk/>
            <pc:sldMk cId="1693671762" sldId="292"/>
            <ac:cxnSpMk id="11" creationId="{8E0602D6-3A81-42F8-AE67-1BAAFC967CB0}"/>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923FC4-72B7-412B-BE19-8246D47BC974}" type="doc">
      <dgm:prSet loTypeId="urn:microsoft.com/office/officeart/2005/8/layout/chart3" loCatId="cycle" qsTypeId="urn:microsoft.com/office/officeart/2005/8/quickstyle/simple1" qsCatId="simple" csTypeId="urn:microsoft.com/office/officeart/2005/8/colors/colorful2" csCatId="colorful" phldr="1"/>
      <dgm:spPr/>
    </dgm:pt>
    <dgm:pt modelId="{88367087-C13F-4354-94F5-068FEEEFE916}">
      <dgm:prSet phldrT="[文本]"/>
      <dgm:spPr/>
      <dgm:t>
        <a:bodyPr/>
        <a:lstStyle/>
        <a:p>
          <a:r>
            <a:rPr lang="zh-CN" altLang="en-US" dirty="0"/>
            <a:t>视角</a:t>
          </a:r>
        </a:p>
      </dgm:t>
    </dgm:pt>
    <dgm:pt modelId="{94A15E29-8421-44DA-9B59-B098B4350575}" type="parTrans" cxnId="{2B349960-3BA8-44D5-B287-A4533914C1A9}">
      <dgm:prSet/>
      <dgm:spPr/>
      <dgm:t>
        <a:bodyPr/>
        <a:lstStyle/>
        <a:p>
          <a:endParaRPr lang="zh-CN" altLang="en-US"/>
        </a:p>
      </dgm:t>
    </dgm:pt>
    <dgm:pt modelId="{E5EEE760-4BDF-4372-9264-602363653DC3}" type="sibTrans" cxnId="{2B349960-3BA8-44D5-B287-A4533914C1A9}">
      <dgm:prSet/>
      <dgm:spPr/>
      <dgm:t>
        <a:bodyPr/>
        <a:lstStyle/>
        <a:p>
          <a:endParaRPr lang="zh-CN" altLang="en-US"/>
        </a:p>
      </dgm:t>
    </dgm:pt>
    <dgm:pt modelId="{164A94CB-522D-423A-AEB8-91ECBB4A3946}">
      <dgm:prSet phldrT="[文本]"/>
      <dgm:spPr/>
      <dgm:t>
        <a:bodyPr/>
        <a:lstStyle/>
        <a:p>
          <a:r>
            <a:rPr lang="zh-CN" altLang="en-US" dirty="0"/>
            <a:t>比较</a:t>
          </a:r>
        </a:p>
      </dgm:t>
    </dgm:pt>
    <dgm:pt modelId="{AB2BDC77-5BF7-44BE-9D51-E731AA0D1AAB}" type="parTrans" cxnId="{9685991F-AF3B-4F53-8E75-2FF0127A40D4}">
      <dgm:prSet/>
      <dgm:spPr/>
      <dgm:t>
        <a:bodyPr/>
        <a:lstStyle/>
        <a:p>
          <a:endParaRPr lang="zh-CN" altLang="en-US"/>
        </a:p>
      </dgm:t>
    </dgm:pt>
    <dgm:pt modelId="{4928B871-B148-4389-B4DD-DFEC3FD462F1}" type="sibTrans" cxnId="{9685991F-AF3B-4F53-8E75-2FF0127A40D4}">
      <dgm:prSet/>
      <dgm:spPr/>
      <dgm:t>
        <a:bodyPr/>
        <a:lstStyle/>
        <a:p>
          <a:endParaRPr lang="zh-CN" altLang="en-US"/>
        </a:p>
      </dgm:t>
    </dgm:pt>
    <dgm:pt modelId="{8A55DC22-5EDB-444C-9F8A-54F7E8B6D36A}">
      <dgm:prSet phldrT="[文本]"/>
      <dgm:spPr/>
      <dgm:t>
        <a:bodyPr/>
        <a:lstStyle/>
        <a:p>
          <a:r>
            <a:rPr lang="zh-CN" altLang="en-US" dirty="0"/>
            <a:t>？</a:t>
          </a:r>
        </a:p>
      </dgm:t>
    </dgm:pt>
    <dgm:pt modelId="{C4E50908-754A-41B8-8FFE-9557D92450EC}" type="parTrans" cxnId="{8184B966-FC50-4D0A-84BD-C5A2E17004A2}">
      <dgm:prSet/>
      <dgm:spPr/>
      <dgm:t>
        <a:bodyPr/>
        <a:lstStyle/>
        <a:p>
          <a:endParaRPr lang="zh-CN" altLang="en-US"/>
        </a:p>
      </dgm:t>
    </dgm:pt>
    <dgm:pt modelId="{BED83754-3C0E-4355-8B33-232033C90127}" type="sibTrans" cxnId="{8184B966-FC50-4D0A-84BD-C5A2E17004A2}">
      <dgm:prSet/>
      <dgm:spPr/>
      <dgm:t>
        <a:bodyPr/>
        <a:lstStyle/>
        <a:p>
          <a:endParaRPr lang="zh-CN" altLang="en-US"/>
        </a:p>
      </dgm:t>
    </dgm:pt>
    <dgm:pt modelId="{51465DFF-A4B2-452C-8F44-9B7E78ABF8B4}">
      <dgm:prSet phldrT="[文本]"/>
      <dgm:spPr/>
      <dgm:t>
        <a:bodyPr/>
        <a:lstStyle/>
        <a:p>
          <a:r>
            <a:rPr lang="zh-CN" altLang="en-US" dirty="0"/>
            <a:t>？</a:t>
          </a:r>
        </a:p>
      </dgm:t>
    </dgm:pt>
    <dgm:pt modelId="{EEFF3519-998D-400A-94F5-600BAFB99794}" type="parTrans" cxnId="{9BA153A0-F84D-47FB-ADCF-89DE8C16F124}">
      <dgm:prSet/>
      <dgm:spPr/>
      <dgm:t>
        <a:bodyPr/>
        <a:lstStyle/>
        <a:p>
          <a:endParaRPr lang="zh-CN" altLang="en-US"/>
        </a:p>
      </dgm:t>
    </dgm:pt>
    <dgm:pt modelId="{30C6FF29-57D8-447D-9F9A-FCC4B830C66C}" type="sibTrans" cxnId="{9BA153A0-F84D-47FB-ADCF-89DE8C16F124}">
      <dgm:prSet/>
      <dgm:spPr/>
      <dgm:t>
        <a:bodyPr/>
        <a:lstStyle/>
        <a:p>
          <a:endParaRPr lang="zh-CN" altLang="en-US"/>
        </a:p>
      </dgm:t>
    </dgm:pt>
    <dgm:pt modelId="{1DAED501-9B8A-401D-BD99-EA42997B49B9}" type="pres">
      <dgm:prSet presAssocID="{D0923FC4-72B7-412B-BE19-8246D47BC974}" presName="compositeShape" presStyleCnt="0">
        <dgm:presLayoutVars>
          <dgm:chMax val="7"/>
          <dgm:dir/>
          <dgm:resizeHandles val="exact"/>
        </dgm:presLayoutVars>
      </dgm:prSet>
      <dgm:spPr/>
    </dgm:pt>
    <dgm:pt modelId="{D29D17CE-8D71-49FF-B4D6-25391669ABFD}" type="pres">
      <dgm:prSet presAssocID="{D0923FC4-72B7-412B-BE19-8246D47BC974}" presName="wedge1" presStyleLbl="node1" presStyleIdx="0" presStyleCnt="4"/>
      <dgm:spPr/>
    </dgm:pt>
    <dgm:pt modelId="{8A4699F8-31B9-42AC-BF37-823742A7EC45}" type="pres">
      <dgm:prSet presAssocID="{D0923FC4-72B7-412B-BE19-8246D47BC974}" presName="wedge1Tx" presStyleLbl="node1" presStyleIdx="0" presStyleCnt="4">
        <dgm:presLayoutVars>
          <dgm:chMax val="0"/>
          <dgm:chPref val="0"/>
          <dgm:bulletEnabled val="1"/>
        </dgm:presLayoutVars>
      </dgm:prSet>
      <dgm:spPr/>
    </dgm:pt>
    <dgm:pt modelId="{BDDA7953-1FB8-4AB6-BAB3-DD9601489165}" type="pres">
      <dgm:prSet presAssocID="{D0923FC4-72B7-412B-BE19-8246D47BC974}" presName="wedge2" presStyleLbl="node1" presStyleIdx="1" presStyleCnt="4"/>
      <dgm:spPr/>
    </dgm:pt>
    <dgm:pt modelId="{442F407B-F18C-44D8-AA11-FC9B9018531C}" type="pres">
      <dgm:prSet presAssocID="{D0923FC4-72B7-412B-BE19-8246D47BC974}" presName="wedge2Tx" presStyleLbl="node1" presStyleIdx="1" presStyleCnt="4">
        <dgm:presLayoutVars>
          <dgm:chMax val="0"/>
          <dgm:chPref val="0"/>
          <dgm:bulletEnabled val="1"/>
        </dgm:presLayoutVars>
      </dgm:prSet>
      <dgm:spPr/>
    </dgm:pt>
    <dgm:pt modelId="{46D58C59-D1DC-443C-BF07-9AF6BBEF0419}" type="pres">
      <dgm:prSet presAssocID="{D0923FC4-72B7-412B-BE19-8246D47BC974}" presName="wedge3" presStyleLbl="node1" presStyleIdx="2" presStyleCnt="4"/>
      <dgm:spPr/>
    </dgm:pt>
    <dgm:pt modelId="{C9ADC16F-82CB-4C66-ABD7-6C9A62C5ACCE}" type="pres">
      <dgm:prSet presAssocID="{D0923FC4-72B7-412B-BE19-8246D47BC974}" presName="wedge3Tx" presStyleLbl="node1" presStyleIdx="2" presStyleCnt="4">
        <dgm:presLayoutVars>
          <dgm:chMax val="0"/>
          <dgm:chPref val="0"/>
          <dgm:bulletEnabled val="1"/>
        </dgm:presLayoutVars>
      </dgm:prSet>
      <dgm:spPr/>
    </dgm:pt>
    <dgm:pt modelId="{C4A6D344-68F3-4996-AD39-FEC03F3E20F2}" type="pres">
      <dgm:prSet presAssocID="{D0923FC4-72B7-412B-BE19-8246D47BC974}" presName="wedge4" presStyleLbl="node1" presStyleIdx="3" presStyleCnt="4"/>
      <dgm:spPr/>
    </dgm:pt>
    <dgm:pt modelId="{015A33EE-73AB-4118-8989-82BE8E4325DA}" type="pres">
      <dgm:prSet presAssocID="{D0923FC4-72B7-412B-BE19-8246D47BC974}" presName="wedge4Tx" presStyleLbl="node1" presStyleIdx="3" presStyleCnt="4">
        <dgm:presLayoutVars>
          <dgm:chMax val="0"/>
          <dgm:chPref val="0"/>
          <dgm:bulletEnabled val="1"/>
        </dgm:presLayoutVars>
      </dgm:prSet>
      <dgm:spPr/>
    </dgm:pt>
  </dgm:ptLst>
  <dgm:cxnLst>
    <dgm:cxn modelId="{9685991F-AF3B-4F53-8E75-2FF0127A40D4}" srcId="{D0923FC4-72B7-412B-BE19-8246D47BC974}" destId="{164A94CB-522D-423A-AEB8-91ECBB4A3946}" srcOrd="1" destOrd="0" parTransId="{AB2BDC77-5BF7-44BE-9D51-E731AA0D1AAB}" sibTransId="{4928B871-B148-4389-B4DD-DFEC3FD462F1}"/>
    <dgm:cxn modelId="{1FFD5022-F5FA-406F-8857-BBEDFB1FBD0E}" type="presOf" srcId="{51465DFF-A4B2-452C-8F44-9B7E78ABF8B4}" destId="{C4A6D344-68F3-4996-AD39-FEC03F3E20F2}" srcOrd="0" destOrd="0" presId="urn:microsoft.com/office/officeart/2005/8/layout/chart3"/>
    <dgm:cxn modelId="{4FF38624-60F5-4BAE-9C37-459CC57D4314}" type="presOf" srcId="{88367087-C13F-4354-94F5-068FEEEFE916}" destId="{D29D17CE-8D71-49FF-B4D6-25391669ABFD}" srcOrd="0" destOrd="0" presId="urn:microsoft.com/office/officeart/2005/8/layout/chart3"/>
    <dgm:cxn modelId="{2B349960-3BA8-44D5-B287-A4533914C1A9}" srcId="{D0923FC4-72B7-412B-BE19-8246D47BC974}" destId="{88367087-C13F-4354-94F5-068FEEEFE916}" srcOrd="0" destOrd="0" parTransId="{94A15E29-8421-44DA-9B59-B098B4350575}" sibTransId="{E5EEE760-4BDF-4372-9264-602363653DC3}"/>
    <dgm:cxn modelId="{0721CC62-AA2A-4843-A08B-351ECED7831F}" type="presOf" srcId="{164A94CB-522D-423A-AEB8-91ECBB4A3946}" destId="{BDDA7953-1FB8-4AB6-BAB3-DD9601489165}" srcOrd="0" destOrd="0" presId="urn:microsoft.com/office/officeart/2005/8/layout/chart3"/>
    <dgm:cxn modelId="{22AAAE66-88EE-4B4C-AA86-CBD191FE547E}" type="presOf" srcId="{88367087-C13F-4354-94F5-068FEEEFE916}" destId="{8A4699F8-31B9-42AC-BF37-823742A7EC45}" srcOrd="1" destOrd="0" presId="urn:microsoft.com/office/officeart/2005/8/layout/chart3"/>
    <dgm:cxn modelId="{8184B966-FC50-4D0A-84BD-C5A2E17004A2}" srcId="{D0923FC4-72B7-412B-BE19-8246D47BC974}" destId="{8A55DC22-5EDB-444C-9F8A-54F7E8B6D36A}" srcOrd="2" destOrd="0" parTransId="{C4E50908-754A-41B8-8FFE-9557D92450EC}" sibTransId="{BED83754-3C0E-4355-8B33-232033C90127}"/>
    <dgm:cxn modelId="{50B03780-8305-4CEA-A0D5-705EA6FA2083}" type="presOf" srcId="{51465DFF-A4B2-452C-8F44-9B7E78ABF8B4}" destId="{015A33EE-73AB-4118-8989-82BE8E4325DA}" srcOrd="1" destOrd="0" presId="urn:microsoft.com/office/officeart/2005/8/layout/chart3"/>
    <dgm:cxn modelId="{9BA153A0-F84D-47FB-ADCF-89DE8C16F124}" srcId="{D0923FC4-72B7-412B-BE19-8246D47BC974}" destId="{51465DFF-A4B2-452C-8F44-9B7E78ABF8B4}" srcOrd="3" destOrd="0" parTransId="{EEFF3519-998D-400A-94F5-600BAFB99794}" sibTransId="{30C6FF29-57D8-447D-9F9A-FCC4B830C66C}"/>
    <dgm:cxn modelId="{EEF528D2-15ED-485D-8CE4-F488D4496798}" type="presOf" srcId="{164A94CB-522D-423A-AEB8-91ECBB4A3946}" destId="{442F407B-F18C-44D8-AA11-FC9B9018531C}" srcOrd="1" destOrd="0" presId="urn:microsoft.com/office/officeart/2005/8/layout/chart3"/>
    <dgm:cxn modelId="{2DC5F2E9-69BE-4ABB-86C0-5B3046F92A09}" type="presOf" srcId="{D0923FC4-72B7-412B-BE19-8246D47BC974}" destId="{1DAED501-9B8A-401D-BD99-EA42997B49B9}" srcOrd="0" destOrd="0" presId="urn:microsoft.com/office/officeart/2005/8/layout/chart3"/>
    <dgm:cxn modelId="{927D18EE-3EAF-4435-A5B4-EC98DC33CC31}" type="presOf" srcId="{8A55DC22-5EDB-444C-9F8A-54F7E8B6D36A}" destId="{46D58C59-D1DC-443C-BF07-9AF6BBEF0419}" srcOrd="0" destOrd="0" presId="urn:microsoft.com/office/officeart/2005/8/layout/chart3"/>
    <dgm:cxn modelId="{85475EF2-5883-490A-B540-0D6DB9F72991}" type="presOf" srcId="{8A55DC22-5EDB-444C-9F8A-54F7E8B6D36A}" destId="{C9ADC16F-82CB-4C66-ABD7-6C9A62C5ACCE}" srcOrd="1" destOrd="0" presId="urn:microsoft.com/office/officeart/2005/8/layout/chart3"/>
    <dgm:cxn modelId="{D4833C04-AF3E-45E2-8CE1-D0C5CF572BD9}" type="presParOf" srcId="{1DAED501-9B8A-401D-BD99-EA42997B49B9}" destId="{D29D17CE-8D71-49FF-B4D6-25391669ABFD}" srcOrd="0" destOrd="0" presId="urn:microsoft.com/office/officeart/2005/8/layout/chart3"/>
    <dgm:cxn modelId="{F3644AAC-A33E-464E-AB0D-0A9375ADD2C8}" type="presParOf" srcId="{1DAED501-9B8A-401D-BD99-EA42997B49B9}" destId="{8A4699F8-31B9-42AC-BF37-823742A7EC45}" srcOrd="1" destOrd="0" presId="urn:microsoft.com/office/officeart/2005/8/layout/chart3"/>
    <dgm:cxn modelId="{C3FFCFBB-0AA4-4828-A776-395E48653BD3}" type="presParOf" srcId="{1DAED501-9B8A-401D-BD99-EA42997B49B9}" destId="{BDDA7953-1FB8-4AB6-BAB3-DD9601489165}" srcOrd="2" destOrd="0" presId="urn:microsoft.com/office/officeart/2005/8/layout/chart3"/>
    <dgm:cxn modelId="{BF664409-154E-4301-AB9B-C23F8F9D908E}" type="presParOf" srcId="{1DAED501-9B8A-401D-BD99-EA42997B49B9}" destId="{442F407B-F18C-44D8-AA11-FC9B9018531C}" srcOrd="3" destOrd="0" presId="urn:microsoft.com/office/officeart/2005/8/layout/chart3"/>
    <dgm:cxn modelId="{06A0CE4C-5934-46D2-B442-D22401953000}" type="presParOf" srcId="{1DAED501-9B8A-401D-BD99-EA42997B49B9}" destId="{46D58C59-D1DC-443C-BF07-9AF6BBEF0419}" srcOrd="4" destOrd="0" presId="urn:microsoft.com/office/officeart/2005/8/layout/chart3"/>
    <dgm:cxn modelId="{670FAC8E-B766-486B-B940-A49320803805}" type="presParOf" srcId="{1DAED501-9B8A-401D-BD99-EA42997B49B9}" destId="{C9ADC16F-82CB-4C66-ABD7-6C9A62C5ACCE}" srcOrd="5" destOrd="0" presId="urn:microsoft.com/office/officeart/2005/8/layout/chart3"/>
    <dgm:cxn modelId="{D575917C-C08F-4171-8296-D3EEEC022DB0}" type="presParOf" srcId="{1DAED501-9B8A-401D-BD99-EA42997B49B9}" destId="{C4A6D344-68F3-4996-AD39-FEC03F3E20F2}" srcOrd="6" destOrd="0" presId="urn:microsoft.com/office/officeart/2005/8/layout/chart3"/>
    <dgm:cxn modelId="{554A3521-FBA0-4214-A480-FA217F0DB8B3}" type="presParOf" srcId="{1DAED501-9B8A-401D-BD99-EA42997B49B9}" destId="{015A33EE-73AB-4118-8989-82BE8E4325DA}" srcOrd="7"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579214B-5F60-4B29-A9CC-36668FE43D4A}" type="doc">
      <dgm:prSet loTypeId="urn:microsoft.com/office/officeart/2009/3/layout/PlusandMinus" loCatId="relationship" qsTypeId="urn:microsoft.com/office/officeart/2005/8/quickstyle/simple1" qsCatId="simple" csTypeId="urn:microsoft.com/office/officeart/2005/8/colors/accent1_2" csCatId="accent1" phldr="1"/>
      <dgm:spPr/>
      <dgm:t>
        <a:bodyPr/>
        <a:lstStyle/>
        <a:p>
          <a:endParaRPr lang="zh-CN" altLang="en-US"/>
        </a:p>
      </dgm:t>
    </dgm:pt>
    <dgm:pt modelId="{61E0C01A-DE31-4795-AFC9-16588F607322}">
      <dgm:prSet phldrT="[文本]"/>
      <dgm:spPr/>
      <dgm:t>
        <a:bodyPr/>
        <a:lstStyle/>
        <a:p>
          <a:r>
            <a:rPr lang="zh-CN" altLang="en-US" dirty="0"/>
            <a:t>天下为公思想</a:t>
          </a:r>
        </a:p>
      </dgm:t>
    </dgm:pt>
    <dgm:pt modelId="{41C85838-DE98-4431-9666-E135505B0EDF}" type="parTrans" cxnId="{6BE3EB9A-F3DD-480C-87EE-05E6DFF0241A}">
      <dgm:prSet/>
      <dgm:spPr/>
      <dgm:t>
        <a:bodyPr/>
        <a:lstStyle/>
        <a:p>
          <a:endParaRPr lang="zh-CN" altLang="en-US"/>
        </a:p>
      </dgm:t>
    </dgm:pt>
    <dgm:pt modelId="{7C84F498-D5F5-483A-9BE4-4464F6603CD2}" type="sibTrans" cxnId="{6BE3EB9A-F3DD-480C-87EE-05E6DFF0241A}">
      <dgm:prSet/>
      <dgm:spPr/>
      <dgm:t>
        <a:bodyPr/>
        <a:lstStyle/>
        <a:p>
          <a:endParaRPr lang="zh-CN" altLang="en-US"/>
        </a:p>
      </dgm:t>
    </dgm:pt>
    <dgm:pt modelId="{8BD512F7-3236-46A5-9F45-CBCC3774A09B}">
      <dgm:prSet phldrT="[文本]"/>
      <dgm:spPr/>
      <dgm:t>
        <a:bodyPr/>
        <a:lstStyle/>
        <a:p>
          <a:r>
            <a:rPr lang="zh-CN" altLang="en-US" dirty="0"/>
            <a:t>均势战略思想</a:t>
          </a:r>
        </a:p>
      </dgm:t>
    </dgm:pt>
    <dgm:pt modelId="{410C8FE6-C04B-4C3B-81F5-3BE4940A1F89}" type="parTrans" cxnId="{98CDD963-2F02-4AC0-A2C5-7186FB259271}">
      <dgm:prSet/>
      <dgm:spPr/>
      <dgm:t>
        <a:bodyPr/>
        <a:lstStyle/>
        <a:p>
          <a:endParaRPr lang="zh-CN" altLang="en-US"/>
        </a:p>
      </dgm:t>
    </dgm:pt>
    <dgm:pt modelId="{BB5DE18F-4123-4E39-93E2-4735DF31CDCA}" type="sibTrans" cxnId="{98CDD963-2F02-4AC0-A2C5-7186FB259271}">
      <dgm:prSet/>
      <dgm:spPr/>
      <dgm:t>
        <a:bodyPr/>
        <a:lstStyle/>
        <a:p>
          <a:endParaRPr lang="zh-CN" altLang="en-US"/>
        </a:p>
      </dgm:t>
    </dgm:pt>
    <dgm:pt modelId="{44BFAF40-4D80-4C76-80C5-22D6E62B3BB2}" type="pres">
      <dgm:prSet presAssocID="{E579214B-5F60-4B29-A9CC-36668FE43D4A}" presName="Name0" presStyleCnt="0">
        <dgm:presLayoutVars>
          <dgm:chMax val="2"/>
          <dgm:chPref val="2"/>
          <dgm:dir/>
          <dgm:animOne/>
          <dgm:resizeHandles val="exact"/>
        </dgm:presLayoutVars>
      </dgm:prSet>
      <dgm:spPr/>
    </dgm:pt>
    <dgm:pt modelId="{6678845D-794F-4326-B5C1-E67E58E7E4C5}" type="pres">
      <dgm:prSet presAssocID="{E579214B-5F60-4B29-A9CC-36668FE43D4A}" presName="Background" presStyleLbl="bgImgPlace1" presStyleIdx="0" presStyleCnt="1"/>
      <dgm:spPr/>
    </dgm:pt>
    <dgm:pt modelId="{E87A00D0-8F94-43C1-AE62-00C9514B0971}" type="pres">
      <dgm:prSet presAssocID="{E579214B-5F60-4B29-A9CC-36668FE43D4A}" presName="ParentText1" presStyleLbl="revTx" presStyleIdx="0" presStyleCnt="2">
        <dgm:presLayoutVars>
          <dgm:chMax val="0"/>
          <dgm:chPref val="0"/>
          <dgm:bulletEnabled val="1"/>
        </dgm:presLayoutVars>
      </dgm:prSet>
      <dgm:spPr/>
    </dgm:pt>
    <dgm:pt modelId="{0DD9449C-3BBC-4B16-945C-6868D232F347}" type="pres">
      <dgm:prSet presAssocID="{E579214B-5F60-4B29-A9CC-36668FE43D4A}" presName="ParentText2" presStyleLbl="revTx" presStyleIdx="1" presStyleCnt="2">
        <dgm:presLayoutVars>
          <dgm:chMax val="0"/>
          <dgm:chPref val="0"/>
          <dgm:bulletEnabled val="1"/>
        </dgm:presLayoutVars>
      </dgm:prSet>
      <dgm:spPr/>
    </dgm:pt>
    <dgm:pt modelId="{15207E84-B9F7-44C5-A81E-66A9DF2D7158}" type="pres">
      <dgm:prSet presAssocID="{E579214B-5F60-4B29-A9CC-36668FE43D4A}" presName="Plus" presStyleLbl="alignNode1" presStyleIdx="0" presStyleCnt="2"/>
      <dgm:spPr/>
    </dgm:pt>
    <dgm:pt modelId="{8E46E8C4-39DD-4DE5-A504-9EAE8AE1624C}" type="pres">
      <dgm:prSet presAssocID="{E579214B-5F60-4B29-A9CC-36668FE43D4A}" presName="Minus" presStyleLbl="alignNode1" presStyleIdx="1" presStyleCnt="2"/>
      <dgm:spPr/>
    </dgm:pt>
    <dgm:pt modelId="{26DB204C-CC3D-45C0-9906-6342CD0F2FEC}" type="pres">
      <dgm:prSet presAssocID="{E579214B-5F60-4B29-A9CC-36668FE43D4A}" presName="Divider" presStyleLbl="parChTrans1D1" presStyleIdx="0" presStyleCnt="1"/>
      <dgm:spPr/>
    </dgm:pt>
  </dgm:ptLst>
  <dgm:cxnLst>
    <dgm:cxn modelId="{6C6A6311-7E83-4E2F-8C38-37249C054904}" type="presOf" srcId="{8BD512F7-3236-46A5-9F45-CBCC3774A09B}" destId="{0DD9449C-3BBC-4B16-945C-6868D232F347}" srcOrd="0" destOrd="0" presId="urn:microsoft.com/office/officeart/2009/3/layout/PlusandMinus"/>
    <dgm:cxn modelId="{98CDD963-2F02-4AC0-A2C5-7186FB259271}" srcId="{E579214B-5F60-4B29-A9CC-36668FE43D4A}" destId="{8BD512F7-3236-46A5-9F45-CBCC3774A09B}" srcOrd="1" destOrd="0" parTransId="{410C8FE6-C04B-4C3B-81F5-3BE4940A1F89}" sibTransId="{BB5DE18F-4123-4E39-93E2-4735DF31CDCA}"/>
    <dgm:cxn modelId="{D488B46F-12B2-4933-B377-579018AE3CC6}" type="presOf" srcId="{61E0C01A-DE31-4795-AFC9-16588F607322}" destId="{E87A00D0-8F94-43C1-AE62-00C9514B0971}" srcOrd="0" destOrd="0" presId="urn:microsoft.com/office/officeart/2009/3/layout/PlusandMinus"/>
    <dgm:cxn modelId="{6CBF1C90-C5A3-4620-BFBC-E5FFF6B2D2D3}" type="presOf" srcId="{E579214B-5F60-4B29-A9CC-36668FE43D4A}" destId="{44BFAF40-4D80-4C76-80C5-22D6E62B3BB2}" srcOrd="0" destOrd="0" presId="urn:microsoft.com/office/officeart/2009/3/layout/PlusandMinus"/>
    <dgm:cxn modelId="{6BE3EB9A-F3DD-480C-87EE-05E6DFF0241A}" srcId="{E579214B-5F60-4B29-A9CC-36668FE43D4A}" destId="{61E0C01A-DE31-4795-AFC9-16588F607322}" srcOrd="0" destOrd="0" parTransId="{41C85838-DE98-4431-9666-E135505B0EDF}" sibTransId="{7C84F498-D5F5-483A-9BE4-4464F6603CD2}"/>
    <dgm:cxn modelId="{4D57FBC7-35D2-44EC-B911-DD25B19132E0}" type="presParOf" srcId="{44BFAF40-4D80-4C76-80C5-22D6E62B3BB2}" destId="{6678845D-794F-4326-B5C1-E67E58E7E4C5}" srcOrd="0" destOrd="0" presId="urn:microsoft.com/office/officeart/2009/3/layout/PlusandMinus"/>
    <dgm:cxn modelId="{E5E9A449-1540-41CB-87AC-783DF0CC6165}" type="presParOf" srcId="{44BFAF40-4D80-4C76-80C5-22D6E62B3BB2}" destId="{E87A00D0-8F94-43C1-AE62-00C9514B0971}" srcOrd="1" destOrd="0" presId="urn:microsoft.com/office/officeart/2009/3/layout/PlusandMinus"/>
    <dgm:cxn modelId="{BE2324F6-CD31-4516-BC64-3D5CA59CF9B7}" type="presParOf" srcId="{44BFAF40-4D80-4C76-80C5-22D6E62B3BB2}" destId="{0DD9449C-3BBC-4B16-945C-6868D232F347}" srcOrd="2" destOrd="0" presId="urn:microsoft.com/office/officeart/2009/3/layout/PlusandMinus"/>
    <dgm:cxn modelId="{D576B432-0054-4926-BFF8-E649477D2C36}" type="presParOf" srcId="{44BFAF40-4D80-4C76-80C5-22D6E62B3BB2}" destId="{15207E84-B9F7-44C5-A81E-66A9DF2D7158}" srcOrd="3" destOrd="0" presId="urn:microsoft.com/office/officeart/2009/3/layout/PlusandMinus"/>
    <dgm:cxn modelId="{65FB61A9-47F2-4F17-896B-C312F2DE08FF}" type="presParOf" srcId="{44BFAF40-4D80-4C76-80C5-22D6E62B3BB2}" destId="{8E46E8C4-39DD-4DE5-A504-9EAE8AE1624C}" srcOrd="4" destOrd="0" presId="urn:microsoft.com/office/officeart/2009/3/layout/PlusandMinus"/>
    <dgm:cxn modelId="{B6B21CCC-27EA-4A25-A495-11B9C11EABDB}" type="presParOf" srcId="{44BFAF40-4D80-4C76-80C5-22D6E62B3BB2}" destId="{26DB204C-CC3D-45C0-9906-6342CD0F2FEC}" srcOrd="5" destOrd="0" presId="urn:microsoft.com/office/officeart/2009/3/layout/PlusandMinu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7F1E5D-FD95-4598-87ED-D39600B9283E}" type="doc">
      <dgm:prSet loTypeId="urn:microsoft.com/office/officeart/2009/3/layout/CircleRelationship" loCatId="relationship" qsTypeId="urn:microsoft.com/office/officeart/2005/8/quickstyle/simple1" qsCatId="simple" csTypeId="urn:microsoft.com/office/officeart/2005/8/colors/accent1_2" csCatId="accent1" phldr="1"/>
      <dgm:spPr/>
      <dgm:t>
        <a:bodyPr/>
        <a:lstStyle/>
        <a:p>
          <a:endParaRPr lang="zh-CN" altLang="en-US"/>
        </a:p>
      </dgm:t>
    </dgm:pt>
    <dgm:pt modelId="{BD09F12A-2D0E-4055-B7D6-FDA98CE16A63}">
      <dgm:prSet phldrT="[文本]"/>
      <dgm:spPr/>
      <dgm:t>
        <a:bodyPr/>
        <a:lstStyle/>
        <a:p>
          <a:r>
            <a:rPr lang="zh-CN" altLang="en-US" dirty="0"/>
            <a:t>视角？</a:t>
          </a:r>
        </a:p>
      </dgm:t>
    </dgm:pt>
    <dgm:pt modelId="{02E644DC-F895-4794-95BD-C383D6AF4855}" type="parTrans" cxnId="{BB19D287-B4C0-4123-8ABF-363F24E55418}">
      <dgm:prSet/>
      <dgm:spPr/>
      <dgm:t>
        <a:bodyPr/>
        <a:lstStyle/>
        <a:p>
          <a:endParaRPr lang="zh-CN" altLang="en-US"/>
        </a:p>
      </dgm:t>
    </dgm:pt>
    <dgm:pt modelId="{406D2A3E-00C8-4D5A-A983-24D0451ECA1B}" type="sibTrans" cxnId="{BB19D287-B4C0-4123-8ABF-363F24E55418}">
      <dgm:prSet/>
      <dgm:spPr/>
      <dgm:t>
        <a:bodyPr/>
        <a:lstStyle/>
        <a:p>
          <a:endParaRPr lang="zh-CN" altLang="en-US"/>
        </a:p>
      </dgm:t>
    </dgm:pt>
    <dgm:pt modelId="{DB78188D-8CA6-4895-8EDD-3587379252FC}">
      <dgm:prSet phldrT="[文本]"/>
      <dgm:spPr/>
      <dgm:t>
        <a:bodyPr/>
        <a:lstStyle/>
        <a:p>
          <a:r>
            <a:rPr lang="zh-CN" altLang="en-US" dirty="0"/>
            <a:t>天下</a:t>
          </a:r>
        </a:p>
      </dgm:t>
    </dgm:pt>
    <dgm:pt modelId="{C05A3E58-92EC-4BCC-8F6B-20F67E952E11}" type="parTrans" cxnId="{2285B0C7-E4F9-474C-B18A-0004F8F24531}">
      <dgm:prSet/>
      <dgm:spPr/>
      <dgm:t>
        <a:bodyPr/>
        <a:lstStyle/>
        <a:p>
          <a:endParaRPr lang="zh-CN" altLang="en-US"/>
        </a:p>
      </dgm:t>
    </dgm:pt>
    <dgm:pt modelId="{6AE167EF-7F09-4DE5-BE39-55A45EB6E99D}" type="sibTrans" cxnId="{2285B0C7-E4F9-474C-B18A-0004F8F24531}">
      <dgm:prSet/>
      <dgm:spPr/>
      <dgm:t>
        <a:bodyPr/>
        <a:lstStyle/>
        <a:p>
          <a:endParaRPr lang="zh-CN" altLang="en-US"/>
        </a:p>
      </dgm:t>
    </dgm:pt>
    <dgm:pt modelId="{2A11C9D6-B0C4-42FB-B0A2-0BD163FAE068}">
      <dgm:prSet phldrT="[文本]"/>
      <dgm:spPr/>
      <dgm:t>
        <a:bodyPr/>
        <a:lstStyle/>
        <a:p>
          <a:r>
            <a:rPr lang="zh-CN" altLang="en-US" dirty="0"/>
            <a:t>均势</a:t>
          </a:r>
        </a:p>
      </dgm:t>
    </dgm:pt>
    <dgm:pt modelId="{F3FC30C8-E48E-492B-9A09-1947976394F3}" type="parTrans" cxnId="{12DB3307-9306-4045-ADC1-9A17A0483689}">
      <dgm:prSet/>
      <dgm:spPr/>
      <dgm:t>
        <a:bodyPr/>
        <a:lstStyle/>
        <a:p>
          <a:endParaRPr lang="zh-CN" altLang="en-US"/>
        </a:p>
      </dgm:t>
    </dgm:pt>
    <dgm:pt modelId="{98879EB6-12FB-486E-9171-E9B502F4D2AE}" type="sibTrans" cxnId="{12DB3307-9306-4045-ADC1-9A17A0483689}">
      <dgm:prSet/>
      <dgm:spPr/>
      <dgm:t>
        <a:bodyPr/>
        <a:lstStyle/>
        <a:p>
          <a:endParaRPr lang="zh-CN" altLang="en-US"/>
        </a:p>
      </dgm:t>
    </dgm:pt>
    <dgm:pt modelId="{416ED21E-7B84-4B51-B818-AE1AAC1FB386}" type="pres">
      <dgm:prSet presAssocID="{5D7F1E5D-FD95-4598-87ED-D39600B9283E}" presName="Name0" presStyleCnt="0">
        <dgm:presLayoutVars>
          <dgm:chMax val="1"/>
          <dgm:chPref val="1"/>
        </dgm:presLayoutVars>
      </dgm:prSet>
      <dgm:spPr/>
    </dgm:pt>
    <dgm:pt modelId="{BB810F75-6C23-4F52-81F7-248AC98153C6}" type="pres">
      <dgm:prSet presAssocID="{BD09F12A-2D0E-4055-B7D6-FDA98CE16A63}" presName="Parent" presStyleLbl="node0" presStyleIdx="0" presStyleCnt="1">
        <dgm:presLayoutVars>
          <dgm:chMax val="5"/>
          <dgm:chPref val="5"/>
        </dgm:presLayoutVars>
      </dgm:prSet>
      <dgm:spPr/>
    </dgm:pt>
    <dgm:pt modelId="{259EA900-EA30-41B8-8370-8F310DB5E7AA}" type="pres">
      <dgm:prSet presAssocID="{BD09F12A-2D0E-4055-B7D6-FDA98CE16A63}" presName="Accent1" presStyleLbl="node1" presStyleIdx="0" presStyleCnt="13"/>
      <dgm:spPr/>
    </dgm:pt>
    <dgm:pt modelId="{2AE36EF6-3968-4DE7-BC96-EEE7C54E69E0}" type="pres">
      <dgm:prSet presAssocID="{BD09F12A-2D0E-4055-B7D6-FDA98CE16A63}" presName="Accent2" presStyleLbl="node1" presStyleIdx="1" presStyleCnt="13"/>
      <dgm:spPr/>
    </dgm:pt>
    <dgm:pt modelId="{CFFE76A5-6B92-4E75-8209-E626F47F06EF}" type="pres">
      <dgm:prSet presAssocID="{BD09F12A-2D0E-4055-B7D6-FDA98CE16A63}" presName="Accent3" presStyleLbl="node1" presStyleIdx="2" presStyleCnt="13"/>
      <dgm:spPr/>
    </dgm:pt>
    <dgm:pt modelId="{C3AAB669-4346-48AB-ADC4-5F3CC100D8E8}" type="pres">
      <dgm:prSet presAssocID="{BD09F12A-2D0E-4055-B7D6-FDA98CE16A63}" presName="Accent4" presStyleLbl="node1" presStyleIdx="3" presStyleCnt="13"/>
      <dgm:spPr/>
    </dgm:pt>
    <dgm:pt modelId="{D6C06B11-7C46-4EB4-AE69-588013E7239D}" type="pres">
      <dgm:prSet presAssocID="{BD09F12A-2D0E-4055-B7D6-FDA98CE16A63}" presName="Accent5" presStyleLbl="node1" presStyleIdx="4" presStyleCnt="13"/>
      <dgm:spPr/>
    </dgm:pt>
    <dgm:pt modelId="{2461A724-6CD8-4468-A6BD-6E9D4DA3A11A}" type="pres">
      <dgm:prSet presAssocID="{BD09F12A-2D0E-4055-B7D6-FDA98CE16A63}" presName="Accent6" presStyleLbl="node1" presStyleIdx="5" presStyleCnt="13"/>
      <dgm:spPr/>
    </dgm:pt>
    <dgm:pt modelId="{6E73395E-142F-4363-A380-4028D5D27073}" type="pres">
      <dgm:prSet presAssocID="{DB78188D-8CA6-4895-8EDD-3587379252FC}" presName="Child1" presStyleLbl="node1" presStyleIdx="6" presStyleCnt="13">
        <dgm:presLayoutVars>
          <dgm:chMax val="0"/>
          <dgm:chPref val="0"/>
        </dgm:presLayoutVars>
      </dgm:prSet>
      <dgm:spPr/>
    </dgm:pt>
    <dgm:pt modelId="{A9B5CA8E-1CB9-4365-B0D0-663660901531}" type="pres">
      <dgm:prSet presAssocID="{DB78188D-8CA6-4895-8EDD-3587379252FC}" presName="Accent7" presStyleCnt="0"/>
      <dgm:spPr/>
    </dgm:pt>
    <dgm:pt modelId="{DD9166A9-C19E-4285-B1AC-25FEC63DDB9F}" type="pres">
      <dgm:prSet presAssocID="{DB78188D-8CA6-4895-8EDD-3587379252FC}" presName="AccentHold1" presStyleLbl="node1" presStyleIdx="7" presStyleCnt="13"/>
      <dgm:spPr/>
    </dgm:pt>
    <dgm:pt modelId="{0E3BD451-849E-4CB8-B799-18096B671785}" type="pres">
      <dgm:prSet presAssocID="{DB78188D-8CA6-4895-8EDD-3587379252FC}" presName="Accent8" presStyleCnt="0"/>
      <dgm:spPr/>
    </dgm:pt>
    <dgm:pt modelId="{96EF0D09-44DE-43BC-B628-E8FF6ABAA11E}" type="pres">
      <dgm:prSet presAssocID="{DB78188D-8CA6-4895-8EDD-3587379252FC}" presName="AccentHold2" presStyleLbl="node1" presStyleIdx="8" presStyleCnt="13"/>
      <dgm:spPr/>
    </dgm:pt>
    <dgm:pt modelId="{A07E89E5-B9DF-40A6-9915-D929F431A4C7}" type="pres">
      <dgm:prSet presAssocID="{2A11C9D6-B0C4-42FB-B0A2-0BD163FAE068}" presName="Child2" presStyleLbl="node1" presStyleIdx="9" presStyleCnt="13">
        <dgm:presLayoutVars>
          <dgm:chMax val="0"/>
          <dgm:chPref val="0"/>
        </dgm:presLayoutVars>
      </dgm:prSet>
      <dgm:spPr/>
    </dgm:pt>
    <dgm:pt modelId="{D84F58BD-4BB8-48C2-B656-1DF3E8229A65}" type="pres">
      <dgm:prSet presAssocID="{2A11C9D6-B0C4-42FB-B0A2-0BD163FAE068}" presName="Accent9" presStyleCnt="0"/>
      <dgm:spPr/>
    </dgm:pt>
    <dgm:pt modelId="{DA7EE8D6-C697-495A-B2C0-C2C481F6FAA9}" type="pres">
      <dgm:prSet presAssocID="{2A11C9D6-B0C4-42FB-B0A2-0BD163FAE068}" presName="AccentHold1" presStyleLbl="node1" presStyleIdx="10" presStyleCnt="13"/>
      <dgm:spPr/>
    </dgm:pt>
    <dgm:pt modelId="{C2B6CB00-0752-4FED-BF2A-933452B10290}" type="pres">
      <dgm:prSet presAssocID="{2A11C9D6-B0C4-42FB-B0A2-0BD163FAE068}" presName="Accent10" presStyleCnt="0"/>
      <dgm:spPr/>
    </dgm:pt>
    <dgm:pt modelId="{1E9EFF0A-F467-4108-897F-3073F02876D9}" type="pres">
      <dgm:prSet presAssocID="{2A11C9D6-B0C4-42FB-B0A2-0BD163FAE068}" presName="AccentHold2" presStyleLbl="node1" presStyleIdx="11" presStyleCnt="13"/>
      <dgm:spPr/>
    </dgm:pt>
    <dgm:pt modelId="{420BEE58-120B-4605-BE7B-FAA1FC446413}" type="pres">
      <dgm:prSet presAssocID="{2A11C9D6-B0C4-42FB-B0A2-0BD163FAE068}" presName="Accent11" presStyleCnt="0"/>
      <dgm:spPr/>
    </dgm:pt>
    <dgm:pt modelId="{A0BC834A-309D-485E-B41E-5A0B8CCCF0F0}" type="pres">
      <dgm:prSet presAssocID="{2A11C9D6-B0C4-42FB-B0A2-0BD163FAE068}" presName="AccentHold3" presStyleLbl="node1" presStyleIdx="12" presStyleCnt="13"/>
      <dgm:spPr/>
    </dgm:pt>
  </dgm:ptLst>
  <dgm:cxnLst>
    <dgm:cxn modelId="{12DB3307-9306-4045-ADC1-9A17A0483689}" srcId="{BD09F12A-2D0E-4055-B7D6-FDA98CE16A63}" destId="{2A11C9D6-B0C4-42FB-B0A2-0BD163FAE068}" srcOrd="1" destOrd="0" parTransId="{F3FC30C8-E48E-492B-9A09-1947976394F3}" sibTransId="{98879EB6-12FB-486E-9171-E9B502F4D2AE}"/>
    <dgm:cxn modelId="{3C42110E-460D-45A6-BAB6-8B70B8D61EBC}" type="presOf" srcId="{5D7F1E5D-FD95-4598-87ED-D39600B9283E}" destId="{416ED21E-7B84-4B51-B818-AE1AAC1FB386}" srcOrd="0" destOrd="0" presId="urn:microsoft.com/office/officeart/2009/3/layout/CircleRelationship"/>
    <dgm:cxn modelId="{B340047C-2987-48DF-98CC-4AE72C22358E}" type="presOf" srcId="{BD09F12A-2D0E-4055-B7D6-FDA98CE16A63}" destId="{BB810F75-6C23-4F52-81F7-248AC98153C6}" srcOrd="0" destOrd="0" presId="urn:microsoft.com/office/officeart/2009/3/layout/CircleRelationship"/>
    <dgm:cxn modelId="{BB19D287-B4C0-4123-8ABF-363F24E55418}" srcId="{5D7F1E5D-FD95-4598-87ED-D39600B9283E}" destId="{BD09F12A-2D0E-4055-B7D6-FDA98CE16A63}" srcOrd="0" destOrd="0" parTransId="{02E644DC-F895-4794-95BD-C383D6AF4855}" sibTransId="{406D2A3E-00C8-4D5A-A983-24D0451ECA1B}"/>
    <dgm:cxn modelId="{54896B90-581F-4E26-BDCC-7D3F1DCE4BF5}" type="presOf" srcId="{DB78188D-8CA6-4895-8EDD-3587379252FC}" destId="{6E73395E-142F-4363-A380-4028D5D27073}" srcOrd="0" destOrd="0" presId="urn:microsoft.com/office/officeart/2009/3/layout/CircleRelationship"/>
    <dgm:cxn modelId="{2285B0C7-E4F9-474C-B18A-0004F8F24531}" srcId="{BD09F12A-2D0E-4055-B7D6-FDA98CE16A63}" destId="{DB78188D-8CA6-4895-8EDD-3587379252FC}" srcOrd="0" destOrd="0" parTransId="{C05A3E58-92EC-4BCC-8F6B-20F67E952E11}" sibTransId="{6AE167EF-7F09-4DE5-BE39-55A45EB6E99D}"/>
    <dgm:cxn modelId="{CA5BB1E8-5229-4BE6-84A1-5CDDC306BFB1}" type="presOf" srcId="{2A11C9D6-B0C4-42FB-B0A2-0BD163FAE068}" destId="{A07E89E5-B9DF-40A6-9915-D929F431A4C7}" srcOrd="0" destOrd="0" presId="urn:microsoft.com/office/officeart/2009/3/layout/CircleRelationship"/>
    <dgm:cxn modelId="{B19A7CCC-0730-4C53-8B37-8EDFDACA460C}" type="presParOf" srcId="{416ED21E-7B84-4B51-B818-AE1AAC1FB386}" destId="{BB810F75-6C23-4F52-81F7-248AC98153C6}" srcOrd="0" destOrd="0" presId="urn:microsoft.com/office/officeart/2009/3/layout/CircleRelationship"/>
    <dgm:cxn modelId="{E8CFF29E-4CB5-4444-94EA-38106E0F17C0}" type="presParOf" srcId="{416ED21E-7B84-4B51-B818-AE1AAC1FB386}" destId="{259EA900-EA30-41B8-8370-8F310DB5E7AA}" srcOrd="1" destOrd="0" presId="urn:microsoft.com/office/officeart/2009/3/layout/CircleRelationship"/>
    <dgm:cxn modelId="{15953086-EBFF-4888-8FF2-B13CFEBE5720}" type="presParOf" srcId="{416ED21E-7B84-4B51-B818-AE1AAC1FB386}" destId="{2AE36EF6-3968-4DE7-BC96-EEE7C54E69E0}" srcOrd="2" destOrd="0" presId="urn:microsoft.com/office/officeart/2009/3/layout/CircleRelationship"/>
    <dgm:cxn modelId="{537C0688-66F3-4D36-9082-6E41AC5F0471}" type="presParOf" srcId="{416ED21E-7B84-4B51-B818-AE1AAC1FB386}" destId="{CFFE76A5-6B92-4E75-8209-E626F47F06EF}" srcOrd="3" destOrd="0" presId="urn:microsoft.com/office/officeart/2009/3/layout/CircleRelationship"/>
    <dgm:cxn modelId="{7C424261-66FC-4476-A5D5-105DFF784924}" type="presParOf" srcId="{416ED21E-7B84-4B51-B818-AE1AAC1FB386}" destId="{C3AAB669-4346-48AB-ADC4-5F3CC100D8E8}" srcOrd="4" destOrd="0" presId="urn:microsoft.com/office/officeart/2009/3/layout/CircleRelationship"/>
    <dgm:cxn modelId="{EC7CE070-A367-496E-9E41-1A05C01D8141}" type="presParOf" srcId="{416ED21E-7B84-4B51-B818-AE1AAC1FB386}" destId="{D6C06B11-7C46-4EB4-AE69-588013E7239D}" srcOrd="5" destOrd="0" presId="urn:microsoft.com/office/officeart/2009/3/layout/CircleRelationship"/>
    <dgm:cxn modelId="{B5CBB5D8-1D2A-447D-8D50-B14ED534C540}" type="presParOf" srcId="{416ED21E-7B84-4B51-B818-AE1AAC1FB386}" destId="{2461A724-6CD8-4468-A6BD-6E9D4DA3A11A}" srcOrd="6" destOrd="0" presId="urn:microsoft.com/office/officeart/2009/3/layout/CircleRelationship"/>
    <dgm:cxn modelId="{4060B2DD-7CD5-4522-9054-45A59E33D525}" type="presParOf" srcId="{416ED21E-7B84-4B51-B818-AE1AAC1FB386}" destId="{6E73395E-142F-4363-A380-4028D5D27073}" srcOrd="7" destOrd="0" presId="urn:microsoft.com/office/officeart/2009/3/layout/CircleRelationship"/>
    <dgm:cxn modelId="{91CC6396-5F3E-4B1E-AE37-09A4D706F3EA}" type="presParOf" srcId="{416ED21E-7B84-4B51-B818-AE1AAC1FB386}" destId="{A9B5CA8E-1CB9-4365-B0D0-663660901531}" srcOrd="8" destOrd="0" presId="urn:microsoft.com/office/officeart/2009/3/layout/CircleRelationship"/>
    <dgm:cxn modelId="{282A162D-0F1E-452D-9B1C-3F50F6ED1585}" type="presParOf" srcId="{A9B5CA8E-1CB9-4365-B0D0-663660901531}" destId="{DD9166A9-C19E-4285-B1AC-25FEC63DDB9F}" srcOrd="0" destOrd="0" presId="urn:microsoft.com/office/officeart/2009/3/layout/CircleRelationship"/>
    <dgm:cxn modelId="{613789DD-E1D5-4A46-82C3-D20790F46676}" type="presParOf" srcId="{416ED21E-7B84-4B51-B818-AE1AAC1FB386}" destId="{0E3BD451-849E-4CB8-B799-18096B671785}" srcOrd="9" destOrd="0" presId="urn:microsoft.com/office/officeart/2009/3/layout/CircleRelationship"/>
    <dgm:cxn modelId="{42F31B77-CDB5-407D-8F75-7064F43547A6}" type="presParOf" srcId="{0E3BD451-849E-4CB8-B799-18096B671785}" destId="{96EF0D09-44DE-43BC-B628-E8FF6ABAA11E}" srcOrd="0" destOrd="0" presId="urn:microsoft.com/office/officeart/2009/3/layout/CircleRelationship"/>
    <dgm:cxn modelId="{AF6CDE5D-85D2-400A-A985-C2DBFC2254C6}" type="presParOf" srcId="{416ED21E-7B84-4B51-B818-AE1AAC1FB386}" destId="{A07E89E5-B9DF-40A6-9915-D929F431A4C7}" srcOrd="10" destOrd="0" presId="urn:microsoft.com/office/officeart/2009/3/layout/CircleRelationship"/>
    <dgm:cxn modelId="{83E21799-D4B9-4BA3-B0C9-7891622AEFF9}" type="presParOf" srcId="{416ED21E-7B84-4B51-B818-AE1AAC1FB386}" destId="{D84F58BD-4BB8-48C2-B656-1DF3E8229A65}" srcOrd="11" destOrd="0" presId="urn:microsoft.com/office/officeart/2009/3/layout/CircleRelationship"/>
    <dgm:cxn modelId="{026AD7B7-B1F4-4A4B-9A31-3F132A509C0A}" type="presParOf" srcId="{D84F58BD-4BB8-48C2-B656-1DF3E8229A65}" destId="{DA7EE8D6-C697-495A-B2C0-C2C481F6FAA9}" srcOrd="0" destOrd="0" presId="urn:microsoft.com/office/officeart/2009/3/layout/CircleRelationship"/>
    <dgm:cxn modelId="{1B48EDC8-1AD6-489B-AB21-F92A4685AE19}" type="presParOf" srcId="{416ED21E-7B84-4B51-B818-AE1AAC1FB386}" destId="{C2B6CB00-0752-4FED-BF2A-933452B10290}" srcOrd="12" destOrd="0" presId="urn:microsoft.com/office/officeart/2009/3/layout/CircleRelationship"/>
    <dgm:cxn modelId="{4F8C3589-AA32-4FC1-A5AF-FCEE304C0F50}" type="presParOf" srcId="{C2B6CB00-0752-4FED-BF2A-933452B10290}" destId="{1E9EFF0A-F467-4108-897F-3073F02876D9}" srcOrd="0" destOrd="0" presId="urn:microsoft.com/office/officeart/2009/3/layout/CircleRelationship"/>
    <dgm:cxn modelId="{1C585AEC-1734-45C4-BFBE-9D34329AE85D}" type="presParOf" srcId="{416ED21E-7B84-4B51-B818-AE1AAC1FB386}" destId="{420BEE58-120B-4605-BE7B-FAA1FC446413}" srcOrd="13" destOrd="0" presId="urn:microsoft.com/office/officeart/2009/3/layout/CircleRelationship"/>
    <dgm:cxn modelId="{6D8AD8D0-F17F-484F-993B-F19645FEA1F7}" type="presParOf" srcId="{420BEE58-120B-4605-BE7B-FAA1FC446413}" destId="{A0BC834A-309D-485E-B41E-5A0B8CCCF0F0}" srcOrd="0" destOrd="0" presId="urn:microsoft.com/office/officeart/2009/3/layout/CircleRelationship"/>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9D43BA3-831C-4CD6-B482-2657C4B8B34C}" type="doc">
      <dgm:prSet loTypeId="urn:microsoft.com/office/officeart/2005/8/layout/arrow2" loCatId="process" qsTypeId="urn:microsoft.com/office/officeart/2005/8/quickstyle/simple1" qsCatId="simple" csTypeId="urn:microsoft.com/office/officeart/2005/8/colors/accent1_2" csCatId="accent1" phldr="1"/>
      <dgm:spPr/>
    </dgm:pt>
    <dgm:pt modelId="{AF097105-C366-4ABE-9420-BD14C19BC176}">
      <dgm:prSet phldrT="[文本]"/>
      <dgm:spPr/>
      <dgm:t>
        <a:bodyPr/>
        <a:lstStyle/>
        <a:p>
          <a:r>
            <a:rPr lang="zh-CN" altLang="en-US" dirty="0"/>
            <a:t>苏联</a:t>
          </a:r>
          <a:endParaRPr lang="en-US" altLang="zh-CN" dirty="0"/>
        </a:p>
        <a:p>
          <a:r>
            <a:rPr lang="en-US" altLang="zh-CN" dirty="0"/>
            <a:t>50</a:t>
          </a:r>
          <a:r>
            <a:rPr lang="zh-CN" altLang="en-US" dirty="0"/>
            <a:t>年代</a:t>
          </a:r>
        </a:p>
      </dgm:t>
    </dgm:pt>
    <dgm:pt modelId="{CB5231F7-263D-4820-AEDB-2505CF329ACD}" type="parTrans" cxnId="{B97D07D2-242E-4743-AFBE-E944BA3DC00A}">
      <dgm:prSet/>
      <dgm:spPr/>
      <dgm:t>
        <a:bodyPr/>
        <a:lstStyle/>
        <a:p>
          <a:endParaRPr lang="zh-CN" altLang="en-US"/>
        </a:p>
      </dgm:t>
    </dgm:pt>
    <dgm:pt modelId="{71443A0C-9CF9-4A4B-9886-62C433A26513}" type="sibTrans" cxnId="{B97D07D2-242E-4743-AFBE-E944BA3DC00A}">
      <dgm:prSet/>
      <dgm:spPr/>
      <dgm:t>
        <a:bodyPr/>
        <a:lstStyle/>
        <a:p>
          <a:endParaRPr lang="zh-CN" altLang="en-US"/>
        </a:p>
      </dgm:t>
    </dgm:pt>
    <dgm:pt modelId="{EA98C006-DD70-431F-9CBD-A8923A5B9D8A}">
      <dgm:prSet phldrT="[文本]"/>
      <dgm:spPr/>
      <dgm:t>
        <a:bodyPr/>
        <a:lstStyle/>
        <a:p>
          <a:r>
            <a:rPr lang="zh-CN" altLang="en-US" dirty="0"/>
            <a:t>美国</a:t>
          </a:r>
          <a:endParaRPr lang="en-US" altLang="zh-CN" dirty="0"/>
        </a:p>
        <a:p>
          <a:r>
            <a:rPr lang="en-US" altLang="zh-CN" dirty="0"/>
            <a:t>80</a:t>
          </a:r>
          <a:r>
            <a:rPr lang="zh-CN" altLang="en-US" dirty="0"/>
            <a:t>年代</a:t>
          </a:r>
        </a:p>
      </dgm:t>
    </dgm:pt>
    <dgm:pt modelId="{D5776A27-7F90-4FA3-B116-F184EBEE7519}" type="parTrans" cxnId="{3C7ED7A1-C021-4CE4-B0A5-8DCE4238FD61}">
      <dgm:prSet/>
      <dgm:spPr/>
      <dgm:t>
        <a:bodyPr/>
        <a:lstStyle/>
        <a:p>
          <a:endParaRPr lang="zh-CN" altLang="en-US"/>
        </a:p>
      </dgm:t>
    </dgm:pt>
    <dgm:pt modelId="{D78FAFAA-3D4F-46F8-9CFA-63E125E7155D}" type="sibTrans" cxnId="{3C7ED7A1-C021-4CE4-B0A5-8DCE4238FD61}">
      <dgm:prSet/>
      <dgm:spPr/>
      <dgm:t>
        <a:bodyPr/>
        <a:lstStyle/>
        <a:p>
          <a:endParaRPr lang="zh-CN" altLang="en-US"/>
        </a:p>
      </dgm:t>
    </dgm:pt>
    <dgm:pt modelId="{F24D6ED1-22F9-4FFC-846A-FDAAFD14ABC5}">
      <dgm:prSet phldrT="[文本]"/>
      <dgm:spPr/>
      <dgm:t>
        <a:bodyPr/>
        <a:lstStyle/>
        <a:p>
          <a:r>
            <a:rPr lang="zh-CN" altLang="en-US" dirty="0"/>
            <a:t>中国</a:t>
          </a:r>
          <a:endParaRPr lang="en-US" altLang="zh-CN" dirty="0"/>
        </a:p>
        <a:p>
          <a:r>
            <a:rPr lang="zh-CN" altLang="en-US" dirty="0"/>
            <a:t>特色</a:t>
          </a:r>
          <a:endParaRPr lang="en-US" altLang="zh-CN" dirty="0"/>
        </a:p>
        <a:p>
          <a:r>
            <a:rPr lang="en-US" altLang="zh-CN" dirty="0"/>
            <a:t>90</a:t>
          </a:r>
          <a:r>
            <a:rPr lang="zh-CN" altLang="en-US" dirty="0"/>
            <a:t>年代</a:t>
          </a:r>
        </a:p>
      </dgm:t>
    </dgm:pt>
    <dgm:pt modelId="{C3F2CD79-6C3E-42A8-BF93-F3D5909EC578}" type="parTrans" cxnId="{27EE80FD-6D16-483A-9054-FBC642510EAF}">
      <dgm:prSet/>
      <dgm:spPr/>
      <dgm:t>
        <a:bodyPr/>
        <a:lstStyle/>
        <a:p>
          <a:endParaRPr lang="zh-CN" altLang="en-US"/>
        </a:p>
      </dgm:t>
    </dgm:pt>
    <dgm:pt modelId="{10419E22-2F6D-44F5-86DD-AD406E63DE57}" type="sibTrans" cxnId="{27EE80FD-6D16-483A-9054-FBC642510EAF}">
      <dgm:prSet/>
      <dgm:spPr/>
      <dgm:t>
        <a:bodyPr/>
        <a:lstStyle/>
        <a:p>
          <a:endParaRPr lang="zh-CN" altLang="en-US"/>
        </a:p>
      </dgm:t>
    </dgm:pt>
    <dgm:pt modelId="{31D76A39-C4E6-4740-B016-98FD26D940B3}" type="pres">
      <dgm:prSet presAssocID="{A9D43BA3-831C-4CD6-B482-2657C4B8B34C}" presName="arrowDiagram" presStyleCnt="0">
        <dgm:presLayoutVars>
          <dgm:chMax val="5"/>
          <dgm:dir/>
          <dgm:resizeHandles val="exact"/>
        </dgm:presLayoutVars>
      </dgm:prSet>
      <dgm:spPr/>
    </dgm:pt>
    <dgm:pt modelId="{6A2F260F-7595-44FE-A4EE-95EBB24A7CAA}" type="pres">
      <dgm:prSet presAssocID="{A9D43BA3-831C-4CD6-B482-2657C4B8B34C}" presName="arrow" presStyleLbl="bgShp" presStyleIdx="0" presStyleCnt="1"/>
      <dgm:spPr/>
    </dgm:pt>
    <dgm:pt modelId="{9B4C9726-3E11-4A42-8DD7-F857C39D0F0B}" type="pres">
      <dgm:prSet presAssocID="{A9D43BA3-831C-4CD6-B482-2657C4B8B34C}" presName="arrowDiagram3" presStyleCnt="0"/>
      <dgm:spPr/>
    </dgm:pt>
    <dgm:pt modelId="{AA564462-4F1D-42DB-8B82-94372837B48B}" type="pres">
      <dgm:prSet presAssocID="{AF097105-C366-4ABE-9420-BD14C19BC176}" presName="bullet3a" presStyleLbl="node1" presStyleIdx="0" presStyleCnt="3"/>
      <dgm:spPr/>
    </dgm:pt>
    <dgm:pt modelId="{AC99DD03-64CA-4D17-B4B8-2DA96FE42CDB}" type="pres">
      <dgm:prSet presAssocID="{AF097105-C366-4ABE-9420-BD14C19BC176}" presName="textBox3a" presStyleLbl="revTx" presStyleIdx="0" presStyleCnt="3">
        <dgm:presLayoutVars>
          <dgm:bulletEnabled val="1"/>
        </dgm:presLayoutVars>
      </dgm:prSet>
      <dgm:spPr/>
    </dgm:pt>
    <dgm:pt modelId="{216EFD3E-D331-45A3-80BA-20FB2F51D64B}" type="pres">
      <dgm:prSet presAssocID="{EA98C006-DD70-431F-9CBD-A8923A5B9D8A}" presName="bullet3b" presStyleLbl="node1" presStyleIdx="1" presStyleCnt="3"/>
      <dgm:spPr/>
    </dgm:pt>
    <dgm:pt modelId="{AA58D48A-B396-4A27-A615-CF2EFC23766B}" type="pres">
      <dgm:prSet presAssocID="{EA98C006-DD70-431F-9CBD-A8923A5B9D8A}" presName="textBox3b" presStyleLbl="revTx" presStyleIdx="1" presStyleCnt="3">
        <dgm:presLayoutVars>
          <dgm:bulletEnabled val="1"/>
        </dgm:presLayoutVars>
      </dgm:prSet>
      <dgm:spPr/>
    </dgm:pt>
    <dgm:pt modelId="{0739CDA2-C4ED-4D34-AC1C-93BA02B9A839}" type="pres">
      <dgm:prSet presAssocID="{F24D6ED1-22F9-4FFC-846A-FDAAFD14ABC5}" presName="bullet3c" presStyleLbl="node1" presStyleIdx="2" presStyleCnt="3"/>
      <dgm:spPr/>
    </dgm:pt>
    <dgm:pt modelId="{4F29135E-0924-4E60-B81C-1100150A2C58}" type="pres">
      <dgm:prSet presAssocID="{F24D6ED1-22F9-4FFC-846A-FDAAFD14ABC5}" presName="textBox3c" presStyleLbl="revTx" presStyleIdx="2" presStyleCnt="3">
        <dgm:presLayoutVars>
          <dgm:bulletEnabled val="1"/>
        </dgm:presLayoutVars>
      </dgm:prSet>
      <dgm:spPr/>
    </dgm:pt>
  </dgm:ptLst>
  <dgm:cxnLst>
    <dgm:cxn modelId="{21CD7C25-B460-43E2-B323-1BCA583E614A}" type="presOf" srcId="{F24D6ED1-22F9-4FFC-846A-FDAAFD14ABC5}" destId="{4F29135E-0924-4E60-B81C-1100150A2C58}" srcOrd="0" destOrd="0" presId="urn:microsoft.com/office/officeart/2005/8/layout/arrow2"/>
    <dgm:cxn modelId="{954A4044-E55D-4ADC-B6BC-42F14C808492}" type="presOf" srcId="{EA98C006-DD70-431F-9CBD-A8923A5B9D8A}" destId="{AA58D48A-B396-4A27-A615-CF2EFC23766B}" srcOrd="0" destOrd="0" presId="urn:microsoft.com/office/officeart/2005/8/layout/arrow2"/>
    <dgm:cxn modelId="{30BDED93-1080-4DE9-A614-A24079895B10}" type="presOf" srcId="{A9D43BA3-831C-4CD6-B482-2657C4B8B34C}" destId="{31D76A39-C4E6-4740-B016-98FD26D940B3}" srcOrd="0" destOrd="0" presId="urn:microsoft.com/office/officeart/2005/8/layout/arrow2"/>
    <dgm:cxn modelId="{3C7ED7A1-C021-4CE4-B0A5-8DCE4238FD61}" srcId="{A9D43BA3-831C-4CD6-B482-2657C4B8B34C}" destId="{EA98C006-DD70-431F-9CBD-A8923A5B9D8A}" srcOrd="1" destOrd="0" parTransId="{D5776A27-7F90-4FA3-B116-F184EBEE7519}" sibTransId="{D78FAFAA-3D4F-46F8-9CFA-63E125E7155D}"/>
    <dgm:cxn modelId="{270AF0BC-7FDE-46A6-81A4-257D4FF6125B}" type="presOf" srcId="{AF097105-C366-4ABE-9420-BD14C19BC176}" destId="{AC99DD03-64CA-4D17-B4B8-2DA96FE42CDB}" srcOrd="0" destOrd="0" presId="urn:microsoft.com/office/officeart/2005/8/layout/arrow2"/>
    <dgm:cxn modelId="{B97D07D2-242E-4743-AFBE-E944BA3DC00A}" srcId="{A9D43BA3-831C-4CD6-B482-2657C4B8B34C}" destId="{AF097105-C366-4ABE-9420-BD14C19BC176}" srcOrd="0" destOrd="0" parTransId="{CB5231F7-263D-4820-AEDB-2505CF329ACD}" sibTransId="{71443A0C-9CF9-4A4B-9886-62C433A26513}"/>
    <dgm:cxn modelId="{27EE80FD-6D16-483A-9054-FBC642510EAF}" srcId="{A9D43BA3-831C-4CD6-B482-2657C4B8B34C}" destId="{F24D6ED1-22F9-4FFC-846A-FDAAFD14ABC5}" srcOrd="2" destOrd="0" parTransId="{C3F2CD79-6C3E-42A8-BF93-F3D5909EC578}" sibTransId="{10419E22-2F6D-44F5-86DD-AD406E63DE57}"/>
    <dgm:cxn modelId="{7D75975B-D27F-4D37-8B4A-EE60F1BC92B6}" type="presParOf" srcId="{31D76A39-C4E6-4740-B016-98FD26D940B3}" destId="{6A2F260F-7595-44FE-A4EE-95EBB24A7CAA}" srcOrd="0" destOrd="0" presId="urn:microsoft.com/office/officeart/2005/8/layout/arrow2"/>
    <dgm:cxn modelId="{2609FD60-8FB7-43F4-B9AA-9439CE63AF79}" type="presParOf" srcId="{31D76A39-C4E6-4740-B016-98FD26D940B3}" destId="{9B4C9726-3E11-4A42-8DD7-F857C39D0F0B}" srcOrd="1" destOrd="0" presId="urn:microsoft.com/office/officeart/2005/8/layout/arrow2"/>
    <dgm:cxn modelId="{138E0C9B-82C5-477D-8456-B702F26B91CE}" type="presParOf" srcId="{9B4C9726-3E11-4A42-8DD7-F857C39D0F0B}" destId="{AA564462-4F1D-42DB-8B82-94372837B48B}" srcOrd="0" destOrd="0" presId="urn:microsoft.com/office/officeart/2005/8/layout/arrow2"/>
    <dgm:cxn modelId="{3DCE206E-805E-46C3-8CFF-E9D7D4BA863D}" type="presParOf" srcId="{9B4C9726-3E11-4A42-8DD7-F857C39D0F0B}" destId="{AC99DD03-64CA-4D17-B4B8-2DA96FE42CDB}" srcOrd="1" destOrd="0" presId="urn:microsoft.com/office/officeart/2005/8/layout/arrow2"/>
    <dgm:cxn modelId="{E264774E-E968-407C-9DF2-A5AFE36394AE}" type="presParOf" srcId="{9B4C9726-3E11-4A42-8DD7-F857C39D0F0B}" destId="{216EFD3E-D331-45A3-80BA-20FB2F51D64B}" srcOrd="2" destOrd="0" presId="urn:microsoft.com/office/officeart/2005/8/layout/arrow2"/>
    <dgm:cxn modelId="{6D48D1A8-380B-4344-9E8D-3E891574A167}" type="presParOf" srcId="{9B4C9726-3E11-4A42-8DD7-F857C39D0F0B}" destId="{AA58D48A-B396-4A27-A615-CF2EFC23766B}" srcOrd="3" destOrd="0" presId="urn:microsoft.com/office/officeart/2005/8/layout/arrow2"/>
    <dgm:cxn modelId="{64DC9B8C-C187-4302-86E5-1B440CF233EA}" type="presParOf" srcId="{9B4C9726-3E11-4A42-8DD7-F857C39D0F0B}" destId="{0739CDA2-C4ED-4D34-AC1C-93BA02B9A839}" srcOrd="4" destOrd="0" presId="urn:microsoft.com/office/officeart/2005/8/layout/arrow2"/>
    <dgm:cxn modelId="{2B9FB9C8-34E8-4D22-AFBE-65D095505333}" type="presParOf" srcId="{9B4C9726-3E11-4A42-8DD7-F857C39D0F0B}" destId="{4F29135E-0924-4E60-B81C-1100150A2C58}"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611777-84D5-43C7-B197-2EE56FA39345}"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zh-CN" altLang="en-US"/>
        </a:p>
      </dgm:t>
    </dgm:pt>
    <dgm:pt modelId="{4C6208DE-86B2-434B-B04A-220B8C4C2E0D}">
      <dgm:prSet/>
      <dgm:spPr/>
      <dgm:t>
        <a:bodyPr/>
        <a:lstStyle/>
        <a:p>
          <a:r>
            <a:rPr lang="zh-CN"/>
            <a:t>明确任务</a:t>
          </a:r>
        </a:p>
      </dgm:t>
    </dgm:pt>
    <dgm:pt modelId="{8C42F5FD-ED82-4FF0-B398-7E7B2C9B54F7}" type="parTrans" cxnId="{59A9FF0E-6BC6-44E4-A587-13DC95424C2D}">
      <dgm:prSet/>
      <dgm:spPr/>
      <dgm:t>
        <a:bodyPr/>
        <a:lstStyle/>
        <a:p>
          <a:endParaRPr lang="zh-CN" altLang="en-US"/>
        </a:p>
      </dgm:t>
    </dgm:pt>
    <dgm:pt modelId="{C8676E08-92D4-46D8-BE3F-8D4D5FEA43A2}" type="sibTrans" cxnId="{59A9FF0E-6BC6-44E4-A587-13DC95424C2D}">
      <dgm:prSet/>
      <dgm:spPr/>
      <dgm:t>
        <a:bodyPr/>
        <a:lstStyle/>
        <a:p>
          <a:endParaRPr lang="zh-CN" altLang="en-US"/>
        </a:p>
      </dgm:t>
    </dgm:pt>
    <dgm:pt modelId="{B4A6A832-3474-4C87-8DC6-D566C30A105F}">
      <dgm:prSet/>
      <dgm:spPr/>
      <dgm:t>
        <a:bodyPr/>
        <a:lstStyle/>
        <a:p>
          <a:r>
            <a:rPr lang="zh-CN"/>
            <a:t>提供背景</a:t>
          </a:r>
        </a:p>
      </dgm:t>
    </dgm:pt>
    <dgm:pt modelId="{729E4FBD-7217-476E-9824-5C6A871B75EE}" type="parTrans" cxnId="{167F06CF-5719-4A58-9BB9-9AC3A5824164}">
      <dgm:prSet/>
      <dgm:spPr/>
      <dgm:t>
        <a:bodyPr/>
        <a:lstStyle/>
        <a:p>
          <a:endParaRPr lang="zh-CN" altLang="en-US"/>
        </a:p>
      </dgm:t>
    </dgm:pt>
    <dgm:pt modelId="{CC120672-F54C-4495-A857-03D68EEB3695}" type="sibTrans" cxnId="{167F06CF-5719-4A58-9BB9-9AC3A5824164}">
      <dgm:prSet/>
      <dgm:spPr/>
      <dgm:t>
        <a:bodyPr/>
        <a:lstStyle/>
        <a:p>
          <a:endParaRPr lang="zh-CN" altLang="en-US"/>
        </a:p>
      </dgm:t>
    </dgm:pt>
    <dgm:pt modelId="{2CD2A7FB-5270-4524-9B70-E2B6B26CAE7F}">
      <dgm:prSet/>
      <dgm:spPr/>
      <dgm:t>
        <a:bodyPr/>
        <a:lstStyle/>
        <a:p>
          <a:r>
            <a:rPr lang="zh-CN"/>
            <a:t>设定角色</a:t>
          </a:r>
        </a:p>
      </dgm:t>
    </dgm:pt>
    <dgm:pt modelId="{6641DA08-E390-40E7-95C7-38D9B6A54484}" type="parTrans" cxnId="{02463DCB-705E-4506-A5E1-D7DB848FE766}">
      <dgm:prSet/>
      <dgm:spPr/>
      <dgm:t>
        <a:bodyPr/>
        <a:lstStyle/>
        <a:p>
          <a:endParaRPr lang="zh-CN" altLang="en-US"/>
        </a:p>
      </dgm:t>
    </dgm:pt>
    <dgm:pt modelId="{7755EB1A-8DA4-485C-A472-CFA28D06DA69}" type="sibTrans" cxnId="{02463DCB-705E-4506-A5E1-D7DB848FE766}">
      <dgm:prSet/>
      <dgm:spPr/>
      <dgm:t>
        <a:bodyPr/>
        <a:lstStyle/>
        <a:p>
          <a:endParaRPr lang="zh-CN" altLang="en-US"/>
        </a:p>
      </dgm:t>
    </dgm:pt>
    <dgm:pt modelId="{BAB352F3-5125-4E6A-82F8-8E6741E4F6EE}">
      <dgm:prSet/>
      <dgm:spPr/>
      <dgm:t>
        <a:bodyPr/>
        <a:lstStyle/>
        <a:p>
          <a:r>
            <a:rPr lang="zh-CN"/>
            <a:t>模拟风格</a:t>
          </a:r>
        </a:p>
      </dgm:t>
    </dgm:pt>
    <dgm:pt modelId="{7757F98E-3755-49DB-9264-1F076235DBEC}" type="parTrans" cxnId="{65870BDC-2495-4112-AC1C-BCA2BF08AA44}">
      <dgm:prSet/>
      <dgm:spPr/>
      <dgm:t>
        <a:bodyPr/>
        <a:lstStyle/>
        <a:p>
          <a:endParaRPr lang="zh-CN" altLang="en-US"/>
        </a:p>
      </dgm:t>
    </dgm:pt>
    <dgm:pt modelId="{812E0738-6E8F-405D-ABBE-3A1249B91F58}" type="sibTrans" cxnId="{65870BDC-2495-4112-AC1C-BCA2BF08AA44}">
      <dgm:prSet/>
      <dgm:spPr/>
      <dgm:t>
        <a:bodyPr/>
        <a:lstStyle/>
        <a:p>
          <a:endParaRPr lang="zh-CN" altLang="en-US"/>
        </a:p>
      </dgm:t>
    </dgm:pt>
    <dgm:pt modelId="{8ABDEA97-3EC1-4DCA-B802-C2B187C00511}">
      <dgm:prSet/>
      <dgm:spPr/>
      <dgm:t>
        <a:bodyPr/>
        <a:lstStyle/>
        <a:p>
          <a:r>
            <a:rPr lang="zh-CN"/>
            <a:t>固定输出</a:t>
          </a:r>
        </a:p>
      </dgm:t>
    </dgm:pt>
    <dgm:pt modelId="{326C7480-617B-4485-85DE-2D68A7C91CD5}" type="parTrans" cxnId="{AFD7B014-36CA-4957-9DF2-4718B39ADB29}">
      <dgm:prSet/>
      <dgm:spPr/>
      <dgm:t>
        <a:bodyPr/>
        <a:lstStyle/>
        <a:p>
          <a:endParaRPr lang="zh-CN" altLang="en-US"/>
        </a:p>
      </dgm:t>
    </dgm:pt>
    <dgm:pt modelId="{827FFB71-4500-4580-B997-60EEDED46021}" type="sibTrans" cxnId="{AFD7B014-36CA-4957-9DF2-4718B39ADB29}">
      <dgm:prSet/>
      <dgm:spPr/>
      <dgm:t>
        <a:bodyPr/>
        <a:lstStyle/>
        <a:p>
          <a:endParaRPr lang="zh-CN" altLang="en-US"/>
        </a:p>
      </dgm:t>
    </dgm:pt>
    <dgm:pt modelId="{54C2D687-6EB2-453B-9B4F-2013D7DA1792}">
      <dgm:prSet/>
      <dgm:spPr/>
      <dgm:t>
        <a:bodyPr/>
        <a:lstStyle/>
        <a:p>
          <a:r>
            <a:rPr lang="zh-CN"/>
            <a:t>调整优化</a:t>
          </a:r>
        </a:p>
      </dgm:t>
    </dgm:pt>
    <dgm:pt modelId="{1F08B85F-2683-47CA-9E53-01437B95FEDE}" type="parTrans" cxnId="{11E69A60-9295-4439-84A0-AEB11A921A64}">
      <dgm:prSet/>
      <dgm:spPr/>
      <dgm:t>
        <a:bodyPr/>
        <a:lstStyle/>
        <a:p>
          <a:endParaRPr lang="zh-CN" altLang="en-US"/>
        </a:p>
      </dgm:t>
    </dgm:pt>
    <dgm:pt modelId="{9F1E9A4B-B537-4A51-AB57-40576C9362A1}" type="sibTrans" cxnId="{11E69A60-9295-4439-84A0-AEB11A921A64}">
      <dgm:prSet/>
      <dgm:spPr/>
      <dgm:t>
        <a:bodyPr/>
        <a:lstStyle/>
        <a:p>
          <a:endParaRPr lang="zh-CN" altLang="en-US"/>
        </a:p>
      </dgm:t>
    </dgm:pt>
    <dgm:pt modelId="{D9722477-99CF-49F3-98FA-CB7695FF07F1}" type="pres">
      <dgm:prSet presAssocID="{82611777-84D5-43C7-B197-2EE56FA39345}" presName="CompostProcess" presStyleCnt="0">
        <dgm:presLayoutVars>
          <dgm:dir/>
          <dgm:resizeHandles val="exact"/>
        </dgm:presLayoutVars>
      </dgm:prSet>
      <dgm:spPr/>
    </dgm:pt>
    <dgm:pt modelId="{75D6C093-DABB-4682-B19B-88B8D5514CEA}" type="pres">
      <dgm:prSet presAssocID="{82611777-84D5-43C7-B197-2EE56FA39345}" presName="arrow" presStyleLbl="bgShp" presStyleIdx="0" presStyleCnt="1"/>
      <dgm:spPr/>
    </dgm:pt>
    <dgm:pt modelId="{3386EBE6-1CDA-47B7-A6B8-067F83924429}" type="pres">
      <dgm:prSet presAssocID="{82611777-84D5-43C7-B197-2EE56FA39345}" presName="linearProcess" presStyleCnt="0"/>
      <dgm:spPr/>
    </dgm:pt>
    <dgm:pt modelId="{FADA07D9-8EA0-41DA-8DE8-F97F421945D2}" type="pres">
      <dgm:prSet presAssocID="{4C6208DE-86B2-434B-B04A-220B8C4C2E0D}" presName="textNode" presStyleLbl="node1" presStyleIdx="0" presStyleCnt="6">
        <dgm:presLayoutVars>
          <dgm:bulletEnabled val="1"/>
        </dgm:presLayoutVars>
      </dgm:prSet>
      <dgm:spPr/>
    </dgm:pt>
    <dgm:pt modelId="{CEC6BA74-9083-4A81-B189-26307B9695BA}" type="pres">
      <dgm:prSet presAssocID="{C8676E08-92D4-46D8-BE3F-8D4D5FEA43A2}" presName="sibTrans" presStyleCnt="0"/>
      <dgm:spPr/>
    </dgm:pt>
    <dgm:pt modelId="{9102B04E-0056-4B42-BBAB-0D7490D7A4E5}" type="pres">
      <dgm:prSet presAssocID="{B4A6A832-3474-4C87-8DC6-D566C30A105F}" presName="textNode" presStyleLbl="node1" presStyleIdx="1" presStyleCnt="6">
        <dgm:presLayoutVars>
          <dgm:bulletEnabled val="1"/>
        </dgm:presLayoutVars>
      </dgm:prSet>
      <dgm:spPr/>
    </dgm:pt>
    <dgm:pt modelId="{E0FD9D8B-391A-48F3-B974-8F32E2D4BC86}" type="pres">
      <dgm:prSet presAssocID="{CC120672-F54C-4495-A857-03D68EEB3695}" presName="sibTrans" presStyleCnt="0"/>
      <dgm:spPr/>
    </dgm:pt>
    <dgm:pt modelId="{B9B3F6A4-6E33-4CC1-BE3B-0940863F16E6}" type="pres">
      <dgm:prSet presAssocID="{2CD2A7FB-5270-4524-9B70-E2B6B26CAE7F}" presName="textNode" presStyleLbl="node1" presStyleIdx="2" presStyleCnt="6">
        <dgm:presLayoutVars>
          <dgm:bulletEnabled val="1"/>
        </dgm:presLayoutVars>
      </dgm:prSet>
      <dgm:spPr/>
    </dgm:pt>
    <dgm:pt modelId="{1E8F9061-8C5D-4F0B-87AC-58E2D374BEDC}" type="pres">
      <dgm:prSet presAssocID="{7755EB1A-8DA4-485C-A472-CFA28D06DA69}" presName="sibTrans" presStyleCnt="0"/>
      <dgm:spPr/>
    </dgm:pt>
    <dgm:pt modelId="{266E5C2A-F5C0-48DB-8605-8A412DD586A6}" type="pres">
      <dgm:prSet presAssocID="{BAB352F3-5125-4E6A-82F8-8E6741E4F6EE}" presName="textNode" presStyleLbl="node1" presStyleIdx="3" presStyleCnt="6">
        <dgm:presLayoutVars>
          <dgm:bulletEnabled val="1"/>
        </dgm:presLayoutVars>
      </dgm:prSet>
      <dgm:spPr/>
    </dgm:pt>
    <dgm:pt modelId="{7500A2C3-6F9F-4632-92E5-9FA507C7BB84}" type="pres">
      <dgm:prSet presAssocID="{812E0738-6E8F-405D-ABBE-3A1249B91F58}" presName="sibTrans" presStyleCnt="0"/>
      <dgm:spPr/>
    </dgm:pt>
    <dgm:pt modelId="{C05EE05E-085C-4199-BD89-8DDAD55255FD}" type="pres">
      <dgm:prSet presAssocID="{8ABDEA97-3EC1-4DCA-B802-C2B187C00511}" presName="textNode" presStyleLbl="node1" presStyleIdx="4" presStyleCnt="6">
        <dgm:presLayoutVars>
          <dgm:bulletEnabled val="1"/>
        </dgm:presLayoutVars>
      </dgm:prSet>
      <dgm:spPr/>
    </dgm:pt>
    <dgm:pt modelId="{85CF8089-2CFF-4B13-BD3B-F67A0D68874A}" type="pres">
      <dgm:prSet presAssocID="{827FFB71-4500-4580-B997-60EEDED46021}" presName="sibTrans" presStyleCnt="0"/>
      <dgm:spPr/>
    </dgm:pt>
    <dgm:pt modelId="{1593803A-099F-41A4-9577-50E188E0687C}" type="pres">
      <dgm:prSet presAssocID="{54C2D687-6EB2-453B-9B4F-2013D7DA1792}" presName="textNode" presStyleLbl="node1" presStyleIdx="5" presStyleCnt="6">
        <dgm:presLayoutVars>
          <dgm:bulletEnabled val="1"/>
        </dgm:presLayoutVars>
      </dgm:prSet>
      <dgm:spPr/>
    </dgm:pt>
  </dgm:ptLst>
  <dgm:cxnLst>
    <dgm:cxn modelId="{612F7001-7DD8-4EB0-8023-C5E7BC4EB411}" type="presOf" srcId="{B4A6A832-3474-4C87-8DC6-D566C30A105F}" destId="{9102B04E-0056-4B42-BBAB-0D7490D7A4E5}" srcOrd="0" destOrd="0" presId="urn:microsoft.com/office/officeart/2005/8/layout/hProcess9"/>
    <dgm:cxn modelId="{59A9FF0E-6BC6-44E4-A587-13DC95424C2D}" srcId="{82611777-84D5-43C7-B197-2EE56FA39345}" destId="{4C6208DE-86B2-434B-B04A-220B8C4C2E0D}" srcOrd="0" destOrd="0" parTransId="{8C42F5FD-ED82-4FF0-B398-7E7B2C9B54F7}" sibTransId="{C8676E08-92D4-46D8-BE3F-8D4D5FEA43A2}"/>
    <dgm:cxn modelId="{AFD7B014-36CA-4957-9DF2-4718B39ADB29}" srcId="{82611777-84D5-43C7-B197-2EE56FA39345}" destId="{8ABDEA97-3EC1-4DCA-B802-C2B187C00511}" srcOrd="4" destOrd="0" parTransId="{326C7480-617B-4485-85DE-2D68A7C91CD5}" sibTransId="{827FFB71-4500-4580-B997-60EEDED46021}"/>
    <dgm:cxn modelId="{1C4A7218-B74A-4E53-BA60-0F140D0376C8}" type="presOf" srcId="{82611777-84D5-43C7-B197-2EE56FA39345}" destId="{D9722477-99CF-49F3-98FA-CB7695FF07F1}" srcOrd="0" destOrd="0" presId="urn:microsoft.com/office/officeart/2005/8/layout/hProcess9"/>
    <dgm:cxn modelId="{11E69A60-9295-4439-84A0-AEB11A921A64}" srcId="{82611777-84D5-43C7-B197-2EE56FA39345}" destId="{54C2D687-6EB2-453B-9B4F-2013D7DA1792}" srcOrd="5" destOrd="0" parTransId="{1F08B85F-2683-47CA-9E53-01437B95FEDE}" sibTransId="{9F1E9A4B-B537-4A51-AB57-40576C9362A1}"/>
    <dgm:cxn modelId="{E6319C4D-2DF7-4CB1-9071-27BBF5A5996B}" type="presOf" srcId="{2CD2A7FB-5270-4524-9B70-E2B6B26CAE7F}" destId="{B9B3F6A4-6E33-4CC1-BE3B-0940863F16E6}" srcOrd="0" destOrd="0" presId="urn:microsoft.com/office/officeart/2005/8/layout/hProcess9"/>
    <dgm:cxn modelId="{09517F78-0D3A-4D8F-A580-7FCDD2C59716}" type="presOf" srcId="{8ABDEA97-3EC1-4DCA-B802-C2B187C00511}" destId="{C05EE05E-085C-4199-BD89-8DDAD55255FD}" srcOrd="0" destOrd="0" presId="urn:microsoft.com/office/officeart/2005/8/layout/hProcess9"/>
    <dgm:cxn modelId="{EB24F691-7D82-452A-A7E4-6E6AE7E57925}" type="presOf" srcId="{BAB352F3-5125-4E6A-82F8-8E6741E4F6EE}" destId="{266E5C2A-F5C0-48DB-8605-8A412DD586A6}" srcOrd="0" destOrd="0" presId="urn:microsoft.com/office/officeart/2005/8/layout/hProcess9"/>
    <dgm:cxn modelId="{02463DCB-705E-4506-A5E1-D7DB848FE766}" srcId="{82611777-84D5-43C7-B197-2EE56FA39345}" destId="{2CD2A7FB-5270-4524-9B70-E2B6B26CAE7F}" srcOrd="2" destOrd="0" parTransId="{6641DA08-E390-40E7-95C7-38D9B6A54484}" sibTransId="{7755EB1A-8DA4-485C-A472-CFA28D06DA69}"/>
    <dgm:cxn modelId="{019AFACB-45C8-4DBF-8050-D1AB73CF4412}" type="presOf" srcId="{4C6208DE-86B2-434B-B04A-220B8C4C2E0D}" destId="{FADA07D9-8EA0-41DA-8DE8-F97F421945D2}" srcOrd="0" destOrd="0" presId="urn:microsoft.com/office/officeart/2005/8/layout/hProcess9"/>
    <dgm:cxn modelId="{167F06CF-5719-4A58-9BB9-9AC3A5824164}" srcId="{82611777-84D5-43C7-B197-2EE56FA39345}" destId="{B4A6A832-3474-4C87-8DC6-D566C30A105F}" srcOrd="1" destOrd="0" parTransId="{729E4FBD-7217-476E-9824-5C6A871B75EE}" sibTransId="{CC120672-F54C-4495-A857-03D68EEB3695}"/>
    <dgm:cxn modelId="{65870BDC-2495-4112-AC1C-BCA2BF08AA44}" srcId="{82611777-84D5-43C7-B197-2EE56FA39345}" destId="{BAB352F3-5125-4E6A-82F8-8E6741E4F6EE}" srcOrd="3" destOrd="0" parTransId="{7757F98E-3755-49DB-9264-1F076235DBEC}" sibTransId="{812E0738-6E8F-405D-ABBE-3A1249B91F58}"/>
    <dgm:cxn modelId="{AD04F0E0-62B1-410C-B85D-6069F6B1DE53}" type="presOf" srcId="{54C2D687-6EB2-453B-9B4F-2013D7DA1792}" destId="{1593803A-099F-41A4-9577-50E188E0687C}" srcOrd="0" destOrd="0" presId="urn:microsoft.com/office/officeart/2005/8/layout/hProcess9"/>
    <dgm:cxn modelId="{F77DCCDF-7CD7-4FFE-B392-5C9EA11DB6D9}" type="presParOf" srcId="{D9722477-99CF-49F3-98FA-CB7695FF07F1}" destId="{75D6C093-DABB-4682-B19B-88B8D5514CEA}" srcOrd="0" destOrd="0" presId="urn:microsoft.com/office/officeart/2005/8/layout/hProcess9"/>
    <dgm:cxn modelId="{8180E3E3-BB9A-413D-BB1C-8EC7E2F68CA8}" type="presParOf" srcId="{D9722477-99CF-49F3-98FA-CB7695FF07F1}" destId="{3386EBE6-1CDA-47B7-A6B8-067F83924429}" srcOrd="1" destOrd="0" presId="urn:microsoft.com/office/officeart/2005/8/layout/hProcess9"/>
    <dgm:cxn modelId="{78FB8B72-37AA-484E-8970-2889898DBF88}" type="presParOf" srcId="{3386EBE6-1CDA-47B7-A6B8-067F83924429}" destId="{FADA07D9-8EA0-41DA-8DE8-F97F421945D2}" srcOrd="0" destOrd="0" presId="urn:microsoft.com/office/officeart/2005/8/layout/hProcess9"/>
    <dgm:cxn modelId="{9A3C2052-BF45-48D7-BDC9-8F2D3B5F1EB0}" type="presParOf" srcId="{3386EBE6-1CDA-47B7-A6B8-067F83924429}" destId="{CEC6BA74-9083-4A81-B189-26307B9695BA}" srcOrd="1" destOrd="0" presId="urn:microsoft.com/office/officeart/2005/8/layout/hProcess9"/>
    <dgm:cxn modelId="{9CAFDCB2-380A-402A-930A-F56858741438}" type="presParOf" srcId="{3386EBE6-1CDA-47B7-A6B8-067F83924429}" destId="{9102B04E-0056-4B42-BBAB-0D7490D7A4E5}" srcOrd="2" destOrd="0" presId="urn:microsoft.com/office/officeart/2005/8/layout/hProcess9"/>
    <dgm:cxn modelId="{E78D9ADB-DF9B-4289-A2B1-168CB6EC68B8}" type="presParOf" srcId="{3386EBE6-1CDA-47B7-A6B8-067F83924429}" destId="{E0FD9D8B-391A-48F3-B974-8F32E2D4BC86}" srcOrd="3" destOrd="0" presId="urn:microsoft.com/office/officeart/2005/8/layout/hProcess9"/>
    <dgm:cxn modelId="{6BD793B8-2673-4D93-98BD-D3C04DD7A4F9}" type="presParOf" srcId="{3386EBE6-1CDA-47B7-A6B8-067F83924429}" destId="{B9B3F6A4-6E33-4CC1-BE3B-0940863F16E6}" srcOrd="4" destOrd="0" presId="urn:microsoft.com/office/officeart/2005/8/layout/hProcess9"/>
    <dgm:cxn modelId="{B914A1F9-4FD6-4D0D-828F-D5BE11EF5397}" type="presParOf" srcId="{3386EBE6-1CDA-47B7-A6B8-067F83924429}" destId="{1E8F9061-8C5D-4F0B-87AC-58E2D374BEDC}" srcOrd="5" destOrd="0" presId="urn:microsoft.com/office/officeart/2005/8/layout/hProcess9"/>
    <dgm:cxn modelId="{4C313DB3-3CB4-4759-94CF-ED7919566BBB}" type="presParOf" srcId="{3386EBE6-1CDA-47B7-A6B8-067F83924429}" destId="{266E5C2A-F5C0-48DB-8605-8A412DD586A6}" srcOrd="6" destOrd="0" presId="urn:microsoft.com/office/officeart/2005/8/layout/hProcess9"/>
    <dgm:cxn modelId="{9981CEAE-26EA-46F9-91AA-F10DCC493724}" type="presParOf" srcId="{3386EBE6-1CDA-47B7-A6B8-067F83924429}" destId="{7500A2C3-6F9F-4632-92E5-9FA507C7BB84}" srcOrd="7" destOrd="0" presId="urn:microsoft.com/office/officeart/2005/8/layout/hProcess9"/>
    <dgm:cxn modelId="{0FA00E4F-1144-4152-9523-CB4285A9CDB3}" type="presParOf" srcId="{3386EBE6-1CDA-47B7-A6B8-067F83924429}" destId="{C05EE05E-085C-4199-BD89-8DDAD55255FD}" srcOrd="8" destOrd="0" presId="urn:microsoft.com/office/officeart/2005/8/layout/hProcess9"/>
    <dgm:cxn modelId="{4179F3A6-769E-41A9-BA31-641901D5067C}" type="presParOf" srcId="{3386EBE6-1CDA-47B7-A6B8-067F83924429}" destId="{85CF8089-2CFF-4B13-BD3B-F67A0D68874A}" srcOrd="9" destOrd="0" presId="urn:microsoft.com/office/officeart/2005/8/layout/hProcess9"/>
    <dgm:cxn modelId="{B9C4E994-6071-4043-AEA3-CB0367667480}" type="presParOf" srcId="{3386EBE6-1CDA-47B7-A6B8-067F83924429}" destId="{1593803A-099F-41A4-9577-50E188E0687C}" srcOrd="10"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9D17CE-8D71-49FF-B4D6-25391669ABFD}">
      <dsp:nvSpPr>
        <dsp:cNvPr id="0" name=""/>
        <dsp:cNvSpPr/>
      </dsp:nvSpPr>
      <dsp:spPr>
        <a:xfrm>
          <a:off x="3644033" y="179105"/>
          <a:ext cx="2414901" cy="2414901"/>
        </a:xfrm>
        <a:prstGeom prst="pie">
          <a:avLst>
            <a:gd name="adj1" fmla="val 16200000"/>
            <a:gd name="adj2" fmla="val 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视角</a:t>
          </a:r>
        </a:p>
      </dsp:txBody>
      <dsp:txXfrm>
        <a:off x="4879082" y="625862"/>
        <a:ext cx="891213" cy="718720"/>
      </dsp:txXfrm>
    </dsp:sp>
    <dsp:sp modelId="{BDDA7953-1FB8-4AB6-BAB3-DD9601489165}">
      <dsp:nvSpPr>
        <dsp:cNvPr id="0" name=""/>
        <dsp:cNvSpPr/>
      </dsp:nvSpPr>
      <dsp:spPr>
        <a:xfrm>
          <a:off x="3542262" y="280876"/>
          <a:ext cx="2414901" cy="2414901"/>
        </a:xfrm>
        <a:prstGeom prst="pie">
          <a:avLst>
            <a:gd name="adj1" fmla="val 0"/>
            <a:gd name="adj2" fmla="val 5400000"/>
          </a:avLst>
        </a:prstGeom>
        <a:solidFill>
          <a:schemeClr val="accent2">
            <a:hueOff val="1121052"/>
            <a:satOff val="-1191"/>
            <a:lumOff val="91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比较</a:t>
          </a:r>
        </a:p>
      </dsp:txBody>
      <dsp:txXfrm>
        <a:off x="4792836" y="1531450"/>
        <a:ext cx="891213" cy="718720"/>
      </dsp:txXfrm>
    </dsp:sp>
    <dsp:sp modelId="{46D58C59-D1DC-443C-BF07-9AF6BBEF0419}">
      <dsp:nvSpPr>
        <dsp:cNvPr id="0" name=""/>
        <dsp:cNvSpPr/>
      </dsp:nvSpPr>
      <dsp:spPr>
        <a:xfrm>
          <a:off x="3542262" y="280876"/>
          <a:ext cx="2414901" cy="2414901"/>
        </a:xfrm>
        <a:prstGeom prst="pie">
          <a:avLst>
            <a:gd name="adj1" fmla="val 5400000"/>
            <a:gd name="adj2" fmla="val 10800000"/>
          </a:avLst>
        </a:prstGeom>
        <a:solidFill>
          <a:schemeClr val="accent2">
            <a:hueOff val="2242103"/>
            <a:satOff val="-2381"/>
            <a:lumOff val="18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a:t>
          </a:r>
        </a:p>
      </dsp:txBody>
      <dsp:txXfrm>
        <a:off x="3815376" y="1531450"/>
        <a:ext cx="891213" cy="718720"/>
      </dsp:txXfrm>
    </dsp:sp>
    <dsp:sp modelId="{C4A6D344-68F3-4996-AD39-FEC03F3E20F2}">
      <dsp:nvSpPr>
        <dsp:cNvPr id="0" name=""/>
        <dsp:cNvSpPr/>
      </dsp:nvSpPr>
      <dsp:spPr>
        <a:xfrm>
          <a:off x="3542262" y="280876"/>
          <a:ext cx="2414901" cy="2414901"/>
        </a:xfrm>
        <a:prstGeom prst="pie">
          <a:avLst>
            <a:gd name="adj1" fmla="val 10800000"/>
            <a:gd name="adj2" fmla="val 16200000"/>
          </a:avLst>
        </a:prstGeom>
        <a:solidFill>
          <a:schemeClr val="accent2">
            <a:hueOff val="3363155"/>
            <a:satOff val="-3572"/>
            <a:lumOff val="274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r>
            <a:rPr lang="zh-CN" altLang="en-US" sz="3100" kern="1200" dirty="0"/>
            <a:t>？</a:t>
          </a:r>
        </a:p>
      </dsp:txBody>
      <dsp:txXfrm>
        <a:off x="3815376" y="726482"/>
        <a:ext cx="891213" cy="718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78845D-794F-4326-B5C1-E67E58E7E4C5}">
      <dsp:nvSpPr>
        <dsp:cNvPr id="0" name=""/>
        <dsp:cNvSpPr/>
      </dsp:nvSpPr>
      <dsp:spPr>
        <a:xfrm>
          <a:off x="2319632" y="570840"/>
          <a:ext cx="5264492" cy="2720657"/>
        </a:xfrm>
        <a:prstGeom prst="rect">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7A00D0-8F94-43C1-AE62-00C9514B0971}">
      <dsp:nvSpPr>
        <dsp:cNvPr id="0" name=""/>
        <dsp:cNvSpPr/>
      </dsp:nvSpPr>
      <dsp:spPr>
        <a:xfrm>
          <a:off x="2476962" y="889024"/>
          <a:ext cx="2444660" cy="2327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2578100">
            <a:lnSpc>
              <a:spcPct val="90000"/>
            </a:lnSpc>
            <a:spcBef>
              <a:spcPct val="0"/>
            </a:spcBef>
            <a:spcAft>
              <a:spcPct val="35000"/>
            </a:spcAft>
            <a:buNone/>
          </a:pPr>
          <a:r>
            <a:rPr lang="zh-CN" altLang="en-US" sz="5800" kern="1200" dirty="0"/>
            <a:t>天下为公思想</a:t>
          </a:r>
        </a:p>
      </dsp:txBody>
      <dsp:txXfrm>
        <a:off x="2476962" y="889024"/>
        <a:ext cx="2444660" cy="2327489"/>
      </dsp:txXfrm>
    </dsp:sp>
    <dsp:sp modelId="{0DD9449C-3BBC-4B16-945C-6868D232F347}">
      <dsp:nvSpPr>
        <dsp:cNvPr id="0" name=""/>
        <dsp:cNvSpPr/>
      </dsp:nvSpPr>
      <dsp:spPr>
        <a:xfrm>
          <a:off x="4976083" y="889024"/>
          <a:ext cx="2444660" cy="23274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2578100">
            <a:lnSpc>
              <a:spcPct val="90000"/>
            </a:lnSpc>
            <a:spcBef>
              <a:spcPct val="0"/>
            </a:spcBef>
            <a:spcAft>
              <a:spcPct val="35000"/>
            </a:spcAft>
            <a:buNone/>
          </a:pPr>
          <a:r>
            <a:rPr lang="zh-CN" altLang="en-US" sz="5800" kern="1200" dirty="0"/>
            <a:t>均势战略思想</a:t>
          </a:r>
        </a:p>
      </dsp:txBody>
      <dsp:txXfrm>
        <a:off x="4976083" y="889024"/>
        <a:ext cx="2444660" cy="2327489"/>
      </dsp:txXfrm>
    </dsp:sp>
    <dsp:sp modelId="{15207E84-B9F7-44C5-A81E-66A9DF2D7158}">
      <dsp:nvSpPr>
        <dsp:cNvPr id="0" name=""/>
        <dsp:cNvSpPr/>
      </dsp:nvSpPr>
      <dsp:spPr>
        <a:xfrm>
          <a:off x="1775029" y="26377"/>
          <a:ext cx="1028693" cy="1028693"/>
        </a:xfrm>
        <a:prstGeom prst="plus">
          <a:avLst>
            <a:gd name="adj" fmla="val 32810"/>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46E8C4-39DD-4DE5-A504-9EAE8AE1624C}">
      <dsp:nvSpPr>
        <dsp:cNvPr id="0" name=""/>
        <dsp:cNvSpPr/>
      </dsp:nvSpPr>
      <dsp:spPr>
        <a:xfrm>
          <a:off x="6857987" y="396320"/>
          <a:ext cx="968182" cy="331787"/>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DB204C-CC3D-45C0-9906-6342CD0F2FEC}">
      <dsp:nvSpPr>
        <dsp:cNvPr id="0" name=""/>
        <dsp:cNvSpPr/>
      </dsp:nvSpPr>
      <dsp:spPr>
        <a:xfrm>
          <a:off x="4951878" y="894001"/>
          <a:ext cx="605" cy="2222976"/>
        </a:xfrm>
        <a:prstGeom prst="line">
          <a:avLst/>
        </a:pr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810F75-6C23-4F52-81F7-248AC98153C6}">
      <dsp:nvSpPr>
        <dsp:cNvPr id="0" name=""/>
        <dsp:cNvSpPr/>
      </dsp:nvSpPr>
      <dsp:spPr>
        <a:xfrm>
          <a:off x="3155767" y="129397"/>
          <a:ext cx="2840162" cy="284010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视角？</a:t>
          </a:r>
        </a:p>
      </dsp:txBody>
      <dsp:txXfrm>
        <a:off x="3571699" y="545320"/>
        <a:ext cx="2008298" cy="2008255"/>
      </dsp:txXfrm>
    </dsp:sp>
    <dsp:sp modelId="{259EA900-EA30-41B8-8370-8F310DB5E7AA}">
      <dsp:nvSpPr>
        <dsp:cNvPr id="0" name=""/>
        <dsp:cNvSpPr/>
      </dsp:nvSpPr>
      <dsp:spPr>
        <a:xfrm>
          <a:off x="4776302" y="0"/>
          <a:ext cx="315867" cy="31586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E36EF6-3968-4DE7-BC96-EEE7C54E69E0}">
      <dsp:nvSpPr>
        <dsp:cNvPr id="0" name=""/>
        <dsp:cNvSpPr/>
      </dsp:nvSpPr>
      <dsp:spPr>
        <a:xfrm>
          <a:off x="4028363" y="2758481"/>
          <a:ext cx="228713" cy="22893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FFE76A5-6B92-4E75-8209-E626F47F06EF}">
      <dsp:nvSpPr>
        <dsp:cNvPr id="0" name=""/>
        <dsp:cNvSpPr/>
      </dsp:nvSpPr>
      <dsp:spPr>
        <a:xfrm>
          <a:off x="6178688" y="1282026"/>
          <a:ext cx="228713" cy="22893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AAB669-4346-48AB-ADC4-5F3CC100D8E8}">
      <dsp:nvSpPr>
        <dsp:cNvPr id="0" name=""/>
        <dsp:cNvSpPr/>
      </dsp:nvSpPr>
      <dsp:spPr>
        <a:xfrm>
          <a:off x="5084246" y="3002013"/>
          <a:ext cx="315867" cy="31586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C06B11-7C46-4EB4-AE69-588013E7239D}">
      <dsp:nvSpPr>
        <dsp:cNvPr id="0" name=""/>
        <dsp:cNvSpPr/>
      </dsp:nvSpPr>
      <dsp:spPr>
        <a:xfrm>
          <a:off x="4093332" y="448908"/>
          <a:ext cx="228713" cy="22893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461A724-6CD8-4468-A6BD-6E9D4DA3A11A}">
      <dsp:nvSpPr>
        <dsp:cNvPr id="0" name=""/>
        <dsp:cNvSpPr/>
      </dsp:nvSpPr>
      <dsp:spPr>
        <a:xfrm>
          <a:off x="3372331" y="1758473"/>
          <a:ext cx="228713" cy="22893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73395E-142F-4363-A380-4028D5D27073}">
      <dsp:nvSpPr>
        <dsp:cNvPr id="0" name=""/>
        <dsp:cNvSpPr/>
      </dsp:nvSpPr>
      <dsp:spPr>
        <a:xfrm>
          <a:off x="2268381" y="642008"/>
          <a:ext cx="1154657" cy="115428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天下</a:t>
          </a:r>
        </a:p>
      </dsp:txBody>
      <dsp:txXfrm>
        <a:off x="2437477" y="811050"/>
        <a:ext cx="816465" cy="816204"/>
      </dsp:txXfrm>
    </dsp:sp>
    <dsp:sp modelId="{DD9166A9-C19E-4285-B1AC-25FEC63DDB9F}">
      <dsp:nvSpPr>
        <dsp:cNvPr id="0" name=""/>
        <dsp:cNvSpPr/>
      </dsp:nvSpPr>
      <dsp:spPr>
        <a:xfrm>
          <a:off x="4456738" y="458862"/>
          <a:ext cx="315867" cy="31586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EF0D09-44DE-43BC-B628-E8FF6ABAA11E}">
      <dsp:nvSpPr>
        <dsp:cNvPr id="0" name=""/>
        <dsp:cNvSpPr/>
      </dsp:nvSpPr>
      <dsp:spPr>
        <a:xfrm>
          <a:off x="2376664" y="2134720"/>
          <a:ext cx="570990" cy="57100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7E89E5-B9DF-40A6-9915-D929F431A4C7}">
      <dsp:nvSpPr>
        <dsp:cNvPr id="0" name=""/>
        <dsp:cNvSpPr/>
      </dsp:nvSpPr>
      <dsp:spPr>
        <a:xfrm>
          <a:off x="6286970" y="98872"/>
          <a:ext cx="1154657" cy="115428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均势</a:t>
          </a:r>
        </a:p>
      </dsp:txBody>
      <dsp:txXfrm>
        <a:off x="6456066" y="267914"/>
        <a:ext cx="816465" cy="816204"/>
      </dsp:txXfrm>
    </dsp:sp>
    <dsp:sp modelId="{DA7EE8D6-C697-495A-B2C0-C2C481F6FAA9}">
      <dsp:nvSpPr>
        <dsp:cNvPr id="0" name=""/>
        <dsp:cNvSpPr/>
      </dsp:nvSpPr>
      <dsp:spPr>
        <a:xfrm>
          <a:off x="5771970" y="895826"/>
          <a:ext cx="315867" cy="315861"/>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9EFF0A-F467-4108-897F-3073F02876D9}">
      <dsp:nvSpPr>
        <dsp:cNvPr id="0" name=""/>
        <dsp:cNvSpPr/>
      </dsp:nvSpPr>
      <dsp:spPr>
        <a:xfrm>
          <a:off x="2159571" y="2814221"/>
          <a:ext cx="228713" cy="22893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0BC834A-309D-485E-B41E-5A0B8CCCF0F0}">
      <dsp:nvSpPr>
        <dsp:cNvPr id="0" name=""/>
        <dsp:cNvSpPr/>
      </dsp:nvSpPr>
      <dsp:spPr>
        <a:xfrm>
          <a:off x="4440363" y="2488406"/>
          <a:ext cx="228713" cy="22893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2F260F-7595-44FE-A4EE-95EBB24A7CAA}">
      <dsp:nvSpPr>
        <dsp:cNvPr id="0" name=""/>
        <dsp:cNvSpPr/>
      </dsp:nvSpPr>
      <dsp:spPr>
        <a:xfrm>
          <a:off x="2146300" y="0"/>
          <a:ext cx="5308600" cy="3317875"/>
        </a:xfrm>
        <a:prstGeom prst="swooshArrow">
          <a:avLst>
            <a:gd name="adj1" fmla="val 25000"/>
            <a:gd name="adj2" fmla="val 2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564462-4F1D-42DB-8B82-94372837B48B}">
      <dsp:nvSpPr>
        <dsp:cNvPr id="0" name=""/>
        <dsp:cNvSpPr/>
      </dsp:nvSpPr>
      <dsp:spPr>
        <a:xfrm>
          <a:off x="2820492" y="2289997"/>
          <a:ext cx="138023" cy="13802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99DD03-64CA-4D17-B4B8-2DA96FE42CDB}">
      <dsp:nvSpPr>
        <dsp:cNvPr id="0" name=""/>
        <dsp:cNvSpPr/>
      </dsp:nvSpPr>
      <dsp:spPr>
        <a:xfrm>
          <a:off x="2889504" y="2359009"/>
          <a:ext cx="1236903" cy="958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36" tIns="0" rIns="0" bIns="0" numCol="1" spcCol="1270" anchor="t" anchorCtr="0">
          <a:noAutofit/>
        </a:bodyPr>
        <a:lstStyle/>
        <a:p>
          <a:pPr marL="0" lvl="0" indent="0" algn="l" defTabSz="1111250">
            <a:lnSpc>
              <a:spcPct val="90000"/>
            </a:lnSpc>
            <a:spcBef>
              <a:spcPct val="0"/>
            </a:spcBef>
            <a:spcAft>
              <a:spcPct val="35000"/>
            </a:spcAft>
            <a:buNone/>
          </a:pPr>
          <a:r>
            <a:rPr lang="zh-CN" altLang="en-US" sz="2500" kern="1200" dirty="0"/>
            <a:t>苏联</a:t>
          </a:r>
          <a:endParaRPr lang="en-US" altLang="zh-CN" sz="2500" kern="1200" dirty="0"/>
        </a:p>
        <a:p>
          <a:pPr marL="0" lvl="0" indent="0" algn="l" defTabSz="1111250">
            <a:lnSpc>
              <a:spcPct val="90000"/>
            </a:lnSpc>
            <a:spcBef>
              <a:spcPct val="0"/>
            </a:spcBef>
            <a:spcAft>
              <a:spcPct val="35000"/>
            </a:spcAft>
            <a:buNone/>
          </a:pPr>
          <a:r>
            <a:rPr lang="en-US" altLang="zh-CN" sz="2500" kern="1200" dirty="0"/>
            <a:t>50</a:t>
          </a:r>
          <a:r>
            <a:rPr lang="zh-CN" altLang="en-US" sz="2500" kern="1200" dirty="0"/>
            <a:t>年代</a:t>
          </a:r>
        </a:p>
      </dsp:txBody>
      <dsp:txXfrm>
        <a:off x="2889504" y="2359009"/>
        <a:ext cx="1236903" cy="958865"/>
      </dsp:txXfrm>
    </dsp:sp>
    <dsp:sp modelId="{216EFD3E-D331-45A3-80BA-20FB2F51D64B}">
      <dsp:nvSpPr>
        <dsp:cNvPr id="0" name=""/>
        <dsp:cNvSpPr/>
      </dsp:nvSpPr>
      <dsp:spPr>
        <a:xfrm>
          <a:off x="4038815" y="1388198"/>
          <a:ext cx="249504" cy="249504"/>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A58D48A-B396-4A27-A615-CF2EFC23766B}">
      <dsp:nvSpPr>
        <dsp:cNvPr id="0" name=""/>
        <dsp:cNvSpPr/>
      </dsp:nvSpPr>
      <dsp:spPr>
        <a:xfrm>
          <a:off x="4163568" y="1512950"/>
          <a:ext cx="1274064" cy="18049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2207" tIns="0" rIns="0" bIns="0" numCol="1" spcCol="1270" anchor="t" anchorCtr="0">
          <a:noAutofit/>
        </a:bodyPr>
        <a:lstStyle/>
        <a:p>
          <a:pPr marL="0" lvl="0" indent="0" algn="l" defTabSz="1111250">
            <a:lnSpc>
              <a:spcPct val="90000"/>
            </a:lnSpc>
            <a:spcBef>
              <a:spcPct val="0"/>
            </a:spcBef>
            <a:spcAft>
              <a:spcPct val="35000"/>
            </a:spcAft>
            <a:buNone/>
          </a:pPr>
          <a:r>
            <a:rPr lang="zh-CN" altLang="en-US" sz="2500" kern="1200" dirty="0"/>
            <a:t>美国</a:t>
          </a:r>
          <a:endParaRPr lang="en-US" altLang="zh-CN" sz="2500" kern="1200" dirty="0"/>
        </a:p>
        <a:p>
          <a:pPr marL="0" lvl="0" indent="0" algn="l" defTabSz="1111250">
            <a:lnSpc>
              <a:spcPct val="90000"/>
            </a:lnSpc>
            <a:spcBef>
              <a:spcPct val="0"/>
            </a:spcBef>
            <a:spcAft>
              <a:spcPct val="35000"/>
            </a:spcAft>
            <a:buNone/>
          </a:pPr>
          <a:r>
            <a:rPr lang="en-US" altLang="zh-CN" sz="2500" kern="1200" dirty="0"/>
            <a:t>80</a:t>
          </a:r>
          <a:r>
            <a:rPr lang="zh-CN" altLang="en-US" sz="2500" kern="1200" dirty="0"/>
            <a:t>年代</a:t>
          </a:r>
        </a:p>
      </dsp:txBody>
      <dsp:txXfrm>
        <a:off x="4163568" y="1512950"/>
        <a:ext cx="1274064" cy="1804924"/>
      </dsp:txXfrm>
    </dsp:sp>
    <dsp:sp modelId="{0739CDA2-C4ED-4D34-AC1C-93BA02B9A839}">
      <dsp:nvSpPr>
        <dsp:cNvPr id="0" name=""/>
        <dsp:cNvSpPr/>
      </dsp:nvSpPr>
      <dsp:spPr>
        <a:xfrm>
          <a:off x="5503989" y="839422"/>
          <a:ext cx="345059" cy="345059"/>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29135E-0924-4E60-B81C-1100150A2C58}">
      <dsp:nvSpPr>
        <dsp:cNvPr id="0" name=""/>
        <dsp:cNvSpPr/>
      </dsp:nvSpPr>
      <dsp:spPr>
        <a:xfrm>
          <a:off x="5676519" y="1011951"/>
          <a:ext cx="1274064" cy="23059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2840" tIns="0" rIns="0" bIns="0" numCol="1" spcCol="1270" anchor="t" anchorCtr="0">
          <a:noAutofit/>
        </a:bodyPr>
        <a:lstStyle/>
        <a:p>
          <a:pPr marL="0" lvl="0" indent="0" algn="l" defTabSz="1111250">
            <a:lnSpc>
              <a:spcPct val="90000"/>
            </a:lnSpc>
            <a:spcBef>
              <a:spcPct val="0"/>
            </a:spcBef>
            <a:spcAft>
              <a:spcPct val="35000"/>
            </a:spcAft>
            <a:buNone/>
          </a:pPr>
          <a:r>
            <a:rPr lang="zh-CN" altLang="en-US" sz="2500" kern="1200" dirty="0"/>
            <a:t>中国</a:t>
          </a:r>
          <a:endParaRPr lang="en-US" altLang="zh-CN" sz="2500" kern="1200" dirty="0"/>
        </a:p>
        <a:p>
          <a:pPr marL="0" lvl="0" indent="0" algn="l" defTabSz="1111250">
            <a:lnSpc>
              <a:spcPct val="90000"/>
            </a:lnSpc>
            <a:spcBef>
              <a:spcPct val="0"/>
            </a:spcBef>
            <a:spcAft>
              <a:spcPct val="35000"/>
            </a:spcAft>
            <a:buNone/>
          </a:pPr>
          <a:r>
            <a:rPr lang="zh-CN" altLang="en-US" sz="2500" kern="1200" dirty="0"/>
            <a:t>特色</a:t>
          </a:r>
          <a:endParaRPr lang="en-US" altLang="zh-CN" sz="2500" kern="1200" dirty="0"/>
        </a:p>
        <a:p>
          <a:pPr marL="0" lvl="0" indent="0" algn="l" defTabSz="1111250">
            <a:lnSpc>
              <a:spcPct val="90000"/>
            </a:lnSpc>
            <a:spcBef>
              <a:spcPct val="0"/>
            </a:spcBef>
            <a:spcAft>
              <a:spcPct val="35000"/>
            </a:spcAft>
            <a:buNone/>
          </a:pPr>
          <a:r>
            <a:rPr lang="en-US" altLang="zh-CN" sz="2500" kern="1200" dirty="0"/>
            <a:t>90</a:t>
          </a:r>
          <a:r>
            <a:rPr lang="zh-CN" altLang="en-US" sz="2500" kern="1200" dirty="0"/>
            <a:t>年代</a:t>
          </a:r>
        </a:p>
      </dsp:txBody>
      <dsp:txXfrm>
        <a:off x="5676519" y="1011951"/>
        <a:ext cx="1274064" cy="23059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D6C093-DABB-4682-B19B-88B8D5514CEA}">
      <dsp:nvSpPr>
        <dsp:cNvPr id="0" name=""/>
        <dsp:cNvSpPr/>
      </dsp:nvSpPr>
      <dsp:spPr>
        <a:xfrm>
          <a:off x="720089" y="0"/>
          <a:ext cx="8161016" cy="3318936"/>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DA07D9-8EA0-41DA-8DE8-F97F421945D2}">
      <dsp:nvSpPr>
        <dsp:cNvPr id="0" name=""/>
        <dsp:cNvSpPr/>
      </dsp:nvSpPr>
      <dsp:spPr>
        <a:xfrm>
          <a:off x="4863" y="995680"/>
          <a:ext cx="1450903" cy="13275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zh-CN" sz="3000" kern="1200"/>
            <a:t>明确任务</a:t>
          </a:r>
        </a:p>
      </dsp:txBody>
      <dsp:txXfrm>
        <a:off x="69670" y="1060487"/>
        <a:ext cx="1321289" cy="1197960"/>
      </dsp:txXfrm>
    </dsp:sp>
    <dsp:sp modelId="{9102B04E-0056-4B42-BBAB-0D7490D7A4E5}">
      <dsp:nvSpPr>
        <dsp:cNvPr id="0" name=""/>
        <dsp:cNvSpPr/>
      </dsp:nvSpPr>
      <dsp:spPr>
        <a:xfrm>
          <a:off x="1632976" y="995680"/>
          <a:ext cx="1450903" cy="13275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zh-CN" sz="3000" kern="1200"/>
            <a:t>提供背景</a:t>
          </a:r>
        </a:p>
      </dsp:txBody>
      <dsp:txXfrm>
        <a:off x="1697783" y="1060487"/>
        <a:ext cx="1321289" cy="1197960"/>
      </dsp:txXfrm>
    </dsp:sp>
    <dsp:sp modelId="{B9B3F6A4-6E33-4CC1-BE3B-0940863F16E6}">
      <dsp:nvSpPr>
        <dsp:cNvPr id="0" name=""/>
        <dsp:cNvSpPr/>
      </dsp:nvSpPr>
      <dsp:spPr>
        <a:xfrm>
          <a:off x="3261089" y="995680"/>
          <a:ext cx="1450903" cy="13275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zh-CN" sz="3000" kern="1200"/>
            <a:t>设定角色</a:t>
          </a:r>
        </a:p>
      </dsp:txBody>
      <dsp:txXfrm>
        <a:off x="3325896" y="1060487"/>
        <a:ext cx="1321289" cy="1197960"/>
      </dsp:txXfrm>
    </dsp:sp>
    <dsp:sp modelId="{266E5C2A-F5C0-48DB-8605-8A412DD586A6}">
      <dsp:nvSpPr>
        <dsp:cNvPr id="0" name=""/>
        <dsp:cNvSpPr/>
      </dsp:nvSpPr>
      <dsp:spPr>
        <a:xfrm>
          <a:off x="4889202" y="995680"/>
          <a:ext cx="1450903" cy="13275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zh-CN" sz="3000" kern="1200"/>
            <a:t>模拟风格</a:t>
          </a:r>
        </a:p>
      </dsp:txBody>
      <dsp:txXfrm>
        <a:off x="4954009" y="1060487"/>
        <a:ext cx="1321289" cy="1197960"/>
      </dsp:txXfrm>
    </dsp:sp>
    <dsp:sp modelId="{C05EE05E-085C-4199-BD89-8DDAD55255FD}">
      <dsp:nvSpPr>
        <dsp:cNvPr id="0" name=""/>
        <dsp:cNvSpPr/>
      </dsp:nvSpPr>
      <dsp:spPr>
        <a:xfrm>
          <a:off x="6517315" y="995680"/>
          <a:ext cx="1450903" cy="13275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zh-CN" sz="3000" kern="1200"/>
            <a:t>固定输出</a:t>
          </a:r>
        </a:p>
      </dsp:txBody>
      <dsp:txXfrm>
        <a:off x="6582122" y="1060487"/>
        <a:ext cx="1321289" cy="1197960"/>
      </dsp:txXfrm>
    </dsp:sp>
    <dsp:sp modelId="{1593803A-099F-41A4-9577-50E188E0687C}">
      <dsp:nvSpPr>
        <dsp:cNvPr id="0" name=""/>
        <dsp:cNvSpPr/>
      </dsp:nvSpPr>
      <dsp:spPr>
        <a:xfrm>
          <a:off x="8145428" y="995680"/>
          <a:ext cx="1450903" cy="1327574"/>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zh-CN" sz="3000" kern="1200"/>
            <a:t>调整优化</a:t>
          </a:r>
        </a:p>
      </dsp:txBody>
      <dsp:txXfrm>
        <a:off x="8210235" y="1060487"/>
        <a:ext cx="1321289" cy="1197960"/>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2.xml><?xml version="1.0" encoding="utf-8"?>
<dgm:layoutDef xmlns:dgm="http://schemas.openxmlformats.org/drawingml/2006/diagram" xmlns:a="http://schemas.openxmlformats.org/drawingml/2006/main" uniqueId="urn:microsoft.com/office/officeart/2009/3/layout/PlusandMinus">
  <dgm:title val=""/>
  <dgm:desc val=""/>
  <dgm:catLst>
    <dgm:cat type="relationship" pri="3600"/>
  </dgm:catLst>
  <dgm:samp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2"/>
      <dgm:chPref val="2"/>
      <dgm:dir/>
      <dgm:animOne/>
      <dgm:resizeHandles val="exact"/>
    </dgm:varLst>
    <dgm:alg type="composite">
      <dgm:param type="ar" val="1.8238"/>
    </dgm:alg>
    <dgm:shape xmlns:r="http://schemas.openxmlformats.org/officeDocument/2006/relationships" r:blip="">
      <dgm:adjLst/>
    </dgm:shape>
    <dgm:choose name="Name1">
      <dgm:if name="Name2" func="var" arg="dir" op="equ" val="norm">
        <dgm:constrLst>
          <dgm:constr type="primFontSz" for="des" ptType="node" op="equ" val="65"/>
          <dgm:constr type="l" for="ch" forName="Background" refType="w" fact="0.09"/>
          <dgm:constr type="t" for="ch" forName="Background" refType="h" fact="0.1641"/>
          <dgm:constr type="w" for="ch" forName="Background" refType="w" fact="0.87"/>
          <dgm:constr type="h" for="ch" forName="Background" refType="h" fact="0.82"/>
          <dgm:constr type="l" for="ch" forName="ParentText1" refType="w" fact="0.116"/>
          <dgm:constr type="t" for="ch" forName="ParentText1" refType="h" fact="0.26"/>
          <dgm:constr type="w" for="ch" forName="ParentText1" refType="w" fact="0.404"/>
          <dgm:constr type="h" for="ch" forName="ParentText1" refType="h" fact="0.7015"/>
          <dgm:constr type="l" for="ch" forName="ParentText2" refType="w" fact="0.529"/>
          <dgm:constr type="t" for="ch" forName="ParentText2" refType="h" fact="0.26"/>
          <dgm:constr type="w" for="ch" forName="ParentText2" refType="w" fact="0.404"/>
          <dgm:constr type="h" for="ch" forName="ParentText2" refType="h" fact="0.7015"/>
          <dgm:constr type="l" for="ch" forName="Plus" refType="w" fact="0"/>
          <dgm:constr type="t" for="ch" forName="Plus" refType="h" fact="0"/>
          <dgm:constr type="w" for="ch" forName="Plus" refType="w" fact="0.17"/>
          <dgm:constr type="h" for="ch" forName="Plus" refType="w" refFor="ch" refForName="Plus"/>
          <dgm:constr type="l" for="ch" forName="Minus" refType="w" fact="0.84"/>
          <dgm:constr type="t" for="ch" forName="Minus" refType="h" fact="0.1115"/>
          <dgm:constr type="w" for="ch" forName="Minus" refType="w" fact="0.16"/>
          <dgm:constr type="h" for="ch" forName="Minus" refType="h" fact="0.1"/>
          <dgm:constr type="l" for="ch" forName="Divider" refType="w" fact="0.525"/>
          <dgm:constr type="t" for="ch" forName="Divider" refType="h" fact="0.2615"/>
          <dgm:constr type="w" for="ch" forName="Divider" refType="w" fact="0.0001"/>
          <dgm:constr type="h" for="ch" forName="Divider" refType="h" fact="0.67"/>
        </dgm:constrLst>
      </dgm:if>
      <dgm:else name="Name3">
        <dgm:constrLst>
          <dgm:constr type="primFontSz" for="des" ptType="node" op="equ" val="65"/>
          <dgm:constr type="r" for="ch" forName="Background" refType="w" fact="-0.09"/>
          <dgm:constr type="t" for="ch" forName="Background" refType="h" fact="0.1641"/>
          <dgm:constr type="w" for="ch" forName="Background" refType="w" fact="0.87"/>
          <dgm:constr type="h" for="ch" forName="Background" refType="h" fact="0.82"/>
          <dgm:constr type="r" for="ch" forName="ParentText1" refType="w" fact="-0.116"/>
          <dgm:constr type="t" for="ch" forName="ParentText1" refType="h" fact="0.26"/>
          <dgm:constr type="w" for="ch" forName="ParentText1" refType="w" fact="0.404"/>
          <dgm:constr type="h" for="ch" forName="ParentText1" refType="h" fact="0.7015"/>
          <dgm:constr type="r" for="ch" forName="ParentText2" refType="w" fact="-0.529"/>
          <dgm:constr type="t" for="ch" forName="ParentText2" refType="h" fact="0.26"/>
          <dgm:constr type="w" for="ch" forName="ParentText2" refType="w" fact="0.404"/>
          <dgm:constr type="h" for="ch" forName="ParentText2" refType="h" fact="0.7015"/>
          <dgm:constr type="r" for="ch" forName="Plus" refType="w" fact="0"/>
          <dgm:constr type="t" for="ch" forName="Plus" refType="h" fact="0"/>
          <dgm:constr type="w" for="ch" forName="Plus" refType="w" fact="0.17"/>
          <dgm:constr type="h" for="ch" forName="Plus" refType="w" refFor="ch" refForName="Plus"/>
          <dgm:constr type="r" for="ch" forName="Minus" refType="w" fact="-0.84"/>
          <dgm:constr type="t" for="ch" forName="Minus" refType="h" fact="0.1115"/>
          <dgm:constr type="w" for="ch" forName="Minus" refType="w" fact="0.16"/>
          <dgm:constr type="h" for="ch" forName="Minus" refType="h" fact="0.1"/>
          <dgm:constr type="r" for="ch" forName="Divider" refType="w" fact="-0.525"/>
          <dgm:constr type="t" for="ch" forName="Divider" refType="h" fact="0.2615"/>
          <dgm:constr type="w" for="ch" forName="Divider" refType="w" fact="0.0001"/>
          <dgm:constr type="h" for="ch" forName="Divider" refType="h" fact="0.67"/>
        </dgm:constrLst>
      </dgm:else>
    </dgm:choose>
    <dgm:layoutNode name="Background" styleLbl="bgImgPlace1">
      <dgm:alg type="sp"/>
      <dgm:shape xmlns:r="http://schemas.openxmlformats.org/officeDocument/2006/relationships" type="rect" r:blip="">
        <dgm:adjLst/>
      </dgm:shape>
      <dgm:presOf/>
    </dgm:layoutNode>
    <dgm:layoutNode name="ParentText1"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1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Text2"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ch desOrSelf" ptType="node node" st="2 1" cnt="1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lus" styleLbl="alignNode1">
      <dgm:alg type="sp"/>
      <dgm:shape xmlns:r="http://schemas.openxmlformats.org/officeDocument/2006/relationships" type="plus" r:blip="">
        <dgm:adjLst>
          <dgm:adj idx="1" val="0.3281"/>
        </dgm:adjLst>
      </dgm:shape>
      <dgm:presOf/>
    </dgm:layoutNode>
    <dgm:layoutNode name="Minus" styleLbl="alignNode1">
      <dgm:alg type="sp"/>
      <dgm:shape xmlns:r="http://schemas.openxmlformats.org/officeDocument/2006/relationships" type="rect" r:blip="">
        <dgm:adjLst/>
      </dgm:shape>
      <dgm:presOf/>
    </dgm:layoutNode>
    <dgm:layoutNode name="Divider" styleLbl="parChTrans1D1">
      <dgm:alg type="sp"/>
      <dgm:shape xmlns:r="http://schemas.openxmlformats.org/officeDocument/2006/relationships" type="line" r:blip="">
        <dgm:adjLst/>
      </dgm:shape>
      <dgm:presOf/>
    </dgm:layoutNode>
  </dgm:layoutNode>
</dgm:layoutDef>
</file>

<file path=ppt/diagrams/layout3.xml><?xml version="1.0" encoding="utf-8"?>
<dgm:layoutDef xmlns:dgm="http://schemas.openxmlformats.org/drawingml/2006/diagram" xmlns:a="http://schemas.openxmlformats.org/drawingml/2006/main" uniqueId="urn:microsoft.com/office/officeart/2009/3/layout/CircleRelationship">
  <dgm:title val=""/>
  <dgm:desc val=""/>
  <dgm:catLst>
    <dgm:cat type="relationship" pri="1500"/>
  </dgm:catLst>
  <dgm:samp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ampData>
  <dgm:style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styleData>
  <dgm:clrData>
    <dgm:dataModel>
      <dgm:ptLst>
        <dgm:pt modelId="0" type="doc"/>
        <dgm:pt modelId="10">
          <dgm:prSet phldr="1"/>
        </dgm:pt>
        <dgm:pt modelId="11">
          <dgm:prSet phldr="1"/>
        </dgm:pt>
        <dgm:pt modelId="12">
          <dgm:prSet phldr="1"/>
        </dgm:pt>
      </dgm:ptLst>
      <dgm:cxnLst>
        <dgm:cxn modelId="20" srcId="0" destId="10" srcOrd="0" destOrd="0"/>
        <dgm:cxn modelId="21" srcId="10" destId="11" srcOrd="0" destOrd="0"/>
        <dgm:cxn modelId="22" srcId="10" destId="12" srcOrd="0" destOrd="0"/>
      </dgm:cxnLst>
      <dgm:bg/>
      <dgm:whole/>
    </dgm:dataModel>
  </dgm:clrData>
  <dgm:layoutNode name="Name0">
    <dgm:varLst>
      <dgm:chMax val="1"/>
      <dgm:chPref val="1"/>
    </dgm:varLst>
    <dgm:shape xmlns:r="http://schemas.openxmlformats.org/officeDocument/2006/relationships" r:blip="">
      <dgm:adjLst/>
    </dgm:shape>
    <dgm:choose name="Name1">
      <dgm:if name="Name2" axis="ch ch" ptType="node node" func="cnt" op="equ" val="0">
        <dgm:alg type="composite">
          <dgm:param type="ar" val="0.98"/>
        </dgm:alg>
        <dgm:constrLst>
          <dgm:constr type="primFontSz" for="des" ptType="node" op="equ" val="65"/>
          <dgm:constr type="l" for="ch" forName="Parent" refType="w" fact="0"/>
          <dgm:constr type="t" for="ch" forName="Parent" refType="h" fact="0.039"/>
          <dgm:constr type="w" for="ch" forName="Parent" refType="w" fact="0.8734"/>
          <dgm:constr type="h" for="ch" forName="Parent" refType="h" fact="0.856"/>
          <dgm:constr type="l" for="ch" forName="Accent1" refType="w" fact="0.4984"/>
          <dgm:constr type="t" for="ch" forName="Accent1" refType="h" fact="0"/>
          <dgm:constr type="w" for="ch" forName="Accent1" refType="w" fact="0.0972"/>
          <dgm:constr type="h" for="ch" forName="Accent1" refType="h" fact="0.0952"/>
          <dgm:constr type="l" for="ch" forName="Accent2" refType="w" fact="0.2684"/>
          <dgm:constr type="t" for="ch" forName="Accent2" refType="h" fact="0.8314"/>
          <dgm:constr type="w" for="ch" forName="Accent2" refType="w" fact="0.0704"/>
          <dgm:constr type="h" for="ch" forName="Accent2" refType="h" fact="0.069"/>
          <dgm:constr type="l" for="ch" forName="Accent3" refType="w" fact="0.9296"/>
          <dgm:constr type="t" for="ch" forName="Accent3" refType="h" fact="0.3864"/>
          <dgm:constr type="w" for="ch" forName="Accent3" refType="w" fact="0.0704"/>
          <dgm:constr type="h" for="ch" forName="Accent3" refType="h" fact="0.069"/>
          <dgm:constr type="l" for="ch" forName="Accent4" refType="w" fact="0.5931"/>
          <dgm:constr type="t" for="ch" forName="Accent4" refType="h" fact="0.9048"/>
          <dgm:constr type="w" for="ch" forName="Accent4" refType="w" fact="0.0972"/>
          <dgm:constr type="h" for="ch" forName="Accent4" refType="h" fact="0.0952"/>
          <dgm:constr type="l" for="ch" forName="Accent5" refType="w" fact="0.2883"/>
          <dgm:constr type="t" for="ch" forName="Accent5" refType="h" fact="0.1353"/>
          <dgm:constr type="w" for="ch" forName="Accent5" refType="w" fact="0.0704"/>
          <dgm:constr type="h" for="ch" forName="Accent5" refType="h" fact="0.069"/>
          <dgm:constr type="l" for="ch" forName="Accent6" refType="w" fact="0.0666"/>
          <dgm:constr type="t" for="ch" forName="Accent6" refType="h" fact="0.53"/>
          <dgm:constr type="w" for="ch" forName="Accent6" refType="w" fact="0.0704"/>
          <dgm:constr type="h" for="ch" forName="Accent6" refType="h" fact="0.069"/>
        </dgm:constrLst>
      </dgm:if>
      <dgm:if name="Name3" axis="ch ch" ptType="node node" func="cnt" op="equ" val="1">
        <dgm:alg type="composite">
          <dgm:param type="ar" val="1.2476"/>
        </dgm:alg>
        <dgm:constrLst>
          <dgm:constr type="primFontSz" for="des" ptType="node" op="equ" val="65"/>
          <dgm:constr type="l" for="ch" forName="Parent" refType="w" fact="0.2145"/>
          <dgm:constr type="t" for="ch" forName="Parent" refType="h" fact="0.039"/>
          <dgm:constr type="w" for="ch" forName="Parent" refType="w" fact="0.6861"/>
          <dgm:constr type="h" for="ch" forName="Parent" refType="h" fact="0.856"/>
          <dgm:constr type="l" for="ch" forName="Accent8" refType="w" fact="0.0262"/>
          <dgm:constr type="t" for="ch" forName="Accent8" refType="h" fact="0.6434"/>
          <dgm:constr type="w" for="ch" forName="Accent8" refType="w" fact="0.138"/>
          <dgm:constr type="h" for="ch" forName="Accent8" refType="h" fact="0.1721"/>
          <dgm:constr type="l" for="ch" forName="Accent1" refType="w" fact="0.6059"/>
          <dgm:constr type="t" for="ch" forName="Accent1" refType="h" fact="0"/>
          <dgm:constr type="w" for="ch" forName="Accent1" refType="w" fact="0.0763"/>
          <dgm:constr type="h" for="ch" forName="Accent1" refType="h" fact="0.0952"/>
          <dgm:constr type="l" for="ch" forName="Accent2" refType="w" fact="0.4253"/>
          <dgm:constr type="t" for="ch" forName="Accent2" refType="h" fact="0.8314"/>
          <dgm:constr type="w" for="ch" forName="Accent2" refType="w" fact="0.0553"/>
          <dgm:constr type="h" for="ch" forName="Accent2" refType="h" fact="0.069"/>
          <dgm:constr type="l" for="ch" forName="Accent3" refType="w" fact="0.9447"/>
          <dgm:constr type="t" for="ch" forName="Accent3" refType="h" fact="0.3864"/>
          <dgm:constr type="w" for="ch" forName="Accent3" refType="w" fact="0.0553"/>
          <dgm:constr type="h" for="ch" forName="Accent3" refType="h" fact="0.069"/>
          <dgm:constr type="l" for="ch" forName="Child1" refType="w" fact="0"/>
          <dgm:constr type="t" for="ch" forName="Child1" refType="h" fact="0.1935"/>
          <dgm:constr type="w" for="ch" forName="Child1" refType="w" fact="0.2789"/>
          <dgm:constr type="h" for="ch" forName="Child1" refType="h" fact="0.3479"/>
          <dgm:constr type="l" for="ch" forName="Accent4" refType="w" fact="0.6803"/>
          <dgm:constr type="t" for="ch" forName="Accent4" refType="h" fact="0.9048"/>
          <dgm:constr type="w" for="ch" forName="Accent4" refType="w" fact="0.0763"/>
          <dgm:constr type="h" for="ch" forName="Accent4" refType="h" fact="0.0952"/>
          <dgm:constr type="l" for="ch" forName="Accent7" refType="w" fact="0.5287"/>
          <dgm:constr type="t" for="ch" forName="Accent7" refType="h" fact="0.1383"/>
          <dgm:constr type="w" for="ch" forName="Accent7" refType="w" fact="0.0763"/>
          <dgm:constr type="h" for="ch" forName="Accent7" refType="h" fact="0.0952"/>
          <dgm:constr type="l" for="ch" forName="Accent5" refType="w" fact="0.4409"/>
          <dgm:constr type="t" for="ch" forName="Accent5" refType="h" fact="0.1353"/>
          <dgm:constr type="w" for="ch" forName="Accent5" refType="w" fact="0.0553"/>
          <dgm:constr type="h" for="ch" forName="Accent5" refType="h" fact="0.069"/>
          <dgm:constr type="l" for="ch" forName="Accent6" refType="w" fact="0.2668"/>
          <dgm:constr type="t" for="ch" forName="Accent6" refType="h" fact="0.53"/>
          <dgm:constr type="w" for="ch" forName="Accent6" refType="w" fact="0.0553"/>
          <dgm:constr type="h" for="ch" forName="Accent6" refType="h" fact="0.069"/>
        </dgm:constrLst>
      </dgm:if>
      <dgm:if name="Name4" axis="ch ch" ptType="node node" func="cnt" op="equ" val="2">
        <dgm:alg type="composite">
          <dgm:param type="ar" val="1.592"/>
        </dgm:alg>
        <dgm:constrLst>
          <dgm:constr type="primFontSz" for="des" ptType="node" op="equ" val="65"/>
          <dgm:constr type="l" for="ch" forName="Parent" refType="w" fact="0.1886"/>
          <dgm:constr type="t" for="ch" forName="Parent" refType="h" fact="0.039"/>
          <dgm:constr type="w" for="ch" forName="Parent" refType="w" fact="0.5377"/>
          <dgm:constr type="h" for="ch" forName="Parent" refType="h" fact="0.856"/>
          <dgm:constr type="l" for="ch" forName="Accent8" refType="w" fact="0.0411"/>
          <dgm:constr type="t" for="ch" forName="Accent8" refType="h" fact="0.6434"/>
          <dgm:constr type="w" for="ch" forName="Accent8" refType="w" fact="0.1081"/>
          <dgm:constr type="h" for="ch" forName="Accent8" refType="h" fact="0.1721"/>
          <dgm:constr type="l" for="ch" forName="Accent1" refType="w" fact="0.4954"/>
          <dgm:constr type="t" for="ch" forName="Accent1" refType="h" fact="0"/>
          <dgm:constr type="w" for="ch" forName="Accent1" refType="w" fact="0.0598"/>
          <dgm:constr type="h" for="ch" forName="Accent1" refType="h" fact="0.0952"/>
          <dgm:constr type="l" for="ch" forName="Accent2" refType="w" fact="0.3538"/>
          <dgm:constr type="t" for="ch" forName="Accent2" refType="h" fact="0.8314"/>
          <dgm:constr type="w" for="ch" forName="Accent2" refType="w" fact="0.0433"/>
          <dgm:constr type="h" for="ch" forName="Accent2" refType="h" fact="0.069"/>
          <dgm:constr type="l" for="ch" forName="Accent3" refType="w" fact="0.7609"/>
          <dgm:constr type="t" for="ch" forName="Accent3" refType="h" fact="0.3864"/>
          <dgm:constr type="w" for="ch" forName="Accent3" refType="w" fact="0.0433"/>
          <dgm:constr type="h" for="ch" forName="Accent3" refType="h" fact="0.069"/>
          <dgm:constr type="l" for="ch" forName="Accent9" refType="w" fact="0.6839"/>
          <dgm:constr type="t" for="ch" forName="Accent9" refType="h" fact="0.27"/>
          <dgm:constr type="w" for="ch" forName="Accent9" refType="w" fact="0.0598"/>
          <dgm:constr type="h" for="ch" forName="Accent9" refType="h" fact="0.0952"/>
          <dgm:constr type="l" for="ch" forName="Child1" refType="w" fact="0.0206"/>
          <dgm:constr type="t" for="ch" forName="Child1" refType="h" fact="0.1935"/>
          <dgm:constr type="w" for="ch" forName="Child1" refType="w" fact="0.2186"/>
          <dgm:constr type="h" for="ch" forName="Child1" refType="h" fact="0.3479"/>
          <dgm:constr type="l" for="ch" forName="Child2" refType="w" fact="0.7814"/>
          <dgm:constr type="t" for="ch" forName="Child2" refType="h" fact="0.0298"/>
          <dgm:constr type="w" for="ch" forName="Child2" refType="w" fact="0.2186"/>
          <dgm:constr type="h" for="ch" forName="Child2" refType="h" fact="0.3479"/>
          <dgm:constr type="l" for="ch" forName="Accent10" refType="w" fact="0"/>
          <dgm:constr type="t" for="ch" forName="Accent10" refType="h" fact="0.8482"/>
          <dgm:constr type="w" for="ch" forName="Accent10" refType="w" fact="0.0433"/>
          <dgm:constr type="h" for="ch" forName="Accent10" refType="h" fact="0.069"/>
          <dgm:constr type="l" for="ch" forName="Accent11" refType="w" fact="0.4318"/>
          <dgm:constr type="t" for="ch" forName="Accent11" refType="h" fact="0.75"/>
          <dgm:constr type="w" for="ch" forName="Accent11" refType="w" fact="0.0433"/>
          <dgm:constr type="h" for="ch" forName="Accent11" refType="h" fact="0.069"/>
          <dgm:constr type="l" for="ch" forName="Accent7" refType="w" fact="0.4349"/>
          <dgm:constr type="t" for="ch" forName="Accent7" refType="h" fact="0.1383"/>
          <dgm:constr type="w" for="ch" forName="Accent7" refType="w" fact="0.0598"/>
          <dgm:constr type="h" for="ch" forName="Accent7" refType="h" fact="0.0952"/>
          <dgm:constr type="l" for="ch" forName="Accent5" refType="w" fact="0.3661"/>
          <dgm:constr type="t" for="ch" forName="Accent5" refType="h" fact="0.1353"/>
          <dgm:constr type="w" for="ch" forName="Accent5" refType="w" fact="0.0433"/>
          <dgm:constr type="h" for="ch" forName="Accent5" refType="h" fact="0.069"/>
          <dgm:constr type="l" for="ch" forName="Accent6" refType="w" fact="0.2296"/>
          <dgm:constr type="t" for="ch" forName="Accent6" refType="h" fact="0.53"/>
          <dgm:constr type="w" for="ch" forName="Accent6" refType="w" fact="0.0433"/>
          <dgm:constr type="h" for="ch" forName="Accent6" refType="h" fact="0.069"/>
          <dgm:constr type="l" for="ch" forName="Accent4" refType="w" fact="0.5537"/>
          <dgm:constr type="t" for="ch" forName="Accent4" refType="h" fact="0.9048"/>
          <dgm:constr type="w" for="ch" forName="Accent4" refType="w" fact="0.0598"/>
          <dgm:constr type="h" for="ch" forName="Accent4" refType="h" fact="0.0952"/>
        </dgm:constrLst>
      </dgm:if>
      <dgm:if name="Name5" axis="ch ch" ptType="node node" func="cnt" op="equ" val="3">
        <dgm:alg type="composite">
          <dgm:param type="ar" val="1.7557"/>
        </dgm:alg>
        <dgm:constrLst>
          <dgm:constr type="primFontSz" for="des" ptType="node" op="equ" val="65"/>
          <dgm:constr type="l" for="ch" forName="Parent" refType="w" fact="0.171"/>
          <dgm:constr type="t" for="ch" forName="Parent" refType="h" fact="0.039"/>
          <dgm:constr type="w" for="ch" forName="Parent" refType="w" fact="0.4875"/>
          <dgm:constr type="h" for="ch" forName="Parent" refType="h" fact="0.856"/>
          <dgm:constr type="l" for="ch" forName="Accent8" refType="w" fact="0.0373"/>
          <dgm:constr type="t" for="ch" forName="Accent8" refType="h" fact="0.6434"/>
          <dgm:constr type="w" for="ch" forName="Accent8" refType="w" fact="0.098"/>
          <dgm:constr type="h" for="ch" forName="Accent8" refType="h" fact="0.1721"/>
          <dgm:constr type="l" for="ch" forName="Accent1" refType="w" fact="0.4492"/>
          <dgm:constr type="t" for="ch" forName="Accent1" refType="h" fact="0"/>
          <dgm:constr type="w" for="ch" forName="Accent1" refType="w" fact="0.0542"/>
          <dgm:constr type="h" for="ch" forName="Accent1" refType="h" fact="0.0952"/>
          <dgm:constr type="l" for="ch" forName="Accent2" refType="w" fact="0.3209"/>
          <dgm:constr type="t" for="ch" forName="Accent2" refType="h" fact="0.8314"/>
          <dgm:constr type="w" for="ch" forName="Accent2" refType="w" fact="0.0393"/>
          <dgm:constr type="h" for="ch" forName="Accent2" refType="h" fact="0.069"/>
          <dgm:constr type="l" for="ch" forName="Accent3" refType="w" fact="0.6899"/>
          <dgm:constr type="t" for="ch" forName="Accent3" refType="h" fact="0.3864"/>
          <dgm:constr type="w" for="ch" forName="Accent3" refType="w" fact="0.0393"/>
          <dgm:constr type="h" for="ch" forName="Accent3" refType="h" fact="0.069"/>
          <dgm:constr type="l" for="ch" forName="Accent9" refType="w" fact="0.6201"/>
          <dgm:constr type="t" for="ch" forName="Accent9" refType="h" fact="0.27"/>
          <dgm:constr type="w" for="ch" forName="Accent9" refType="w" fact="0.0542"/>
          <dgm:constr type="h" for="ch" forName="Accent9" refType="h" fact="0.0952"/>
          <dgm:constr type="l" for="ch" forName="Child1" refType="w" fact="0.0186"/>
          <dgm:constr type="t" for="ch" forName="Child1" refType="h" fact="0.1935"/>
          <dgm:constr type="w" for="ch" forName="Child1" refType="w" fact="0.1982"/>
          <dgm:constr type="h" for="ch" forName="Child1" refType="h" fact="0.3479"/>
          <dgm:constr type="l" for="ch" forName="Child2" refType="w" fact="0.7086"/>
          <dgm:constr type="t" for="ch" forName="Child2" refType="h" fact="0.0298"/>
          <dgm:constr type="w" for="ch" forName="Child2" refType="w" fact="0.1982"/>
          <dgm:constr type="h" for="ch" forName="Child2" refType="h" fact="0.3479"/>
          <dgm:constr type="l" for="ch" forName="Child3" refType="w" fact="0.8018"/>
          <dgm:constr type="t" for="ch" forName="Child3" refType="h" fact="0.6312"/>
          <dgm:constr type="w" for="ch" forName="Child3" refType="w" fact="0.1982"/>
          <dgm:constr type="h" for="ch" forName="Child3" refType="h" fact="0.3479"/>
          <dgm:constr type="l" for="ch" forName="Accent12" refType="w" fact="0.7459"/>
          <dgm:constr type="t" for="ch" forName="Accent12" refType="h" fact="0.619"/>
          <dgm:constr type="w" for="ch" forName="Accent12" refType="w" fact="0.0393"/>
          <dgm:constr type="h" for="ch" forName="Accent12" refType="h" fact="0.069"/>
          <dgm:constr type="l" for="ch" forName="Accent4" refType="w" fact="0.5021"/>
          <dgm:constr type="t" for="ch" forName="Accent4" refType="h" fact="0.9048"/>
          <dgm:constr type="w" for="ch" forName="Accent4" refType="w" fact="0.0542"/>
          <dgm:constr type="h" for="ch" forName="Accent4" refType="h" fact="0.0952"/>
          <dgm:constr type="l" for="ch" forName="Accent10" refType="w" fact="0"/>
          <dgm:constr type="t" for="ch" forName="Accent10" refType="h" fact="0.8482"/>
          <dgm:constr type="w" for="ch" forName="Accent10" refType="w" fact="0.0393"/>
          <dgm:constr type="h" for="ch" forName="Accent10" refType="h" fact="0.069"/>
          <dgm:constr type="l" for="ch" forName="Accent11" refType="w" fact="0.3916"/>
          <dgm:constr type="t" for="ch" forName="Accent11" refType="h" fact="0.75"/>
          <dgm:constr type="w" for="ch" forName="Accent11" refType="w" fact="0.0393"/>
          <dgm:constr type="h" for="ch" forName="Accent11" refType="h" fact="0.069"/>
          <dgm:constr type="l" for="ch" forName="Accent7" refType="w" fact="0.3944"/>
          <dgm:constr type="t" for="ch" forName="Accent7" refType="h" fact="0.1383"/>
          <dgm:constr type="w" for="ch" forName="Accent7" refType="w" fact="0.0542"/>
          <dgm:constr type="h" for="ch" forName="Accent7" refType="h" fact="0.0952"/>
          <dgm:constr type="l" for="ch" forName="Accent5" refType="w" fact="0.3319"/>
          <dgm:constr type="t" for="ch" forName="Accent5" refType="h" fact="0.1353"/>
          <dgm:constr type="w" for="ch" forName="Accent5" refType="w" fact="0.0393"/>
          <dgm:constr type="h" for="ch" forName="Accent5" refType="h" fact="0.069"/>
          <dgm:constr type="l" for="ch" forName="Accent6" refType="w" fact="0.2082"/>
          <dgm:constr type="t" for="ch" forName="Accent6" refType="h" fact="0.53"/>
          <dgm:constr type="w" for="ch" forName="Accent6" refType="w" fact="0.0393"/>
          <dgm:constr type="h" for="ch" forName="Accent6" refType="h" fact="0.069"/>
        </dgm:constrLst>
      </dgm:if>
      <dgm:if name="Name6" axis="ch ch" ptType="node node" func="cnt" op="equ" val="4">
        <dgm:alg type="composite">
          <dgm:param type="ar" val="1.3749"/>
        </dgm:alg>
        <dgm:constrLst>
          <dgm:constr type="primFontSz" for="des" ptType="node" op="equ" val="65"/>
          <dgm:constr type="l" for="ch" forName="Parent" refType="w" fact="0.171"/>
          <dgm:constr type="t" for="ch" forName="Parent" refType="h" fact="0.0306"/>
          <dgm:constr type="w" for="ch" forName="Parent" refType="w" fact="0.4875"/>
          <dgm:constr type="h" for="ch" forName="Parent" refType="h" fact="0.6703"/>
          <dgm:constr type="l" for="ch" forName="Accent8" refType="w" fact="0.0373"/>
          <dgm:constr type="t" for="ch" forName="Accent8" refType="h" fact="0.5038"/>
          <dgm:constr type="w" for="ch" forName="Accent8" refType="w" fact="0.098"/>
          <dgm:constr type="h" for="ch" forName="Accent8" refType="h" fact="0.1348"/>
          <dgm:constr type="l" for="ch" forName="Accent1" refType="w" fact="0.4492"/>
          <dgm:constr type="t" for="ch" forName="Accent1" refType="h" fact="0"/>
          <dgm:constr type="w" for="ch" forName="Accent1" refType="w" fact="0.0542"/>
          <dgm:constr type="h" for="ch" forName="Accent1" refType="h" fact="0.0746"/>
          <dgm:constr type="l" for="ch" forName="Accent2" refType="w" fact="0.3209"/>
          <dgm:constr type="t" for="ch" forName="Accent2" refType="h" fact="0.6511"/>
          <dgm:constr type="w" for="ch" forName="Accent2" refType="w" fact="0.0393"/>
          <dgm:constr type="h" for="ch" forName="Accent2" refType="h" fact="0.054"/>
          <dgm:constr type="l" for="ch" forName="Accent3" refType="w" fact="0.6899"/>
          <dgm:constr type="t" for="ch" forName="Accent3" refType="h" fact="0.3026"/>
          <dgm:constr type="w" for="ch" forName="Accent3" refType="w" fact="0.0393"/>
          <dgm:constr type="h" for="ch" forName="Accent3" refType="h" fact="0.054"/>
          <dgm:constr type="l" for="ch" forName="Accent9" refType="w" fact="0.6201"/>
          <dgm:constr type="t" for="ch" forName="Accent9" refType="h" fact="0.2115"/>
          <dgm:constr type="w" for="ch" forName="Accent9" refType="w" fact="0.0542"/>
          <dgm:constr type="h" for="ch" forName="Accent9" refType="h" fact="0.0746"/>
          <dgm:constr type="l" for="ch" forName="Child1" refType="w" fact="0.0186"/>
          <dgm:constr type="t" for="ch" forName="Child1" refType="h" fact="0.1515"/>
          <dgm:constr type="w" for="ch" forName="Child1" refType="w" fact="0.1982"/>
          <dgm:constr type="h" for="ch" forName="Child1" refType="h" fact="0.2725"/>
          <dgm:constr type="l" for="ch" forName="Child2" refType="w" fact="0.7086"/>
          <dgm:constr type="t" for="ch" forName="Child2" refType="h" fact="0.0233"/>
          <dgm:constr type="w" for="ch" forName="Child2" refType="w" fact="0.1982"/>
          <dgm:constr type="h" for="ch" forName="Child2" refType="h" fact="0.2725"/>
          <dgm:constr type="l" for="ch" forName="Child3" refType="w" fact="0.8018"/>
          <dgm:constr type="t" for="ch" forName="Child3" refType="h" fact="0.4943"/>
          <dgm:constr type="w" for="ch" forName="Child3" refType="w" fact="0.1982"/>
          <dgm:constr type="h" for="ch" forName="Child3" refType="h" fact="0.2725"/>
          <dgm:constr type="l" for="ch" forName="Accent12" refType="w" fact="0.7459"/>
          <dgm:constr type="t" for="ch" forName="Accent12" refType="h" fact="0.4848"/>
          <dgm:constr type="w" for="ch" forName="Accent12" refType="w" fact="0.0393"/>
          <dgm:constr type="h" for="ch" forName="Accent12" refType="h" fact="0.054"/>
          <dgm:constr type="l" for="ch" forName="Accent4" refType="w" fact="0.5021"/>
          <dgm:constr type="t" for="ch" forName="Accent4" refType="h" fact="0.7085"/>
          <dgm:constr type="w" for="ch" forName="Accent4" refType="w" fact="0.0542"/>
          <dgm:constr type="h" for="ch" forName="Accent4" refType="h" fact="0.0746"/>
          <dgm:constr type="l" for="ch" forName="Accent10" refType="w" fact="0"/>
          <dgm:constr type="t" for="ch" forName="Accent10" refType="h" fact="0.6642"/>
          <dgm:constr type="w" for="ch" forName="Accent10" refType="w" fact="0.0393"/>
          <dgm:constr type="h" for="ch" forName="Accent10" refType="h" fact="0.054"/>
          <dgm:constr type="l" for="ch" forName="Accent11" refType="w" fact="0.3916"/>
          <dgm:constr type="t" for="ch" forName="Accent11" refType="h" fact="0.5873"/>
          <dgm:constr type="w" for="ch" forName="Accent11" refType="w" fact="0.0393"/>
          <dgm:constr type="h" for="ch" forName="Accent11" refType="h" fact="0.054"/>
          <dgm:constr type="l" for="ch" forName="Accent7" refType="w" fact="0.3944"/>
          <dgm:constr type="t" for="ch" forName="Accent7" refType="h" fact="0.1083"/>
          <dgm:constr type="w" for="ch" forName="Accent7" refType="w" fact="0.0542"/>
          <dgm:constr type="h" for="ch" forName="Accent7" refType="h" fact="0.0746"/>
          <dgm:constr type="l" for="ch" forName="Accent5" refType="w" fact="0.3319"/>
          <dgm:constr type="t" for="ch" forName="Accent5" refType="h" fact="0.1059"/>
          <dgm:constr type="w" for="ch" forName="Accent5" refType="w" fact="0.0393"/>
          <dgm:constr type="h" for="ch" forName="Accent5" refType="h" fact="0.054"/>
          <dgm:constr type="l" for="ch" forName="Accent6" refType="w" fact="0.2082"/>
          <dgm:constr type="t" for="ch" forName="Accent6" refType="h" fact="0.4151"/>
          <dgm:constr type="w" for="ch" forName="Accent6" refType="w" fact="0.0393"/>
          <dgm:constr type="h" for="ch" forName="Accent6" refType="h" fact="0.054"/>
          <dgm:constr type="l" for="ch" forName="Child4" refType="w" fact="0.2329"/>
          <dgm:constr type="t" for="ch" forName="Child4" refType="h" fact="0.7275"/>
          <dgm:constr type="w" for="ch" forName="Child4" refType="w" fact="0.1982"/>
          <dgm:constr type="h" for="ch" forName="Child4" refType="h" fact="0.2725"/>
          <dgm:constr type="l" for="ch" forName="Accent13" refType="w" fact="0.4099"/>
          <dgm:constr type="t" for="ch" forName="Accent13" refType="h" fact="0.7183"/>
          <dgm:constr type="w" for="ch" forName="Accent13" refType="w" fact="0.0393"/>
          <dgm:constr type="h" for="ch" forName="Accent13" refType="h" fact="0.054"/>
        </dgm:constrLst>
      </dgm:if>
      <dgm:else name="Name7">
        <dgm:alg type="composite">
          <dgm:param type="ar" val="1.1477"/>
        </dgm:alg>
        <dgm:constrLst>
          <dgm:constr type="primFontSz" for="des" ptType="node" op="equ" val="65"/>
          <dgm:constr type="l" for="ch" forName="Parent" refType="w" fact="0.171"/>
          <dgm:constr type="t" for="ch" forName="Parent" refType="h" fact="0.1907"/>
          <dgm:constr type="w" for="ch" forName="Parent" refType="w" fact="0.4875"/>
          <dgm:constr type="h" for="ch" forName="Parent" refType="h" fact="0.5596"/>
          <dgm:constr type="l" for="ch" forName="Accent8" refType="w" fact="0.0373"/>
          <dgm:constr type="t" for="ch" forName="Accent8" refType="h" fact="0.5858"/>
          <dgm:constr type="w" for="ch" forName="Accent8" refType="w" fact="0.098"/>
          <dgm:constr type="h" for="ch" forName="Accent8" refType="h" fact="0.1125"/>
          <dgm:constr type="l" for="ch" forName="Accent1" refType="w" fact="0.4492"/>
          <dgm:constr type="t" for="ch" forName="Accent1" refType="h" fact="0.1652"/>
          <dgm:constr type="w" for="ch" forName="Accent1" refType="w" fact="0.0542"/>
          <dgm:constr type="h" for="ch" forName="Accent1" refType="h" fact="0.0623"/>
          <dgm:constr type="l" for="ch" forName="Accent2" refType="w" fact="0.3209"/>
          <dgm:constr type="t" for="ch" forName="Accent2" refType="h" fact="0.7087"/>
          <dgm:constr type="w" for="ch" forName="Accent2" refType="w" fact="0.0393"/>
          <dgm:constr type="h" for="ch" forName="Accent2" refType="h" fact="0.0451"/>
          <dgm:constr type="l" for="ch" forName="Accent3" refType="w" fact="0.6899"/>
          <dgm:constr type="t" for="ch" forName="Accent3" refType="h" fact="0.4178"/>
          <dgm:constr type="w" for="ch" forName="Accent3" refType="w" fact="0.0393"/>
          <dgm:constr type="h" for="ch" forName="Accent3" refType="h" fact="0.0451"/>
          <dgm:constr type="l" for="ch" forName="Accent9" refType="w" fact="0.6201"/>
          <dgm:constr type="t" for="ch" forName="Accent9" refType="h" fact="0.3417"/>
          <dgm:constr type="w" for="ch" forName="Accent9" refType="w" fact="0.0542"/>
          <dgm:constr type="h" for="ch" forName="Accent9" refType="h" fact="0.0623"/>
          <dgm:constr type="l" for="ch" forName="Child1" refType="w" fact="0.0186"/>
          <dgm:constr type="t" for="ch" forName="Child1" refType="h" fact="0.2917"/>
          <dgm:constr type="w" for="ch" forName="Child1" refType="w" fact="0.1982"/>
          <dgm:constr type="h" for="ch" forName="Child1" refType="h" fact="0.2275"/>
          <dgm:constr type="l" for="ch" forName="Child2" refType="w" fact="0.7086"/>
          <dgm:constr type="t" for="ch" forName="Child2" refType="h" fact="0.1847"/>
          <dgm:constr type="w" for="ch" forName="Child2" refType="w" fact="0.1982"/>
          <dgm:constr type="h" for="ch" forName="Child2" refType="h" fact="0.2275"/>
          <dgm:constr type="l" for="ch" forName="Child3" refType="w" fact="0.8018"/>
          <dgm:constr type="t" for="ch" forName="Child3" refType="h" fact="0.5778"/>
          <dgm:constr type="w" for="ch" forName="Child3" refType="w" fact="0.1982"/>
          <dgm:constr type="h" for="ch" forName="Child3" refType="h" fact="0.2275"/>
          <dgm:constr type="l" for="ch" forName="Accent12" refType="w" fact="0.7459"/>
          <dgm:constr type="t" for="ch" forName="Accent12" refType="h" fact="0.5699"/>
          <dgm:constr type="w" for="ch" forName="Accent12" refType="w" fact="0.0393"/>
          <dgm:constr type="h" for="ch" forName="Accent12" refType="h" fact="0.0451"/>
          <dgm:constr type="l" for="ch" forName="Accent4" refType="w" fact="0.5021"/>
          <dgm:constr type="t" for="ch" forName="Accent4" refType="h" fact="0.7567"/>
          <dgm:constr type="w" for="ch" forName="Accent4" refType="w" fact="0.0542"/>
          <dgm:constr type="h" for="ch" forName="Accent4" refType="h" fact="0.0623"/>
          <dgm:constr type="l" for="ch" forName="Accent10" refType="w" fact="0"/>
          <dgm:constr type="t" for="ch" forName="Accent10" refType="h" fact="0.7197"/>
          <dgm:constr type="w" for="ch" forName="Accent10" refType="w" fact="0.0393"/>
          <dgm:constr type="h" for="ch" forName="Accent10" refType="h" fact="0.0451"/>
          <dgm:constr type="l" for="ch" forName="Accent11" refType="w" fact="0.3916"/>
          <dgm:constr type="t" for="ch" forName="Accent11" refType="h" fact="0.6555"/>
          <dgm:constr type="w" for="ch" forName="Accent11" refType="w" fact="0.0393"/>
          <dgm:constr type="h" for="ch" forName="Accent11" refType="h" fact="0.0451"/>
          <dgm:constr type="l" for="ch" forName="Accent7" refType="w" fact="0.3944"/>
          <dgm:constr type="t" for="ch" forName="Accent7" refType="h" fact="0.2556"/>
          <dgm:constr type="w" for="ch" forName="Accent7" refType="w" fact="0.0542"/>
          <dgm:constr type="h" for="ch" forName="Accent7" refType="h" fact="0.0623"/>
          <dgm:constr type="l" for="ch" forName="Accent5" refType="w" fact="0.3319"/>
          <dgm:constr type="t" for="ch" forName="Accent5" refType="h" fact="0.2536"/>
          <dgm:constr type="w" for="ch" forName="Accent5" refType="w" fact="0.0393"/>
          <dgm:constr type="h" for="ch" forName="Accent5" refType="h" fact="0.0451"/>
          <dgm:constr type="l" for="ch" forName="Accent6" refType="w" fact="0.2082"/>
          <dgm:constr type="t" for="ch" forName="Accent6" refType="h" fact="0.5117"/>
          <dgm:constr type="w" for="ch" forName="Accent6" refType="w" fact="0.0393"/>
          <dgm:constr type="h" for="ch" forName="Accent6" refType="h" fact="0.0451"/>
          <dgm:constr type="l" for="ch" forName="Child5" refType="w" fact="0.4219"/>
          <dgm:constr type="t" for="ch" forName="Child5" refType="h" fact="0"/>
          <dgm:constr type="w" for="ch" forName="Child5" refType="w" fact="0.1982"/>
          <dgm:constr type="h" for="ch" forName="Child5" refType="h" fact="0.2275"/>
          <dgm:constr type="l" for="ch" forName="Child4" refType="w" fact="0.2329"/>
          <dgm:constr type="t" for="ch" forName="Child4" refType="h" fact="0.7725"/>
          <dgm:constr type="w" for="ch" forName="Child4" refType="w" fact="0.1982"/>
          <dgm:constr type="h" for="ch" forName="Child4" refType="h" fact="0.2275"/>
          <dgm:constr type="l" for="ch" forName="Accent15" refType="w" fact="0.1775"/>
          <dgm:constr type="t" for="ch" forName="Accent15" refType="h" fact="0.2466"/>
          <dgm:constr type="w" for="ch" forName="Accent15" refType="w" fact="0.0393"/>
          <dgm:constr type="h" for="ch" forName="Accent15" refType="h" fact="0.0451"/>
          <dgm:constr type="l" for="ch" forName="Accent16" refType="w" fact="0.6351"/>
          <dgm:constr type="t" for="ch" forName="Accent16" refType="h" fact="0.056"/>
          <dgm:constr type="w" for="ch" forName="Accent16" refType="w" fact="0.0393"/>
          <dgm:constr type="h" for="ch" forName="Accent16" refType="h" fact="0.0451"/>
          <dgm:constr type="l" for="ch" forName="Accent13" refType="w" fact="0.4099"/>
          <dgm:constr type="t" for="ch" forName="Accent13" refType="h" fact="0.7648"/>
          <dgm:constr type="w" for="ch" forName="Accent13" refType="w" fact="0.0393"/>
          <dgm:constr type="h" for="ch" forName="Accent13" refType="h" fact="0.0451"/>
        </dgm:constrLst>
      </dgm:else>
    </dgm:choose>
    <dgm:forEach name="wrapper" axis="self" ptType="parTrans">
      <dgm:forEach name="accentRepeat1" axis="self">
        <dgm:layoutNode name="AccentHold1" styleLbl="node1">
          <dgm:alg type="sp"/>
          <dgm:shape xmlns:r="http://schemas.openxmlformats.org/officeDocument/2006/relationships" type="ellipse" r:blip="">
            <dgm:adjLst/>
          </dgm:shape>
          <dgm:presOf/>
        </dgm:layoutNode>
      </dgm:forEach>
      <dgm:forEach name="accentRepeat2" axis="self">
        <dgm:layoutNode name="AccentHold2" styleLbl="node1">
          <dgm:alg type="sp"/>
          <dgm:shape xmlns:r="http://schemas.openxmlformats.org/officeDocument/2006/relationships" type="ellipse" r:blip="">
            <dgm:adjLst/>
          </dgm:shape>
          <dgm:presOf/>
        </dgm:layoutNode>
      </dgm:forEach>
      <dgm:forEach name="accentRepeat3" axis="self">
        <dgm:layoutNode name="AccentHold3" styleLbl="node1">
          <dgm:alg type="sp"/>
          <dgm:shape xmlns:r="http://schemas.openxmlformats.org/officeDocument/2006/relationships" type="ellipse" r:blip="">
            <dgm:adjLst/>
          </dgm:shape>
          <dgm:presOf/>
        </dgm:layoutNode>
      </dgm:forEach>
    </dgm:forEach>
    <dgm:forEach name="Name8" axis="ch" ptType="node" cnt="1">
      <dgm:layoutNode name="Parent" styleLbl="node0">
        <dgm:varLst>
          <dgm:chMax val="5"/>
          <dgm:chPref val="5"/>
        </dgm:varLst>
        <dgm:alg type="tx"/>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ch" ptType="node" func="cnt" op="lte" val="4">
          <dgm:layoutNode name="Accent1" styleLbl="node1">
            <dgm:alg type="sp"/>
            <dgm:shape xmlns:r="http://schemas.openxmlformats.org/officeDocument/2006/relationships" type="ellipse" r:blip="">
              <dgm:adjLst/>
            </dgm:shape>
            <dgm:presOf/>
            <dgm:constrLst/>
          </dgm:layoutNode>
        </dgm:if>
        <dgm:else name="Name11"/>
      </dgm:choose>
      <dgm:layoutNode name="Accent2" styleLbl="node1">
        <dgm:alg type="sp"/>
        <dgm:shape xmlns:r="http://schemas.openxmlformats.org/officeDocument/2006/relationships" type="ellipse" r:blip="">
          <dgm:adjLst/>
        </dgm:shape>
        <dgm:presOf/>
        <dgm:constrLst/>
      </dgm:layoutNode>
      <dgm:layoutNode name="Accent3" styleLbl="node1">
        <dgm:alg type="sp"/>
        <dgm:shape xmlns:r="http://schemas.openxmlformats.org/officeDocument/2006/relationships" type="ellipse" r:blip="">
          <dgm:adjLst/>
        </dgm:shape>
        <dgm:presOf/>
        <dgm:constrLst/>
      </dgm:layoutNode>
      <dgm:layoutNode name="Accent4" styleLbl="node1">
        <dgm:alg type="sp"/>
        <dgm:shape xmlns:r="http://schemas.openxmlformats.org/officeDocument/2006/relationships" type="ellipse" r:blip="">
          <dgm:adjLst/>
        </dgm:shape>
        <dgm:presOf/>
        <dgm:constrLst/>
      </dgm:layoutNode>
      <dgm:layoutNode name="Accent5" styleLbl="node1">
        <dgm:alg type="sp"/>
        <dgm:shape xmlns:r="http://schemas.openxmlformats.org/officeDocument/2006/relationships" type="ellipse" r:blip="">
          <dgm:adjLst/>
        </dgm:shape>
        <dgm:presOf/>
        <dgm:constrLst/>
      </dgm:layoutNode>
      <dgm:layoutNode name="Accent6" styleLbl="node1">
        <dgm:alg type="sp"/>
        <dgm:shape xmlns:r="http://schemas.openxmlformats.org/officeDocument/2006/relationships" type="ellipse" r:blip="">
          <dgm:adjLst/>
        </dgm:shape>
        <dgm:presOf/>
        <dgm:constrLst/>
      </dgm:layoutNode>
    </dgm:forEach>
    <dgm:forEach name="Name12" axis="ch ch" ptType="node node" st="1 1" cnt="1 1">
      <dgm:layoutNode name="Child1"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7">
        <dgm:alg type="sp"/>
        <dgm:shape xmlns:r="http://schemas.openxmlformats.org/officeDocument/2006/relationships" r:blip="">
          <dgm:adjLst/>
        </dgm:shape>
        <dgm:presOf/>
        <dgm:constrLst/>
        <dgm:forEach name="Name13" ref="accentRepeat1"/>
      </dgm:layoutNode>
      <dgm:layoutNode name="Accent8">
        <dgm:alg type="sp"/>
        <dgm:shape xmlns:r="http://schemas.openxmlformats.org/officeDocument/2006/relationships" r:blip="">
          <dgm:adjLst/>
        </dgm:shape>
        <dgm:presOf/>
        <dgm:constrLst/>
        <dgm:forEach name="Name14" ref="accentRepeat2"/>
      </dgm:layoutNode>
    </dgm:forEach>
    <dgm:forEach name="Name15" axis="ch ch" ptType="node node" st="1 2" cnt="1 1">
      <dgm:layoutNode name="Child2"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9">
        <dgm:alg type="sp"/>
        <dgm:shape xmlns:r="http://schemas.openxmlformats.org/officeDocument/2006/relationships" r:blip="">
          <dgm:adjLst/>
        </dgm:shape>
        <dgm:presOf/>
        <dgm:constrLst/>
        <dgm:forEach name="Name16" ref="accentRepeat1"/>
      </dgm:layoutNode>
      <dgm:layoutNode name="Accent10">
        <dgm:alg type="sp"/>
        <dgm:shape xmlns:r="http://schemas.openxmlformats.org/officeDocument/2006/relationships" r:blip="">
          <dgm:adjLst/>
        </dgm:shape>
        <dgm:presOf/>
        <dgm:constrLst/>
        <dgm:forEach name="Name17" ref="accentRepeat2"/>
      </dgm:layoutNode>
      <dgm:layoutNode name="Accent11">
        <dgm:alg type="sp"/>
        <dgm:shape xmlns:r="http://schemas.openxmlformats.org/officeDocument/2006/relationships" r:blip="">
          <dgm:adjLst/>
        </dgm:shape>
        <dgm:presOf/>
        <dgm:constrLst/>
        <dgm:forEach name="Name18" ref="accentRepeat3"/>
      </dgm:layoutNode>
    </dgm:forEach>
    <dgm:forEach name="Name19" axis="ch ch" ptType="node node" st="1 3" cnt="1 1">
      <dgm:layoutNode name="Child3"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2">
        <dgm:alg type="sp"/>
        <dgm:shape xmlns:r="http://schemas.openxmlformats.org/officeDocument/2006/relationships" r:blip="">
          <dgm:adjLst/>
        </dgm:shape>
        <dgm:presOf/>
        <dgm:constrLst/>
        <dgm:forEach name="Name20" ref="accentRepeat1"/>
      </dgm:layoutNode>
    </dgm:forEach>
    <dgm:forEach name="Name21" axis="ch ch" ptType="node node" st="1 4" cnt="1 1">
      <dgm:layoutNode name="Child4"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3">
        <dgm:alg type="sp"/>
        <dgm:shape xmlns:r="http://schemas.openxmlformats.org/officeDocument/2006/relationships" r:blip="">
          <dgm:adjLst/>
        </dgm:shape>
        <dgm:presOf/>
        <dgm:constrLst/>
        <dgm:forEach name="Name22" ref="accentRepeat1"/>
      </dgm:layoutNode>
    </dgm:forEach>
    <dgm:forEach name="Name23" axis="ch ch" ptType="node node" st="1 5" cnt="1 1">
      <dgm:layoutNode name="Child5" styleLbl="node1">
        <dgm:varLst>
          <dgm:chMax val="0"/>
          <dgm:chPref val="0"/>
        </dgm:varLst>
        <dgm:alg type="tx">
          <dgm:param type="shpTxLTRAlignCh" val="ctr"/>
          <dgm:param type="txAnchorVertCh" val="mid"/>
        </dgm:alg>
        <dgm:shape xmlns:r="http://schemas.openxmlformats.org/officeDocument/2006/relationships" type="ellipse"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Accent15">
        <dgm:alg type="sp"/>
        <dgm:shape xmlns:r="http://schemas.openxmlformats.org/officeDocument/2006/relationships" r:blip="">
          <dgm:adjLst/>
        </dgm:shape>
        <dgm:presOf/>
        <dgm:constrLst/>
        <dgm:forEach name="Name24" ref="accentRepeat2"/>
      </dgm:layoutNode>
      <dgm:layoutNode name="Accent16">
        <dgm:alg type="sp"/>
        <dgm:shape xmlns:r="http://schemas.openxmlformats.org/officeDocument/2006/relationships" r:blip="">
          <dgm:adjLst/>
        </dgm:shape>
        <dgm:presOf/>
        <dgm:constrLst/>
        <dgm:forEach name="Name25" ref="accentRepeat3"/>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243BF1-C1DB-4B06-BD75-0F3E7AC5EA6F}" type="datetimeFigureOut">
              <a:rPr lang="zh-CN" altLang="en-US" smtClean="0"/>
              <a:t>2024/11/17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7DAEA6-4D8D-4148-977C-E17338227D26}" type="slidenum">
              <a:rPr lang="zh-CN" altLang="en-US" smtClean="0"/>
              <a:t>‹#›</a:t>
            </a:fld>
            <a:endParaRPr lang="zh-CN" altLang="en-US"/>
          </a:p>
        </p:txBody>
      </p:sp>
    </p:spTree>
    <p:extLst>
      <p:ext uri="{BB962C8B-B14F-4D97-AF65-F5344CB8AC3E}">
        <p14:creationId xmlns:p14="http://schemas.microsoft.com/office/powerpoint/2010/main" val="145725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zh-CN" altLang="en-US"/>
              <a:t>单击此处编辑母版标题样式</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B5F20CD-3087-4EC0-B770-C8F727F02F9F}" type="datetime1">
              <a:rPr lang="en-US" altLang="zh-CN" smtClean="0"/>
              <a:t>11/17/2024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r>
              <a:rPr lang="zh-CN" altLang="en-US"/>
              <a:t>宇宙第一水货</a:t>
            </a:r>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6D22F896-40B5-4ADD-8801-0D06FADFA095}"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4807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8C402D2-3ED2-4B05-94DC-392EE14F2832}"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19080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C817B635-8CC4-4BAB-9177-72D23AC8A772}"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8239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9D888960-6087-459B-8F3F-9808DFA72550}" type="datetime1">
              <a:rPr lang="en-US" altLang="zh-CN" smtClean="0"/>
              <a:t>11/17/2024</a:t>
            </a:fld>
            <a:endParaRPr lang="en-US" dirty="0"/>
          </a:p>
        </p:txBody>
      </p:sp>
      <p:sp>
        <p:nvSpPr>
          <p:cNvPr id="6" name="Footer Placeholder 5"/>
          <p:cNvSpPr>
            <a:spLocks noGrp="1"/>
          </p:cNvSpPr>
          <p:nvPr>
            <p:ph type="ftr" sz="quarter" idx="11"/>
          </p:nvPr>
        </p:nvSpPr>
        <p:spPr/>
        <p:txBody>
          <a:bodyPr/>
          <a:lstStyle/>
          <a:p>
            <a:r>
              <a:rPr lang="zh-CN" altLang="en-US"/>
              <a:t>宇宙第一水货</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4626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870AA447-85E8-4624-9A75-52BA77BAA68C}" type="datetime1">
              <a:rPr lang="en-US" altLang="zh-CN" smtClean="0"/>
              <a:t>11/17/2024</a:t>
            </a:fld>
            <a:endParaRPr lang="en-US" dirty="0"/>
          </a:p>
        </p:txBody>
      </p:sp>
      <p:sp>
        <p:nvSpPr>
          <p:cNvPr id="8" name="Footer Placeholder 7"/>
          <p:cNvSpPr>
            <a:spLocks noGrp="1"/>
          </p:cNvSpPr>
          <p:nvPr>
            <p:ph type="ftr" sz="quarter" idx="11"/>
          </p:nvPr>
        </p:nvSpPr>
        <p:spPr/>
        <p:txBody>
          <a:bodyPr/>
          <a:lstStyle/>
          <a:p>
            <a:r>
              <a:rPr lang="zh-CN" altLang="en-US"/>
              <a:t>宇宙第一水货</a:t>
            </a:r>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8694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AC64945-68C8-420B-84B3-8E92A37A2489}" type="datetime1">
              <a:rPr lang="en-US" altLang="zh-CN" smtClean="0"/>
              <a:t>11/17/2024</a:t>
            </a:fld>
            <a:endParaRPr lang="en-US" dirty="0"/>
          </a:p>
        </p:txBody>
      </p:sp>
      <p:sp>
        <p:nvSpPr>
          <p:cNvPr id="4" name="Footer Placeholder 3"/>
          <p:cNvSpPr>
            <a:spLocks noGrp="1"/>
          </p:cNvSpPr>
          <p:nvPr>
            <p:ph type="ftr" sz="quarter" idx="11"/>
          </p:nvPr>
        </p:nvSpPr>
        <p:spPr/>
        <p:txBody>
          <a:bodyPr/>
          <a:lstStyle/>
          <a:p>
            <a:r>
              <a:rPr lang="zh-CN" altLang="en-US"/>
              <a:t>宇宙第一水货</a:t>
            </a:r>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7307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0EBB64-6C3F-4AB6-A4B0-0CF422F22E37}" type="datetime1">
              <a:rPr lang="en-US" altLang="zh-CN" smtClean="0"/>
              <a:t>11/17/2024</a:t>
            </a:fld>
            <a:endParaRPr lang="en-US" dirty="0"/>
          </a:p>
        </p:txBody>
      </p:sp>
      <p:sp>
        <p:nvSpPr>
          <p:cNvPr id="3" name="Footer Placeholder 2"/>
          <p:cNvSpPr>
            <a:spLocks noGrp="1"/>
          </p:cNvSpPr>
          <p:nvPr>
            <p:ph type="ftr" sz="quarter" idx="11"/>
          </p:nvPr>
        </p:nvSpPr>
        <p:spPr/>
        <p:txBody>
          <a:bodyPr/>
          <a:lstStyle/>
          <a:p>
            <a:r>
              <a:rPr lang="zh-CN" altLang="en-US"/>
              <a:t>宇宙第一水货</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34480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zh-CN" altLang="en-US"/>
              <a:t>单击此处编辑母版标题样式</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5890791E-088C-4709-A6B8-558C553D3B98}" type="datetime1">
              <a:rPr lang="en-US" altLang="zh-CN" smtClean="0"/>
              <a:t>11/17/2024</a:t>
            </a:fld>
            <a:endParaRPr lang="en-US" dirty="0"/>
          </a:p>
        </p:txBody>
      </p:sp>
      <p:sp>
        <p:nvSpPr>
          <p:cNvPr id="6" name="Footer Placeholder 5"/>
          <p:cNvSpPr>
            <a:spLocks noGrp="1"/>
          </p:cNvSpPr>
          <p:nvPr>
            <p:ph type="ftr" sz="quarter" idx="11"/>
          </p:nvPr>
        </p:nvSpPr>
        <p:spPr/>
        <p:txBody>
          <a:bodyPr/>
          <a:lstStyle/>
          <a:p>
            <a:r>
              <a:rPr lang="zh-CN" altLang="en-US"/>
              <a:t>宇宙第一水货</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3070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zh-CN" altLang="en-US"/>
              <a:t>单击此处编辑母版标题样式</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75D0E6F5-1096-4CE8-868E-611B58ED26F5}" type="datetime1">
              <a:rPr lang="en-US" altLang="zh-CN" smtClean="0"/>
              <a:t>11/17/2024</a:t>
            </a:fld>
            <a:endParaRPr lang="en-US" dirty="0"/>
          </a:p>
        </p:txBody>
      </p:sp>
      <p:sp>
        <p:nvSpPr>
          <p:cNvPr id="6" name="Footer Placeholder 5"/>
          <p:cNvSpPr>
            <a:spLocks noGrp="1"/>
          </p:cNvSpPr>
          <p:nvPr>
            <p:ph type="ftr" sz="quarter" idx="11"/>
          </p:nvPr>
        </p:nvSpPr>
        <p:spPr/>
        <p:txBody>
          <a:bodyPr/>
          <a:lstStyle/>
          <a:p>
            <a:r>
              <a:rPr lang="zh-CN" altLang="en-US"/>
              <a:t>宇宙第一水货</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83061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0B2A7EFC-918F-471B-A669-37AE3A113C8D}" type="datetime1">
              <a:rPr lang="en-US" altLang="zh-CN" smtClean="0"/>
              <a:t>11/17/2024</a:t>
            </a:fld>
            <a:endParaRPr lang="en-US" dirty="0"/>
          </a:p>
        </p:txBody>
      </p:sp>
      <p:sp>
        <p:nvSpPr>
          <p:cNvPr id="6" name="Footer Placeholder 5"/>
          <p:cNvSpPr>
            <a:spLocks noGrp="1"/>
          </p:cNvSpPr>
          <p:nvPr>
            <p:ph type="ftr" sz="quarter" idx="11"/>
          </p:nvPr>
        </p:nvSpPr>
        <p:spPr/>
        <p:txBody>
          <a:bodyPr/>
          <a:lstStyle/>
          <a:p>
            <a:r>
              <a:rPr lang="zh-CN" altLang="en-US"/>
              <a:t>宇宙第一水货</a:t>
            </a:r>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20619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72450D00-62DC-4B74-99A6-5F25D1EF75B7}"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57619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FD497249-AC5C-4229-82B7-CCDCB446125D}"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9861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53BA00C3-5E89-4E41-9AF6-4A7EF17AB72C}"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15169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zh-CN" altLang="en-US"/>
              <a:t>单击此处编辑母版标题样式</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DA88A875-EE4E-460E-BBF5-B295496B6693}"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64548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zh-CN" altLang="en-US"/>
              <a:t>单击此处编辑母版标题样式</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2B3E2AE3-4F7D-47D5-B0B5-9B8454BB3D49}"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61966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ncho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9A0DA96-8FDE-41F7-BEC1-65EBA97C0AD0}"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7085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7D4641C1-092C-480B-9A53-77A0DFEFE2CD}" type="datetime1">
              <a:rPr lang="en-US" altLang="zh-CN" smtClean="0"/>
              <a:t>11/17/2024</a:t>
            </a:fld>
            <a:endParaRPr lang="en-US" dirty="0"/>
          </a:p>
        </p:txBody>
      </p:sp>
      <p:sp>
        <p:nvSpPr>
          <p:cNvPr id="5" name="Footer Placeholder 4"/>
          <p:cNvSpPr>
            <a:spLocks noGrp="1"/>
          </p:cNvSpPr>
          <p:nvPr>
            <p:ph type="ftr" sz="quarter" idx="11"/>
          </p:nvPr>
        </p:nvSpPr>
        <p:spPr/>
        <p:txBody>
          <a:bodyPr/>
          <a:lstStyle/>
          <a:p>
            <a:r>
              <a:rPr lang="zh-CN" altLang="en-US"/>
              <a:t>宇宙第一水货</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7705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7FCBC80-1316-4531-AD71-185CE9F31267}" type="datetime1">
              <a:rPr lang="en-US" altLang="zh-CN" smtClean="0"/>
              <a:t>11/17/2024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zh-CN" altLang="en-US"/>
              <a:t>宇宙第一水货</a:t>
            </a:r>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27236496"/>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hf hd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4.xml"/><Relationship Id="rId5" Type="http://schemas.openxmlformats.org/officeDocument/2006/relationships/image" Target="../media/image9.jpe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5" Type="http://schemas.openxmlformats.org/officeDocument/2006/relationships/image" Target="../media/image11.jpe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F8837B-BAE2-489A-8F93-69216307D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0C1157C-B340-6B16-2DFB-5D4A6BDE50AB}"/>
              </a:ext>
            </a:extLst>
          </p:cNvPr>
          <p:cNvPicPr>
            <a:picLocks noChangeAspect="1"/>
          </p:cNvPicPr>
          <p:nvPr/>
        </p:nvPicPr>
        <p:blipFill rotWithShape="1">
          <a:blip r:embed="rId2">
            <a:alphaModFix amt="50000"/>
          </a:blip>
          <a:srcRect t="6260" b="3740"/>
          <a:stretch/>
        </p:blipFill>
        <p:spPr>
          <a:xfrm>
            <a:off x="20" y="10"/>
            <a:ext cx="12191980" cy="6857990"/>
          </a:xfrm>
          <a:prstGeom prst="rect">
            <a:avLst/>
          </a:prstGeom>
        </p:spPr>
      </p:pic>
      <p:sp>
        <p:nvSpPr>
          <p:cNvPr id="2" name="标题 1">
            <a:extLst>
              <a:ext uri="{FF2B5EF4-FFF2-40B4-BE49-F238E27FC236}">
                <a16:creationId xmlns:a16="http://schemas.microsoft.com/office/drawing/2014/main" id="{E0F83728-FF9C-493D-874E-69E48B0F852B}"/>
              </a:ext>
            </a:extLst>
          </p:cNvPr>
          <p:cNvSpPr>
            <a:spLocks noGrp="1"/>
          </p:cNvSpPr>
          <p:nvPr>
            <p:ph type="ctrTitle"/>
          </p:nvPr>
        </p:nvSpPr>
        <p:spPr>
          <a:xfrm>
            <a:off x="2692398" y="1871131"/>
            <a:ext cx="6815669" cy="1515533"/>
          </a:xfrm>
        </p:spPr>
        <p:txBody>
          <a:bodyPr>
            <a:normAutofit/>
          </a:bodyPr>
          <a:lstStyle/>
          <a:p>
            <a:r>
              <a:rPr lang="zh-CN" altLang="en-US" dirty="0">
                <a:solidFill>
                  <a:srgbClr val="FFFFFF"/>
                </a:solidFill>
              </a:rPr>
              <a:t>第三讲 视角</a:t>
            </a:r>
          </a:p>
        </p:txBody>
      </p:sp>
      <p:sp>
        <p:nvSpPr>
          <p:cNvPr id="3" name="副标题 2">
            <a:extLst>
              <a:ext uri="{FF2B5EF4-FFF2-40B4-BE49-F238E27FC236}">
                <a16:creationId xmlns:a16="http://schemas.microsoft.com/office/drawing/2014/main" id="{EDDC0AF7-252C-4783-AF29-E77DDF75DBFA}"/>
              </a:ext>
            </a:extLst>
          </p:cNvPr>
          <p:cNvSpPr>
            <a:spLocks noGrp="1"/>
          </p:cNvSpPr>
          <p:nvPr>
            <p:ph type="subTitle" idx="1"/>
          </p:nvPr>
        </p:nvSpPr>
        <p:spPr>
          <a:xfrm>
            <a:off x="2692398" y="3657597"/>
            <a:ext cx="6815669" cy="1320802"/>
          </a:xfrm>
        </p:spPr>
        <p:txBody>
          <a:bodyPr>
            <a:normAutofit lnSpcReduction="10000"/>
          </a:bodyPr>
          <a:lstStyle/>
          <a:p>
            <a:endParaRPr lang="en-US" altLang="zh-CN" dirty="0">
              <a:solidFill>
                <a:srgbClr val="FFFFFF"/>
              </a:solidFill>
            </a:endParaRPr>
          </a:p>
          <a:p>
            <a:r>
              <a:rPr lang="zh-CN" altLang="en-US" dirty="0">
                <a:solidFill>
                  <a:srgbClr val="FFFFFF"/>
                </a:solidFill>
              </a:rPr>
              <a:t>马高明 浙大公共管理学院</a:t>
            </a:r>
            <a:endParaRPr lang="en-US" altLang="zh-CN" dirty="0">
              <a:solidFill>
                <a:srgbClr val="FFFFFF"/>
              </a:solidFill>
            </a:endParaRPr>
          </a:p>
          <a:p>
            <a:r>
              <a:rPr lang="en-US" altLang="zh-CN" dirty="0">
                <a:solidFill>
                  <a:srgbClr val="FFFFFF"/>
                </a:solidFill>
              </a:rPr>
              <a:t>2024</a:t>
            </a:r>
            <a:r>
              <a:rPr lang="zh-CN" altLang="en-US" dirty="0">
                <a:solidFill>
                  <a:srgbClr val="FFFFFF"/>
                </a:solidFill>
              </a:rPr>
              <a:t>年</a:t>
            </a:r>
            <a:r>
              <a:rPr lang="en-US" altLang="zh-CN" dirty="0">
                <a:solidFill>
                  <a:srgbClr val="FFFFFF"/>
                </a:solidFill>
              </a:rPr>
              <a:t>11</a:t>
            </a:r>
            <a:r>
              <a:rPr lang="zh-CN" altLang="en-US" dirty="0">
                <a:solidFill>
                  <a:srgbClr val="FFFFFF"/>
                </a:solidFill>
              </a:rPr>
              <a:t>月</a:t>
            </a:r>
            <a:r>
              <a:rPr lang="en-US" altLang="zh-CN" dirty="0">
                <a:solidFill>
                  <a:srgbClr val="FFFFFF"/>
                </a:solidFill>
              </a:rPr>
              <a:t>18</a:t>
            </a:r>
            <a:r>
              <a:rPr lang="zh-CN" altLang="en-US" dirty="0">
                <a:solidFill>
                  <a:srgbClr val="FFFFFF"/>
                </a:solidFill>
              </a:rPr>
              <a:t>日</a:t>
            </a:r>
          </a:p>
        </p:txBody>
      </p:sp>
      <p:cxnSp>
        <p:nvCxnSpPr>
          <p:cNvPr id="11" name="Straight Connector 10">
            <a:extLst>
              <a:ext uri="{FF2B5EF4-FFF2-40B4-BE49-F238E27FC236}">
                <a16:creationId xmlns:a16="http://schemas.microsoft.com/office/drawing/2014/main" id="{B48BEE9B-A2F4-4BF3-9EAD-16E1A7FC2D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99932" y="3510608"/>
            <a:ext cx="5120640" cy="0"/>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815841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400"/>
                                        <p:tgtEl>
                                          <p:spTgt spid="3">
                                            <p:txEl>
                                              <p:pRg st="1" end="1"/>
                                            </p:txEl>
                                          </p:spTgt>
                                        </p:tgtEl>
                                      </p:cBhvr>
                                    </p:animEffect>
                                  </p:childTnLst>
                                </p:cTn>
                              </p:par>
                              <p:par>
                                <p:cTn id="11" presetID="10" presetClass="entr" presetSubtype="0" fill="hold" grpId="0" nodeType="withEffect">
                                  <p:stCondLst>
                                    <p:cond delay="2000"/>
                                  </p:stCondLst>
                                  <p:iterate type="lt">
                                    <p:tmPct val="10000"/>
                                  </p:iterate>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CA7BAC3-AB46-CA82-22F3-9451E2AB6B9F}"/>
              </a:ext>
            </a:extLst>
          </p:cNvPr>
          <p:cNvSpPr>
            <a:spLocks noGrp="1"/>
          </p:cNvSpPr>
          <p:nvPr>
            <p:ph type="title"/>
          </p:nvPr>
        </p:nvSpPr>
        <p:spPr/>
        <p:txBody>
          <a:bodyPr/>
          <a:lstStyle/>
          <a:p>
            <a:r>
              <a:rPr lang="zh-CN" altLang="en-US" dirty="0"/>
              <a:t>一、解锁新技能</a:t>
            </a:r>
          </a:p>
        </p:txBody>
      </p:sp>
      <p:sp>
        <p:nvSpPr>
          <p:cNvPr id="5" name="文本占位符 4">
            <a:extLst>
              <a:ext uri="{FF2B5EF4-FFF2-40B4-BE49-F238E27FC236}">
                <a16:creationId xmlns:a16="http://schemas.microsoft.com/office/drawing/2014/main" id="{5D29FAE9-3696-323C-3062-896986219BBE}"/>
              </a:ext>
            </a:extLst>
          </p:cNvPr>
          <p:cNvSpPr>
            <a:spLocks noGrp="1"/>
          </p:cNvSpPr>
          <p:nvPr>
            <p:ph type="body" idx="1"/>
          </p:nvPr>
        </p:nvSpPr>
        <p:spPr/>
        <p:txBody>
          <a:bodyPr/>
          <a:lstStyle/>
          <a:p>
            <a:r>
              <a:rPr lang="zh-CN" altLang="en-US" dirty="0"/>
              <a:t>比较</a:t>
            </a:r>
            <a:r>
              <a:rPr lang="en-US" altLang="zh-CN" dirty="0"/>
              <a:t>————</a:t>
            </a:r>
            <a:r>
              <a:rPr lang="en-US" altLang="zh-CN" dirty="0">
                <a:sym typeface="Wingdings" panose="05000000000000000000" pitchFamily="2" charset="2"/>
              </a:rPr>
              <a:t>&gt;</a:t>
            </a:r>
            <a:r>
              <a:rPr lang="zh-CN" altLang="en-US" dirty="0">
                <a:sym typeface="Wingdings" panose="05000000000000000000" pitchFamily="2" charset="2"/>
              </a:rPr>
              <a:t>视角</a:t>
            </a:r>
            <a:endParaRPr lang="zh-CN" altLang="en-US" dirty="0"/>
          </a:p>
        </p:txBody>
      </p:sp>
      <p:sp>
        <p:nvSpPr>
          <p:cNvPr id="6" name="页脚占位符 5">
            <a:extLst>
              <a:ext uri="{FF2B5EF4-FFF2-40B4-BE49-F238E27FC236}">
                <a16:creationId xmlns:a16="http://schemas.microsoft.com/office/drawing/2014/main" id="{55376913-8107-B485-3BAE-C08401C4E555}"/>
              </a:ext>
            </a:extLst>
          </p:cNvPr>
          <p:cNvSpPr>
            <a:spLocks noGrp="1"/>
          </p:cNvSpPr>
          <p:nvPr>
            <p:ph type="ftr" sz="quarter" idx="11"/>
          </p:nvPr>
        </p:nvSpPr>
        <p:spPr/>
        <p:txBody>
          <a:bodyPr/>
          <a:lstStyle/>
          <a:p>
            <a:r>
              <a:rPr lang="zh-CN" altLang="en-US"/>
              <a:t>宇宙第一水货</a:t>
            </a:r>
            <a:endParaRPr lang="en-US" dirty="0"/>
          </a:p>
        </p:txBody>
      </p:sp>
      <p:sp>
        <p:nvSpPr>
          <p:cNvPr id="7" name="灯片编号占位符 6">
            <a:extLst>
              <a:ext uri="{FF2B5EF4-FFF2-40B4-BE49-F238E27FC236}">
                <a16:creationId xmlns:a16="http://schemas.microsoft.com/office/drawing/2014/main" id="{BEC31064-F6DF-A541-7EE5-E2808C424D3A}"/>
              </a:ext>
            </a:extLst>
          </p:cNvPr>
          <p:cNvSpPr>
            <a:spLocks noGrp="1"/>
          </p:cNvSpPr>
          <p:nvPr>
            <p:ph type="sldNum" sz="quarter" idx="12"/>
          </p:nvPr>
        </p:nvSpPr>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23861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DA342-AE84-4E4F-BCDC-BC75C265453F}"/>
              </a:ext>
            </a:extLst>
          </p:cNvPr>
          <p:cNvSpPr>
            <a:spLocks noGrp="1"/>
          </p:cNvSpPr>
          <p:nvPr>
            <p:ph type="title"/>
          </p:nvPr>
        </p:nvSpPr>
        <p:spPr/>
        <p:txBody>
          <a:bodyPr/>
          <a:lstStyle/>
          <a:p>
            <a:r>
              <a:rPr lang="zh-CN" altLang="en-US" dirty="0"/>
              <a:t>从荒野之息到王者之泪</a:t>
            </a:r>
          </a:p>
        </p:txBody>
      </p:sp>
      <p:pic>
        <p:nvPicPr>
          <p:cNvPr id="4" name="Picture 2">
            <a:extLst>
              <a:ext uri="{FF2B5EF4-FFF2-40B4-BE49-F238E27FC236}">
                <a16:creationId xmlns:a16="http://schemas.microsoft.com/office/drawing/2014/main" id="{82E9E95F-09BC-FA43-D66E-36710B990B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441700" y="2557463"/>
            <a:ext cx="5308600" cy="3317875"/>
          </a:xfrm>
          <a:prstGeom prst="rect">
            <a:avLst/>
          </a:prstGeom>
          <a:noFill/>
          <a:extLst>
            <a:ext uri="{909E8E84-426E-40DD-AFC4-6F175D3DCCD1}">
              <a14:hiddenFill xmlns:a14="http://schemas.microsoft.com/office/drawing/2010/main">
                <a:solidFill>
                  <a:srgbClr val="FFFFFF"/>
                </a:solidFill>
              </a14:hiddenFill>
            </a:ext>
          </a:extLst>
        </p:spPr>
      </p:pic>
      <p:sp>
        <p:nvSpPr>
          <p:cNvPr id="3" name="页脚占位符 2">
            <a:extLst>
              <a:ext uri="{FF2B5EF4-FFF2-40B4-BE49-F238E27FC236}">
                <a16:creationId xmlns:a16="http://schemas.microsoft.com/office/drawing/2014/main" id="{07D372A9-39C7-A1AF-DD5E-472B52CE6478}"/>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2D51757A-CB7B-9911-0104-B85DB7FE7143}"/>
              </a:ext>
            </a:extLst>
          </p:cNvPr>
          <p:cNvSpPr>
            <a:spLocks noGrp="1"/>
          </p:cNvSpPr>
          <p:nvPr>
            <p:ph type="sldNum" sz="quarter" idx="12"/>
          </p:nvPr>
        </p:nvSpPr>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3690533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4103" name="Group 4102">
            <a:extLst>
              <a:ext uri="{FF2B5EF4-FFF2-40B4-BE49-F238E27FC236}">
                <a16:creationId xmlns:a16="http://schemas.microsoft.com/office/drawing/2014/main" id="{DFB5D1BB-0703-437B-BD1E-1D07F8A2730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4104" name="Picture 4103">
              <a:extLst>
                <a:ext uri="{FF2B5EF4-FFF2-40B4-BE49-F238E27FC236}">
                  <a16:creationId xmlns:a16="http://schemas.microsoft.com/office/drawing/2014/main" id="{3886586B-3F0F-4593-B272-AE75AD0F092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105" name="Rectangle 4104">
              <a:extLst>
                <a:ext uri="{FF2B5EF4-FFF2-40B4-BE49-F238E27FC236}">
                  <a16:creationId xmlns:a16="http://schemas.microsoft.com/office/drawing/2014/main" id="{020DEB59-BF94-41B5-8F16-8B10442EE0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4106" name="Picture 4105">
              <a:extLst>
                <a:ext uri="{FF2B5EF4-FFF2-40B4-BE49-F238E27FC236}">
                  <a16:creationId xmlns:a16="http://schemas.microsoft.com/office/drawing/2014/main" id="{9A3BEF6F-FC03-43B1-8D1B-8DA3A360DBF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4107" name="Picture 4106">
              <a:extLst>
                <a:ext uri="{FF2B5EF4-FFF2-40B4-BE49-F238E27FC236}">
                  <a16:creationId xmlns:a16="http://schemas.microsoft.com/office/drawing/2014/main" id="{0F49BA32-A501-4C79-9A72-92587AB9EEF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4109" name="Straight Connector 4108">
            <a:extLst>
              <a:ext uri="{FF2B5EF4-FFF2-40B4-BE49-F238E27FC236}">
                <a16:creationId xmlns:a16="http://schemas.microsoft.com/office/drawing/2014/main" id="{883F92AF-2403-4558-B1D7-72130A1E4B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useBgFill="1">
        <p:nvSpPr>
          <p:cNvPr id="4111" name="Rectangle 4110">
            <a:extLst>
              <a:ext uri="{FF2B5EF4-FFF2-40B4-BE49-F238E27FC236}">
                <a16:creationId xmlns:a16="http://schemas.microsoft.com/office/drawing/2014/main" id="{22AC0F86-9A78-4E84-A4B4-ADB8B2629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13" name="Group 4112">
            <a:extLst>
              <a:ext uri="{FF2B5EF4-FFF2-40B4-BE49-F238E27FC236}">
                <a16:creationId xmlns:a16="http://schemas.microsoft.com/office/drawing/2014/main" id="{4AF78B9E-8BE2-4706-9377-A05FA25AB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4114" name="Picture 4113">
              <a:extLst>
                <a:ext uri="{FF2B5EF4-FFF2-40B4-BE49-F238E27FC236}">
                  <a16:creationId xmlns:a16="http://schemas.microsoft.com/office/drawing/2014/main" id="{32CDFDE2-4DB3-4623-BA21-187D1B710FB9}"/>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115" name="Rectangle 4114">
              <a:extLst>
                <a:ext uri="{FF2B5EF4-FFF2-40B4-BE49-F238E27FC236}">
                  <a16:creationId xmlns:a16="http://schemas.microsoft.com/office/drawing/2014/main" id="{ED74B2AA-1443-4E9B-8462-F7F5B852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4116" name="Picture 4115">
              <a:extLst>
                <a:ext uri="{FF2B5EF4-FFF2-40B4-BE49-F238E27FC236}">
                  <a16:creationId xmlns:a16="http://schemas.microsoft.com/office/drawing/2014/main" id="{9BB652B6-7300-49EC-9422-EF5342492AF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4117" name="Picture 4116">
              <a:extLst>
                <a:ext uri="{FF2B5EF4-FFF2-40B4-BE49-F238E27FC236}">
                  <a16:creationId xmlns:a16="http://schemas.microsoft.com/office/drawing/2014/main" id="{D0909587-01DE-424D-A15F-DAA28CF2CD3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FBF21F5B-9E8B-4978-9CC7-D001D75EE5FF}"/>
              </a:ext>
            </a:extLst>
          </p:cNvPr>
          <p:cNvSpPr>
            <a:spLocks noGrp="1"/>
          </p:cNvSpPr>
          <p:nvPr>
            <p:ph type="title"/>
          </p:nvPr>
        </p:nvSpPr>
        <p:spPr>
          <a:xfrm>
            <a:off x="7535825" y="982132"/>
            <a:ext cx="3360772" cy="1303867"/>
          </a:xfrm>
        </p:spPr>
        <p:txBody>
          <a:bodyPr vert="horz" lIns="91440" tIns="45720" rIns="91440" bIns="45720" rtlCol="0" anchor="ctr">
            <a:normAutofit/>
          </a:bodyPr>
          <a:lstStyle/>
          <a:p>
            <a:r>
              <a:rPr lang="zh-CN" altLang="en-US" dirty="0"/>
              <a:t>苏醒</a:t>
            </a:r>
          </a:p>
        </p:txBody>
      </p:sp>
      <p:sp>
        <p:nvSpPr>
          <p:cNvPr id="4119" name="Rectangle 4118">
            <a:extLst>
              <a:ext uri="{FF2B5EF4-FFF2-40B4-BE49-F238E27FC236}">
                <a16:creationId xmlns:a16="http://schemas.microsoft.com/office/drawing/2014/main" id="{69A54E25-1C05-48E5-A5CC-3778C1D36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3" y="1092200"/>
            <a:ext cx="5942687"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15A85C4D-5796-49B2-50E9-B56DF804DB20}"/>
              </a:ext>
            </a:extLst>
          </p:cNvPr>
          <p:cNvPicPr>
            <a:picLocks noGrp="1" noChangeAspect="1" noChangeArrowheads="1"/>
          </p:cNvPicPr>
          <p:nvPr>
            <p:ph sz="half" idx="2"/>
          </p:nvPr>
        </p:nvPicPr>
        <p:blipFill rotWithShape="1">
          <a:blip r:embed="rId5">
            <a:extLst>
              <a:ext uri="{28A0092B-C50C-407E-A947-70E740481C1C}">
                <a14:useLocalDpi xmlns:a14="http://schemas.microsoft.com/office/drawing/2010/main" val="0"/>
              </a:ext>
            </a:extLst>
          </a:blip>
          <a:srcRect r="23050" b="-1"/>
          <a:stretch/>
        </p:blipFill>
        <p:spPr bwMode="auto">
          <a:xfrm>
            <a:off x="1412683" y="1410208"/>
            <a:ext cx="5278777" cy="3858780"/>
          </a:xfrm>
          <a:prstGeom prst="rect">
            <a:avLst/>
          </a:prstGeom>
          <a:noFill/>
          <a:extLst>
            <a:ext uri="{909E8E84-426E-40DD-AFC4-6F175D3DCCD1}">
              <a14:hiddenFill xmlns:a14="http://schemas.microsoft.com/office/drawing/2010/main">
                <a:solidFill>
                  <a:srgbClr val="FFFFFF"/>
                </a:solidFill>
              </a14:hiddenFill>
            </a:ext>
          </a:extLst>
        </p:spPr>
      </p:pic>
      <p:cxnSp>
        <p:nvCxnSpPr>
          <p:cNvPr id="4121" name="Straight Connector 4120">
            <a:extLst>
              <a:ext uri="{FF2B5EF4-FFF2-40B4-BE49-F238E27FC236}">
                <a16:creationId xmlns:a16="http://schemas.microsoft.com/office/drawing/2014/main" id="{0E5D0023-B23E-4823-8D72-B07FFF8CAE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20089" y="2400639"/>
            <a:ext cx="3376508"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内容占位符 2">
            <a:extLst>
              <a:ext uri="{FF2B5EF4-FFF2-40B4-BE49-F238E27FC236}">
                <a16:creationId xmlns:a16="http://schemas.microsoft.com/office/drawing/2014/main" id="{1BAC652B-69DD-4954-945E-F209EA3B9485}"/>
              </a:ext>
            </a:extLst>
          </p:cNvPr>
          <p:cNvSpPr>
            <a:spLocks noGrp="1"/>
          </p:cNvSpPr>
          <p:nvPr>
            <p:ph sz="half" idx="1"/>
          </p:nvPr>
        </p:nvSpPr>
        <p:spPr>
          <a:xfrm>
            <a:off x="7535824" y="2556932"/>
            <a:ext cx="3360771" cy="3318936"/>
          </a:xfrm>
        </p:spPr>
        <p:txBody>
          <a:bodyPr vert="horz" lIns="91440" tIns="45720" rIns="91440" bIns="45720" rtlCol="0" anchor="t">
            <a:normAutofit/>
          </a:bodyPr>
          <a:lstStyle/>
          <a:p>
            <a:r>
              <a:rPr lang="zh-CN" altLang="en-US" dirty="0"/>
              <a:t>空岛练习</a:t>
            </a:r>
            <a:endParaRPr lang="en-US" altLang="zh-CN" dirty="0"/>
          </a:p>
          <a:p>
            <a:pPr lvl="1"/>
            <a:r>
              <a:rPr lang="zh-CN" altLang="en-US" dirty="0"/>
              <a:t>苏醒</a:t>
            </a:r>
            <a:endParaRPr lang="en-US" altLang="zh-CN" dirty="0"/>
          </a:p>
          <a:p>
            <a:pPr lvl="1"/>
            <a:r>
              <a:rPr lang="zh-CN" altLang="en-US" dirty="0"/>
              <a:t>神庙</a:t>
            </a:r>
            <a:endParaRPr lang="en-US" altLang="zh-CN" dirty="0"/>
          </a:p>
          <a:p>
            <a:pPr lvl="1"/>
            <a:r>
              <a:rPr lang="zh-CN" altLang="en-US" dirty="0"/>
              <a:t>技能</a:t>
            </a:r>
            <a:endParaRPr lang="en-US" altLang="zh-CN" dirty="0"/>
          </a:p>
          <a:p>
            <a:pPr lvl="1"/>
            <a:r>
              <a:rPr lang="zh-CN" altLang="en-US" dirty="0"/>
              <a:t>故事</a:t>
            </a:r>
          </a:p>
        </p:txBody>
      </p:sp>
      <p:sp>
        <p:nvSpPr>
          <p:cNvPr id="4" name="页脚占位符 3">
            <a:extLst>
              <a:ext uri="{FF2B5EF4-FFF2-40B4-BE49-F238E27FC236}">
                <a16:creationId xmlns:a16="http://schemas.microsoft.com/office/drawing/2014/main" id="{ADC89C2E-F169-9FC8-3AB9-6271E164D2CA}"/>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222FAB2C-F87C-A7D8-339B-010E11AA9124}"/>
              </a:ext>
            </a:extLst>
          </p:cNvPr>
          <p:cNvSpPr>
            <a:spLocks noGrp="1"/>
          </p:cNvSpPr>
          <p:nvPr>
            <p:ph type="sldNum" sz="quarter" idx="12"/>
          </p:nvPr>
        </p:nvSpPr>
        <p:spPr/>
        <p:txBody>
          <a:bodyPr/>
          <a:lstStyle/>
          <a:p>
            <a:fld id="{6D22F896-40B5-4ADD-8801-0D06FADFA095}" type="slidenum">
              <a:rPr lang="en-US" smtClean="0"/>
              <a:t>4</a:t>
            </a:fld>
            <a:endParaRPr lang="en-US" dirty="0"/>
          </a:p>
        </p:txBody>
      </p:sp>
    </p:spTree>
    <p:extLst>
      <p:ext uri="{BB962C8B-B14F-4D97-AF65-F5344CB8AC3E}">
        <p14:creationId xmlns:p14="http://schemas.microsoft.com/office/powerpoint/2010/main" val="3551422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4" name="Picture 13">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Rectangle 14">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6" name="Picture 15">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7" name="Picture 16">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19" name="Straight Connector 18">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1" name="Rectangle 20">
            <a:extLst>
              <a:ext uri="{FF2B5EF4-FFF2-40B4-BE49-F238E27FC236}">
                <a16:creationId xmlns:a16="http://schemas.microsoft.com/office/drawing/2014/main" id="{333F0879-3DA0-4CB8-B35E-A0AD42558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24D2183-F388-476E-92A9-D6639D698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96090"/>
            <a:ext cx="3823215" cy="5883295"/>
          </a:xfrm>
          <a:prstGeom prst="rect">
            <a:avLst/>
          </a:prstGeom>
          <a:blipFill dpi="0" rotWithShape="1">
            <a:blip r:embed="rId4"/>
            <a:srcRect/>
            <a:tile tx="0" ty="0" sx="100000" sy="100000" flip="none" algn="tl"/>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243462E7-1698-4B21-BE89-AEFAC7C2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2"/>
            <a:ext cx="3552006"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标题 1">
            <a:extLst>
              <a:ext uri="{FF2B5EF4-FFF2-40B4-BE49-F238E27FC236}">
                <a16:creationId xmlns:a16="http://schemas.microsoft.com/office/drawing/2014/main" id="{9D308618-4CF3-4340-8067-8F092F339EDC}"/>
              </a:ext>
            </a:extLst>
          </p:cNvPr>
          <p:cNvSpPr>
            <a:spLocks noGrp="1"/>
          </p:cNvSpPr>
          <p:nvPr>
            <p:ph type="title"/>
          </p:nvPr>
        </p:nvSpPr>
        <p:spPr>
          <a:xfrm>
            <a:off x="929140" y="972766"/>
            <a:ext cx="2835464" cy="1254868"/>
          </a:xfrm>
        </p:spPr>
        <p:txBody>
          <a:bodyPr vert="horz" lIns="91440" tIns="45720" rIns="91440" bIns="45720" rtlCol="0" anchor="b">
            <a:normAutofit/>
          </a:bodyPr>
          <a:lstStyle/>
          <a:p>
            <a:r>
              <a:rPr lang="zh-CN" altLang="en-US" sz="2800">
                <a:solidFill>
                  <a:srgbClr val="262626"/>
                </a:solidFill>
              </a:rPr>
              <a:t>神庙与技能</a:t>
            </a:r>
          </a:p>
        </p:txBody>
      </p:sp>
      <p:sp>
        <p:nvSpPr>
          <p:cNvPr id="3" name="内容占位符 2">
            <a:extLst>
              <a:ext uri="{FF2B5EF4-FFF2-40B4-BE49-F238E27FC236}">
                <a16:creationId xmlns:a16="http://schemas.microsoft.com/office/drawing/2014/main" id="{8D7515E5-913A-47FF-8787-91162677FEBE}"/>
              </a:ext>
            </a:extLst>
          </p:cNvPr>
          <p:cNvSpPr>
            <a:spLocks noGrp="1"/>
          </p:cNvSpPr>
          <p:nvPr>
            <p:ph sz="half" idx="1"/>
          </p:nvPr>
        </p:nvSpPr>
        <p:spPr>
          <a:xfrm>
            <a:off x="929141" y="2430471"/>
            <a:ext cx="2835464" cy="3552039"/>
          </a:xfrm>
        </p:spPr>
        <p:txBody>
          <a:bodyPr vert="horz" lIns="91440" tIns="45720" rIns="91440" bIns="45720" rtlCol="0" anchor="t">
            <a:normAutofit/>
          </a:bodyPr>
          <a:lstStyle/>
          <a:p>
            <a:r>
              <a:rPr lang="zh-CN" altLang="en-US" sz="1800" dirty="0">
                <a:solidFill>
                  <a:srgbClr val="262626"/>
                </a:solidFill>
              </a:rPr>
              <a:t>究极手</a:t>
            </a:r>
            <a:endParaRPr lang="en-US" altLang="zh-CN" sz="1800" dirty="0">
              <a:solidFill>
                <a:srgbClr val="262626"/>
              </a:solidFill>
            </a:endParaRPr>
          </a:p>
          <a:p>
            <a:r>
              <a:rPr lang="zh-CN" altLang="en-US" sz="1800" dirty="0">
                <a:solidFill>
                  <a:srgbClr val="262626"/>
                </a:solidFill>
              </a:rPr>
              <a:t>通天术</a:t>
            </a:r>
            <a:endParaRPr lang="en-US" altLang="zh-CN" sz="1800" dirty="0">
              <a:solidFill>
                <a:srgbClr val="262626"/>
              </a:solidFill>
            </a:endParaRPr>
          </a:p>
          <a:p>
            <a:r>
              <a:rPr lang="zh-CN" altLang="en-US" sz="1800" dirty="0">
                <a:solidFill>
                  <a:srgbClr val="262626"/>
                </a:solidFill>
              </a:rPr>
              <a:t>余料建造</a:t>
            </a:r>
            <a:endParaRPr lang="en-US" altLang="zh-CN" sz="1800" dirty="0">
              <a:solidFill>
                <a:srgbClr val="262626"/>
              </a:solidFill>
            </a:endParaRPr>
          </a:p>
          <a:p>
            <a:r>
              <a:rPr lang="zh-CN" altLang="en-US" sz="1800" dirty="0">
                <a:solidFill>
                  <a:srgbClr val="262626"/>
                </a:solidFill>
              </a:rPr>
              <a:t>倒转乾坤</a:t>
            </a:r>
          </a:p>
        </p:txBody>
      </p:sp>
      <p:sp useBgFill="1">
        <p:nvSpPr>
          <p:cNvPr id="27" name="Rectangle 26">
            <a:extLst>
              <a:ext uri="{FF2B5EF4-FFF2-40B4-BE49-F238E27FC236}">
                <a16:creationId xmlns:a16="http://schemas.microsoft.com/office/drawing/2014/main" id="{6C22FCAC-D7EC-4A52-B153-FF761E223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491" y="0"/>
            <a:ext cx="7396509"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a:extLst>
              <a:ext uri="{FF2B5EF4-FFF2-40B4-BE49-F238E27FC236}">
                <a16:creationId xmlns:a16="http://schemas.microsoft.com/office/drawing/2014/main" id="{F46BCC2F-BAA3-3122-19D2-45C0F90C1A35}"/>
              </a:ext>
            </a:extLst>
          </p:cNvPr>
          <p:cNvPicPr>
            <a:picLocks noGrp="1" noChangeAspect="1" noChangeArrowheads="1"/>
          </p:cNvPicPr>
          <p:nvPr>
            <p:ph sz="half" idx="2"/>
          </p:nvPr>
        </p:nvPicPr>
        <p:blipFill>
          <a:blip r:embed="rId5">
            <a:extLst>
              <a:ext uri="{28A0092B-C50C-407E-A947-70E740481C1C}">
                <a14:useLocalDpi xmlns:a14="http://schemas.microsoft.com/office/drawing/2010/main" val="0"/>
              </a:ext>
            </a:extLst>
          </a:blip>
          <a:stretch>
            <a:fillRect/>
          </a:stretch>
        </p:blipFill>
        <p:spPr bwMode="auto">
          <a:xfrm>
            <a:off x="5435910" y="1497839"/>
            <a:ext cx="6098041" cy="3811275"/>
          </a:xfrm>
          <a:prstGeom prst="rect">
            <a:avLst/>
          </a:prstGeom>
          <a:noFill/>
          <a:extLst>
            <a:ext uri="{909E8E84-426E-40DD-AFC4-6F175D3DCCD1}">
              <a14:hiddenFill xmlns:a14="http://schemas.microsoft.com/office/drawing/2010/main">
                <a:solidFill>
                  <a:srgbClr val="FFFFFF"/>
                </a:solidFill>
              </a14:hiddenFill>
            </a:ext>
          </a:extLst>
        </p:spPr>
      </p:pic>
      <p:sp>
        <p:nvSpPr>
          <p:cNvPr id="4" name="页脚占位符 3">
            <a:extLst>
              <a:ext uri="{FF2B5EF4-FFF2-40B4-BE49-F238E27FC236}">
                <a16:creationId xmlns:a16="http://schemas.microsoft.com/office/drawing/2014/main" id="{5612D0A0-DAC4-235C-31E0-FC73E2D02ED7}"/>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10DEE33C-D3B5-E571-9172-FB3939EB60F6}"/>
              </a:ext>
            </a:extLst>
          </p:cNvPr>
          <p:cNvSpPr>
            <a:spLocks noGrp="1"/>
          </p:cNvSpPr>
          <p:nvPr>
            <p:ph type="sldNum" sz="quarter" idx="12"/>
          </p:nvPr>
        </p:nvSpPr>
        <p:spPr/>
        <p:txBody>
          <a:bodyPr/>
          <a:lstStyle/>
          <a:p>
            <a:fld id="{6D22F896-40B5-4ADD-8801-0D06FADFA095}" type="slidenum">
              <a:rPr lang="en-US" smtClean="0"/>
              <a:t>5</a:t>
            </a:fld>
            <a:endParaRPr lang="en-US" dirty="0"/>
          </a:p>
        </p:txBody>
      </p:sp>
    </p:spTree>
    <p:extLst>
      <p:ext uri="{BB962C8B-B14F-4D97-AF65-F5344CB8AC3E}">
        <p14:creationId xmlns:p14="http://schemas.microsoft.com/office/powerpoint/2010/main" val="96766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79" name="Group 3078">
            <a:extLst>
              <a:ext uri="{FF2B5EF4-FFF2-40B4-BE49-F238E27FC236}">
                <a16:creationId xmlns:a16="http://schemas.microsoft.com/office/drawing/2014/main" id="{03E8C8A2-D2DA-42F8-84AA-AC5AB4251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3080" name="Picture 3079">
              <a:extLst>
                <a:ext uri="{FF2B5EF4-FFF2-40B4-BE49-F238E27FC236}">
                  <a16:creationId xmlns:a16="http://schemas.microsoft.com/office/drawing/2014/main" id="{9A5D1FE1-4883-49B4-AD3E-D0A3F8DCE1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081" name="Rectangle 3080">
              <a:extLst>
                <a:ext uri="{FF2B5EF4-FFF2-40B4-BE49-F238E27FC236}">
                  <a16:creationId xmlns:a16="http://schemas.microsoft.com/office/drawing/2014/main" id="{7F829EAE-7CB1-410F-BAF1-55BD6DC24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3082" name="Picture 3081">
              <a:extLst>
                <a:ext uri="{FF2B5EF4-FFF2-40B4-BE49-F238E27FC236}">
                  <a16:creationId xmlns:a16="http://schemas.microsoft.com/office/drawing/2014/main" id="{4EA5F8CE-974F-4443-AB3C-4799C332304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3083" name="Picture 3082">
              <a:extLst>
                <a:ext uri="{FF2B5EF4-FFF2-40B4-BE49-F238E27FC236}">
                  <a16:creationId xmlns:a16="http://schemas.microsoft.com/office/drawing/2014/main" id="{94075D0C-1739-4729-A5C8-5C5707A942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3085" name="Straight Connector 3084">
            <a:extLst>
              <a:ext uri="{FF2B5EF4-FFF2-40B4-BE49-F238E27FC236}">
                <a16:creationId xmlns:a16="http://schemas.microsoft.com/office/drawing/2014/main" id="{0DFD28A6-39F3-425F-8050-E5BF1B4523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3087" name="Rectangle 3086">
            <a:extLst>
              <a:ext uri="{FF2B5EF4-FFF2-40B4-BE49-F238E27FC236}">
                <a16:creationId xmlns:a16="http://schemas.microsoft.com/office/drawing/2014/main" id="{FDF8837B-BAE2-489A-8F93-69216307D5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1E05ABD4-871E-1B7C-37BD-4FDBA619EF2E}"/>
              </a:ext>
            </a:extLst>
          </p:cNvPr>
          <p:cNvPicPr>
            <a:picLocks noGrp="1" noChangeAspect="1" noChangeArrowheads="1"/>
          </p:cNvPicPr>
          <p:nvPr>
            <p:ph idx="1"/>
          </p:nvPr>
        </p:nvPicPr>
        <p:blipFill rotWithShape="1">
          <a:blip r:embed="rId4">
            <a:alphaModFix amt="50000"/>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a:extLst>
              <a:ext uri="{FF2B5EF4-FFF2-40B4-BE49-F238E27FC236}">
                <a16:creationId xmlns:a16="http://schemas.microsoft.com/office/drawing/2014/main" id="{C73D919E-B306-40E9-93CC-8A7040E15CD8}"/>
              </a:ext>
            </a:extLst>
          </p:cNvPr>
          <p:cNvSpPr>
            <a:spLocks noGrp="1"/>
          </p:cNvSpPr>
          <p:nvPr>
            <p:ph type="title"/>
          </p:nvPr>
        </p:nvSpPr>
        <p:spPr>
          <a:xfrm>
            <a:off x="2692398" y="1871131"/>
            <a:ext cx="6815669" cy="1515533"/>
          </a:xfrm>
        </p:spPr>
        <p:txBody>
          <a:bodyPr vert="horz" lIns="91440" tIns="45720" rIns="91440" bIns="45720" rtlCol="0" anchor="b">
            <a:normAutofit/>
          </a:bodyPr>
          <a:lstStyle/>
          <a:p>
            <a:r>
              <a:rPr lang="zh-CN" altLang="en-US" sz="5400">
                <a:solidFill>
                  <a:srgbClr val="FFFFFF"/>
                </a:solidFill>
              </a:rPr>
              <a:t>公主，我来救你了</a:t>
            </a:r>
          </a:p>
        </p:txBody>
      </p:sp>
      <p:sp>
        <p:nvSpPr>
          <p:cNvPr id="2" name="文本框 1">
            <a:extLst>
              <a:ext uri="{FF2B5EF4-FFF2-40B4-BE49-F238E27FC236}">
                <a16:creationId xmlns:a16="http://schemas.microsoft.com/office/drawing/2014/main" id="{4CC8A9E2-C199-BA83-1BEE-83C540F68331}"/>
              </a:ext>
            </a:extLst>
          </p:cNvPr>
          <p:cNvSpPr txBox="1"/>
          <p:nvPr/>
        </p:nvSpPr>
        <p:spPr>
          <a:xfrm>
            <a:off x="2692398" y="3657597"/>
            <a:ext cx="6815669" cy="1320802"/>
          </a:xfrm>
          <a:prstGeom prst="rect">
            <a:avLst/>
          </a:prstGeom>
        </p:spPr>
        <p:txBody>
          <a:bodyPr vert="horz" lIns="91440" tIns="45720" rIns="91440" bIns="45720" rtlCol="0" anchor="t">
            <a:normAutofit/>
          </a:bodyPr>
          <a:lstStyle/>
          <a:p>
            <a:pPr algn="ctr">
              <a:spcBef>
                <a:spcPct val="20000"/>
              </a:spcBef>
              <a:spcAft>
                <a:spcPts val="600"/>
              </a:spcAft>
              <a:buClr>
                <a:schemeClr val="accent1"/>
              </a:buClr>
              <a:buSzPct val="115000"/>
            </a:pPr>
            <a:r>
              <a:rPr lang="en-US" altLang="zh-CN" sz="2100">
                <a:solidFill>
                  <a:srgbClr val="FFFFFF"/>
                </a:solidFill>
              </a:rPr>
              <a:t>https://www.bilibili.com/video/BV1HF41197r2/?spm_id_from=333.337.search-card.all.click</a:t>
            </a:r>
          </a:p>
        </p:txBody>
      </p:sp>
      <p:cxnSp>
        <p:nvCxnSpPr>
          <p:cNvPr id="3089" name="Straight Connector 3088">
            <a:extLst>
              <a:ext uri="{FF2B5EF4-FFF2-40B4-BE49-F238E27FC236}">
                <a16:creationId xmlns:a16="http://schemas.microsoft.com/office/drawing/2014/main" id="{B48BEE9B-A2F4-4BF3-9EAD-16E1A7FC2D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699932" y="3510608"/>
            <a:ext cx="5120640" cy="0"/>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
        <p:nvSpPr>
          <p:cNvPr id="3" name="页脚占位符 2">
            <a:extLst>
              <a:ext uri="{FF2B5EF4-FFF2-40B4-BE49-F238E27FC236}">
                <a16:creationId xmlns:a16="http://schemas.microsoft.com/office/drawing/2014/main" id="{C1D04877-AA6C-A031-F81E-C7B811C1F0E2}"/>
              </a:ext>
            </a:extLst>
          </p:cNvPr>
          <p:cNvSpPr>
            <a:spLocks noGrp="1"/>
          </p:cNvSpPr>
          <p:nvPr>
            <p:ph type="ftr" sz="quarter" idx="11"/>
          </p:nvPr>
        </p:nvSpPr>
        <p:spPr/>
        <p:txBody>
          <a:bodyPr/>
          <a:lstStyle/>
          <a:p>
            <a:r>
              <a:rPr lang="zh-CN" altLang="en-US"/>
              <a:t>宇宙第一水货</a:t>
            </a:r>
            <a:endParaRPr lang="en-US" dirty="0"/>
          </a:p>
        </p:txBody>
      </p:sp>
      <p:sp>
        <p:nvSpPr>
          <p:cNvPr id="4" name="灯片编号占位符 3">
            <a:extLst>
              <a:ext uri="{FF2B5EF4-FFF2-40B4-BE49-F238E27FC236}">
                <a16:creationId xmlns:a16="http://schemas.microsoft.com/office/drawing/2014/main" id="{29AF95A0-C109-ED24-8147-15DC56E517DB}"/>
              </a:ext>
            </a:extLst>
          </p:cNvPr>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2007401728"/>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29E669-DA14-65B2-D0E9-989689DF7AA0}"/>
              </a:ext>
            </a:extLst>
          </p:cNvPr>
          <p:cNvSpPr>
            <a:spLocks noGrp="1"/>
          </p:cNvSpPr>
          <p:nvPr>
            <p:ph type="title"/>
          </p:nvPr>
        </p:nvSpPr>
        <p:spPr>
          <a:xfrm>
            <a:off x="1295402" y="982132"/>
            <a:ext cx="9601196" cy="1303867"/>
          </a:xfrm>
        </p:spPr>
        <p:txBody>
          <a:bodyPr>
            <a:normAutofit/>
          </a:bodyPr>
          <a:lstStyle/>
          <a:p>
            <a:r>
              <a:rPr lang="zh-CN" altLang="en-US" dirty="0">
                <a:solidFill>
                  <a:srgbClr val="262626"/>
                </a:solidFill>
              </a:rPr>
              <a:t>解锁新技能</a:t>
            </a:r>
          </a:p>
        </p:txBody>
      </p:sp>
      <p:graphicFrame>
        <p:nvGraphicFramePr>
          <p:cNvPr id="4" name="内容占位符 3">
            <a:extLst>
              <a:ext uri="{FF2B5EF4-FFF2-40B4-BE49-F238E27FC236}">
                <a16:creationId xmlns:a16="http://schemas.microsoft.com/office/drawing/2014/main" id="{0688308C-651C-B1A4-75EC-23384A789633}"/>
              </a:ext>
            </a:extLst>
          </p:cNvPr>
          <p:cNvGraphicFramePr>
            <a:graphicFrameLocks noGrp="1"/>
          </p:cNvGraphicFramePr>
          <p:nvPr>
            <p:ph idx="1"/>
            <p:extLst>
              <p:ext uri="{D42A27DB-BD31-4B8C-83A1-F6EECF244321}">
                <p14:modId xmlns:p14="http://schemas.microsoft.com/office/powerpoint/2010/main" val="1165958399"/>
              </p:ext>
            </p:extLst>
          </p:nvPr>
        </p:nvGraphicFramePr>
        <p:xfrm>
          <a:off x="1295400" y="2772384"/>
          <a:ext cx="9601197" cy="287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页脚占位符 2">
            <a:extLst>
              <a:ext uri="{FF2B5EF4-FFF2-40B4-BE49-F238E27FC236}">
                <a16:creationId xmlns:a16="http://schemas.microsoft.com/office/drawing/2014/main" id="{605EBF3B-4F3C-CF5A-5C91-C0BAC3AF133F}"/>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04FEF64E-19D2-0C88-974D-C19BA8D0F0DB}"/>
              </a:ext>
            </a:extLst>
          </p:cNvPr>
          <p:cNvSpPr>
            <a:spLocks noGrp="1"/>
          </p:cNvSpPr>
          <p:nvPr>
            <p:ph type="sldNum" sz="quarter" idx="12"/>
          </p:nvPr>
        </p:nvSpPr>
        <p:spPr/>
        <p:txBody>
          <a:bodyPr/>
          <a:lstStyle/>
          <a:p>
            <a:fld id="{6D22F896-40B5-4ADD-8801-0D06FADFA095}" type="slidenum">
              <a:rPr lang="en-US" smtClean="0"/>
              <a:t>7</a:t>
            </a:fld>
            <a:endParaRPr lang="en-US" dirty="0"/>
          </a:p>
        </p:txBody>
      </p:sp>
    </p:spTree>
    <p:extLst>
      <p:ext uri="{BB962C8B-B14F-4D97-AF65-F5344CB8AC3E}">
        <p14:creationId xmlns:p14="http://schemas.microsoft.com/office/powerpoint/2010/main" val="1772030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5FE778-2CC6-149C-7F05-56FF23D71B56}"/>
              </a:ext>
            </a:extLst>
          </p:cNvPr>
          <p:cNvSpPr>
            <a:spLocks noGrp="1"/>
          </p:cNvSpPr>
          <p:nvPr>
            <p:ph type="title"/>
          </p:nvPr>
        </p:nvSpPr>
        <p:spPr/>
        <p:txBody>
          <a:bodyPr/>
          <a:lstStyle/>
          <a:p>
            <a:pPr algn="l"/>
            <a:r>
              <a:rPr lang="zh-CN" altLang="en-US" dirty="0"/>
              <a:t>何谓视角？（回想下“比较”）</a:t>
            </a:r>
          </a:p>
        </p:txBody>
      </p:sp>
      <p:graphicFrame>
        <p:nvGraphicFramePr>
          <p:cNvPr id="4" name="内容占位符 3">
            <a:extLst>
              <a:ext uri="{FF2B5EF4-FFF2-40B4-BE49-F238E27FC236}">
                <a16:creationId xmlns:a16="http://schemas.microsoft.com/office/drawing/2014/main" id="{3B262B33-1236-F1E7-9CEB-7AA12DF83D98}"/>
              </a:ext>
            </a:extLst>
          </p:cNvPr>
          <p:cNvGraphicFramePr>
            <a:graphicFrameLocks noGrp="1"/>
          </p:cNvGraphicFramePr>
          <p:nvPr>
            <p:ph idx="1"/>
            <p:extLst>
              <p:ext uri="{D42A27DB-BD31-4B8C-83A1-F6EECF244321}">
                <p14:modId xmlns:p14="http://schemas.microsoft.com/office/powerpoint/2010/main" val="1744499763"/>
              </p:ext>
            </p:extLst>
          </p:nvPr>
        </p:nvGraphicFramePr>
        <p:xfrm>
          <a:off x="1295400" y="2557463"/>
          <a:ext cx="9601200"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页脚占位符 4">
            <a:extLst>
              <a:ext uri="{FF2B5EF4-FFF2-40B4-BE49-F238E27FC236}">
                <a16:creationId xmlns:a16="http://schemas.microsoft.com/office/drawing/2014/main" id="{86BC272B-F2C1-3AF8-65ED-2B7E272FEA21}"/>
              </a:ext>
            </a:extLst>
          </p:cNvPr>
          <p:cNvSpPr>
            <a:spLocks noGrp="1"/>
          </p:cNvSpPr>
          <p:nvPr>
            <p:ph type="ftr" sz="quarter" idx="11"/>
          </p:nvPr>
        </p:nvSpPr>
        <p:spPr/>
        <p:txBody>
          <a:bodyPr/>
          <a:lstStyle/>
          <a:p>
            <a:r>
              <a:rPr lang="zh-CN" altLang="en-US"/>
              <a:t>宇宙第一水货</a:t>
            </a:r>
            <a:endParaRPr lang="en-US" dirty="0"/>
          </a:p>
        </p:txBody>
      </p:sp>
      <p:sp>
        <p:nvSpPr>
          <p:cNvPr id="6" name="灯片编号占位符 5">
            <a:extLst>
              <a:ext uri="{FF2B5EF4-FFF2-40B4-BE49-F238E27FC236}">
                <a16:creationId xmlns:a16="http://schemas.microsoft.com/office/drawing/2014/main" id="{78B46957-D639-3A06-431B-B6109A3D5F1B}"/>
              </a:ext>
            </a:extLst>
          </p:cNvPr>
          <p:cNvSpPr>
            <a:spLocks noGrp="1"/>
          </p:cNvSpPr>
          <p:nvPr>
            <p:ph type="sldNum" sz="quarter" idx="12"/>
          </p:nvPr>
        </p:nvSpPr>
        <p:spPr/>
        <p:txBody>
          <a:bodyPr/>
          <a:lstStyle/>
          <a:p>
            <a:fld id="{6D22F896-40B5-4ADD-8801-0D06FADFA095}" type="slidenum">
              <a:rPr lang="en-US" smtClean="0"/>
              <a:t>8</a:t>
            </a:fld>
            <a:endParaRPr lang="en-US" dirty="0"/>
          </a:p>
        </p:txBody>
      </p:sp>
    </p:spTree>
    <p:extLst>
      <p:ext uri="{BB962C8B-B14F-4D97-AF65-F5344CB8AC3E}">
        <p14:creationId xmlns:p14="http://schemas.microsoft.com/office/powerpoint/2010/main" val="2502497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151943-D3D0-3AD3-636D-5A8D1CE49D85}"/>
              </a:ext>
            </a:extLst>
          </p:cNvPr>
          <p:cNvSpPr>
            <a:spLocks noGrp="1"/>
          </p:cNvSpPr>
          <p:nvPr>
            <p:ph type="title"/>
          </p:nvPr>
        </p:nvSpPr>
        <p:spPr/>
        <p:txBody>
          <a:bodyPr/>
          <a:lstStyle/>
          <a:p>
            <a:r>
              <a:rPr lang="zh-CN" altLang="en-US" dirty="0"/>
              <a:t>假如让你想出一个全新的视角？</a:t>
            </a:r>
          </a:p>
        </p:txBody>
      </p:sp>
      <p:graphicFrame>
        <p:nvGraphicFramePr>
          <p:cNvPr id="4" name="内容占位符 3">
            <a:extLst>
              <a:ext uri="{FF2B5EF4-FFF2-40B4-BE49-F238E27FC236}">
                <a16:creationId xmlns:a16="http://schemas.microsoft.com/office/drawing/2014/main" id="{A4628E4D-5925-610C-62A0-438FFA74D898}"/>
              </a:ext>
            </a:extLst>
          </p:cNvPr>
          <p:cNvGraphicFramePr>
            <a:graphicFrameLocks noGrp="1"/>
          </p:cNvGraphicFramePr>
          <p:nvPr>
            <p:ph idx="1"/>
            <p:extLst>
              <p:ext uri="{D42A27DB-BD31-4B8C-83A1-F6EECF244321}">
                <p14:modId xmlns:p14="http://schemas.microsoft.com/office/powerpoint/2010/main" val="2463966463"/>
              </p:ext>
            </p:extLst>
          </p:nvPr>
        </p:nvGraphicFramePr>
        <p:xfrm>
          <a:off x="1295400" y="2557463"/>
          <a:ext cx="9601200"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页脚占位符 4">
            <a:extLst>
              <a:ext uri="{FF2B5EF4-FFF2-40B4-BE49-F238E27FC236}">
                <a16:creationId xmlns:a16="http://schemas.microsoft.com/office/drawing/2014/main" id="{7F2BC682-B7E1-12FC-75D5-E52F7E0BFB4D}"/>
              </a:ext>
            </a:extLst>
          </p:cNvPr>
          <p:cNvSpPr>
            <a:spLocks noGrp="1"/>
          </p:cNvSpPr>
          <p:nvPr>
            <p:ph type="ftr" sz="quarter" idx="11"/>
          </p:nvPr>
        </p:nvSpPr>
        <p:spPr/>
        <p:txBody>
          <a:bodyPr/>
          <a:lstStyle/>
          <a:p>
            <a:r>
              <a:rPr lang="zh-CN" altLang="en-US"/>
              <a:t>宇宙第一水货</a:t>
            </a:r>
            <a:endParaRPr lang="en-US" dirty="0"/>
          </a:p>
        </p:txBody>
      </p:sp>
      <p:sp>
        <p:nvSpPr>
          <p:cNvPr id="6" name="灯片编号占位符 5">
            <a:extLst>
              <a:ext uri="{FF2B5EF4-FFF2-40B4-BE49-F238E27FC236}">
                <a16:creationId xmlns:a16="http://schemas.microsoft.com/office/drawing/2014/main" id="{011E4CED-E632-746C-B056-FB2C3F28D38E}"/>
              </a:ext>
            </a:extLst>
          </p:cNvPr>
          <p:cNvSpPr>
            <a:spLocks noGrp="1"/>
          </p:cNvSpPr>
          <p:nvPr>
            <p:ph type="sldNum" sz="quarter" idx="12"/>
          </p:nvPr>
        </p:nvSpPr>
        <p:spPr/>
        <p:txBody>
          <a:bodyPr/>
          <a:lstStyle/>
          <a:p>
            <a:fld id="{6D22F896-40B5-4ADD-8801-0D06FADFA095}" type="slidenum">
              <a:rPr lang="en-US" smtClean="0"/>
              <a:t>9</a:t>
            </a:fld>
            <a:endParaRPr lang="en-US" dirty="0"/>
          </a:p>
        </p:txBody>
      </p:sp>
    </p:spTree>
    <p:extLst>
      <p:ext uri="{BB962C8B-B14F-4D97-AF65-F5344CB8AC3E}">
        <p14:creationId xmlns:p14="http://schemas.microsoft.com/office/powerpoint/2010/main" val="1595396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67C60A-FAE7-921D-68DC-2701B1B2DDC2}"/>
              </a:ext>
            </a:extLst>
          </p:cNvPr>
          <p:cNvSpPr>
            <a:spLocks noGrp="1"/>
          </p:cNvSpPr>
          <p:nvPr>
            <p:ph type="title"/>
          </p:nvPr>
        </p:nvSpPr>
        <p:spPr/>
        <p:txBody>
          <a:bodyPr/>
          <a:lstStyle/>
          <a:p>
            <a:r>
              <a:rPr lang="zh-CN" altLang="en-US" dirty="0"/>
              <a:t>邓小平时代</a:t>
            </a:r>
          </a:p>
        </p:txBody>
      </p:sp>
      <p:graphicFrame>
        <p:nvGraphicFramePr>
          <p:cNvPr id="4" name="内容占位符 3">
            <a:extLst>
              <a:ext uri="{FF2B5EF4-FFF2-40B4-BE49-F238E27FC236}">
                <a16:creationId xmlns:a16="http://schemas.microsoft.com/office/drawing/2014/main" id="{F0A52AE7-996E-4DB1-9AEB-78521DC76EC7}"/>
              </a:ext>
            </a:extLst>
          </p:cNvPr>
          <p:cNvGraphicFramePr>
            <a:graphicFrameLocks noGrp="1"/>
          </p:cNvGraphicFramePr>
          <p:nvPr>
            <p:ph idx="1"/>
            <p:extLst>
              <p:ext uri="{D42A27DB-BD31-4B8C-83A1-F6EECF244321}">
                <p14:modId xmlns:p14="http://schemas.microsoft.com/office/powerpoint/2010/main" val="1873282183"/>
              </p:ext>
            </p:extLst>
          </p:nvPr>
        </p:nvGraphicFramePr>
        <p:xfrm>
          <a:off x="1295400" y="2557463"/>
          <a:ext cx="9601200"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页脚占位符 4">
            <a:extLst>
              <a:ext uri="{FF2B5EF4-FFF2-40B4-BE49-F238E27FC236}">
                <a16:creationId xmlns:a16="http://schemas.microsoft.com/office/drawing/2014/main" id="{412C4702-2BC7-B67A-5983-4457A6FD6492}"/>
              </a:ext>
            </a:extLst>
          </p:cNvPr>
          <p:cNvSpPr>
            <a:spLocks noGrp="1"/>
          </p:cNvSpPr>
          <p:nvPr>
            <p:ph type="ftr" sz="quarter" idx="11"/>
          </p:nvPr>
        </p:nvSpPr>
        <p:spPr/>
        <p:txBody>
          <a:bodyPr/>
          <a:lstStyle/>
          <a:p>
            <a:r>
              <a:rPr lang="zh-CN" altLang="en-US"/>
              <a:t>宇宙第一水货</a:t>
            </a:r>
            <a:endParaRPr lang="en-US" dirty="0"/>
          </a:p>
        </p:txBody>
      </p:sp>
      <p:sp>
        <p:nvSpPr>
          <p:cNvPr id="6" name="灯片编号占位符 5">
            <a:extLst>
              <a:ext uri="{FF2B5EF4-FFF2-40B4-BE49-F238E27FC236}">
                <a16:creationId xmlns:a16="http://schemas.microsoft.com/office/drawing/2014/main" id="{208E4D18-113D-4D65-21C7-D8F6E0A1E271}"/>
              </a:ext>
            </a:extLst>
          </p:cNvPr>
          <p:cNvSpPr>
            <a:spLocks noGrp="1"/>
          </p:cNvSpPr>
          <p:nvPr>
            <p:ph type="sldNum" sz="quarter" idx="12"/>
          </p:nvPr>
        </p:nvSpPr>
        <p:spPr/>
        <p:txBody>
          <a:bodyPr/>
          <a:lstStyle/>
          <a:p>
            <a:fld id="{6D22F896-40B5-4ADD-8801-0D06FADFA095}" type="slidenum">
              <a:rPr lang="en-US" smtClean="0"/>
              <a:t>10</a:t>
            </a:fld>
            <a:endParaRPr lang="en-US" dirty="0"/>
          </a:p>
        </p:txBody>
      </p:sp>
    </p:spTree>
    <p:extLst>
      <p:ext uri="{BB962C8B-B14F-4D97-AF65-F5344CB8AC3E}">
        <p14:creationId xmlns:p14="http://schemas.microsoft.com/office/powerpoint/2010/main" val="4235248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A035DF-6453-9998-36EB-0464E2B12D20}"/>
              </a:ext>
            </a:extLst>
          </p:cNvPr>
          <p:cNvSpPr>
            <a:spLocks noGrp="1"/>
          </p:cNvSpPr>
          <p:nvPr>
            <p:ph type="title"/>
          </p:nvPr>
        </p:nvSpPr>
        <p:spPr/>
        <p:txBody>
          <a:bodyPr/>
          <a:lstStyle/>
          <a:p>
            <a:r>
              <a:rPr lang="zh-CN" altLang="en-US" dirty="0"/>
              <a:t>寻找一条富国之路</a:t>
            </a:r>
          </a:p>
        </p:txBody>
      </p:sp>
      <p:sp>
        <p:nvSpPr>
          <p:cNvPr id="3" name="内容占位符 2">
            <a:extLst>
              <a:ext uri="{FF2B5EF4-FFF2-40B4-BE49-F238E27FC236}">
                <a16:creationId xmlns:a16="http://schemas.microsoft.com/office/drawing/2014/main" id="{0E355F29-7883-0EE9-B64A-B71D5F73067E}"/>
              </a:ext>
            </a:extLst>
          </p:cNvPr>
          <p:cNvSpPr>
            <a:spLocks noGrp="1"/>
          </p:cNvSpPr>
          <p:nvPr>
            <p:ph idx="1"/>
          </p:nvPr>
        </p:nvSpPr>
        <p:spPr/>
        <p:txBody>
          <a:bodyPr/>
          <a:lstStyle/>
          <a:p>
            <a:r>
              <a:rPr lang="zh-CN" altLang="en-US" dirty="0"/>
              <a:t>贫穷不是社会主义</a:t>
            </a:r>
            <a:endParaRPr lang="en-US" altLang="zh-CN" dirty="0"/>
          </a:p>
          <a:p>
            <a:r>
              <a:rPr lang="zh-CN" altLang="en-US" dirty="0"/>
              <a:t>苏联模式还是美国模式</a:t>
            </a:r>
            <a:endParaRPr lang="en-US" altLang="zh-CN" dirty="0"/>
          </a:p>
          <a:p>
            <a:r>
              <a:rPr lang="zh-CN" altLang="en-US" dirty="0"/>
              <a:t>美国模式：要不要休克疗法？</a:t>
            </a:r>
            <a:endParaRPr lang="en-US" altLang="zh-CN" dirty="0"/>
          </a:p>
          <a:p>
            <a:r>
              <a:rPr lang="zh-CN" altLang="en-US" dirty="0"/>
              <a:t>邓小平的</a:t>
            </a:r>
            <a:r>
              <a:rPr lang="en-US" altLang="zh-CN" dirty="0"/>
              <a:t>92</a:t>
            </a:r>
            <a:r>
              <a:rPr lang="zh-CN" altLang="en-US" dirty="0"/>
              <a:t>南巡讲话的核心之一</a:t>
            </a:r>
            <a:endParaRPr lang="en-US" altLang="zh-CN" dirty="0"/>
          </a:p>
        </p:txBody>
      </p:sp>
      <p:sp>
        <p:nvSpPr>
          <p:cNvPr id="4" name="页脚占位符 3">
            <a:extLst>
              <a:ext uri="{FF2B5EF4-FFF2-40B4-BE49-F238E27FC236}">
                <a16:creationId xmlns:a16="http://schemas.microsoft.com/office/drawing/2014/main" id="{54B18F42-A8FB-B2F6-FE09-D2F1225A5352}"/>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DBD577F8-40BB-E501-E102-7DDD9316B4C1}"/>
              </a:ext>
            </a:extLst>
          </p:cNvPr>
          <p:cNvSpPr>
            <a:spLocks noGrp="1"/>
          </p:cNvSpPr>
          <p:nvPr>
            <p:ph type="sldNum" sz="quarter" idx="12"/>
          </p:nvPr>
        </p:nvSpPr>
        <p:spPr/>
        <p:txBody>
          <a:bodyPr/>
          <a:lstStyle/>
          <a:p>
            <a:fld id="{6D22F896-40B5-4ADD-8801-0D06FADFA095}" type="slidenum">
              <a:rPr lang="en-US" smtClean="0"/>
              <a:t>11</a:t>
            </a:fld>
            <a:endParaRPr lang="en-US" dirty="0"/>
          </a:p>
        </p:txBody>
      </p:sp>
    </p:spTree>
    <p:extLst>
      <p:ext uri="{BB962C8B-B14F-4D97-AF65-F5344CB8AC3E}">
        <p14:creationId xmlns:p14="http://schemas.microsoft.com/office/powerpoint/2010/main" val="157321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A0276B-38CD-EB6E-3B7E-10435398AA96}"/>
              </a:ext>
            </a:extLst>
          </p:cNvPr>
          <p:cNvSpPr>
            <a:spLocks noGrp="1"/>
          </p:cNvSpPr>
          <p:nvPr>
            <p:ph type="title"/>
          </p:nvPr>
        </p:nvSpPr>
        <p:spPr/>
        <p:txBody>
          <a:bodyPr/>
          <a:lstStyle/>
          <a:p>
            <a:r>
              <a:rPr lang="zh-CN" altLang="en-US" dirty="0"/>
              <a:t>新视角：社会主义市场经济</a:t>
            </a:r>
          </a:p>
        </p:txBody>
      </p:sp>
      <p:sp>
        <p:nvSpPr>
          <p:cNvPr id="3" name="内容占位符 2">
            <a:extLst>
              <a:ext uri="{FF2B5EF4-FFF2-40B4-BE49-F238E27FC236}">
                <a16:creationId xmlns:a16="http://schemas.microsoft.com/office/drawing/2014/main" id="{FA34FF22-7ADE-623E-0DA5-C8A6191608DF}"/>
              </a:ext>
            </a:extLst>
          </p:cNvPr>
          <p:cNvSpPr>
            <a:spLocks noGrp="1"/>
          </p:cNvSpPr>
          <p:nvPr>
            <p:ph idx="1"/>
          </p:nvPr>
        </p:nvSpPr>
        <p:spPr/>
        <p:txBody>
          <a:bodyPr/>
          <a:lstStyle/>
          <a:p>
            <a:r>
              <a:rPr lang="zh-CN" altLang="en-US" dirty="0"/>
              <a:t>首先，不改革，不开放，死路一条</a:t>
            </a:r>
            <a:endParaRPr lang="en-US" altLang="zh-CN" dirty="0"/>
          </a:p>
          <a:p>
            <a:pPr lvl="1"/>
            <a:r>
              <a:rPr lang="zh-CN" altLang="en-US" dirty="0"/>
              <a:t>为什么这么说？因为苏联的前车之鉴</a:t>
            </a:r>
            <a:endParaRPr lang="en-US" altLang="zh-CN" dirty="0"/>
          </a:p>
          <a:p>
            <a:r>
              <a:rPr lang="zh-CN" altLang="en-US" dirty="0"/>
              <a:t>其次，盲目改革，盲目开放，也是思路一条</a:t>
            </a:r>
            <a:endParaRPr lang="en-US" altLang="zh-CN" dirty="0"/>
          </a:p>
          <a:p>
            <a:pPr lvl="1"/>
            <a:r>
              <a:rPr lang="zh-CN" altLang="en-US" dirty="0"/>
              <a:t>为什么这么说？因为领导权将被资产阶级窃取</a:t>
            </a:r>
            <a:endParaRPr lang="en-US" altLang="zh-CN" dirty="0"/>
          </a:p>
          <a:p>
            <a:r>
              <a:rPr lang="zh-CN" altLang="en-US" dirty="0"/>
              <a:t>最后，摸着石头过河，著名的“猫论”</a:t>
            </a:r>
            <a:endParaRPr lang="en-US" altLang="zh-CN" dirty="0"/>
          </a:p>
          <a:p>
            <a:pPr lvl="1"/>
            <a:r>
              <a:rPr lang="zh-CN" altLang="en-US" dirty="0"/>
              <a:t>为什么这么说？保证共产党政权，保证国民富裕幸福，古往今来没有案例</a:t>
            </a:r>
          </a:p>
        </p:txBody>
      </p:sp>
      <p:sp>
        <p:nvSpPr>
          <p:cNvPr id="4" name="页脚占位符 3">
            <a:extLst>
              <a:ext uri="{FF2B5EF4-FFF2-40B4-BE49-F238E27FC236}">
                <a16:creationId xmlns:a16="http://schemas.microsoft.com/office/drawing/2014/main" id="{8FCC03AA-C957-76B9-6BA9-C56421F89048}"/>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434BF60F-075C-2A34-097B-EAF0FACC16CC}"/>
              </a:ext>
            </a:extLst>
          </p:cNvPr>
          <p:cNvSpPr>
            <a:spLocks noGrp="1"/>
          </p:cNvSpPr>
          <p:nvPr>
            <p:ph type="sldNum" sz="quarter" idx="12"/>
          </p:nvPr>
        </p:nvSpPr>
        <p:spPr/>
        <p:txBody>
          <a:bodyPr/>
          <a:lstStyle/>
          <a:p>
            <a:fld id="{6D22F896-40B5-4ADD-8801-0D06FADFA095}" type="slidenum">
              <a:rPr lang="en-US" smtClean="0"/>
              <a:t>12</a:t>
            </a:fld>
            <a:endParaRPr lang="en-US" dirty="0"/>
          </a:p>
        </p:txBody>
      </p:sp>
    </p:spTree>
    <p:extLst>
      <p:ext uri="{BB962C8B-B14F-4D97-AF65-F5344CB8AC3E}">
        <p14:creationId xmlns:p14="http://schemas.microsoft.com/office/powerpoint/2010/main" val="1545873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9ABA85-1B01-4755-9944-2374269E7F7E}"/>
              </a:ext>
            </a:extLst>
          </p:cNvPr>
          <p:cNvSpPr>
            <a:spLocks noGrp="1"/>
          </p:cNvSpPr>
          <p:nvPr>
            <p:ph type="title"/>
          </p:nvPr>
        </p:nvSpPr>
        <p:spPr/>
        <p:txBody>
          <a:bodyPr/>
          <a:lstStyle/>
          <a:p>
            <a:r>
              <a:rPr lang="zh-CN" altLang="en-US" dirty="0"/>
              <a:t>小平，您好</a:t>
            </a:r>
          </a:p>
        </p:txBody>
      </p:sp>
      <p:sp>
        <p:nvSpPr>
          <p:cNvPr id="4" name="文本占位符 3">
            <a:extLst>
              <a:ext uri="{FF2B5EF4-FFF2-40B4-BE49-F238E27FC236}">
                <a16:creationId xmlns:a16="http://schemas.microsoft.com/office/drawing/2014/main" id="{BC704FA3-DDBE-15C7-9789-EAEB9AE26CFC}"/>
              </a:ext>
            </a:extLst>
          </p:cNvPr>
          <p:cNvSpPr>
            <a:spLocks noGrp="1"/>
          </p:cNvSpPr>
          <p:nvPr>
            <p:ph type="body" idx="1"/>
          </p:nvPr>
        </p:nvSpPr>
        <p:spPr/>
        <p:txBody>
          <a:bodyPr/>
          <a:lstStyle/>
          <a:p>
            <a:r>
              <a:rPr lang="zh-CN" altLang="en-US" dirty="0"/>
              <a:t>要掌握“视角”的奥秘，你需要体会小平同志的思考方式</a:t>
            </a:r>
          </a:p>
        </p:txBody>
      </p:sp>
      <p:sp>
        <p:nvSpPr>
          <p:cNvPr id="5" name="页脚占位符 4">
            <a:extLst>
              <a:ext uri="{FF2B5EF4-FFF2-40B4-BE49-F238E27FC236}">
                <a16:creationId xmlns:a16="http://schemas.microsoft.com/office/drawing/2014/main" id="{710C3DEE-8ED7-CF4D-2D77-E39A765BDD15}"/>
              </a:ext>
            </a:extLst>
          </p:cNvPr>
          <p:cNvSpPr>
            <a:spLocks noGrp="1"/>
          </p:cNvSpPr>
          <p:nvPr>
            <p:ph type="ftr" sz="quarter" idx="11"/>
          </p:nvPr>
        </p:nvSpPr>
        <p:spPr/>
        <p:txBody>
          <a:bodyPr/>
          <a:lstStyle/>
          <a:p>
            <a:r>
              <a:rPr lang="zh-CN" altLang="en-US"/>
              <a:t>宇宙第一水货</a:t>
            </a:r>
            <a:endParaRPr lang="en-US" dirty="0"/>
          </a:p>
        </p:txBody>
      </p:sp>
      <p:sp>
        <p:nvSpPr>
          <p:cNvPr id="6" name="灯片编号占位符 5">
            <a:extLst>
              <a:ext uri="{FF2B5EF4-FFF2-40B4-BE49-F238E27FC236}">
                <a16:creationId xmlns:a16="http://schemas.microsoft.com/office/drawing/2014/main" id="{8CC86EBD-D793-F3C7-2DEA-88B1609268D1}"/>
              </a:ext>
            </a:extLst>
          </p:cNvPr>
          <p:cNvSpPr>
            <a:spLocks noGrp="1"/>
          </p:cNvSpPr>
          <p:nvPr>
            <p:ph type="sldNum" sz="quarter" idx="12"/>
          </p:nvPr>
        </p:nvSpPr>
        <p:spPr/>
        <p:txBody>
          <a:bodyPr/>
          <a:lstStyle/>
          <a:p>
            <a:fld id="{6D22F896-40B5-4ADD-8801-0D06FADFA095}" type="slidenum">
              <a:rPr lang="en-US" smtClean="0"/>
              <a:t>13</a:t>
            </a:fld>
            <a:endParaRPr lang="en-US" dirty="0"/>
          </a:p>
        </p:txBody>
      </p:sp>
    </p:spTree>
    <p:extLst>
      <p:ext uri="{BB962C8B-B14F-4D97-AF65-F5344CB8AC3E}">
        <p14:creationId xmlns:p14="http://schemas.microsoft.com/office/powerpoint/2010/main" val="1291300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87266C-9C0F-4EB3-B9A0-FC46E44B20C4}"/>
              </a:ext>
            </a:extLst>
          </p:cNvPr>
          <p:cNvSpPr>
            <a:spLocks noGrp="1"/>
          </p:cNvSpPr>
          <p:nvPr>
            <p:ph type="title"/>
          </p:nvPr>
        </p:nvSpPr>
        <p:spPr/>
        <p:txBody>
          <a:bodyPr/>
          <a:lstStyle/>
          <a:p>
            <a:r>
              <a:rPr lang="zh-CN" altLang="en-US" dirty="0"/>
              <a:t>二、人工智能与论文格式</a:t>
            </a:r>
          </a:p>
        </p:txBody>
      </p:sp>
      <p:sp>
        <p:nvSpPr>
          <p:cNvPr id="3" name="文本占位符 2">
            <a:extLst>
              <a:ext uri="{FF2B5EF4-FFF2-40B4-BE49-F238E27FC236}">
                <a16:creationId xmlns:a16="http://schemas.microsoft.com/office/drawing/2014/main" id="{97F17EA6-FCDB-33E9-DBF9-1AF7D106393C}"/>
              </a:ext>
            </a:extLst>
          </p:cNvPr>
          <p:cNvSpPr>
            <a:spLocks noGrp="1"/>
          </p:cNvSpPr>
          <p:nvPr>
            <p:ph type="body" idx="1"/>
          </p:nvPr>
        </p:nvSpPr>
        <p:spPr/>
        <p:txBody>
          <a:bodyPr/>
          <a:lstStyle/>
          <a:p>
            <a:r>
              <a:rPr lang="zh-CN" altLang="en-US" dirty="0"/>
              <a:t>读书报告是学术论文的基础格式</a:t>
            </a:r>
          </a:p>
        </p:txBody>
      </p:sp>
      <p:sp>
        <p:nvSpPr>
          <p:cNvPr id="4" name="页脚占位符 3">
            <a:extLst>
              <a:ext uri="{FF2B5EF4-FFF2-40B4-BE49-F238E27FC236}">
                <a16:creationId xmlns:a16="http://schemas.microsoft.com/office/drawing/2014/main" id="{A828C900-3FB0-7A8E-7B64-4BD36B593DC0}"/>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A8A0F6A6-054E-1FAA-613E-04EB6D21F837}"/>
              </a:ext>
            </a:extLst>
          </p:cNvPr>
          <p:cNvSpPr>
            <a:spLocks noGrp="1"/>
          </p:cNvSpPr>
          <p:nvPr>
            <p:ph type="sldNum" sz="quarter" idx="12"/>
          </p:nvPr>
        </p:nvSpPr>
        <p:spPr/>
        <p:txBody>
          <a:bodyPr/>
          <a:lstStyle/>
          <a:p>
            <a:fld id="{6D22F896-40B5-4ADD-8801-0D06FADFA095}" type="slidenum">
              <a:rPr lang="en-US" smtClean="0"/>
              <a:t>14</a:t>
            </a:fld>
            <a:endParaRPr lang="en-US" dirty="0"/>
          </a:p>
        </p:txBody>
      </p:sp>
    </p:spTree>
    <p:extLst>
      <p:ext uri="{BB962C8B-B14F-4D97-AF65-F5344CB8AC3E}">
        <p14:creationId xmlns:p14="http://schemas.microsoft.com/office/powerpoint/2010/main" val="1371851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ECE15BC-6952-79C4-1D9B-C7910281A020}"/>
              </a:ext>
            </a:extLst>
          </p:cNvPr>
          <p:cNvSpPr>
            <a:spLocks noGrp="1"/>
          </p:cNvSpPr>
          <p:nvPr>
            <p:ph type="title"/>
          </p:nvPr>
        </p:nvSpPr>
        <p:spPr/>
        <p:txBody>
          <a:bodyPr/>
          <a:lstStyle/>
          <a:p>
            <a:r>
              <a:rPr lang="zh-CN" altLang="en-US" dirty="0"/>
              <a:t>二、人工智能辅助“视角”</a:t>
            </a:r>
          </a:p>
        </p:txBody>
      </p:sp>
      <p:sp>
        <p:nvSpPr>
          <p:cNvPr id="6" name="文本占位符 5">
            <a:extLst>
              <a:ext uri="{FF2B5EF4-FFF2-40B4-BE49-F238E27FC236}">
                <a16:creationId xmlns:a16="http://schemas.microsoft.com/office/drawing/2014/main" id="{84E69A28-CF82-FC7B-5572-03F4C328448F}"/>
              </a:ext>
            </a:extLst>
          </p:cNvPr>
          <p:cNvSpPr>
            <a:spLocks noGrp="1"/>
          </p:cNvSpPr>
          <p:nvPr>
            <p:ph type="body" idx="1"/>
          </p:nvPr>
        </p:nvSpPr>
        <p:spPr/>
        <p:txBody>
          <a:bodyPr/>
          <a:lstStyle/>
          <a:p>
            <a:r>
              <a:rPr lang="zh-CN" altLang="en-US" dirty="0"/>
              <a:t>假如我没有任何想法，怎么办？</a:t>
            </a:r>
          </a:p>
        </p:txBody>
      </p:sp>
      <p:sp>
        <p:nvSpPr>
          <p:cNvPr id="7" name="页脚占位符 6">
            <a:extLst>
              <a:ext uri="{FF2B5EF4-FFF2-40B4-BE49-F238E27FC236}">
                <a16:creationId xmlns:a16="http://schemas.microsoft.com/office/drawing/2014/main" id="{02101D0D-C2E6-E118-7D92-D31968EBAFFB}"/>
              </a:ext>
            </a:extLst>
          </p:cNvPr>
          <p:cNvSpPr>
            <a:spLocks noGrp="1"/>
          </p:cNvSpPr>
          <p:nvPr>
            <p:ph type="ftr" sz="quarter" idx="11"/>
          </p:nvPr>
        </p:nvSpPr>
        <p:spPr/>
        <p:txBody>
          <a:bodyPr/>
          <a:lstStyle/>
          <a:p>
            <a:r>
              <a:rPr lang="zh-CN" altLang="en-US"/>
              <a:t>宇宙第一水货</a:t>
            </a:r>
            <a:endParaRPr lang="en-US" dirty="0"/>
          </a:p>
        </p:txBody>
      </p:sp>
      <p:sp>
        <p:nvSpPr>
          <p:cNvPr id="8" name="灯片编号占位符 7">
            <a:extLst>
              <a:ext uri="{FF2B5EF4-FFF2-40B4-BE49-F238E27FC236}">
                <a16:creationId xmlns:a16="http://schemas.microsoft.com/office/drawing/2014/main" id="{A0D631A6-A4F8-5D6D-8CCB-E51157D23B8B}"/>
              </a:ext>
            </a:extLst>
          </p:cNvPr>
          <p:cNvSpPr>
            <a:spLocks noGrp="1"/>
          </p:cNvSpPr>
          <p:nvPr>
            <p:ph type="sldNum" sz="quarter" idx="12"/>
          </p:nvPr>
        </p:nvSpPr>
        <p:spPr/>
        <p:txBody>
          <a:bodyPr/>
          <a:lstStyle/>
          <a:p>
            <a:fld id="{6D22F896-40B5-4ADD-8801-0D06FADFA095}" type="slidenum">
              <a:rPr lang="en-US" smtClean="0"/>
              <a:t>15</a:t>
            </a:fld>
            <a:endParaRPr lang="en-US" dirty="0"/>
          </a:p>
        </p:txBody>
      </p:sp>
    </p:spTree>
    <p:extLst>
      <p:ext uri="{BB962C8B-B14F-4D97-AF65-F5344CB8AC3E}">
        <p14:creationId xmlns:p14="http://schemas.microsoft.com/office/powerpoint/2010/main" val="3361492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CD85FAC-2212-C01F-3FE7-798A06A57C8E}"/>
              </a:ext>
            </a:extLst>
          </p:cNvPr>
          <p:cNvSpPr>
            <a:spLocks noGrp="1"/>
          </p:cNvSpPr>
          <p:nvPr>
            <p:ph type="title"/>
          </p:nvPr>
        </p:nvSpPr>
        <p:spPr/>
        <p:txBody>
          <a:bodyPr/>
          <a:lstStyle/>
          <a:p>
            <a:r>
              <a:rPr lang="zh-CN" altLang="en-US" dirty="0"/>
              <a:t>人工智能的提示方法（六步法）</a:t>
            </a:r>
          </a:p>
        </p:txBody>
      </p:sp>
      <p:graphicFrame>
        <p:nvGraphicFramePr>
          <p:cNvPr id="6" name="内容占位符 5">
            <a:extLst>
              <a:ext uri="{FF2B5EF4-FFF2-40B4-BE49-F238E27FC236}">
                <a16:creationId xmlns:a16="http://schemas.microsoft.com/office/drawing/2014/main" id="{C19F0A23-6C56-276D-73F9-8AC24C10C9CE}"/>
              </a:ext>
            </a:extLst>
          </p:cNvPr>
          <p:cNvGraphicFramePr>
            <a:graphicFrameLocks noGrp="1"/>
          </p:cNvGraphicFramePr>
          <p:nvPr>
            <p:ph idx="1"/>
            <p:extLst>
              <p:ext uri="{D42A27DB-BD31-4B8C-83A1-F6EECF244321}">
                <p14:modId xmlns:p14="http://schemas.microsoft.com/office/powerpoint/2010/main" val="830744629"/>
              </p:ext>
            </p:extLst>
          </p:nvPr>
        </p:nvGraphicFramePr>
        <p:xfrm>
          <a:off x="1295401" y="2556932"/>
          <a:ext cx="9601196" cy="3318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页脚占位符 6">
            <a:extLst>
              <a:ext uri="{FF2B5EF4-FFF2-40B4-BE49-F238E27FC236}">
                <a16:creationId xmlns:a16="http://schemas.microsoft.com/office/drawing/2014/main" id="{7DA74149-1706-43FA-B31C-63D4D1ADF820}"/>
              </a:ext>
            </a:extLst>
          </p:cNvPr>
          <p:cNvSpPr>
            <a:spLocks noGrp="1"/>
          </p:cNvSpPr>
          <p:nvPr>
            <p:ph type="ftr" sz="quarter" idx="11"/>
          </p:nvPr>
        </p:nvSpPr>
        <p:spPr/>
        <p:txBody>
          <a:bodyPr/>
          <a:lstStyle/>
          <a:p>
            <a:r>
              <a:rPr lang="zh-CN" altLang="en-US"/>
              <a:t>宇宙第一水货</a:t>
            </a:r>
            <a:endParaRPr lang="en-US" dirty="0"/>
          </a:p>
        </p:txBody>
      </p:sp>
      <p:sp>
        <p:nvSpPr>
          <p:cNvPr id="8" name="灯片编号占位符 7">
            <a:extLst>
              <a:ext uri="{FF2B5EF4-FFF2-40B4-BE49-F238E27FC236}">
                <a16:creationId xmlns:a16="http://schemas.microsoft.com/office/drawing/2014/main" id="{B45B4D05-5BC0-4062-EA64-BEFE42DBCE70}"/>
              </a:ext>
            </a:extLst>
          </p:cNvPr>
          <p:cNvSpPr>
            <a:spLocks noGrp="1"/>
          </p:cNvSpPr>
          <p:nvPr>
            <p:ph type="sldNum" sz="quarter" idx="12"/>
          </p:nvPr>
        </p:nvSpPr>
        <p:spPr/>
        <p:txBody>
          <a:bodyPr/>
          <a:lstStyle/>
          <a:p>
            <a:fld id="{6D22F896-40B5-4ADD-8801-0D06FADFA095}" type="slidenum">
              <a:rPr lang="en-US" smtClean="0"/>
              <a:t>16</a:t>
            </a:fld>
            <a:endParaRPr lang="en-US" dirty="0"/>
          </a:p>
        </p:txBody>
      </p:sp>
    </p:spTree>
    <p:extLst>
      <p:ext uri="{BB962C8B-B14F-4D97-AF65-F5344CB8AC3E}">
        <p14:creationId xmlns:p14="http://schemas.microsoft.com/office/powerpoint/2010/main" val="3248284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249124-7309-2064-30F6-1BC84EB4E741}"/>
              </a:ext>
            </a:extLst>
          </p:cNvPr>
          <p:cNvSpPr>
            <a:spLocks noGrp="1"/>
          </p:cNvSpPr>
          <p:nvPr>
            <p:ph type="title"/>
          </p:nvPr>
        </p:nvSpPr>
        <p:spPr/>
        <p:txBody>
          <a:bodyPr/>
          <a:lstStyle/>
          <a:p>
            <a:r>
              <a:rPr lang="en-US" altLang="zh-CN" dirty="0"/>
              <a:t>1. </a:t>
            </a:r>
            <a:r>
              <a:rPr lang="zh-CN" altLang="en-US" dirty="0"/>
              <a:t>明确任务</a:t>
            </a:r>
          </a:p>
        </p:txBody>
      </p:sp>
      <p:sp>
        <p:nvSpPr>
          <p:cNvPr id="3" name="内容占位符 2">
            <a:extLst>
              <a:ext uri="{FF2B5EF4-FFF2-40B4-BE49-F238E27FC236}">
                <a16:creationId xmlns:a16="http://schemas.microsoft.com/office/drawing/2014/main" id="{9A25A770-AB11-E0B0-1D88-D592B5335251}"/>
              </a:ext>
            </a:extLst>
          </p:cNvPr>
          <p:cNvSpPr>
            <a:spLocks noGrp="1"/>
          </p:cNvSpPr>
          <p:nvPr>
            <p:ph idx="1"/>
          </p:nvPr>
        </p:nvSpPr>
        <p:spPr/>
        <p:txBody>
          <a:bodyPr/>
          <a:lstStyle/>
          <a:p>
            <a:r>
              <a:rPr lang="zh-CN" altLang="en-US" dirty="0">
                <a:solidFill>
                  <a:srgbClr val="FF0000"/>
                </a:solidFill>
              </a:rPr>
              <a:t>错误：</a:t>
            </a:r>
            <a:r>
              <a:rPr lang="zh-CN" altLang="en-US" strike="sngStrike" dirty="0"/>
              <a:t>帮我写一篇“邓小平时代”的读书报告</a:t>
            </a:r>
            <a:endParaRPr lang="en-US" altLang="zh-CN" strike="sngStrike" dirty="0"/>
          </a:p>
          <a:p>
            <a:r>
              <a:rPr lang="zh-CN" altLang="en-US" dirty="0">
                <a:solidFill>
                  <a:srgbClr val="FF0000"/>
                </a:solidFill>
              </a:rPr>
              <a:t>分析：如果不会提问，可以要求</a:t>
            </a:r>
            <a:r>
              <a:rPr lang="en-US" altLang="zh-CN" dirty="0">
                <a:solidFill>
                  <a:srgbClr val="FF0000"/>
                </a:solidFill>
              </a:rPr>
              <a:t>AI</a:t>
            </a:r>
            <a:r>
              <a:rPr lang="zh-CN" altLang="en-US" dirty="0">
                <a:solidFill>
                  <a:srgbClr val="FF0000"/>
                </a:solidFill>
              </a:rPr>
              <a:t>帮你提问</a:t>
            </a:r>
            <a:r>
              <a:rPr lang="en-US" altLang="zh-CN" dirty="0">
                <a:solidFill>
                  <a:srgbClr val="FF0000"/>
                </a:solidFill>
              </a:rPr>
              <a:t>……</a:t>
            </a:r>
          </a:p>
          <a:p>
            <a:r>
              <a:rPr lang="zh-CN" altLang="en-US" dirty="0">
                <a:solidFill>
                  <a:srgbClr val="FF0000"/>
                </a:solidFill>
              </a:rPr>
              <a:t>正确：</a:t>
            </a:r>
            <a:r>
              <a:rPr lang="zh-CN" altLang="en-US" dirty="0"/>
              <a:t>我想写一篇“邓小平时代”的读书报告，但是我不知道应该如何提问才能让你帮我写出符合我想法的读书报告。请给我一些提示，让我可以据此提问。</a:t>
            </a:r>
            <a:endParaRPr lang="en-US" altLang="zh-CN" dirty="0"/>
          </a:p>
        </p:txBody>
      </p:sp>
      <p:sp>
        <p:nvSpPr>
          <p:cNvPr id="4" name="页脚占位符 3">
            <a:extLst>
              <a:ext uri="{FF2B5EF4-FFF2-40B4-BE49-F238E27FC236}">
                <a16:creationId xmlns:a16="http://schemas.microsoft.com/office/drawing/2014/main" id="{FA373DD9-618C-95A7-D742-FA7E25685811}"/>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4EE0502E-2845-1CEC-E394-DE82A2B482C7}"/>
              </a:ext>
            </a:extLst>
          </p:cNvPr>
          <p:cNvSpPr>
            <a:spLocks noGrp="1"/>
          </p:cNvSpPr>
          <p:nvPr>
            <p:ph type="sldNum" sz="quarter" idx="12"/>
          </p:nvPr>
        </p:nvSpPr>
        <p:spPr/>
        <p:txBody>
          <a:bodyPr/>
          <a:lstStyle/>
          <a:p>
            <a:fld id="{6D22F896-40B5-4ADD-8801-0D06FADFA095}" type="slidenum">
              <a:rPr lang="en-US" smtClean="0"/>
              <a:t>17</a:t>
            </a:fld>
            <a:endParaRPr lang="en-US" dirty="0"/>
          </a:p>
        </p:txBody>
      </p:sp>
    </p:spTree>
    <p:extLst>
      <p:ext uri="{BB962C8B-B14F-4D97-AF65-F5344CB8AC3E}">
        <p14:creationId xmlns:p14="http://schemas.microsoft.com/office/powerpoint/2010/main" val="3096630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B67132-5083-49BD-6A69-21E72059F0E0}"/>
              </a:ext>
            </a:extLst>
          </p:cNvPr>
          <p:cNvSpPr>
            <a:spLocks noGrp="1"/>
          </p:cNvSpPr>
          <p:nvPr>
            <p:ph type="title"/>
          </p:nvPr>
        </p:nvSpPr>
        <p:spPr/>
        <p:txBody>
          <a:bodyPr/>
          <a:lstStyle/>
          <a:p>
            <a:r>
              <a:rPr lang="en-US" altLang="zh-CN" dirty="0"/>
              <a:t>2. </a:t>
            </a:r>
            <a:r>
              <a:rPr lang="zh-CN" altLang="en-US" dirty="0"/>
              <a:t>提供背景</a:t>
            </a:r>
            <a:r>
              <a:rPr lang="en-US" altLang="zh-CN" dirty="0"/>
              <a:t> </a:t>
            </a:r>
            <a:endParaRPr lang="zh-CN" altLang="en-US" dirty="0"/>
          </a:p>
        </p:txBody>
      </p:sp>
      <p:sp>
        <p:nvSpPr>
          <p:cNvPr id="3" name="内容占位符 2">
            <a:extLst>
              <a:ext uri="{FF2B5EF4-FFF2-40B4-BE49-F238E27FC236}">
                <a16:creationId xmlns:a16="http://schemas.microsoft.com/office/drawing/2014/main" id="{C5CB496D-F3EA-B55D-F82E-65A0319088BB}"/>
              </a:ext>
            </a:extLst>
          </p:cNvPr>
          <p:cNvSpPr>
            <a:spLocks noGrp="1"/>
          </p:cNvSpPr>
          <p:nvPr>
            <p:ph idx="1"/>
          </p:nvPr>
        </p:nvSpPr>
        <p:spPr/>
        <p:txBody>
          <a:bodyPr/>
          <a:lstStyle/>
          <a:p>
            <a:r>
              <a:rPr lang="zh-CN" altLang="en-US" dirty="0">
                <a:solidFill>
                  <a:srgbClr val="FF0000"/>
                </a:solidFill>
              </a:rPr>
              <a:t>错误：</a:t>
            </a:r>
            <a:r>
              <a:rPr lang="zh-CN" altLang="en-US" strike="sngStrike" dirty="0"/>
              <a:t>请帮我写一篇读书报告，用于大学写作课。</a:t>
            </a:r>
            <a:endParaRPr lang="en-US" altLang="zh-CN" strike="sngStrike" dirty="0"/>
          </a:p>
          <a:p>
            <a:r>
              <a:rPr lang="zh-CN" altLang="en-US" dirty="0">
                <a:solidFill>
                  <a:srgbClr val="FF0000"/>
                </a:solidFill>
              </a:rPr>
              <a:t>分析：到底要提供怎样的背景，才能让</a:t>
            </a:r>
            <a:r>
              <a:rPr lang="en-US" altLang="zh-CN" dirty="0">
                <a:solidFill>
                  <a:srgbClr val="FF0000"/>
                </a:solidFill>
              </a:rPr>
              <a:t>AI </a:t>
            </a:r>
            <a:r>
              <a:rPr lang="zh-CN" altLang="en-US" dirty="0">
                <a:solidFill>
                  <a:srgbClr val="FF0000"/>
                </a:solidFill>
              </a:rPr>
              <a:t>懂呢？</a:t>
            </a:r>
            <a:r>
              <a:rPr lang="zh-CN" altLang="en-US" dirty="0">
                <a:solidFill>
                  <a:schemeClr val="tx1"/>
                </a:solidFill>
              </a:rPr>
              <a:t>思考下，假如你有一个领导，突然让你写一份读书报告，说他上课要用。请问，你打算怎么写呢？</a:t>
            </a:r>
            <a:endParaRPr lang="en-US" altLang="zh-CN" dirty="0">
              <a:solidFill>
                <a:srgbClr val="FF0000"/>
              </a:solidFill>
            </a:endParaRPr>
          </a:p>
          <a:p>
            <a:r>
              <a:rPr lang="zh-CN" altLang="en-US" dirty="0">
                <a:solidFill>
                  <a:srgbClr val="FF0000"/>
                </a:solidFill>
              </a:rPr>
              <a:t>正确：</a:t>
            </a:r>
            <a:r>
              <a:rPr lang="zh-CN" altLang="en-US" dirty="0"/>
              <a:t>我想要写一份读书报告，关于</a:t>
            </a:r>
            <a:r>
              <a:rPr lang="en-US" altLang="zh-CN" dirty="0"/>
              <a:t>《</a:t>
            </a:r>
            <a:r>
              <a:rPr lang="zh-CN" altLang="en-US" dirty="0"/>
              <a:t>邓小平时代</a:t>
            </a:r>
            <a:r>
              <a:rPr lang="en-US" altLang="zh-CN" dirty="0"/>
              <a:t>》</a:t>
            </a:r>
            <a:r>
              <a:rPr lang="zh-CN" altLang="en-US" dirty="0"/>
              <a:t>。这本书是我大学一年级写作课程的必读书，老师要我们根据这本书写一篇读书报告。（你也可以提问）</a:t>
            </a:r>
          </a:p>
        </p:txBody>
      </p:sp>
      <p:sp>
        <p:nvSpPr>
          <p:cNvPr id="4" name="页脚占位符 3">
            <a:extLst>
              <a:ext uri="{FF2B5EF4-FFF2-40B4-BE49-F238E27FC236}">
                <a16:creationId xmlns:a16="http://schemas.microsoft.com/office/drawing/2014/main" id="{BB84530C-5B98-87AB-30C1-2CA3A5BB18C8}"/>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583EBE23-9E28-102A-23B4-46CCE9622E85}"/>
              </a:ext>
            </a:extLst>
          </p:cNvPr>
          <p:cNvSpPr>
            <a:spLocks noGrp="1"/>
          </p:cNvSpPr>
          <p:nvPr>
            <p:ph type="sldNum" sz="quarter" idx="12"/>
          </p:nvPr>
        </p:nvSpPr>
        <p:spPr/>
        <p:txBody>
          <a:bodyPr/>
          <a:lstStyle/>
          <a:p>
            <a:fld id="{6D22F896-40B5-4ADD-8801-0D06FADFA095}" type="slidenum">
              <a:rPr lang="en-US" smtClean="0"/>
              <a:t>18</a:t>
            </a:fld>
            <a:endParaRPr lang="en-US" dirty="0"/>
          </a:p>
        </p:txBody>
      </p:sp>
    </p:spTree>
    <p:extLst>
      <p:ext uri="{BB962C8B-B14F-4D97-AF65-F5344CB8AC3E}">
        <p14:creationId xmlns:p14="http://schemas.microsoft.com/office/powerpoint/2010/main" val="3620064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F4983B-5AC7-2F07-53B5-16A1A5F05402}"/>
              </a:ext>
            </a:extLst>
          </p:cNvPr>
          <p:cNvSpPr>
            <a:spLocks noGrp="1"/>
          </p:cNvSpPr>
          <p:nvPr>
            <p:ph type="title"/>
          </p:nvPr>
        </p:nvSpPr>
        <p:spPr/>
        <p:txBody>
          <a:bodyPr/>
          <a:lstStyle/>
          <a:p>
            <a:r>
              <a:rPr lang="en-US" altLang="zh-CN" dirty="0"/>
              <a:t>3. </a:t>
            </a:r>
            <a:r>
              <a:rPr lang="zh-CN" altLang="en-US" dirty="0"/>
              <a:t>设定角色</a:t>
            </a:r>
          </a:p>
        </p:txBody>
      </p:sp>
      <p:sp>
        <p:nvSpPr>
          <p:cNvPr id="3" name="内容占位符 2">
            <a:extLst>
              <a:ext uri="{FF2B5EF4-FFF2-40B4-BE49-F238E27FC236}">
                <a16:creationId xmlns:a16="http://schemas.microsoft.com/office/drawing/2014/main" id="{F04E50C7-49F1-DC6A-34F2-61ABDCE2EDD6}"/>
              </a:ext>
            </a:extLst>
          </p:cNvPr>
          <p:cNvSpPr>
            <a:spLocks noGrp="1"/>
          </p:cNvSpPr>
          <p:nvPr>
            <p:ph idx="1"/>
          </p:nvPr>
        </p:nvSpPr>
        <p:spPr/>
        <p:txBody>
          <a:bodyPr/>
          <a:lstStyle/>
          <a:p>
            <a:r>
              <a:rPr lang="zh-CN" altLang="en-US" dirty="0"/>
              <a:t>这个过程与第二步类似，我是一名大学生，或者说我是一名社会科学专业的大学，或者我是一名社会科学的大一学生</a:t>
            </a:r>
            <a:r>
              <a:rPr lang="en-US" altLang="zh-CN" dirty="0"/>
              <a:t>……</a:t>
            </a:r>
          </a:p>
        </p:txBody>
      </p:sp>
      <p:sp>
        <p:nvSpPr>
          <p:cNvPr id="4" name="页脚占位符 3">
            <a:extLst>
              <a:ext uri="{FF2B5EF4-FFF2-40B4-BE49-F238E27FC236}">
                <a16:creationId xmlns:a16="http://schemas.microsoft.com/office/drawing/2014/main" id="{5168AE1D-7B92-C461-BCFF-CB9F243E5A04}"/>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4B313CCD-99E4-78BC-9F7D-C2BC062F58B9}"/>
              </a:ext>
            </a:extLst>
          </p:cNvPr>
          <p:cNvSpPr>
            <a:spLocks noGrp="1"/>
          </p:cNvSpPr>
          <p:nvPr>
            <p:ph type="sldNum" sz="quarter" idx="12"/>
          </p:nvPr>
        </p:nvSpPr>
        <p:spPr/>
        <p:txBody>
          <a:bodyPr/>
          <a:lstStyle/>
          <a:p>
            <a:fld id="{6D22F896-40B5-4ADD-8801-0D06FADFA095}" type="slidenum">
              <a:rPr lang="en-US" smtClean="0"/>
              <a:t>19</a:t>
            </a:fld>
            <a:endParaRPr lang="en-US" dirty="0"/>
          </a:p>
        </p:txBody>
      </p:sp>
    </p:spTree>
    <p:extLst>
      <p:ext uri="{BB962C8B-B14F-4D97-AF65-F5344CB8AC3E}">
        <p14:creationId xmlns:p14="http://schemas.microsoft.com/office/powerpoint/2010/main" val="1316246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371AD2-863E-CE5D-BF11-6CAB4C301657}"/>
              </a:ext>
            </a:extLst>
          </p:cNvPr>
          <p:cNvSpPr>
            <a:spLocks noGrp="1"/>
          </p:cNvSpPr>
          <p:nvPr>
            <p:ph type="title"/>
          </p:nvPr>
        </p:nvSpPr>
        <p:spPr/>
        <p:txBody>
          <a:bodyPr/>
          <a:lstStyle/>
          <a:p>
            <a:r>
              <a:rPr lang="en-US" altLang="zh-CN" dirty="0"/>
              <a:t>4. </a:t>
            </a:r>
            <a:r>
              <a:rPr lang="zh-CN" altLang="en-US" dirty="0"/>
              <a:t>模拟风格</a:t>
            </a:r>
          </a:p>
        </p:txBody>
      </p:sp>
      <p:sp>
        <p:nvSpPr>
          <p:cNvPr id="3" name="内容占位符 2">
            <a:extLst>
              <a:ext uri="{FF2B5EF4-FFF2-40B4-BE49-F238E27FC236}">
                <a16:creationId xmlns:a16="http://schemas.microsoft.com/office/drawing/2014/main" id="{191672FC-8F47-2635-AD1C-2E5A562C1CF8}"/>
              </a:ext>
            </a:extLst>
          </p:cNvPr>
          <p:cNvSpPr>
            <a:spLocks noGrp="1"/>
          </p:cNvSpPr>
          <p:nvPr>
            <p:ph idx="1"/>
          </p:nvPr>
        </p:nvSpPr>
        <p:spPr/>
        <p:txBody>
          <a:bodyPr/>
          <a:lstStyle/>
          <a:p>
            <a:r>
              <a:rPr lang="zh-CN" altLang="en-US" dirty="0">
                <a:solidFill>
                  <a:srgbClr val="FF0000"/>
                </a:solidFill>
              </a:rPr>
              <a:t>错误：</a:t>
            </a:r>
            <a:r>
              <a:rPr lang="zh-CN" altLang="en-US" dirty="0"/>
              <a:t>千篇一律，以为读书报告就一种方式！</a:t>
            </a:r>
            <a:endParaRPr lang="en-US" altLang="zh-CN" dirty="0"/>
          </a:p>
          <a:p>
            <a:r>
              <a:rPr lang="zh-CN" altLang="en-US" dirty="0">
                <a:solidFill>
                  <a:srgbClr val="FF0000"/>
                </a:solidFill>
              </a:rPr>
              <a:t>正确：</a:t>
            </a:r>
            <a:r>
              <a:rPr lang="zh-CN" altLang="en-US" dirty="0"/>
              <a:t>你要告诉</a:t>
            </a:r>
            <a:r>
              <a:rPr lang="en-US" altLang="zh-CN" dirty="0"/>
              <a:t>AI</a:t>
            </a:r>
            <a:r>
              <a:rPr lang="zh-CN" altLang="en-US" dirty="0"/>
              <a:t>，你的交流对象是谁，比如本科生作业还是研究生作业？大一的作业还是大四的作业？专业课作业还是通识课作业？学生自己评估还是给教师评估？等等。</a:t>
            </a:r>
            <a:endParaRPr lang="en-US" altLang="zh-CN" dirty="0"/>
          </a:p>
          <a:p>
            <a:r>
              <a:rPr lang="zh-CN" altLang="en-US" dirty="0"/>
              <a:t>同理，你也可以提问</a:t>
            </a:r>
            <a:r>
              <a:rPr lang="en-US" altLang="zh-CN" dirty="0"/>
              <a:t>……</a:t>
            </a:r>
            <a:endParaRPr lang="zh-CN" altLang="en-US" dirty="0"/>
          </a:p>
        </p:txBody>
      </p:sp>
      <p:sp>
        <p:nvSpPr>
          <p:cNvPr id="4" name="页脚占位符 3">
            <a:extLst>
              <a:ext uri="{FF2B5EF4-FFF2-40B4-BE49-F238E27FC236}">
                <a16:creationId xmlns:a16="http://schemas.microsoft.com/office/drawing/2014/main" id="{F492148D-3B59-CF4F-B67E-DC2914A71718}"/>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FEE339AE-4C33-75BF-EE5C-D2FF0074CE77}"/>
              </a:ext>
            </a:extLst>
          </p:cNvPr>
          <p:cNvSpPr>
            <a:spLocks noGrp="1"/>
          </p:cNvSpPr>
          <p:nvPr>
            <p:ph type="sldNum" sz="quarter" idx="12"/>
          </p:nvPr>
        </p:nvSpPr>
        <p:spPr/>
        <p:txBody>
          <a:bodyPr/>
          <a:lstStyle/>
          <a:p>
            <a:fld id="{6D22F896-40B5-4ADD-8801-0D06FADFA095}" type="slidenum">
              <a:rPr lang="en-US" smtClean="0"/>
              <a:t>20</a:t>
            </a:fld>
            <a:endParaRPr lang="en-US" dirty="0"/>
          </a:p>
        </p:txBody>
      </p:sp>
    </p:spTree>
    <p:extLst>
      <p:ext uri="{BB962C8B-B14F-4D97-AF65-F5344CB8AC3E}">
        <p14:creationId xmlns:p14="http://schemas.microsoft.com/office/powerpoint/2010/main" val="3500871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C8554C-AE98-7ACF-9234-9A0376513B02}"/>
              </a:ext>
            </a:extLst>
          </p:cNvPr>
          <p:cNvSpPr>
            <a:spLocks noGrp="1"/>
          </p:cNvSpPr>
          <p:nvPr>
            <p:ph type="title"/>
          </p:nvPr>
        </p:nvSpPr>
        <p:spPr/>
        <p:txBody>
          <a:bodyPr/>
          <a:lstStyle/>
          <a:p>
            <a:r>
              <a:rPr lang="en-US" altLang="zh-CN" dirty="0"/>
              <a:t>5. </a:t>
            </a:r>
            <a:r>
              <a:rPr lang="zh-CN" altLang="en-US" dirty="0"/>
              <a:t>固定输出</a:t>
            </a:r>
          </a:p>
        </p:txBody>
      </p:sp>
      <p:sp>
        <p:nvSpPr>
          <p:cNvPr id="3" name="内容占位符 2">
            <a:extLst>
              <a:ext uri="{FF2B5EF4-FFF2-40B4-BE49-F238E27FC236}">
                <a16:creationId xmlns:a16="http://schemas.microsoft.com/office/drawing/2014/main" id="{67C54E23-CAC6-B14E-3181-71DF88DB788A}"/>
              </a:ext>
            </a:extLst>
          </p:cNvPr>
          <p:cNvSpPr>
            <a:spLocks noGrp="1"/>
          </p:cNvSpPr>
          <p:nvPr>
            <p:ph idx="1"/>
          </p:nvPr>
        </p:nvSpPr>
        <p:spPr/>
        <p:txBody>
          <a:bodyPr/>
          <a:lstStyle/>
          <a:p>
            <a:r>
              <a:rPr lang="zh-CN" altLang="en-US" dirty="0">
                <a:solidFill>
                  <a:srgbClr val="FF0000"/>
                </a:solidFill>
              </a:rPr>
              <a:t>错误：</a:t>
            </a:r>
            <a:r>
              <a:rPr lang="zh-CN" altLang="en-US" dirty="0"/>
              <a:t>盲目相信</a:t>
            </a:r>
            <a:r>
              <a:rPr lang="en-US" altLang="zh-CN" dirty="0"/>
              <a:t>AI</a:t>
            </a:r>
            <a:r>
              <a:rPr lang="zh-CN" altLang="en-US" dirty="0"/>
              <a:t>的输出格式，逻辑是死的，人是活的。</a:t>
            </a:r>
            <a:endParaRPr lang="en-US" altLang="zh-CN" dirty="0"/>
          </a:p>
          <a:p>
            <a:r>
              <a:rPr lang="zh-CN" altLang="en-US" dirty="0"/>
              <a:t>正确：固定格式，如多少字，多少段落，等；灵活格式，第一段起首，用非常冲击性的文字，吊起读者的兴趣。（如，我从来不读近代人物的传记，因为许多历史资料并没有公开。但是邓小平时代是一个巨大的例外，让我着迷于那段波澜壮阔的历史。）第二段可以讲述那个时代的观点冲击，第三段可以讲一下邓小平的突围及其对中国未来的影响，最后讲我自己的感悟。可以作此设定。</a:t>
            </a:r>
          </a:p>
        </p:txBody>
      </p:sp>
      <p:sp>
        <p:nvSpPr>
          <p:cNvPr id="4" name="页脚占位符 3">
            <a:extLst>
              <a:ext uri="{FF2B5EF4-FFF2-40B4-BE49-F238E27FC236}">
                <a16:creationId xmlns:a16="http://schemas.microsoft.com/office/drawing/2014/main" id="{E25E494D-852C-C7C9-6214-FBC25DB02E8B}"/>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87408A1D-351B-B996-02A2-61093B2FC591}"/>
              </a:ext>
            </a:extLst>
          </p:cNvPr>
          <p:cNvSpPr>
            <a:spLocks noGrp="1"/>
          </p:cNvSpPr>
          <p:nvPr>
            <p:ph type="sldNum" sz="quarter" idx="12"/>
          </p:nvPr>
        </p:nvSpPr>
        <p:spPr/>
        <p:txBody>
          <a:bodyPr/>
          <a:lstStyle/>
          <a:p>
            <a:fld id="{6D22F896-40B5-4ADD-8801-0D06FADFA095}" type="slidenum">
              <a:rPr lang="en-US" smtClean="0"/>
              <a:t>21</a:t>
            </a:fld>
            <a:endParaRPr lang="en-US" dirty="0"/>
          </a:p>
        </p:txBody>
      </p:sp>
    </p:spTree>
    <p:extLst>
      <p:ext uri="{BB962C8B-B14F-4D97-AF65-F5344CB8AC3E}">
        <p14:creationId xmlns:p14="http://schemas.microsoft.com/office/powerpoint/2010/main" val="2418619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28FE7D-56CB-3D92-038E-BEE5ED26D0F2}"/>
              </a:ext>
            </a:extLst>
          </p:cNvPr>
          <p:cNvSpPr>
            <a:spLocks noGrp="1"/>
          </p:cNvSpPr>
          <p:nvPr>
            <p:ph type="title"/>
          </p:nvPr>
        </p:nvSpPr>
        <p:spPr/>
        <p:txBody>
          <a:bodyPr/>
          <a:lstStyle/>
          <a:p>
            <a:r>
              <a:rPr lang="en-US" altLang="zh-CN" dirty="0"/>
              <a:t>6. </a:t>
            </a:r>
            <a:r>
              <a:rPr lang="zh-CN" altLang="en-US" dirty="0"/>
              <a:t>调整优化</a:t>
            </a:r>
          </a:p>
        </p:txBody>
      </p:sp>
      <p:sp>
        <p:nvSpPr>
          <p:cNvPr id="3" name="内容占位符 2">
            <a:extLst>
              <a:ext uri="{FF2B5EF4-FFF2-40B4-BE49-F238E27FC236}">
                <a16:creationId xmlns:a16="http://schemas.microsoft.com/office/drawing/2014/main" id="{B7D34AA0-47B0-D688-852A-4FCCD1BDD04C}"/>
              </a:ext>
            </a:extLst>
          </p:cNvPr>
          <p:cNvSpPr>
            <a:spLocks noGrp="1"/>
          </p:cNvSpPr>
          <p:nvPr>
            <p:ph idx="1"/>
          </p:nvPr>
        </p:nvSpPr>
        <p:spPr/>
        <p:txBody>
          <a:bodyPr/>
          <a:lstStyle/>
          <a:p>
            <a:r>
              <a:rPr lang="zh-CN" altLang="en-US" u="sng" dirty="0">
                <a:solidFill>
                  <a:srgbClr val="FF0000"/>
                </a:solidFill>
              </a:rPr>
              <a:t>永远记住：</a:t>
            </a:r>
            <a:r>
              <a:rPr lang="en-US" altLang="zh-CN" u="sng" dirty="0"/>
              <a:t>AI</a:t>
            </a:r>
            <a:r>
              <a:rPr lang="zh-CN" altLang="en-US" u="sng" dirty="0"/>
              <a:t>只能帮助你走</a:t>
            </a:r>
            <a:r>
              <a:rPr lang="en-US" altLang="zh-CN" u="sng" dirty="0"/>
              <a:t>80%</a:t>
            </a:r>
            <a:r>
              <a:rPr lang="zh-CN" altLang="en-US" u="sng" dirty="0"/>
              <a:t>，剩下</a:t>
            </a:r>
            <a:r>
              <a:rPr lang="en-US" altLang="zh-CN" u="sng" dirty="0"/>
              <a:t>20%</a:t>
            </a:r>
            <a:r>
              <a:rPr lang="zh-CN" altLang="en-US" u="sng" dirty="0"/>
              <a:t>还需要靠你自己。</a:t>
            </a:r>
            <a:endParaRPr lang="en-US" altLang="zh-CN" u="sng" dirty="0"/>
          </a:p>
          <a:p>
            <a:r>
              <a:rPr lang="zh-CN" altLang="en-US" dirty="0"/>
              <a:t>剩下的</a:t>
            </a:r>
            <a:r>
              <a:rPr lang="en-US" altLang="zh-CN" dirty="0"/>
              <a:t>20%</a:t>
            </a:r>
            <a:r>
              <a:rPr lang="zh-CN" altLang="en-US" dirty="0"/>
              <a:t>，依靠什么？</a:t>
            </a:r>
            <a:endParaRPr lang="en-US" altLang="zh-CN" dirty="0"/>
          </a:p>
          <a:p>
            <a:pPr lvl="1"/>
            <a:r>
              <a:rPr lang="zh-CN" altLang="en-US" dirty="0"/>
              <a:t>依靠你的阅读，做好笔记；</a:t>
            </a:r>
            <a:endParaRPr lang="en-US" altLang="zh-CN" dirty="0"/>
          </a:p>
          <a:p>
            <a:pPr lvl="1"/>
            <a:r>
              <a:rPr lang="zh-CN" altLang="en-US" dirty="0"/>
              <a:t>依靠你的思考，提炼笔记；</a:t>
            </a:r>
            <a:endParaRPr lang="en-US" altLang="zh-CN" dirty="0"/>
          </a:p>
          <a:p>
            <a:pPr lvl="1"/>
            <a:r>
              <a:rPr lang="zh-CN" altLang="en-US" dirty="0"/>
              <a:t>依靠你的悟性，超越笔记。</a:t>
            </a:r>
          </a:p>
        </p:txBody>
      </p:sp>
      <p:sp>
        <p:nvSpPr>
          <p:cNvPr id="4" name="页脚占位符 3">
            <a:extLst>
              <a:ext uri="{FF2B5EF4-FFF2-40B4-BE49-F238E27FC236}">
                <a16:creationId xmlns:a16="http://schemas.microsoft.com/office/drawing/2014/main" id="{B38DAC3F-32D3-B2CF-596F-7A76C12D17D0}"/>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ACF01423-B1C7-46F4-0EDC-94898BD5CB4C}"/>
              </a:ext>
            </a:extLst>
          </p:cNvPr>
          <p:cNvSpPr>
            <a:spLocks noGrp="1"/>
          </p:cNvSpPr>
          <p:nvPr>
            <p:ph type="sldNum" sz="quarter" idx="12"/>
          </p:nvPr>
        </p:nvSpPr>
        <p:spPr/>
        <p:txBody>
          <a:bodyPr/>
          <a:lstStyle/>
          <a:p>
            <a:fld id="{6D22F896-40B5-4ADD-8801-0D06FADFA095}" type="slidenum">
              <a:rPr lang="en-US" smtClean="0"/>
              <a:t>22</a:t>
            </a:fld>
            <a:endParaRPr lang="en-US" dirty="0"/>
          </a:p>
        </p:txBody>
      </p:sp>
    </p:spTree>
    <p:extLst>
      <p:ext uri="{BB962C8B-B14F-4D97-AF65-F5344CB8AC3E}">
        <p14:creationId xmlns:p14="http://schemas.microsoft.com/office/powerpoint/2010/main" val="1943033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F83C238-A69E-9D07-E2EE-70B5F83A9585}"/>
              </a:ext>
            </a:extLst>
          </p:cNvPr>
          <p:cNvSpPr>
            <a:spLocks noGrp="1"/>
          </p:cNvSpPr>
          <p:nvPr>
            <p:ph type="title"/>
          </p:nvPr>
        </p:nvSpPr>
        <p:spPr/>
        <p:txBody>
          <a:bodyPr/>
          <a:lstStyle/>
          <a:p>
            <a:r>
              <a:rPr lang="zh-CN" altLang="en-US" dirty="0"/>
              <a:t>三、关于学术论文的格式问题</a:t>
            </a:r>
          </a:p>
        </p:txBody>
      </p:sp>
      <p:sp>
        <p:nvSpPr>
          <p:cNvPr id="5" name="文本占位符 4">
            <a:extLst>
              <a:ext uri="{FF2B5EF4-FFF2-40B4-BE49-F238E27FC236}">
                <a16:creationId xmlns:a16="http://schemas.microsoft.com/office/drawing/2014/main" id="{B19EE972-1EB1-5CCA-6D3B-E40BA490CE7E}"/>
              </a:ext>
            </a:extLst>
          </p:cNvPr>
          <p:cNvSpPr>
            <a:spLocks noGrp="1"/>
          </p:cNvSpPr>
          <p:nvPr>
            <p:ph type="body" idx="1"/>
          </p:nvPr>
        </p:nvSpPr>
        <p:spPr/>
        <p:txBody>
          <a:bodyPr>
            <a:normAutofit fontScale="85000" lnSpcReduction="10000"/>
          </a:bodyPr>
          <a:lstStyle/>
          <a:p>
            <a:r>
              <a:rPr lang="zh-CN" altLang="en-US" sz="2400" kern="1200" cap="none" dirty="0">
                <a:solidFill>
                  <a:srgbClr val="000000"/>
                </a:solidFill>
                <a:effectLst/>
                <a:latin typeface="+mn-lt"/>
                <a:ea typeface="+mn-ea"/>
                <a:cs typeface="+mn-cs"/>
              </a:rPr>
              <a:t>科学论文的写作逻辑非常简单，从问题开始，理论分析为中轴，方法验证为结尾。所有论文均遵循同样的逻辑规范，这与八股文极其类似。</a:t>
            </a:r>
          </a:p>
          <a:p>
            <a:endParaRPr lang="zh-CN" altLang="en-US" dirty="0"/>
          </a:p>
        </p:txBody>
      </p:sp>
      <p:sp>
        <p:nvSpPr>
          <p:cNvPr id="6" name="页脚占位符 5">
            <a:extLst>
              <a:ext uri="{FF2B5EF4-FFF2-40B4-BE49-F238E27FC236}">
                <a16:creationId xmlns:a16="http://schemas.microsoft.com/office/drawing/2014/main" id="{06C702AD-B8B7-9B46-F92C-B3ADCE814D6A}"/>
              </a:ext>
            </a:extLst>
          </p:cNvPr>
          <p:cNvSpPr>
            <a:spLocks noGrp="1"/>
          </p:cNvSpPr>
          <p:nvPr>
            <p:ph type="ftr" sz="quarter" idx="11"/>
          </p:nvPr>
        </p:nvSpPr>
        <p:spPr/>
        <p:txBody>
          <a:bodyPr/>
          <a:lstStyle/>
          <a:p>
            <a:r>
              <a:rPr lang="zh-CN" altLang="en-US"/>
              <a:t>宇宙第一水货</a:t>
            </a:r>
            <a:endParaRPr lang="en-US" dirty="0"/>
          </a:p>
        </p:txBody>
      </p:sp>
      <p:sp>
        <p:nvSpPr>
          <p:cNvPr id="7" name="灯片编号占位符 6">
            <a:extLst>
              <a:ext uri="{FF2B5EF4-FFF2-40B4-BE49-F238E27FC236}">
                <a16:creationId xmlns:a16="http://schemas.microsoft.com/office/drawing/2014/main" id="{FA300488-22F8-2470-0746-CFC8D693D04C}"/>
              </a:ext>
            </a:extLst>
          </p:cNvPr>
          <p:cNvSpPr>
            <a:spLocks noGrp="1"/>
          </p:cNvSpPr>
          <p:nvPr>
            <p:ph type="sldNum" sz="quarter" idx="12"/>
          </p:nvPr>
        </p:nvSpPr>
        <p:spPr/>
        <p:txBody>
          <a:bodyPr/>
          <a:lstStyle/>
          <a:p>
            <a:fld id="{6D22F896-40B5-4ADD-8801-0D06FADFA095}" type="slidenum">
              <a:rPr lang="en-US" smtClean="0"/>
              <a:t>23</a:t>
            </a:fld>
            <a:endParaRPr lang="en-US" dirty="0"/>
          </a:p>
        </p:txBody>
      </p:sp>
    </p:spTree>
    <p:extLst>
      <p:ext uri="{BB962C8B-B14F-4D97-AF65-F5344CB8AC3E}">
        <p14:creationId xmlns:p14="http://schemas.microsoft.com/office/powerpoint/2010/main" val="16872225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2" name="Picture 11">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Rectangle 12">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4" name="Picture 13">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5" name="Picture 14">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7" name="Straight Connector 16">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79BB855E-E401-41F6-8925-C43722CDD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61AB028E-5F68-413C-BBF0-EE603FDA6E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22" name="Picture 21">
              <a:extLst>
                <a:ext uri="{FF2B5EF4-FFF2-40B4-BE49-F238E27FC236}">
                  <a16:creationId xmlns:a16="http://schemas.microsoft.com/office/drawing/2014/main" id="{5368E36D-BDC9-4F55-91DC-B0E56FB7476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3" name="Rectangle 22">
              <a:extLst>
                <a:ext uri="{FF2B5EF4-FFF2-40B4-BE49-F238E27FC236}">
                  <a16:creationId xmlns:a16="http://schemas.microsoft.com/office/drawing/2014/main" id="{EF1EBEBA-1392-47C5-AD8B-6BFEE9D10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24" name="Picture 23">
              <a:extLst>
                <a:ext uri="{FF2B5EF4-FFF2-40B4-BE49-F238E27FC236}">
                  <a16:creationId xmlns:a16="http://schemas.microsoft.com/office/drawing/2014/main" id="{0D6C4AA0-1E91-47AC-AC54-384D60DE5AE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5" name="Picture 24">
              <a:extLst>
                <a:ext uri="{FF2B5EF4-FFF2-40B4-BE49-F238E27FC236}">
                  <a16:creationId xmlns:a16="http://schemas.microsoft.com/office/drawing/2014/main" id="{4C843592-ED42-47B6-B2F3-28E0917EB3A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9F8CBD8F-E62E-4836-8527-AC1B9416C3DC}"/>
              </a:ext>
            </a:extLst>
          </p:cNvPr>
          <p:cNvSpPr>
            <a:spLocks noGrp="1"/>
          </p:cNvSpPr>
          <p:nvPr>
            <p:ph type="title"/>
          </p:nvPr>
        </p:nvSpPr>
        <p:spPr>
          <a:xfrm>
            <a:off x="1102619" y="3760257"/>
            <a:ext cx="9989677" cy="1418630"/>
          </a:xfrm>
        </p:spPr>
        <p:txBody>
          <a:bodyPr vert="horz" lIns="91440" tIns="45720" rIns="91440" bIns="45720" rtlCol="0" anchor="b">
            <a:normAutofit/>
          </a:bodyPr>
          <a:lstStyle/>
          <a:p>
            <a:r>
              <a:rPr lang="en-US" altLang="zh-CN" sz="5400" dirty="0">
                <a:solidFill>
                  <a:srgbClr val="262626"/>
                </a:solidFill>
              </a:rPr>
              <a:t>“</a:t>
            </a:r>
            <a:r>
              <a:rPr lang="zh-CN" altLang="en-US" sz="5400" dirty="0">
                <a:solidFill>
                  <a:srgbClr val="262626"/>
                </a:solidFill>
              </a:rPr>
              <a:t>洋八股”</a:t>
            </a:r>
          </a:p>
        </p:txBody>
      </p:sp>
      <p:sp>
        <p:nvSpPr>
          <p:cNvPr id="27" name="Rectangle 26">
            <a:extLst>
              <a:ext uri="{FF2B5EF4-FFF2-40B4-BE49-F238E27FC236}">
                <a16:creationId xmlns:a16="http://schemas.microsoft.com/office/drawing/2014/main" id="{AE4DC31D-3252-4CE4-94B0-32BB37A184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72202" y="1092200"/>
            <a:ext cx="7240536" cy="2417572"/>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a:extLst>
              <a:ext uri="{FF2B5EF4-FFF2-40B4-BE49-F238E27FC236}">
                <a16:creationId xmlns:a16="http://schemas.microsoft.com/office/drawing/2014/main" id="{8F55EED3-8219-4394-B0BC-37CD5547FE66}"/>
              </a:ext>
            </a:extLst>
          </p:cNvPr>
          <p:cNvPicPr>
            <a:picLocks noGrp="1" noChangeAspect="1"/>
          </p:cNvPicPr>
          <p:nvPr>
            <p:ph idx="1"/>
          </p:nvPr>
        </p:nvPicPr>
        <p:blipFill>
          <a:blip r:embed="rId7">
            <a:extLst>
              <a:ext uri="{28A0092B-C50C-407E-A947-70E740481C1C}">
                <a14:useLocalDpi xmlns:a14="http://schemas.microsoft.com/office/drawing/2010/main" val="0"/>
              </a:ext>
            </a:extLst>
          </a:blip>
          <a:stretch>
            <a:fillRect/>
          </a:stretch>
        </p:blipFill>
        <p:spPr>
          <a:xfrm>
            <a:off x="2792242" y="1707828"/>
            <a:ext cx="6568068" cy="1182252"/>
          </a:xfrm>
          <a:prstGeom prst="rect">
            <a:avLst/>
          </a:prstGeom>
        </p:spPr>
      </p:pic>
      <p:cxnSp>
        <p:nvCxnSpPr>
          <p:cNvPr id="29" name="Straight Connector 28">
            <a:extLst>
              <a:ext uri="{FF2B5EF4-FFF2-40B4-BE49-F238E27FC236}">
                <a16:creationId xmlns:a16="http://schemas.microsoft.com/office/drawing/2014/main" id="{AF9ABF50-2998-468E-A550-85A1DD0DDC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000" y="5262441"/>
            <a:ext cx="914400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页脚占位符 2">
            <a:extLst>
              <a:ext uri="{FF2B5EF4-FFF2-40B4-BE49-F238E27FC236}">
                <a16:creationId xmlns:a16="http://schemas.microsoft.com/office/drawing/2014/main" id="{FD619AEB-ED7D-ACB8-4E72-485999587CE3}"/>
              </a:ext>
            </a:extLst>
          </p:cNvPr>
          <p:cNvSpPr>
            <a:spLocks noGrp="1"/>
          </p:cNvSpPr>
          <p:nvPr>
            <p:ph type="ftr" sz="quarter" idx="11"/>
          </p:nvPr>
        </p:nvSpPr>
        <p:spPr/>
        <p:txBody>
          <a:bodyPr/>
          <a:lstStyle/>
          <a:p>
            <a:r>
              <a:rPr lang="zh-CN" altLang="en-US"/>
              <a:t>宇宙第一水货</a:t>
            </a:r>
            <a:endParaRPr lang="en-US" dirty="0"/>
          </a:p>
        </p:txBody>
      </p:sp>
      <p:sp>
        <p:nvSpPr>
          <p:cNvPr id="4" name="灯片编号占位符 3">
            <a:extLst>
              <a:ext uri="{FF2B5EF4-FFF2-40B4-BE49-F238E27FC236}">
                <a16:creationId xmlns:a16="http://schemas.microsoft.com/office/drawing/2014/main" id="{A6404A75-78A3-57E8-3361-27757B8950F8}"/>
              </a:ext>
            </a:extLst>
          </p:cNvPr>
          <p:cNvSpPr>
            <a:spLocks noGrp="1"/>
          </p:cNvSpPr>
          <p:nvPr>
            <p:ph type="sldNum" sz="quarter" idx="12"/>
          </p:nvPr>
        </p:nvSpPr>
        <p:spPr/>
        <p:txBody>
          <a:bodyPr/>
          <a:lstStyle/>
          <a:p>
            <a:fld id="{6D22F896-40B5-4ADD-8801-0D06FADFA095}" type="slidenum">
              <a:rPr lang="en-US" smtClean="0"/>
              <a:t>24</a:t>
            </a:fld>
            <a:endParaRPr lang="en-US" dirty="0"/>
          </a:p>
        </p:txBody>
      </p:sp>
    </p:spTree>
    <p:extLst>
      <p:ext uri="{BB962C8B-B14F-4D97-AF65-F5344CB8AC3E}">
        <p14:creationId xmlns:p14="http://schemas.microsoft.com/office/powerpoint/2010/main" val="42245242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09EA27C-DE62-4CEC-A6D3-4FA9EF40A5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6">
            <a:extLst>
              <a:ext uri="{FF2B5EF4-FFF2-40B4-BE49-F238E27FC236}">
                <a16:creationId xmlns:a16="http://schemas.microsoft.com/office/drawing/2014/main" id="{C7C24565-789A-48B1-BD92-6B9792B7C3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334" y="2490925"/>
            <a:ext cx="4969932" cy="1876149"/>
          </a:xfrm>
          <a:prstGeom prst="rect">
            <a:avLst/>
          </a:prstGeom>
          <a:ln w="127000" cap="sq">
            <a:solidFill>
              <a:srgbClr val="FFFFFF"/>
            </a:solidFill>
            <a:miter lim="800000"/>
          </a:ln>
        </p:spPr>
      </p:pic>
      <p:pic>
        <p:nvPicPr>
          <p:cNvPr id="5" name="内容占位符 4">
            <a:extLst>
              <a:ext uri="{FF2B5EF4-FFF2-40B4-BE49-F238E27FC236}">
                <a16:creationId xmlns:a16="http://schemas.microsoft.com/office/drawing/2014/main" id="{A4709BD2-D7F9-4403-8318-2500249360D9}"/>
              </a:ext>
            </a:extLst>
          </p:cNvPr>
          <p:cNvPicPr>
            <a:picLocks noGrp="1" noChangeAspect="1"/>
          </p:cNvPicPr>
          <p:nvPr>
            <p:ph idx="4294967295"/>
          </p:nvPr>
        </p:nvPicPr>
        <p:blipFill>
          <a:blip r:embed="rId4">
            <a:extLst>
              <a:ext uri="{28A0092B-C50C-407E-A947-70E740481C1C}">
                <a14:useLocalDpi xmlns:a14="http://schemas.microsoft.com/office/drawing/2010/main" val="0"/>
              </a:ext>
            </a:extLst>
          </a:blip>
          <a:stretch>
            <a:fillRect/>
          </a:stretch>
        </p:blipFill>
        <p:spPr>
          <a:xfrm>
            <a:off x="6417733" y="2534413"/>
            <a:ext cx="4969932" cy="1789174"/>
          </a:xfrm>
          <a:prstGeom prst="rect">
            <a:avLst/>
          </a:prstGeom>
          <a:ln w="127000" cap="sq">
            <a:solidFill>
              <a:srgbClr val="FFFFFF"/>
            </a:solidFill>
            <a:miter lim="800000"/>
          </a:ln>
        </p:spPr>
      </p:pic>
      <p:sp>
        <p:nvSpPr>
          <p:cNvPr id="2" name="标题 1">
            <a:extLst>
              <a:ext uri="{FF2B5EF4-FFF2-40B4-BE49-F238E27FC236}">
                <a16:creationId xmlns:a16="http://schemas.microsoft.com/office/drawing/2014/main" id="{64D0EC84-9793-4F1E-8982-7ED7A7C11FC6}"/>
              </a:ext>
            </a:extLst>
          </p:cNvPr>
          <p:cNvSpPr>
            <a:spLocks noGrp="1"/>
          </p:cNvSpPr>
          <p:nvPr>
            <p:ph type="title" idx="4294967295"/>
          </p:nvPr>
        </p:nvSpPr>
        <p:spPr>
          <a:xfrm>
            <a:off x="0" y="982663"/>
            <a:ext cx="9601200" cy="1303337"/>
          </a:xfrm>
        </p:spPr>
        <p:txBody>
          <a:bodyPr/>
          <a:lstStyle/>
          <a:p>
            <a:r>
              <a:rPr lang="zh-CN" altLang="en-US" dirty="0"/>
              <a:t>第一股：研究问题</a:t>
            </a:r>
          </a:p>
        </p:txBody>
      </p:sp>
      <p:sp>
        <p:nvSpPr>
          <p:cNvPr id="3" name="页脚占位符 2">
            <a:extLst>
              <a:ext uri="{FF2B5EF4-FFF2-40B4-BE49-F238E27FC236}">
                <a16:creationId xmlns:a16="http://schemas.microsoft.com/office/drawing/2014/main" id="{E8EE833B-53D5-1EF8-A9FD-103FC3CF6EA0}"/>
              </a:ext>
            </a:extLst>
          </p:cNvPr>
          <p:cNvSpPr>
            <a:spLocks noGrp="1"/>
          </p:cNvSpPr>
          <p:nvPr>
            <p:ph type="ftr" sz="quarter" idx="11"/>
          </p:nvPr>
        </p:nvSpPr>
        <p:spPr/>
        <p:txBody>
          <a:bodyPr/>
          <a:lstStyle/>
          <a:p>
            <a:r>
              <a:rPr lang="zh-CN" altLang="en-US"/>
              <a:t>宇宙第一水货</a:t>
            </a:r>
            <a:endParaRPr lang="en-US" dirty="0"/>
          </a:p>
        </p:txBody>
      </p:sp>
      <p:sp>
        <p:nvSpPr>
          <p:cNvPr id="4" name="灯片编号占位符 3">
            <a:extLst>
              <a:ext uri="{FF2B5EF4-FFF2-40B4-BE49-F238E27FC236}">
                <a16:creationId xmlns:a16="http://schemas.microsoft.com/office/drawing/2014/main" id="{F03FA97F-A7EE-BE23-A91E-E5AEA668B683}"/>
              </a:ext>
            </a:extLst>
          </p:cNvPr>
          <p:cNvSpPr>
            <a:spLocks noGrp="1"/>
          </p:cNvSpPr>
          <p:nvPr>
            <p:ph type="sldNum" sz="quarter" idx="12"/>
          </p:nvPr>
        </p:nvSpPr>
        <p:spPr/>
        <p:txBody>
          <a:bodyPr/>
          <a:lstStyle/>
          <a:p>
            <a:fld id="{6D22F896-40B5-4ADD-8801-0D06FADFA095}" type="slidenum">
              <a:rPr lang="en-US" smtClean="0"/>
              <a:t>25</a:t>
            </a:fld>
            <a:endParaRPr lang="en-US" dirty="0"/>
          </a:p>
        </p:txBody>
      </p:sp>
    </p:spTree>
    <p:extLst>
      <p:ext uri="{BB962C8B-B14F-4D97-AF65-F5344CB8AC3E}">
        <p14:creationId xmlns:p14="http://schemas.microsoft.com/office/powerpoint/2010/main" val="22692740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5" name="Picture 14">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6" name="Rectangle 15">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7" name="Picture 16">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8" name="Picture 17">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20" name="Straight Connector 19">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5" name="Picture 24">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27" name="Picture 26">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8" name="Picture 27">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DA20F6AD-A0A7-4D5B-BB6A-59F3A3F16A6A}"/>
              </a:ext>
            </a:extLst>
          </p:cNvPr>
          <p:cNvSpPr>
            <a:spLocks noGrp="1"/>
          </p:cNvSpPr>
          <p:nvPr>
            <p:ph type="title"/>
          </p:nvPr>
        </p:nvSpPr>
        <p:spPr>
          <a:xfrm>
            <a:off x="997528" y="982132"/>
            <a:ext cx="4094017" cy="2823880"/>
          </a:xfrm>
        </p:spPr>
        <p:txBody>
          <a:bodyPr vert="horz" lIns="91440" tIns="45720" rIns="91440" bIns="45720" rtlCol="0" anchor="b">
            <a:normAutofit/>
          </a:bodyPr>
          <a:lstStyle/>
          <a:p>
            <a:r>
              <a:rPr lang="zh-CN" altLang="en-US" sz="4800">
                <a:solidFill>
                  <a:srgbClr val="262626"/>
                </a:solidFill>
              </a:rPr>
              <a:t>第二股：文献综述</a:t>
            </a:r>
          </a:p>
        </p:txBody>
      </p:sp>
      <p:pic>
        <p:nvPicPr>
          <p:cNvPr id="9" name="内容占位符 8">
            <a:extLst>
              <a:ext uri="{FF2B5EF4-FFF2-40B4-BE49-F238E27FC236}">
                <a16:creationId xmlns:a16="http://schemas.microsoft.com/office/drawing/2014/main" id="{F8C8D568-C7A8-4BF8-ACEF-E9B3CDFF8C1F}"/>
              </a:ext>
            </a:extLst>
          </p:cNvPr>
          <p:cNvPicPr>
            <a:picLocks noGrp="1" noChangeAspect="1"/>
          </p:cNvPicPr>
          <p:nvPr>
            <p:ph idx="4294967295"/>
          </p:nvPr>
        </p:nvPicPr>
        <p:blipFill>
          <a:blip r:embed="rId7">
            <a:extLst>
              <a:ext uri="{28A0092B-C50C-407E-A947-70E740481C1C}">
                <a14:useLocalDpi xmlns:a14="http://schemas.microsoft.com/office/drawing/2010/main" val="0"/>
              </a:ext>
            </a:extLst>
          </a:blip>
          <a:stretch>
            <a:fillRect/>
          </a:stretch>
        </p:blipFill>
        <p:spPr>
          <a:xfrm>
            <a:off x="5418668" y="2000100"/>
            <a:ext cx="5469466" cy="2857796"/>
          </a:xfrm>
          <a:prstGeom prst="rect">
            <a:avLst/>
          </a:prstGeom>
          <a:ln w="57150" cmpd="thickThin">
            <a:solidFill>
              <a:srgbClr val="7F7F7F"/>
            </a:solidFill>
            <a:miter lim="800000"/>
          </a:ln>
        </p:spPr>
      </p:pic>
      <p:sp>
        <p:nvSpPr>
          <p:cNvPr id="3" name="页脚占位符 2">
            <a:extLst>
              <a:ext uri="{FF2B5EF4-FFF2-40B4-BE49-F238E27FC236}">
                <a16:creationId xmlns:a16="http://schemas.microsoft.com/office/drawing/2014/main" id="{64470E8B-E404-625D-0C44-FED3AAC36377}"/>
              </a:ext>
            </a:extLst>
          </p:cNvPr>
          <p:cNvSpPr>
            <a:spLocks noGrp="1"/>
          </p:cNvSpPr>
          <p:nvPr>
            <p:ph type="ftr" sz="quarter" idx="11"/>
          </p:nvPr>
        </p:nvSpPr>
        <p:spPr/>
        <p:txBody>
          <a:bodyPr/>
          <a:lstStyle/>
          <a:p>
            <a:r>
              <a:rPr lang="zh-CN" altLang="en-US"/>
              <a:t>宇宙第一水货</a:t>
            </a:r>
            <a:endParaRPr lang="en-US" dirty="0"/>
          </a:p>
        </p:txBody>
      </p:sp>
      <p:sp>
        <p:nvSpPr>
          <p:cNvPr id="4" name="灯片编号占位符 3">
            <a:extLst>
              <a:ext uri="{FF2B5EF4-FFF2-40B4-BE49-F238E27FC236}">
                <a16:creationId xmlns:a16="http://schemas.microsoft.com/office/drawing/2014/main" id="{C40FA3E2-B5D2-BD70-832E-57755A18F1D0}"/>
              </a:ext>
            </a:extLst>
          </p:cNvPr>
          <p:cNvSpPr>
            <a:spLocks noGrp="1"/>
          </p:cNvSpPr>
          <p:nvPr>
            <p:ph type="sldNum" sz="quarter" idx="12"/>
          </p:nvPr>
        </p:nvSpPr>
        <p:spPr/>
        <p:txBody>
          <a:bodyPr/>
          <a:lstStyle/>
          <a:p>
            <a:fld id="{6D22F896-40B5-4ADD-8801-0D06FADFA095}" type="slidenum">
              <a:rPr lang="en-US" smtClean="0"/>
              <a:t>26</a:t>
            </a:fld>
            <a:endParaRPr lang="en-US" dirty="0"/>
          </a:p>
        </p:txBody>
      </p:sp>
    </p:spTree>
    <p:extLst>
      <p:ext uri="{BB962C8B-B14F-4D97-AF65-F5344CB8AC3E}">
        <p14:creationId xmlns:p14="http://schemas.microsoft.com/office/powerpoint/2010/main" val="3431494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1" name="Picture 10">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3" name="Picture 12">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4" name="Picture 13">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6" name="Straight Connector 15">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1" name="Picture 20">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2" name="Rectangle 21">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23" name="Picture 22">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4" name="Picture 23">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EAD9B600-F630-40BB-9EEF-40F1EAE40E09}"/>
              </a:ext>
            </a:extLst>
          </p:cNvPr>
          <p:cNvSpPr>
            <a:spLocks noGrp="1"/>
          </p:cNvSpPr>
          <p:nvPr>
            <p:ph type="title"/>
          </p:nvPr>
        </p:nvSpPr>
        <p:spPr>
          <a:xfrm>
            <a:off x="1102619" y="4404852"/>
            <a:ext cx="9989677" cy="1054745"/>
          </a:xfrm>
        </p:spPr>
        <p:txBody>
          <a:bodyPr vert="horz" lIns="91440" tIns="45720" rIns="91440" bIns="45720" rtlCol="0" anchor="b">
            <a:normAutofit/>
          </a:bodyPr>
          <a:lstStyle/>
          <a:p>
            <a:r>
              <a:rPr lang="zh-CN" altLang="en-US" sz="5400">
                <a:solidFill>
                  <a:srgbClr val="262626"/>
                </a:solidFill>
              </a:rPr>
              <a:t>第三股：假设</a:t>
            </a:r>
          </a:p>
        </p:txBody>
      </p:sp>
      <p:sp>
        <p:nvSpPr>
          <p:cNvPr id="26" name="Rectangle 25">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4" y="1092200"/>
            <a:ext cx="9999652"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a:extLst>
              <a:ext uri="{FF2B5EF4-FFF2-40B4-BE49-F238E27FC236}">
                <a16:creationId xmlns:a16="http://schemas.microsoft.com/office/drawing/2014/main" id="{E58D4FF5-3B85-4417-A6B4-CCA4E0CDEA94}"/>
              </a:ext>
            </a:extLst>
          </p:cNvPr>
          <p:cNvPicPr>
            <a:picLocks noGrp="1" noChangeAspect="1"/>
          </p:cNvPicPr>
          <p:nvPr>
            <p:ph idx="4294967295"/>
          </p:nvPr>
        </p:nvPicPr>
        <p:blipFill>
          <a:blip r:embed="rId7">
            <a:extLst>
              <a:ext uri="{28A0092B-C50C-407E-A947-70E740481C1C}">
                <a14:useLocalDpi xmlns:a14="http://schemas.microsoft.com/office/drawing/2010/main" val="0"/>
              </a:ext>
            </a:extLst>
          </a:blip>
          <a:stretch>
            <a:fillRect/>
          </a:stretch>
        </p:blipFill>
        <p:spPr>
          <a:xfrm>
            <a:off x="2780432" y="1410207"/>
            <a:ext cx="6637499" cy="2455875"/>
          </a:xfrm>
          <a:prstGeom prst="rect">
            <a:avLst/>
          </a:prstGeom>
        </p:spPr>
      </p:pic>
      <p:cxnSp>
        <p:nvCxnSpPr>
          <p:cNvPr id="28" name="Straight Connector 27">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8448" y="5501254"/>
            <a:ext cx="9603727"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页脚占位符 2">
            <a:extLst>
              <a:ext uri="{FF2B5EF4-FFF2-40B4-BE49-F238E27FC236}">
                <a16:creationId xmlns:a16="http://schemas.microsoft.com/office/drawing/2014/main" id="{3DA624AF-1AAE-43B2-0B7B-EF5D99756B6F}"/>
              </a:ext>
            </a:extLst>
          </p:cNvPr>
          <p:cNvSpPr>
            <a:spLocks noGrp="1"/>
          </p:cNvSpPr>
          <p:nvPr>
            <p:ph type="ftr" sz="quarter" idx="11"/>
          </p:nvPr>
        </p:nvSpPr>
        <p:spPr/>
        <p:txBody>
          <a:bodyPr/>
          <a:lstStyle/>
          <a:p>
            <a:r>
              <a:rPr lang="zh-CN" altLang="en-US"/>
              <a:t>宇宙第一水货</a:t>
            </a:r>
            <a:endParaRPr lang="en-US" dirty="0"/>
          </a:p>
        </p:txBody>
      </p:sp>
      <p:sp>
        <p:nvSpPr>
          <p:cNvPr id="4" name="灯片编号占位符 3">
            <a:extLst>
              <a:ext uri="{FF2B5EF4-FFF2-40B4-BE49-F238E27FC236}">
                <a16:creationId xmlns:a16="http://schemas.microsoft.com/office/drawing/2014/main" id="{751D947B-A5F4-5629-BF17-54F5D84D3A87}"/>
              </a:ext>
            </a:extLst>
          </p:cNvPr>
          <p:cNvSpPr>
            <a:spLocks noGrp="1"/>
          </p:cNvSpPr>
          <p:nvPr>
            <p:ph type="sldNum" sz="quarter" idx="12"/>
          </p:nvPr>
        </p:nvSpPr>
        <p:spPr/>
        <p:txBody>
          <a:bodyPr/>
          <a:lstStyle/>
          <a:p>
            <a:fld id="{6D22F896-40B5-4ADD-8801-0D06FADFA095}" type="slidenum">
              <a:rPr lang="en-US" smtClean="0"/>
              <a:t>27</a:t>
            </a:fld>
            <a:endParaRPr lang="en-US" dirty="0"/>
          </a:p>
        </p:txBody>
      </p:sp>
    </p:spTree>
    <p:extLst>
      <p:ext uri="{BB962C8B-B14F-4D97-AF65-F5344CB8AC3E}">
        <p14:creationId xmlns:p14="http://schemas.microsoft.com/office/powerpoint/2010/main" val="3944324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1" name="Picture 10">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3" name="Picture 12">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4" name="Picture 13">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6" name="Straight Connector 15">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8" name="Rectangle 17">
            <a:extLst>
              <a:ext uri="{FF2B5EF4-FFF2-40B4-BE49-F238E27FC236}">
                <a16:creationId xmlns:a16="http://schemas.microsoft.com/office/drawing/2014/main" id="{1755C732-3264-4614-8316-41F7548371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59C7C6ED-4EA1-4532-A820-59A8ADEEE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1" name="Picture 20">
              <a:extLst>
                <a:ext uri="{FF2B5EF4-FFF2-40B4-BE49-F238E27FC236}">
                  <a16:creationId xmlns:a16="http://schemas.microsoft.com/office/drawing/2014/main" id="{3A197BB7-B689-4B37-8BE2-FC23F6ED649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2" name="Rectangle 21">
              <a:extLst>
                <a:ext uri="{FF2B5EF4-FFF2-40B4-BE49-F238E27FC236}">
                  <a16:creationId xmlns:a16="http://schemas.microsoft.com/office/drawing/2014/main" id="{E93E4556-7891-471E-B9B7-A38508C759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23" name="Picture 22">
              <a:extLst>
                <a:ext uri="{FF2B5EF4-FFF2-40B4-BE49-F238E27FC236}">
                  <a16:creationId xmlns:a16="http://schemas.microsoft.com/office/drawing/2014/main" id="{6F9C6176-D87B-4D8F-8BC3-FE6DF55C4ED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4" name="Picture 23">
              <a:extLst>
                <a:ext uri="{FF2B5EF4-FFF2-40B4-BE49-F238E27FC236}">
                  <a16:creationId xmlns:a16="http://schemas.microsoft.com/office/drawing/2014/main" id="{B838BA48-DDFB-46B3-9EF6-031C91D27927}"/>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134EB46E-4FE8-4BE6-8C15-BB8D9A28E130}"/>
              </a:ext>
            </a:extLst>
          </p:cNvPr>
          <p:cNvSpPr>
            <a:spLocks noGrp="1"/>
          </p:cNvSpPr>
          <p:nvPr>
            <p:ph type="title"/>
          </p:nvPr>
        </p:nvSpPr>
        <p:spPr>
          <a:xfrm>
            <a:off x="1102619" y="4404852"/>
            <a:ext cx="9989677" cy="1054745"/>
          </a:xfrm>
        </p:spPr>
        <p:txBody>
          <a:bodyPr vert="horz" lIns="91440" tIns="45720" rIns="91440" bIns="45720" rtlCol="0" anchor="b">
            <a:normAutofit/>
          </a:bodyPr>
          <a:lstStyle/>
          <a:p>
            <a:r>
              <a:rPr lang="zh-CN" altLang="en-US" sz="5400">
                <a:solidFill>
                  <a:srgbClr val="262626"/>
                </a:solidFill>
              </a:rPr>
              <a:t>第四</a:t>
            </a:r>
            <a:r>
              <a:rPr lang="en-US" altLang="zh-CN" sz="5400">
                <a:solidFill>
                  <a:srgbClr val="262626"/>
                </a:solidFill>
              </a:rPr>
              <a:t>-</a:t>
            </a:r>
            <a:r>
              <a:rPr lang="zh-CN" altLang="en-US" sz="5400">
                <a:solidFill>
                  <a:srgbClr val="262626"/>
                </a:solidFill>
              </a:rPr>
              <a:t>六股：数据、测量、方法</a:t>
            </a:r>
          </a:p>
        </p:txBody>
      </p:sp>
      <p:sp>
        <p:nvSpPr>
          <p:cNvPr id="26" name="Rectangle 25">
            <a:extLst>
              <a:ext uri="{FF2B5EF4-FFF2-40B4-BE49-F238E27FC236}">
                <a16:creationId xmlns:a16="http://schemas.microsoft.com/office/drawing/2014/main" id="{4AD786D6-2C42-45AF-888B-F2038C4D0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644" y="1092200"/>
            <a:ext cx="9999652"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内容占位符 4">
            <a:extLst>
              <a:ext uri="{FF2B5EF4-FFF2-40B4-BE49-F238E27FC236}">
                <a16:creationId xmlns:a16="http://schemas.microsoft.com/office/drawing/2014/main" id="{C1436A9B-4E44-416F-89AD-0CA8378E6D5B}"/>
              </a:ext>
            </a:extLst>
          </p:cNvPr>
          <p:cNvPicPr>
            <a:picLocks noGrp="1" noChangeAspect="1"/>
          </p:cNvPicPr>
          <p:nvPr>
            <p:ph idx="4294967295"/>
          </p:nvPr>
        </p:nvPicPr>
        <p:blipFill>
          <a:blip r:embed="rId7">
            <a:extLst>
              <a:ext uri="{28A0092B-C50C-407E-A947-70E740481C1C}">
                <a14:useLocalDpi xmlns:a14="http://schemas.microsoft.com/office/drawing/2010/main" val="0"/>
              </a:ext>
            </a:extLst>
          </a:blip>
          <a:stretch>
            <a:fillRect/>
          </a:stretch>
        </p:blipFill>
        <p:spPr>
          <a:xfrm>
            <a:off x="3527585" y="1410207"/>
            <a:ext cx="5143193" cy="2455875"/>
          </a:xfrm>
          <a:prstGeom prst="rect">
            <a:avLst/>
          </a:prstGeom>
        </p:spPr>
      </p:pic>
      <p:cxnSp>
        <p:nvCxnSpPr>
          <p:cNvPr id="28" name="Straight Connector 27">
            <a:extLst>
              <a:ext uri="{FF2B5EF4-FFF2-40B4-BE49-F238E27FC236}">
                <a16:creationId xmlns:a16="http://schemas.microsoft.com/office/drawing/2014/main" id="{B8D6659D-FA60-4C6D-A9F6-063E294AA15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8448" y="5501254"/>
            <a:ext cx="9603727"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页脚占位符 2">
            <a:extLst>
              <a:ext uri="{FF2B5EF4-FFF2-40B4-BE49-F238E27FC236}">
                <a16:creationId xmlns:a16="http://schemas.microsoft.com/office/drawing/2014/main" id="{2D25E0BA-FF78-DF8B-9A55-AF2A10931726}"/>
              </a:ext>
            </a:extLst>
          </p:cNvPr>
          <p:cNvSpPr>
            <a:spLocks noGrp="1"/>
          </p:cNvSpPr>
          <p:nvPr>
            <p:ph type="ftr" sz="quarter" idx="11"/>
          </p:nvPr>
        </p:nvSpPr>
        <p:spPr/>
        <p:txBody>
          <a:bodyPr/>
          <a:lstStyle/>
          <a:p>
            <a:r>
              <a:rPr lang="zh-CN" altLang="en-US"/>
              <a:t>宇宙第一水货</a:t>
            </a:r>
            <a:endParaRPr lang="en-US" dirty="0"/>
          </a:p>
        </p:txBody>
      </p:sp>
      <p:sp>
        <p:nvSpPr>
          <p:cNvPr id="4" name="灯片编号占位符 3">
            <a:extLst>
              <a:ext uri="{FF2B5EF4-FFF2-40B4-BE49-F238E27FC236}">
                <a16:creationId xmlns:a16="http://schemas.microsoft.com/office/drawing/2014/main" id="{D1D907AB-0D38-A04C-D5DA-5C00145A0290}"/>
              </a:ext>
            </a:extLst>
          </p:cNvPr>
          <p:cNvSpPr>
            <a:spLocks noGrp="1"/>
          </p:cNvSpPr>
          <p:nvPr>
            <p:ph type="sldNum" sz="quarter" idx="12"/>
          </p:nvPr>
        </p:nvSpPr>
        <p:spPr/>
        <p:txBody>
          <a:bodyPr/>
          <a:lstStyle/>
          <a:p>
            <a:fld id="{6D22F896-40B5-4ADD-8801-0D06FADFA095}" type="slidenum">
              <a:rPr lang="en-US" smtClean="0"/>
              <a:t>28</a:t>
            </a:fld>
            <a:endParaRPr lang="en-US" dirty="0"/>
          </a:p>
        </p:txBody>
      </p:sp>
    </p:spTree>
    <p:extLst>
      <p:ext uri="{BB962C8B-B14F-4D97-AF65-F5344CB8AC3E}">
        <p14:creationId xmlns:p14="http://schemas.microsoft.com/office/powerpoint/2010/main" val="3971861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BD642B1-E8A0-4B5B-8E4A-D8EF15A08E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3" name="Picture 12">
              <a:extLst>
                <a:ext uri="{FF2B5EF4-FFF2-40B4-BE49-F238E27FC236}">
                  <a16:creationId xmlns:a16="http://schemas.microsoft.com/office/drawing/2014/main" id="{241D71B9-BFD9-40DE-BC3B-E64BA2895310}"/>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D2504B9E-D812-4C78-9981-5F48C1288A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15" name="Picture 14">
              <a:extLst>
                <a:ext uri="{FF2B5EF4-FFF2-40B4-BE49-F238E27FC236}">
                  <a16:creationId xmlns:a16="http://schemas.microsoft.com/office/drawing/2014/main" id="{2F886AB1-61BE-4427-BED7-571CF1EF1C8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6" name="Picture 15">
              <a:extLst>
                <a:ext uri="{FF2B5EF4-FFF2-40B4-BE49-F238E27FC236}">
                  <a16:creationId xmlns:a16="http://schemas.microsoft.com/office/drawing/2014/main" id="{E912E8F6-1094-49C1-B7CD-CC46B33D6F8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8" name="Straight Connector 17">
            <a:extLst>
              <a:ext uri="{FF2B5EF4-FFF2-40B4-BE49-F238E27FC236}">
                <a16:creationId xmlns:a16="http://schemas.microsoft.com/office/drawing/2014/main" id="{1870FE29-3AF7-4226-8303-7C1B0B8E1F6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20" name="Rectangle 19">
            <a:extLst>
              <a:ext uri="{FF2B5EF4-FFF2-40B4-BE49-F238E27FC236}">
                <a16:creationId xmlns:a16="http://schemas.microsoft.com/office/drawing/2014/main" id="{8B226A40-22CC-40E5-9EC4-5163536C6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6BB9B7D3-101C-4F55-A956-62DA4AAD40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23" name="Picture 22">
              <a:extLst>
                <a:ext uri="{FF2B5EF4-FFF2-40B4-BE49-F238E27FC236}">
                  <a16:creationId xmlns:a16="http://schemas.microsoft.com/office/drawing/2014/main" id="{53BD5441-821C-4091-8DDD-A4A56A6FC8B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4" name="Rectangle 23">
              <a:extLst>
                <a:ext uri="{FF2B5EF4-FFF2-40B4-BE49-F238E27FC236}">
                  <a16:creationId xmlns:a16="http://schemas.microsoft.com/office/drawing/2014/main" id="{AFC6E877-1BD2-4856-8FFD-250D27C15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25" name="Picture 24">
              <a:extLst>
                <a:ext uri="{FF2B5EF4-FFF2-40B4-BE49-F238E27FC236}">
                  <a16:creationId xmlns:a16="http://schemas.microsoft.com/office/drawing/2014/main" id="{F64C008A-2A32-4626-A83A-16A984F886F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6" name="Picture 25">
              <a:extLst>
                <a:ext uri="{FF2B5EF4-FFF2-40B4-BE49-F238E27FC236}">
                  <a16:creationId xmlns:a16="http://schemas.microsoft.com/office/drawing/2014/main" id="{875D67EF-62E2-43F5-8005-7A7A319D05A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标题 1">
            <a:extLst>
              <a:ext uri="{FF2B5EF4-FFF2-40B4-BE49-F238E27FC236}">
                <a16:creationId xmlns:a16="http://schemas.microsoft.com/office/drawing/2014/main" id="{1A1B4CBD-1C9A-4BC6-9B57-5AD286A87F90}"/>
              </a:ext>
            </a:extLst>
          </p:cNvPr>
          <p:cNvSpPr>
            <a:spLocks noGrp="1"/>
          </p:cNvSpPr>
          <p:nvPr>
            <p:ph type="title"/>
          </p:nvPr>
        </p:nvSpPr>
        <p:spPr>
          <a:xfrm>
            <a:off x="1102619" y="4404852"/>
            <a:ext cx="9989677" cy="1054745"/>
          </a:xfrm>
        </p:spPr>
        <p:txBody>
          <a:bodyPr vert="horz" lIns="91440" tIns="45720" rIns="91440" bIns="45720" rtlCol="0" anchor="b">
            <a:normAutofit/>
          </a:bodyPr>
          <a:lstStyle/>
          <a:p>
            <a:r>
              <a:rPr lang="zh-CN" altLang="en-US" sz="5400" kern="1200" cap="none" dirty="0">
                <a:ln w="3175" cmpd="sng">
                  <a:noFill/>
                </a:ln>
                <a:solidFill>
                  <a:schemeClr val="tx1">
                    <a:lumMod val="85000"/>
                    <a:lumOff val="15000"/>
                  </a:schemeClr>
                </a:solidFill>
                <a:effectLst/>
                <a:latin typeface="+mj-lt"/>
                <a:ea typeface="+mj-ea"/>
                <a:cs typeface="+mj-cs"/>
              </a:rPr>
              <a:t>第七</a:t>
            </a:r>
            <a:r>
              <a:rPr lang="en-US" altLang="zh-CN" sz="5400" kern="1200" cap="none" dirty="0">
                <a:ln w="3175" cmpd="sng">
                  <a:noFill/>
                </a:ln>
                <a:solidFill>
                  <a:schemeClr val="tx1">
                    <a:lumMod val="85000"/>
                    <a:lumOff val="15000"/>
                  </a:schemeClr>
                </a:solidFill>
                <a:effectLst/>
                <a:latin typeface="+mj-lt"/>
                <a:ea typeface="+mj-ea"/>
                <a:cs typeface="+mj-cs"/>
              </a:rPr>
              <a:t>-</a:t>
            </a:r>
            <a:r>
              <a:rPr lang="zh-CN" altLang="en-US" sz="5400" kern="1200" cap="none" dirty="0">
                <a:ln w="3175" cmpd="sng">
                  <a:noFill/>
                </a:ln>
                <a:solidFill>
                  <a:schemeClr val="tx1">
                    <a:lumMod val="85000"/>
                    <a:lumOff val="15000"/>
                  </a:schemeClr>
                </a:solidFill>
                <a:effectLst/>
                <a:latin typeface="+mj-lt"/>
                <a:ea typeface="+mj-ea"/>
                <a:cs typeface="+mj-cs"/>
              </a:rPr>
              <a:t>八股：分析与结论</a:t>
            </a:r>
          </a:p>
        </p:txBody>
      </p:sp>
      <p:sp>
        <p:nvSpPr>
          <p:cNvPr id="28" name="Rectangle 27">
            <a:extLst>
              <a:ext uri="{FF2B5EF4-FFF2-40B4-BE49-F238E27FC236}">
                <a16:creationId xmlns:a16="http://schemas.microsoft.com/office/drawing/2014/main" id="{9D2CA3DB-2141-4DE2-9F8A-9E5561DDF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11086" y="1092200"/>
            <a:ext cx="8962768" cy="3128346"/>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图片 6">
            <a:extLst>
              <a:ext uri="{FF2B5EF4-FFF2-40B4-BE49-F238E27FC236}">
                <a16:creationId xmlns:a16="http://schemas.microsoft.com/office/drawing/2014/main" id="{2E83F9CD-3884-4ABD-8778-2887321545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76502" y="2263861"/>
            <a:ext cx="4243375" cy="785023"/>
          </a:xfrm>
          <a:prstGeom prst="rect">
            <a:avLst/>
          </a:prstGeom>
        </p:spPr>
      </p:pic>
      <p:pic>
        <p:nvPicPr>
          <p:cNvPr id="5" name="内容占位符 4">
            <a:extLst>
              <a:ext uri="{FF2B5EF4-FFF2-40B4-BE49-F238E27FC236}">
                <a16:creationId xmlns:a16="http://schemas.microsoft.com/office/drawing/2014/main" id="{A17260F3-78B6-4E46-8A6A-19D7D9F4EBE1}"/>
              </a:ext>
            </a:extLst>
          </p:cNvPr>
          <p:cNvPicPr>
            <a:picLocks noGrp="1" noChangeAspect="1"/>
          </p:cNvPicPr>
          <p:nvPr>
            <p:ph idx="4294967295"/>
          </p:nvPr>
        </p:nvPicPr>
        <p:blipFill>
          <a:blip r:embed="rId8">
            <a:extLst>
              <a:ext uri="{28A0092B-C50C-407E-A947-70E740481C1C}">
                <a14:useLocalDpi xmlns:a14="http://schemas.microsoft.com/office/drawing/2010/main" val="0"/>
              </a:ext>
            </a:extLst>
          </a:blip>
          <a:stretch>
            <a:fillRect/>
          </a:stretch>
        </p:blipFill>
        <p:spPr>
          <a:xfrm>
            <a:off x="6180744" y="2228319"/>
            <a:ext cx="4227694" cy="856108"/>
          </a:xfrm>
          <a:prstGeom prst="rect">
            <a:avLst/>
          </a:prstGeom>
        </p:spPr>
      </p:pic>
      <p:cxnSp>
        <p:nvCxnSpPr>
          <p:cNvPr id="30" name="Straight Connector 29">
            <a:extLst>
              <a:ext uri="{FF2B5EF4-FFF2-40B4-BE49-F238E27FC236}">
                <a16:creationId xmlns:a16="http://schemas.microsoft.com/office/drawing/2014/main" id="{1214B64F-D291-4308-B071-A2678ED782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64080" y="5518838"/>
            <a:ext cx="7863840" cy="0"/>
          </a:xfrm>
          <a:prstGeom prst="line">
            <a:avLst/>
          </a:prstGeom>
        </p:spPr>
        <p:style>
          <a:lnRef idx="2">
            <a:schemeClr val="accent1"/>
          </a:lnRef>
          <a:fillRef idx="0">
            <a:schemeClr val="accent1"/>
          </a:fillRef>
          <a:effectRef idx="1">
            <a:schemeClr val="accent1"/>
          </a:effectRef>
          <a:fontRef idx="minor">
            <a:schemeClr val="tx1"/>
          </a:fontRef>
        </p:style>
      </p:cxnSp>
      <p:sp>
        <p:nvSpPr>
          <p:cNvPr id="3" name="页脚占位符 2">
            <a:extLst>
              <a:ext uri="{FF2B5EF4-FFF2-40B4-BE49-F238E27FC236}">
                <a16:creationId xmlns:a16="http://schemas.microsoft.com/office/drawing/2014/main" id="{7D01298E-A39F-8FC2-AE73-D0B197ED5F55}"/>
              </a:ext>
            </a:extLst>
          </p:cNvPr>
          <p:cNvSpPr>
            <a:spLocks noGrp="1"/>
          </p:cNvSpPr>
          <p:nvPr>
            <p:ph type="ftr" sz="quarter" idx="11"/>
          </p:nvPr>
        </p:nvSpPr>
        <p:spPr/>
        <p:txBody>
          <a:bodyPr/>
          <a:lstStyle/>
          <a:p>
            <a:r>
              <a:rPr lang="zh-CN" altLang="en-US"/>
              <a:t>宇宙第一水货</a:t>
            </a:r>
            <a:endParaRPr lang="en-US" dirty="0"/>
          </a:p>
        </p:txBody>
      </p:sp>
      <p:sp>
        <p:nvSpPr>
          <p:cNvPr id="4" name="灯片编号占位符 3">
            <a:extLst>
              <a:ext uri="{FF2B5EF4-FFF2-40B4-BE49-F238E27FC236}">
                <a16:creationId xmlns:a16="http://schemas.microsoft.com/office/drawing/2014/main" id="{8F23B89D-C51B-1A94-56C3-823FEBF18933}"/>
              </a:ext>
            </a:extLst>
          </p:cNvPr>
          <p:cNvSpPr>
            <a:spLocks noGrp="1"/>
          </p:cNvSpPr>
          <p:nvPr>
            <p:ph type="sldNum" sz="quarter" idx="12"/>
          </p:nvPr>
        </p:nvSpPr>
        <p:spPr/>
        <p:txBody>
          <a:bodyPr/>
          <a:lstStyle/>
          <a:p>
            <a:fld id="{6D22F896-40B5-4ADD-8801-0D06FADFA095}" type="slidenum">
              <a:rPr lang="en-US" smtClean="0"/>
              <a:t>29</a:t>
            </a:fld>
            <a:endParaRPr lang="en-US" dirty="0"/>
          </a:p>
        </p:txBody>
      </p:sp>
    </p:spTree>
    <p:extLst>
      <p:ext uri="{BB962C8B-B14F-4D97-AF65-F5344CB8AC3E}">
        <p14:creationId xmlns:p14="http://schemas.microsoft.com/office/powerpoint/2010/main" val="24697517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6" name="Rectangle 7">
            <a:extLst>
              <a:ext uri="{FF2B5EF4-FFF2-40B4-BE49-F238E27FC236}">
                <a16:creationId xmlns:a16="http://schemas.microsoft.com/office/drawing/2014/main" id="{011FACCD-8B95-4879-B20F-26F41E8BC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E9B2A7AA-2C45-40F0-B861-4EB9AA9F6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1"/>
          </a:solidFill>
          <a:ln>
            <a:noFill/>
          </a:ln>
          <a:effectLst>
            <a:innerShdw blurRad="63500" dist="508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7E044A54-6147-99A5-0A63-B41C787003F2}"/>
              </a:ext>
            </a:extLst>
          </p:cNvPr>
          <p:cNvSpPr>
            <a:spLocks noGrp="1"/>
          </p:cNvSpPr>
          <p:nvPr>
            <p:ph type="title"/>
          </p:nvPr>
        </p:nvSpPr>
        <p:spPr>
          <a:xfrm>
            <a:off x="640080" y="635508"/>
            <a:ext cx="3354470" cy="5586984"/>
          </a:xfrm>
        </p:spPr>
        <p:txBody>
          <a:bodyPr>
            <a:normAutofit/>
          </a:bodyPr>
          <a:lstStyle/>
          <a:p>
            <a:r>
              <a:rPr lang="zh-CN" altLang="en-US" sz="4800" dirty="0">
                <a:solidFill>
                  <a:srgbClr val="FFFFFF"/>
                </a:solidFill>
              </a:rPr>
              <a:t>第四课</a:t>
            </a:r>
            <a:br>
              <a:rPr lang="en-US" altLang="zh-CN" sz="4800" dirty="0">
                <a:solidFill>
                  <a:srgbClr val="FFFFFF"/>
                </a:solidFill>
              </a:rPr>
            </a:br>
            <a:r>
              <a:rPr lang="zh-CN" altLang="en-US" sz="4800" dirty="0">
                <a:solidFill>
                  <a:srgbClr val="FFFFFF"/>
                </a:solidFill>
              </a:rPr>
              <a:t>团队分享</a:t>
            </a:r>
          </a:p>
        </p:txBody>
      </p:sp>
      <p:sp>
        <p:nvSpPr>
          <p:cNvPr id="18" name="Rectangle 11">
            <a:extLst>
              <a:ext uri="{FF2B5EF4-FFF2-40B4-BE49-F238E27FC236}">
                <a16:creationId xmlns:a16="http://schemas.microsoft.com/office/drawing/2014/main" id="{3CE3689C-E8F8-4542-8800-E68B764AF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746" y="0"/>
            <a:ext cx="7537704" cy="68580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B9624615-EA6C-3688-D7B0-D5891A738255}"/>
              </a:ext>
            </a:extLst>
          </p:cNvPr>
          <p:cNvSpPr>
            <a:spLocks noGrp="1"/>
          </p:cNvSpPr>
          <p:nvPr>
            <p:ph idx="1"/>
          </p:nvPr>
        </p:nvSpPr>
        <p:spPr>
          <a:xfrm>
            <a:off x="5456262" y="793889"/>
            <a:ext cx="5935673" cy="5174774"/>
          </a:xfrm>
        </p:spPr>
        <p:txBody>
          <a:bodyPr anchor="ctr">
            <a:normAutofit/>
          </a:bodyPr>
          <a:lstStyle/>
          <a:p>
            <a:r>
              <a:rPr lang="zh-CN" altLang="en-US" sz="2200" dirty="0">
                <a:solidFill>
                  <a:schemeClr val="bg1"/>
                </a:solidFill>
              </a:rPr>
              <a:t>每个小组汇报</a:t>
            </a:r>
            <a:r>
              <a:rPr lang="en-US" altLang="zh-CN" sz="2200" dirty="0">
                <a:solidFill>
                  <a:schemeClr val="bg1"/>
                </a:solidFill>
              </a:rPr>
              <a:t>15</a:t>
            </a:r>
            <a:r>
              <a:rPr lang="zh-CN" altLang="en-US" sz="2200" dirty="0">
                <a:solidFill>
                  <a:schemeClr val="bg1"/>
                </a:solidFill>
              </a:rPr>
              <a:t>分钟，合计</a:t>
            </a:r>
            <a:r>
              <a:rPr lang="en-US" altLang="zh-CN" sz="2200" dirty="0">
                <a:solidFill>
                  <a:schemeClr val="bg1"/>
                </a:solidFill>
              </a:rPr>
              <a:t>90</a:t>
            </a:r>
            <a:r>
              <a:rPr lang="zh-CN" altLang="en-US" sz="2200" dirty="0">
                <a:solidFill>
                  <a:schemeClr val="bg1"/>
                </a:solidFill>
              </a:rPr>
              <a:t>分钟。</a:t>
            </a:r>
            <a:endParaRPr lang="en-US" altLang="zh-CN" sz="2200" dirty="0">
              <a:solidFill>
                <a:schemeClr val="bg1"/>
              </a:solidFill>
            </a:endParaRPr>
          </a:p>
          <a:p>
            <a:pPr lvl="1"/>
            <a:r>
              <a:rPr lang="zh-CN" altLang="en-US" sz="2200" dirty="0">
                <a:solidFill>
                  <a:schemeClr val="bg1"/>
                </a:solidFill>
              </a:rPr>
              <a:t>汇报材料周日晚发给助教和我；</a:t>
            </a:r>
            <a:endParaRPr lang="en-US" altLang="zh-CN" sz="2200" dirty="0">
              <a:solidFill>
                <a:schemeClr val="bg1"/>
              </a:solidFill>
            </a:endParaRPr>
          </a:p>
          <a:p>
            <a:pPr lvl="1"/>
            <a:r>
              <a:rPr lang="zh-CN" altLang="en-US" sz="2200" dirty="0">
                <a:solidFill>
                  <a:schemeClr val="bg1"/>
                </a:solidFill>
              </a:rPr>
              <a:t>汇报成员不限，可单人可多人；</a:t>
            </a:r>
            <a:endParaRPr lang="en-US" altLang="zh-CN" sz="2200" dirty="0">
              <a:solidFill>
                <a:schemeClr val="bg1"/>
              </a:solidFill>
            </a:endParaRPr>
          </a:p>
          <a:p>
            <a:pPr lvl="1"/>
            <a:r>
              <a:rPr lang="zh-CN" altLang="en-US" sz="2200" dirty="0">
                <a:solidFill>
                  <a:schemeClr val="bg1"/>
                </a:solidFill>
              </a:rPr>
              <a:t>汇报形式不限（书面材料有限制）；</a:t>
            </a:r>
            <a:endParaRPr lang="en-US" altLang="zh-CN" sz="2200" dirty="0">
              <a:solidFill>
                <a:schemeClr val="bg1"/>
              </a:solidFill>
            </a:endParaRPr>
          </a:p>
          <a:p>
            <a:r>
              <a:rPr lang="zh-CN" altLang="en-US" sz="2200" dirty="0">
                <a:solidFill>
                  <a:schemeClr val="bg1"/>
                </a:solidFill>
              </a:rPr>
              <a:t>读书报告评分标准</a:t>
            </a:r>
            <a:endParaRPr lang="en-US" altLang="zh-CN" sz="2200" dirty="0">
              <a:solidFill>
                <a:schemeClr val="bg1"/>
              </a:solidFill>
            </a:endParaRPr>
          </a:p>
          <a:p>
            <a:pPr lvl="1"/>
            <a:r>
              <a:rPr lang="zh-CN" altLang="en-US" sz="2200" dirty="0">
                <a:solidFill>
                  <a:schemeClr val="bg1"/>
                </a:solidFill>
              </a:rPr>
              <a:t>团队主题是否连贯明确，如何与阅读书目相关，且被各篇读书报告所支撑；</a:t>
            </a:r>
            <a:endParaRPr lang="en-US" altLang="zh-CN" sz="2200" dirty="0">
              <a:solidFill>
                <a:schemeClr val="bg1"/>
              </a:solidFill>
            </a:endParaRPr>
          </a:p>
          <a:p>
            <a:pPr lvl="1"/>
            <a:r>
              <a:rPr lang="zh-CN" altLang="en-US" sz="2200" dirty="0">
                <a:solidFill>
                  <a:schemeClr val="bg1"/>
                </a:solidFill>
              </a:rPr>
              <a:t>团队协作能力，以及台上台下合作；</a:t>
            </a:r>
            <a:endParaRPr lang="en-US" altLang="zh-CN" sz="2200" dirty="0">
              <a:solidFill>
                <a:schemeClr val="bg1"/>
              </a:solidFill>
            </a:endParaRPr>
          </a:p>
          <a:p>
            <a:pPr lvl="1"/>
            <a:r>
              <a:rPr lang="zh-CN" altLang="en-US" sz="2200" dirty="0">
                <a:solidFill>
                  <a:schemeClr val="bg1"/>
                </a:solidFill>
              </a:rPr>
              <a:t>团队是否使用了人工智能（可不使用）；</a:t>
            </a:r>
            <a:endParaRPr lang="en-US" altLang="zh-CN" sz="2200" dirty="0">
              <a:solidFill>
                <a:schemeClr val="bg1"/>
              </a:solidFill>
            </a:endParaRPr>
          </a:p>
          <a:p>
            <a:r>
              <a:rPr lang="zh-CN" altLang="en-US" sz="2200" dirty="0">
                <a:solidFill>
                  <a:schemeClr val="bg1"/>
                </a:solidFill>
              </a:rPr>
              <a:t>切记，读书报告属于团体分，需要加强合作。</a:t>
            </a:r>
          </a:p>
        </p:txBody>
      </p:sp>
      <p:sp>
        <p:nvSpPr>
          <p:cNvPr id="19" name="Rectangle 13">
            <a:extLst>
              <a:ext uri="{FF2B5EF4-FFF2-40B4-BE49-F238E27FC236}">
                <a16:creationId xmlns:a16="http://schemas.microsoft.com/office/drawing/2014/main" id="{52467CA7-F767-4582-9BB7-0B1AF75DF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310" y="320040"/>
            <a:ext cx="6894576" cy="6217920"/>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4" name="页脚占位符 3">
            <a:extLst>
              <a:ext uri="{FF2B5EF4-FFF2-40B4-BE49-F238E27FC236}">
                <a16:creationId xmlns:a16="http://schemas.microsoft.com/office/drawing/2014/main" id="{AFE382EA-1895-803D-D75A-D949A1670B64}"/>
              </a:ext>
            </a:extLst>
          </p:cNvPr>
          <p:cNvSpPr>
            <a:spLocks noGrp="1"/>
          </p:cNvSpPr>
          <p:nvPr>
            <p:ph type="ftr" sz="quarter" idx="11"/>
          </p:nvPr>
        </p:nvSpPr>
        <p:spPr/>
        <p:txBody>
          <a:bodyPr/>
          <a:lstStyle/>
          <a:p>
            <a:r>
              <a:rPr lang="zh-CN" altLang="en-US"/>
              <a:t>宇宙第一水货</a:t>
            </a:r>
            <a:endParaRPr lang="en-US" dirty="0"/>
          </a:p>
        </p:txBody>
      </p:sp>
      <p:sp>
        <p:nvSpPr>
          <p:cNvPr id="5" name="灯片编号占位符 4">
            <a:extLst>
              <a:ext uri="{FF2B5EF4-FFF2-40B4-BE49-F238E27FC236}">
                <a16:creationId xmlns:a16="http://schemas.microsoft.com/office/drawing/2014/main" id="{1B8E6F52-410B-5268-2600-BFFD013F3761}"/>
              </a:ext>
            </a:extLst>
          </p:cNvPr>
          <p:cNvSpPr>
            <a:spLocks noGrp="1"/>
          </p:cNvSpPr>
          <p:nvPr>
            <p:ph type="sldNum" sz="quarter" idx="12"/>
          </p:nvPr>
        </p:nvSpPr>
        <p:spPr/>
        <p:txBody>
          <a:bodyPr/>
          <a:lstStyle/>
          <a:p>
            <a:fld id="{6D22F896-40B5-4ADD-8801-0D06FADFA095}" type="slidenum">
              <a:rPr lang="en-US" smtClean="0"/>
              <a:t>30</a:t>
            </a:fld>
            <a:endParaRPr lang="en-US" dirty="0"/>
          </a:p>
        </p:txBody>
      </p:sp>
    </p:spTree>
    <p:extLst>
      <p:ext uri="{BB962C8B-B14F-4D97-AF65-F5344CB8AC3E}">
        <p14:creationId xmlns:p14="http://schemas.microsoft.com/office/powerpoint/2010/main" val="169367176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环保">
  <a:themeElements>
    <a:clrScheme name="环保">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环保">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环保">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55175A-6A5F-4F4E-99BD-2D1EF43072E3}">
  <we:reference id="wa200005559" version="1.0.0.0" store="zh-CN" storeType="OMEX"/>
  <we:alternateReferences>
    <we:reference id="wa200005559" version="1.0.0.0" store="zh-CN"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Organic</Template>
  <TotalTime>336</TotalTime>
  <Words>1081</Words>
  <Application>Microsoft Office PowerPoint</Application>
  <PresentationFormat>宽屏</PresentationFormat>
  <Paragraphs>164</Paragraphs>
  <Slides>30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30</vt:i4>
      </vt:variant>
    </vt:vector>
  </HeadingPairs>
  <TitlesOfParts>
    <vt:vector size="35" baseType="lpstr">
      <vt:lpstr>等线</vt:lpstr>
      <vt:lpstr>Arial</vt:lpstr>
      <vt:lpstr>Garamond</vt:lpstr>
      <vt:lpstr>Wingdings</vt:lpstr>
      <vt:lpstr>环保</vt:lpstr>
      <vt:lpstr>第三讲 视角</vt:lpstr>
      <vt:lpstr>一、解锁新技能</vt:lpstr>
      <vt:lpstr>从荒野之息到王者之泪</vt:lpstr>
      <vt:lpstr>苏醒</vt:lpstr>
      <vt:lpstr>神庙与技能</vt:lpstr>
      <vt:lpstr>公主，我来救你了</vt:lpstr>
      <vt:lpstr>解锁新技能</vt:lpstr>
      <vt:lpstr>何谓视角？（回想下“比较”）</vt:lpstr>
      <vt:lpstr>假如让你想出一个全新的视角？</vt:lpstr>
      <vt:lpstr>邓小平时代</vt:lpstr>
      <vt:lpstr>寻找一条富国之路</vt:lpstr>
      <vt:lpstr>新视角：社会主义市场经济</vt:lpstr>
      <vt:lpstr>小平，您好</vt:lpstr>
      <vt:lpstr>二、人工智能与论文格式</vt:lpstr>
      <vt:lpstr>二、人工智能辅助“视角”</vt:lpstr>
      <vt:lpstr>人工智能的提示方法（六步法）</vt:lpstr>
      <vt:lpstr>1. 明确任务</vt:lpstr>
      <vt:lpstr>2. 提供背景 </vt:lpstr>
      <vt:lpstr>3. 设定角色</vt:lpstr>
      <vt:lpstr>4. 模拟风格</vt:lpstr>
      <vt:lpstr>5. 固定输出</vt:lpstr>
      <vt:lpstr>6. 调整优化</vt:lpstr>
      <vt:lpstr>三、关于学术论文的格式问题</vt:lpstr>
      <vt:lpstr>“洋八股”</vt:lpstr>
      <vt:lpstr>第一股：研究问题</vt:lpstr>
      <vt:lpstr>第二股：文献综述</vt:lpstr>
      <vt:lpstr>第三股：假设</vt:lpstr>
      <vt:lpstr>第四-六股：数据、测量、方法</vt:lpstr>
      <vt:lpstr>第七-八股：分析与结论</vt:lpstr>
      <vt:lpstr>第四课 团队分享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第三讲 小组研讨</dc:title>
  <dc:creator>Ma Michael</dc:creator>
  <cp:lastModifiedBy>Michael Ma</cp:lastModifiedBy>
  <cp:revision>16</cp:revision>
  <dcterms:created xsi:type="dcterms:W3CDTF">2023-05-16T08:25:32Z</dcterms:created>
  <dcterms:modified xsi:type="dcterms:W3CDTF">2024-11-17T06:44:29Z</dcterms:modified>
</cp:coreProperties>
</file>