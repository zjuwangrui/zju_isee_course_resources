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33D11-D102-44A7-A7BD-D4634E39AAFE}" v="1" dt="2024-05-27T02:13:28.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Ma" userId="6ad0b99d3e159485" providerId="LiveId" clId="{19E33D11-D102-44A7-A7BD-D4634E39AAFE}"/>
    <pc:docChg chg="custSel modSld">
      <pc:chgData name="Michael Ma" userId="6ad0b99d3e159485" providerId="LiveId" clId="{19E33D11-D102-44A7-A7BD-D4634E39AAFE}" dt="2024-05-27T02:14:11.671" v="136" actId="207"/>
      <pc:docMkLst>
        <pc:docMk/>
      </pc:docMkLst>
      <pc:sldChg chg="modSp mod">
        <pc:chgData name="Michael Ma" userId="6ad0b99d3e159485" providerId="LiveId" clId="{19E33D11-D102-44A7-A7BD-D4634E39AAFE}" dt="2024-05-27T02:08:53.017" v="10" actId="20577"/>
        <pc:sldMkLst>
          <pc:docMk/>
          <pc:sldMk cId="3022532568" sldId="256"/>
        </pc:sldMkLst>
        <pc:spChg chg="mod">
          <ac:chgData name="Michael Ma" userId="6ad0b99d3e159485" providerId="LiveId" clId="{19E33D11-D102-44A7-A7BD-D4634E39AAFE}" dt="2024-05-27T02:08:42.939" v="8" actId="20577"/>
          <ac:spMkLst>
            <pc:docMk/>
            <pc:sldMk cId="3022532568" sldId="256"/>
            <ac:spMk id="2" creationId="{D6001543-DBBF-49B1-8B41-B6131D37B882}"/>
          </ac:spMkLst>
        </pc:spChg>
        <pc:spChg chg="mod">
          <ac:chgData name="Michael Ma" userId="6ad0b99d3e159485" providerId="LiveId" clId="{19E33D11-D102-44A7-A7BD-D4634E39AAFE}" dt="2024-05-27T02:08:53.017" v="10" actId="20577"/>
          <ac:spMkLst>
            <pc:docMk/>
            <pc:sldMk cId="3022532568" sldId="256"/>
            <ac:spMk id="3" creationId="{5D55AF89-BF8A-4568-AD89-E61C2E5831CD}"/>
          </ac:spMkLst>
        </pc:spChg>
      </pc:sldChg>
      <pc:sldChg chg="addSp delSp modSp mod">
        <pc:chgData name="Michael Ma" userId="6ad0b99d3e159485" providerId="LiveId" clId="{19E33D11-D102-44A7-A7BD-D4634E39AAFE}" dt="2024-05-27T02:10:53.157" v="130" actId="20577"/>
        <pc:sldMkLst>
          <pc:docMk/>
          <pc:sldMk cId="1672709606" sldId="260"/>
        </pc:sldMkLst>
        <pc:spChg chg="add mod">
          <ac:chgData name="Michael Ma" userId="6ad0b99d3e159485" providerId="LiveId" clId="{19E33D11-D102-44A7-A7BD-D4634E39AAFE}" dt="2024-05-27T02:10:05.804" v="106" actId="20577"/>
          <ac:spMkLst>
            <pc:docMk/>
            <pc:sldMk cId="1672709606" sldId="260"/>
            <ac:spMk id="4" creationId="{708B997D-110A-DCCE-0967-61F0498002AC}"/>
          </ac:spMkLst>
        </pc:spChg>
        <pc:spChg chg="mod">
          <ac:chgData name="Michael Ma" userId="6ad0b99d3e159485" providerId="LiveId" clId="{19E33D11-D102-44A7-A7BD-D4634E39AAFE}" dt="2024-05-27T02:10:53.157" v="130" actId="20577"/>
          <ac:spMkLst>
            <pc:docMk/>
            <pc:sldMk cId="1672709606" sldId="260"/>
            <ac:spMk id="6" creationId="{051396B2-7C33-4338-B27F-EF71ECE526A4}"/>
          </ac:spMkLst>
        </pc:spChg>
        <pc:spChg chg="add mod">
          <ac:chgData name="Michael Ma" userId="6ad0b99d3e159485" providerId="LiveId" clId="{19E33D11-D102-44A7-A7BD-D4634E39AAFE}" dt="2024-05-27T02:10:49.409" v="129" actId="20577"/>
          <ac:spMkLst>
            <pc:docMk/>
            <pc:sldMk cId="1672709606" sldId="260"/>
            <ac:spMk id="8" creationId="{9FE8F4DA-0D1E-A1F6-FB34-85AC61D4F9F9}"/>
          </ac:spMkLst>
        </pc:spChg>
        <pc:picChg chg="del">
          <ac:chgData name="Michael Ma" userId="6ad0b99d3e159485" providerId="LiveId" clId="{19E33D11-D102-44A7-A7BD-D4634E39AAFE}" dt="2024-05-27T02:09:24.559" v="11" actId="478"/>
          <ac:picMkLst>
            <pc:docMk/>
            <pc:sldMk cId="1672709606" sldId="260"/>
            <ac:picMk id="9" creationId="{C2F44ED1-A445-4C5E-A673-4080F1B7BD2D}"/>
          </ac:picMkLst>
        </pc:picChg>
        <pc:picChg chg="del">
          <ac:chgData name="Michael Ma" userId="6ad0b99d3e159485" providerId="LiveId" clId="{19E33D11-D102-44A7-A7BD-D4634E39AAFE}" dt="2024-05-27T02:09:31.215" v="12" actId="478"/>
          <ac:picMkLst>
            <pc:docMk/>
            <pc:sldMk cId="1672709606" sldId="260"/>
            <ac:picMk id="11" creationId="{6D7E33C3-4E67-412F-BCB7-36E1F2FBF5A7}"/>
          </ac:picMkLst>
        </pc:picChg>
      </pc:sldChg>
      <pc:sldChg chg="addSp delSp modSp mod">
        <pc:chgData name="Michael Ma" userId="6ad0b99d3e159485" providerId="LiveId" clId="{19E33D11-D102-44A7-A7BD-D4634E39AAFE}" dt="2024-05-27T02:13:51.707" v="135" actId="1076"/>
        <pc:sldMkLst>
          <pc:docMk/>
          <pc:sldMk cId="4055631731" sldId="264"/>
        </pc:sldMkLst>
        <pc:spChg chg="add del mod">
          <ac:chgData name="Michael Ma" userId="6ad0b99d3e159485" providerId="LiveId" clId="{19E33D11-D102-44A7-A7BD-D4634E39AAFE}" dt="2024-05-27T02:13:28.373" v="132"/>
          <ac:spMkLst>
            <pc:docMk/>
            <pc:sldMk cId="4055631731" sldId="264"/>
            <ac:spMk id="4" creationId="{7DA46644-4336-FDC7-8E0F-386D059618FF}"/>
          </ac:spMkLst>
        </pc:spChg>
        <pc:picChg chg="add mod">
          <ac:chgData name="Michael Ma" userId="6ad0b99d3e159485" providerId="LiveId" clId="{19E33D11-D102-44A7-A7BD-D4634E39AAFE}" dt="2024-05-27T02:13:51.707" v="135" actId="1076"/>
          <ac:picMkLst>
            <pc:docMk/>
            <pc:sldMk cId="4055631731" sldId="264"/>
            <ac:picMk id="6" creationId="{79EE83EC-C6B1-815C-9669-B051BC6C5DED}"/>
          </ac:picMkLst>
        </pc:picChg>
        <pc:picChg chg="del">
          <ac:chgData name="Michael Ma" userId="6ad0b99d3e159485" providerId="LiveId" clId="{19E33D11-D102-44A7-A7BD-D4634E39AAFE}" dt="2024-05-27T02:13:26.573" v="131" actId="478"/>
          <ac:picMkLst>
            <pc:docMk/>
            <pc:sldMk cId="4055631731" sldId="264"/>
            <ac:picMk id="9" creationId="{EE851677-3E78-4A5A-AB71-5B1DED9530C9}"/>
          </ac:picMkLst>
        </pc:picChg>
      </pc:sldChg>
      <pc:sldChg chg="modSp mod">
        <pc:chgData name="Michael Ma" userId="6ad0b99d3e159485" providerId="LiveId" clId="{19E33D11-D102-44A7-A7BD-D4634E39AAFE}" dt="2024-05-27T02:14:11.671" v="136" actId="207"/>
        <pc:sldMkLst>
          <pc:docMk/>
          <pc:sldMk cId="759480523" sldId="269"/>
        </pc:sldMkLst>
        <pc:spChg chg="mod">
          <ac:chgData name="Michael Ma" userId="6ad0b99d3e159485" providerId="LiveId" clId="{19E33D11-D102-44A7-A7BD-D4634E39AAFE}" dt="2024-05-27T02:14:11.671" v="136" actId="207"/>
          <ac:spMkLst>
            <pc:docMk/>
            <pc:sldMk cId="759480523" sldId="269"/>
            <ac:spMk id="3" creationId="{32CE7F5F-8B47-4F19-88E5-9CD99251C95C}"/>
          </ac:spMkLst>
        </pc:spChg>
      </pc:sldChg>
    </pc:docChg>
  </pc:docChgLst>
  <pc:docChgLst>
    <pc:chgData name="Ma Michael" userId="6ad0b99d3e159485" providerId="LiveId" clId="{71CA9BCF-274E-4A15-93BE-DDDE8385398B}"/>
    <pc:docChg chg="delSld modSld">
      <pc:chgData name="Ma Michael" userId="6ad0b99d3e159485" providerId="LiveId" clId="{71CA9BCF-274E-4A15-93BE-DDDE8385398B}" dt="2023-12-04T05:51:18.846" v="93" actId="20577"/>
      <pc:docMkLst>
        <pc:docMk/>
      </pc:docMkLst>
      <pc:sldChg chg="modSp">
        <pc:chgData name="Ma Michael" userId="6ad0b99d3e159485" providerId="LiveId" clId="{71CA9BCF-274E-4A15-93BE-DDDE8385398B}" dt="2023-12-04T05:48:55.007" v="25" actId="20577"/>
        <pc:sldMkLst>
          <pc:docMk/>
          <pc:sldMk cId="3022532568" sldId="256"/>
        </pc:sldMkLst>
        <pc:spChg chg="mod">
          <ac:chgData name="Ma Michael" userId="6ad0b99d3e159485" providerId="LiveId" clId="{71CA9BCF-274E-4A15-93BE-DDDE8385398B}" dt="2023-12-04T05:48:47.929" v="20" actId="20577"/>
          <ac:spMkLst>
            <pc:docMk/>
            <pc:sldMk cId="3022532568" sldId="256"/>
            <ac:spMk id="2" creationId="{D6001543-DBBF-49B1-8B41-B6131D37B882}"/>
          </ac:spMkLst>
        </pc:spChg>
        <pc:spChg chg="mod">
          <ac:chgData name="Ma Michael" userId="6ad0b99d3e159485" providerId="LiveId" clId="{71CA9BCF-274E-4A15-93BE-DDDE8385398B}" dt="2023-12-04T05:48:55.007" v="25" actId="20577"/>
          <ac:spMkLst>
            <pc:docMk/>
            <pc:sldMk cId="3022532568" sldId="256"/>
            <ac:spMk id="3" creationId="{5D55AF89-BF8A-4568-AD89-E61C2E5831CD}"/>
          </ac:spMkLst>
        </pc:spChg>
      </pc:sldChg>
      <pc:sldChg chg="modSp">
        <pc:chgData name="Ma Michael" userId="6ad0b99d3e159485" providerId="LiveId" clId="{71CA9BCF-274E-4A15-93BE-DDDE8385398B}" dt="2023-12-04T05:50:07.532" v="34" actId="20577"/>
        <pc:sldMkLst>
          <pc:docMk/>
          <pc:sldMk cId="4194649402" sldId="259"/>
        </pc:sldMkLst>
        <pc:spChg chg="mod">
          <ac:chgData name="Ma Michael" userId="6ad0b99d3e159485" providerId="LiveId" clId="{71CA9BCF-274E-4A15-93BE-DDDE8385398B}" dt="2023-12-04T05:50:07.532" v="34" actId="20577"/>
          <ac:spMkLst>
            <pc:docMk/>
            <pc:sldMk cId="4194649402" sldId="259"/>
            <ac:spMk id="15" creationId="{597968E6-C977-45D2-8137-412B26FD3473}"/>
          </ac:spMkLst>
        </pc:spChg>
      </pc:sldChg>
      <pc:sldChg chg="modSp">
        <pc:chgData name="Ma Michael" userId="6ad0b99d3e159485" providerId="LiveId" clId="{71CA9BCF-274E-4A15-93BE-DDDE8385398B}" dt="2023-12-04T05:50:40.926" v="87" actId="20577"/>
        <pc:sldMkLst>
          <pc:docMk/>
          <pc:sldMk cId="1672709606" sldId="260"/>
        </pc:sldMkLst>
        <pc:spChg chg="mod">
          <ac:chgData name="Ma Michael" userId="6ad0b99d3e159485" providerId="LiveId" clId="{71CA9BCF-274E-4A15-93BE-DDDE8385398B}" dt="2023-12-04T05:50:14.099" v="35" actId="20577"/>
          <ac:spMkLst>
            <pc:docMk/>
            <pc:sldMk cId="1672709606" sldId="260"/>
            <ac:spMk id="2" creationId="{58D167A2-737C-42CC-9187-F4F359EBD73A}"/>
          </ac:spMkLst>
        </pc:spChg>
        <pc:spChg chg="mod">
          <ac:chgData name="Ma Michael" userId="6ad0b99d3e159485" providerId="LiveId" clId="{71CA9BCF-274E-4A15-93BE-DDDE8385398B}" dt="2023-12-04T05:50:19.649" v="42" actId="20577"/>
          <ac:spMkLst>
            <pc:docMk/>
            <pc:sldMk cId="1672709606" sldId="260"/>
            <ac:spMk id="5" creationId="{E2B0C24C-DCBE-4DA9-B2F0-CE4639416018}"/>
          </ac:spMkLst>
        </pc:spChg>
        <pc:spChg chg="mod">
          <ac:chgData name="Ma Michael" userId="6ad0b99d3e159485" providerId="LiveId" clId="{71CA9BCF-274E-4A15-93BE-DDDE8385398B}" dt="2023-12-04T05:50:40.926" v="87" actId="20577"/>
          <ac:spMkLst>
            <pc:docMk/>
            <pc:sldMk cId="1672709606" sldId="260"/>
            <ac:spMk id="6" creationId="{051396B2-7C33-4338-B27F-EF71ECE526A4}"/>
          </ac:spMkLst>
        </pc:spChg>
      </pc:sldChg>
      <pc:sldChg chg="modSp">
        <pc:chgData name="Ma Michael" userId="6ad0b99d3e159485" providerId="LiveId" clId="{71CA9BCF-274E-4A15-93BE-DDDE8385398B}" dt="2023-12-04T05:51:18.846" v="93" actId="20577"/>
        <pc:sldMkLst>
          <pc:docMk/>
          <pc:sldMk cId="2862410048" sldId="263"/>
        </pc:sldMkLst>
        <pc:spChg chg="mod">
          <ac:chgData name="Ma Michael" userId="6ad0b99d3e159485" providerId="LiveId" clId="{71CA9BCF-274E-4A15-93BE-DDDE8385398B}" dt="2023-12-04T05:51:18.846" v="93" actId="20577"/>
          <ac:spMkLst>
            <pc:docMk/>
            <pc:sldMk cId="2862410048" sldId="263"/>
            <ac:spMk id="2" creationId="{9CD9407F-34DD-4AC7-9398-6BDB2398167F}"/>
          </ac:spMkLst>
        </pc:spChg>
      </pc:sldChg>
      <pc:sldChg chg="del">
        <pc:chgData name="Ma Michael" userId="6ad0b99d3e159485" providerId="LiveId" clId="{71CA9BCF-274E-4A15-93BE-DDDE8385398B}" dt="2023-12-04T05:35:10.742" v="0" actId="2696"/>
        <pc:sldMkLst>
          <pc:docMk/>
          <pc:sldMk cId="3707600597" sldId="27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1FA468-1EA3-4605-A484-ED3B88FDB02A}" type="doc">
      <dgm:prSet loTypeId="urn:microsoft.com/office/officeart/2005/8/layout/vList3" loCatId="list" qsTypeId="urn:microsoft.com/office/officeart/2005/8/quickstyle/simple1" qsCatId="simple" csTypeId="urn:microsoft.com/office/officeart/2005/8/colors/colorful1" csCatId="colorful" phldr="1"/>
      <dgm:spPr/>
      <dgm:t>
        <a:bodyPr/>
        <a:lstStyle/>
        <a:p>
          <a:endParaRPr lang="zh-CN" altLang="en-US"/>
        </a:p>
      </dgm:t>
    </dgm:pt>
    <dgm:pt modelId="{2BE18BFE-E042-4ADE-AC3C-0D613293C66F}">
      <dgm:prSet/>
      <dgm:spPr/>
      <dgm:t>
        <a:bodyPr/>
        <a:lstStyle/>
        <a:p>
          <a:r>
            <a:rPr lang="zh-CN" baseline="0"/>
            <a:t>如何检索文献</a:t>
          </a:r>
          <a:endParaRPr lang="zh-CN"/>
        </a:p>
      </dgm:t>
    </dgm:pt>
    <dgm:pt modelId="{97E1F00B-88EC-4B5B-B919-FB39E9D95D52}" type="parTrans" cxnId="{91694F38-9C91-4FE7-ADAE-4D417A800237}">
      <dgm:prSet/>
      <dgm:spPr/>
      <dgm:t>
        <a:bodyPr/>
        <a:lstStyle/>
        <a:p>
          <a:endParaRPr lang="zh-CN" altLang="en-US"/>
        </a:p>
      </dgm:t>
    </dgm:pt>
    <dgm:pt modelId="{F39E9FB2-A934-45CD-ABD9-C0D343369A56}" type="sibTrans" cxnId="{91694F38-9C91-4FE7-ADAE-4D417A800237}">
      <dgm:prSet/>
      <dgm:spPr/>
      <dgm:t>
        <a:bodyPr/>
        <a:lstStyle/>
        <a:p>
          <a:endParaRPr lang="zh-CN" altLang="en-US"/>
        </a:p>
      </dgm:t>
    </dgm:pt>
    <dgm:pt modelId="{5F0E200A-82F0-400D-BF2A-AB023B909B88}">
      <dgm:prSet/>
      <dgm:spPr/>
      <dgm:t>
        <a:bodyPr/>
        <a:lstStyle/>
        <a:p>
          <a:r>
            <a:rPr lang="zh-CN" baseline="0" dirty="0"/>
            <a:t>如何</a:t>
          </a:r>
          <a:r>
            <a:rPr lang="zh-CN" altLang="en-US" baseline="0" dirty="0"/>
            <a:t>选择</a:t>
          </a:r>
          <a:r>
            <a:rPr lang="zh-CN" baseline="0" dirty="0"/>
            <a:t>文献</a:t>
          </a:r>
          <a:endParaRPr lang="zh-CN" dirty="0"/>
        </a:p>
      </dgm:t>
    </dgm:pt>
    <dgm:pt modelId="{3E7C4032-40A4-43D3-8AB9-4F786D73101C}" type="parTrans" cxnId="{196A7C0A-899E-43FB-9725-502A5C36394F}">
      <dgm:prSet/>
      <dgm:spPr/>
      <dgm:t>
        <a:bodyPr/>
        <a:lstStyle/>
        <a:p>
          <a:endParaRPr lang="zh-CN" altLang="en-US"/>
        </a:p>
      </dgm:t>
    </dgm:pt>
    <dgm:pt modelId="{0305FB17-EBD7-4F97-B63E-7B1C42CA4622}" type="sibTrans" cxnId="{196A7C0A-899E-43FB-9725-502A5C36394F}">
      <dgm:prSet/>
      <dgm:spPr/>
      <dgm:t>
        <a:bodyPr/>
        <a:lstStyle/>
        <a:p>
          <a:endParaRPr lang="zh-CN" altLang="en-US"/>
        </a:p>
      </dgm:t>
    </dgm:pt>
    <dgm:pt modelId="{CA26892F-04B4-4E04-B278-FBCD29AF4A07}">
      <dgm:prSet/>
      <dgm:spPr/>
      <dgm:t>
        <a:bodyPr/>
        <a:lstStyle/>
        <a:p>
          <a:r>
            <a:rPr lang="zh-CN" baseline="0" dirty="0"/>
            <a:t>如何</a:t>
          </a:r>
          <a:r>
            <a:rPr lang="zh-CN" altLang="en-US" baseline="0" dirty="0"/>
            <a:t>引用文献</a:t>
          </a:r>
          <a:endParaRPr lang="zh-CN" dirty="0"/>
        </a:p>
      </dgm:t>
    </dgm:pt>
    <dgm:pt modelId="{C336AB8D-572A-4B20-B5AC-40244C478B79}" type="parTrans" cxnId="{1669560E-4AFF-4F6F-9A48-F84D0BDB29BD}">
      <dgm:prSet/>
      <dgm:spPr/>
      <dgm:t>
        <a:bodyPr/>
        <a:lstStyle/>
        <a:p>
          <a:endParaRPr lang="zh-CN" altLang="en-US"/>
        </a:p>
      </dgm:t>
    </dgm:pt>
    <dgm:pt modelId="{D842F5EC-8E1D-45FB-BA88-92CC91224DD2}" type="sibTrans" cxnId="{1669560E-4AFF-4F6F-9A48-F84D0BDB29BD}">
      <dgm:prSet/>
      <dgm:spPr/>
      <dgm:t>
        <a:bodyPr/>
        <a:lstStyle/>
        <a:p>
          <a:endParaRPr lang="zh-CN" altLang="en-US"/>
        </a:p>
      </dgm:t>
    </dgm:pt>
    <dgm:pt modelId="{9D96BD60-5615-4EBE-A2C3-222BAFDE5AEE}" type="pres">
      <dgm:prSet presAssocID="{841FA468-1EA3-4605-A484-ED3B88FDB02A}" presName="linearFlow" presStyleCnt="0">
        <dgm:presLayoutVars>
          <dgm:dir/>
          <dgm:resizeHandles val="exact"/>
        </dgm:presLayoutVars>
      </dgm:prSet>
      <dgm:spPr/>
    </dgm:pt>
    <dgm:pt modelId="{B40B2E23-8B63-4A6B-953F-60155CCAE00E}" type="pres">
      <dgm:prSet presAssocID="{2BE18BFE-E042-4ADE-AC3C-0D613293C66F}" presName="composite" presStyleCnt="0"/>
      <dgm:spPr/>
    </dgm:pt>
    <dgm:pt modelId="{69170374-CDF5-41FE-A518-198F28E17474}" type="pres">
      <dgm:prSet presAssocID="{2BE18BFE-E042-4ADE-AC3C-0D613293C66F}" presName="imgShp" presStyleLbl="fgImgPlace1" presStyleIdx="0" presStyleCnt="3"/>
      <dgm:spPr/>
    </dgm:pt>
    <dgm:pt modelId="{7E4B13E8-3A1F-4A92-8076-FF0B70F4A829}" type="pres">
      <dgm:prSet presAssocID="{2BE18BFE-E042-4ADE-AC3C-0D613293C66F}" presName="txShp" presStyleLbl="node1" presStyleIdx="0" presStyleCnt="3">
        <dgm:presLayoutVars>
          <dgm:bulletEnabled val="1"/>
        </dgm:presLayoutVars>
      </dgm:prSet>
      <dgm:spPr/>
    </dgm:pt>
    <dgm:pt modelId="{11C579CC-234D-44A6-B9E1-5FDCB2BB8D38}" type="pres">
      <dgm:prSet presAssocID="{F39E9FB2-A934-45CD-ABD9-C0D343369A56}" presName="spacing" presStyleCnt="0"/>
      <dgm:spPr/>
    </dgm:pt>
    <dgm:pt modelId="{354425C5-FA15-4538-9D43-C8F75B2FD992}" type="pres">
      <dgm:prSet presAssocID="{5F0E200A-82F0-400D-BF2A-AB023B909B88}" presName="composite" presStyleCnt="0"/>
      <dgm:spPr/>
    </dgm:pt>
    <dgm:pt modelId="{30EBD6D1-1893-4201-A704-D50381C08B66}" type="pres">
      <dgm:prSet presAssocID="{5F0E200A-82F0-400D-BF2A-AB023B909B88}" presName="imgShp" presStyleLbl="fgImgPlace1" presStyleIdx="1" presStyleCnt="3"/>
      <dgm:spPr/>
    </dgm:pt>
    <dgm:pt modelId="{0A418825-82F8-4E93-B2C0-78F3681F0724}" type="pres">
      <dgm:prSet presAssocID="{5F0E200A-82F0-400D-BF2A-AB023B909B88}" presName="txShp" presStyleLbl="node1" presStyleIdx="1" presStyleCnt="3">
        <dgm:presLayoutVars>
          <dgm:bulletEnabled val="1"/>
        </dgm:presLayoutVars>
      </dgm:prSet>
      <dgm:spPr/>
    </dgm:pt>
    <dgm:pt modelId="{4CA81D56-897D-4089-A643-CB0296C25F66}" type="pres">
      <dgm:prSet presAssocID="{0305FB17-EBD7-4F97-B63E-7B1C42CA4622}" presName="spacing" presStyleCnt="0"/>
      <dgm:spPr/>
    </dgm:pt>
    <dgm:pt modelId="{14B445D9-7213-471B-AED9-71F8BBF119FF}" type="pres">
      <dgm:prSet presAssocID="{CA26892F-04B4-4E04-B278-FBCD29AF4A07}" presName="composite" presStyleCnt="0"/>
      <dgm:spPr/>
    </dgm:pt>
    <dgm:pt modelId="{FE3EF8E4-D1F7-4670-AA14-48970D0D65DC}" type="pres">
      <dgm:prSet presAssocID="{CA26892F-04B4-4E04-B278-FBCD29AF4A07}" presName="imgShp" presStyleLbl="fgImgPlace1" presStyleIdx="2" presStyleCnt="3"/>
      <dgm:spPr/>
    </dgm:pt>
    <dgm:pt modelId="{74294533-9A7B-4776-8256-EF1714F4134F}" type="pres">
      <dgm:prSet presAssocID="{CA26892F-04B4-4E04-B278-FBCD29AF4A07}" presName="txShp" presStyleLbl="node1" presStyleIdx="2" presStyleCnt="3">
        <dgm:presLayoutVars>
          <dgm:bulletEnabled val="1"/>
        </dgm:presLayoutVars>
      </dgm:prSet>
      <dgm:spPr/>
    </dgm:pt>
  </dgm:ptLst>
  <dgm:cxnLst>
    <dgm:cxn modelId="{196A7C0A-899E-43FB-9725-502A5C36394F}" srcId="{841FA468-1EA3-4605-A484-ED3B88FDB02A}" destId="{5F0E200A-82F0-400D-BF2A-AB023B909B88}" srcOrd="1" destOrd="0" parTransId="{3E7C4032-40A4-43D3-8AB9-4F786D73101C}" sibTransId="{0305FB17-EBD7-4F97-B63E-7B1C42CA4622}"/>
    <dgm:cxn modelId="{1669560E-4AFF-4F6F-9A48-F84D0BDB29BD}" srcId="{841FA468-1EA3-4605-A484-ED3B88FDB02A}" destId="{CA26892F-04B4-4E04-B278-FBCD29AF4A07}" srcOrd="2" destOrd="0" parTransId="{C336AB8D-572A-4B20-B5AC-40244C478B79}" sibTransId="{D842F5EC-8E1D-45FB-BA88-92CC91224DD2}"/>
    <dgm:cxn modelId="{3BC7801F-24F7-4DFC-8C32-B491F63E8039}" type="presOf" srcId="{841FA468-1EA3-4605-A484-ED3B88FDB02A}" destId="{9D96BD60-5615-4EBE-A2C3-222BAFDE5AEE}" srcOrd="0" destOrd="0" presId="urn:microsoft.com/office/officeart/2005/8/layout/vList3"/>
    <dgm:cxn modelId="{91694F38-9C91-4FE7-ADAE-4D417A800237}" srcId="{841FA468-1EA3-4605-A484-ED3B88FDB02A}" destId="{2BE18BFE-E042-4ADE-AC3C-0D613293C66F}" srcOrd="0" destOrd="0" parTransId="{97E1F00B-88EC-4B5B-B919-FB39E9D95D52}" sibTransId="{F39E9FB2-A934-45CD-ABD9-C0D343369A56}"/>
    <dgm:cxn modelId="{9BDFC240-338C-44B4-A3BD-36498EF59DD5}" type="presOf" srcId="{2BE18BFE-E042-4ADE-AC3C-0D613293C66F}" destId="{7E4B13E8-3A1F-4A92-8076-FF0B70F4A829}" srcOrd="0" destOrd="0" presId="urn:microsoft.com/office/officeart/2005/8/layout/vList3"/>
    <dgm:cxn modelId="{793D5A43-56C1-42F1-A64F-B41946BCF0C1}" type="presOf" srcId="{5F0E200A-82F0-400D-BF2A-AB023B909B88}" destId="{0A418825-82F8-4E93-B2C0-78F3681F0724}" srcOrd="0" destOrd="0" presId="urn:microsoft.com/office/officeart/2005/8/layout/vList3"/>
    <dgm:cxn modelId="{3478A84C-0F4E-4C2A-96C4-949F19B59018}" type="presOf" srcId="{CA26892F-04B4-4E04-B278-FBCD29AF4A07}" destId="{74294533-9A7B-4776-8256-EF1714F4134F}" srcOrd="0" destOrd="0" presId="urn:microsoft.com/office/officeart/2005/8/layout/vList3"/>
    <dgm:cxn modelId="{C8614520-E865-4774-8EE4-512ED265B69C}" type="presParOf" srcId="{9D96BD60-5615-4EBE-A2C3-222BAFDE5AEE}" destId="{B40B2E23-8B63-4A6B-953F-60155CCAE00E}" srcOrd="0" destOrd="0" presId="urn:microsoft.com/office/officeart/2005/8/layout/vList3"/>
    <dgm:cxn modelId="{3DF3D3A9-2F8A-4F94-A10C-741392C86328}" type="presParOf" srcId="{B40B2E23-8B63-4A6B-953F-60155CCAE00E}" destId="{69170374-CDF5-41FE-A518-198F28E17474}" srcOrd="0" destOrd="0" presId="urn:microsoft.com/office/officeart/2005/8/layout/vList3"/>
    <dgm:cxn modelId="{D3DE0C61-656B-4CFB-B6E3-EA419964CD6F}" type="presParOf" srcId="{B40B2E23-8B63-4A6B-953F-60155CCAE00E}" destId="{7E4B13E8-3A1F-4A92-8076-FF0B70F4A829}" srcOrd="1" destOrd="0" presId="urn:microsoft.com/office/officeart/2005/8/layout/vList3"/>
    <dgm:cxn modelId="{7BCA4CFE-DCB6-442B-86DF-A90C29B20486}" type="presParOf" srcId="{9D96BD60-5615-4EBE-A2C3-222BAFDE5AEE}" destId="{11C579CC-234D-44A6-B9E1-5FDCB2BB8D38}" srcOrd="1" destOrd="0" presId="urn:microsoft.com/office/officeart/2005/8/layout/vList3"/>
    <dgm:cxn modelId="{57B8ECFA-F0D8-4D01-8958-90956B50448D}" type="presParOf" srcId="{9D96BD60-5615-4EBE-A2C3-222BAFDE5AEE}" destId="{354425C5-FA15-4538-9D43-C8F75B2FD992}" srcOrd="2" destOrd="0" presId="urn:microsoft.com/office/officeart/2005/8/layout/vList3"/>
    <dgm:cxn modelId="{690C9F6B-43B6-40CA-8B0C-04A21930CC59}" type="presParOf" srcId="{354425C5-FA15-4538-9D43-C8F75B2FD992}" destId="{30EBD6D1-1893-4201-A704-D50381C08B66}" srcOrd="0" destOrd="0" presId="urn:microsoft.com/office/officeart/2005/8/layout/vList3"/>
    <dgm:cxn modelId="{E24D5D3E-20DA-4B95-925C-8B2042D5DDC6}" type="presParOf" srcId="{354425C5-FA15-4538-9D43-C8F75B2FD992}" destId="{0A418825-82F8-4E93-B2C0-78F3681F0724}" srcOrd="1" destOrd="0" presId="urn:microsoft.com/office/officeart/2005/8/layout/vList3"/>
    <dgm:cxn modelId="{0D549B2F-0AAE-4404-8CA6-DAB573F38A6E}" type="presParOf" srcId="{9D96BD60-5615-4EBE-A2C3-222BAFDE5AEE}" destId="{4CA81D56-897D-4089-A643-CB0296C25F66}" srcOrd="3" destOrd="0" presId="urn:microsoft.com/office/officeart/2005/8/layout/vList3"/>
    <dgm:cxn modelId="{EF3F7543-F6CB-4303-BF74-44728F8C5FFE}" type="presParOf" srcId="{9D96BD60-5615-4EBE-A2C3-222BAFDE5AEE}" destId="{14B445D9-7213-471B-AED9-71F8BBF119FF}" srcOrd="4" destOrd="0" presId="urn:microsoft.com/office/officeart/2005/8/layout/vList3"/>
    <dgm:cxn modelId="{2F535384-1824-44E4-A092-8AC9D9901F9C}" type="presParOf" srcId="{14B445D9-7213-471B-AED9-71F8BBF119FF}" destId="{FE3EF8E4-D1F7-4670-AA14-48970D0D65DC}" srcOrd="0" destOrd="0" presId="urn:microsoft.com/office/officeart/2005/8/layout/vList3"/>
    <dgm:cxn modelId="{3F5B37DB-88E7-41EC-A13B-9F66B99331E3}" type="presParOf" srcId="{14B445D9-7213-471B-AED9-71F8BBF119FF}" destId="{74294533-9A7B-4776-8256-EF1714F4134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5E4DB0-277F-44D1-950C-C07466837982}" type="doc">
      <dgm:prSet loTypeId="urn:microsoft.com/office/officeart/2005/8/layout/bProcess3" loCatId="process" qsTypeId="urn:microsoft.com/office/officeart/2005/8/quickstyle/simple1" qsCatId="simple" csTypeId="urn:microsoft.com/office/officeart/2005/8/colors/colorful1" csCatId="colorful" phldr="1"/>
      <dgm:spPr/>
      <dgm:t>
        <a:bodyPr/>
        <a:lstStyle/>
        <a:p>
          <a:endParaRPr lang="zh-CN" altLang="en-US"/>
        </a:p>
      </dgm:t>
    </dgm:pt>
    <dgm:pt modelId="{0993C3BB-764B-4960-9A27-1C7F41BFD612}">
      <dgm:prSet phldrT="[文本]"/>
      <dgm:spPr/>
      <dgm:t>
        <a:bodyPr/>
        <a:lstStyle/>
        <a:p>
          <a:r>
            <a:rPr lang="zh-CN" altLang="en-US" dirty="0"/>
            <a:t>文艺研究</a:t>
          </a:r>
        </a:p>
      </dgm:t>
    </dgm:pt>
    <dgm:pt modelId="{C2F9F9AE-F1FB-443F-BC84-7A7C292D7BEC}" type="parTrans" cxnId="{232F04CE-AD39-4BE2-B35C-6F74083F7AC8}">
      <dgm:prSet/>
      <dgm:spPr/>
      <dgm:t>
        <a:bodyPr/>
        <a:lstStyle/>
        <a:p>
          <a:endParaRPr lang="zh-CN" altLang="en-US"/>
        </a:p>
      </dgm:t>
    </dgm:pt>
    <dgm:pt modelId="{AEA08101-EEE6-42CF-93EA-8F48205A93B8}" type="sibTrans" cxnId="{232F04CE-AD39-4BE2-B35C-6F74083F7AC8}">
      <dgm:prSet/>
      <dgm:spPr/>
      <dgm:t>
        <a:bodyPr/>
        <a:lstStyle/>
        <a:p>
          <a:endParaRPr lang="zh-CN" altLang="en-US"/>
        </a:p>
      </dgm:t>
    </dgm:pt>
    <dgm:pt modelId="{DB2BB2F6-247F-4065-BC8B-F889D229C0D1}">
      <dgm:prSet phldrT="[文本]"/>
      <dgm:spPr/>
      <dgm:t>
        <a:bodyPr/>
        <a:lstStyle/>
        <a:p>
          <a:r>
            <a:rPr lang="zh-CN" altLang="en-US" dirty="0"/>
            <a:t>心理学报</a:t>
          </a:r>
        </a:p>
      </dgm:t>
    </dgm:pt>
    <dgm:pt modelId="{7AE79801-35A0-40E0-B84F-A60402971FD3}" type="parTrans" cxnId="{01D3A0A0-DD0B-4A4D-AE68-10BA93CE9E5C}">
      <dgm:prSet/>
      <dgm:spPr/>
      <dgm:t>
        <a:bodyPr/>
        <a:lstStyle/>
        <a:p>
          <a:endParaRPr lang="zh-CN" altLang="en-US"/>
        </a:p>
      </dgm:t>
    </dgm:pt>
    <dgm:pt modelId="{5915D851-E3DA-4543-9DEE-C28E51384DCA}" type="sibTrans" cxnId="{01D3A0A0-DD0B-4A4D-AE68-10BA93CE9E5C}">
      <dgm:prSet/>
      <dgm:spPr/>
      <dgm:t>
        <a:bodyPr/>
        <a:lstStyle/>
        <a:p>
          <a:endParaRPr lang="zh-CN" altLang="en-US"/>
        </a:p>
      </dgm:t>
    </dgm:pt>
    <dgm:pt modelId="{F2D54679-0414-4457-8AF3-2149D47145C6}">
      <dgm:prSet phldrT="[文本]"/>
      <dgm:spPr/>
      <dgm:t>
        <a:bodyPr/>
        <a:lstStyle/>
        <a:p>
          <a:r>
            <a:rPr lang="zh-CN" altLang="en-US" dirty="0"/>
            <a:t>考古学报</a:t>
          </a:r>
        </a:p>
      </dgm:t>
    </dgm:pt>
    <dgm:pt modelId="{557AF138-2A05-4B06-BAFD-A6256BE7A152}" type="parTrans" cxnId="{A8661429-1612-4154-B27D-42FA989D75A3}">
      <dgm:prSet/>
      <dgm:spPr/>
      <dgm:t>
        <a:bodyPr/>
        <a:lstStyle/>
        <a:p>
          <a:endParaRPr lang="zh-CN" altLang="en-US"/>
        </a:p>
      </dgm:t>
    </dgm:pt>
    <dgm:pt modelId="{49014682-1661-4C03-8BC7-B8E227F00D57}" type="sibTrans" cxnId="{A8661429-1612-4154-B27D-42FA989D75A3}">
      <dgm:prSet/>
      <dgm:spPr/>
      <dgm:t>
        <a:bodyPr/>
        <a:lstStyle/>
        <a:p>
          <a:endParaRPr lang="zh-CN" altLang="en-US"/>
        </a:p>
      </dgm:t>
    </dgm:pt>
    <dgm:pt modelId="{D29D813D-295B-45D6-8BE3-117523D2CF6C}">
      <dgm:prSet phldrT="[文本]"/>
      <dgm:spPr/>
      <dgm:t>
        <a:bodyPr/>
        <a:lstStyle/>
        <a:p>
          <a:r>
            <a:rPr lang="zh-CN" altLang="en-US" dirty="0"/>
            <a:t>历史研究</a:t>
          </a:r>
        </a:p>
      </dgm:t>
    </dgm:pt>
    <dgm:pt modelId="{DEDCBF1A-68C9-4C41-ADFF-DD506CAE1644}" type="parTrans" cxnId="{F23BD798-C8C7-43FD-85B5-DC253A495D7B}">
      <dgm:prSet/>
      <dgm:spPr/>
      <dgm:t>
        <a:bodyPr/>
        <a:lstStyle/>
        <a:p>
          <a:endParaRPr lang="zh-CN" altLang="en-US"/>
        </a:p>
      </dgm:t>
    </dgm:pt>
    <dgm:pt modelId="{8608B917-34AE-4FCA-8432-BEAA868D099A}" type="sibTrans" cxnId="{F23BD798-C8C7-43FD-85B5-DC253A495D7B}">
      <dgm:prSet/>
      <dgm:spPr/>
      <dgm:t>
        <a:bodyPr/>
        <a:lstStyle/>
        <a:p>
          <a:endParaRPr lang="zh-CN" altLang="en-US"/>
        </a:p>
      </dgm:t>
    </dgm:pt>
    <dgm:pt modelId="{91360087-0875-40C6-8B74-76DE9AAA6C76}">
      <dgm:prSet phldrT="[文本]"/>
      <dgm:spPr/>
      <dgm:t>
        <a:bodyPr/>
        <a:lstStyle/>
        <a:p>
          <a:r>
            <a:rPr lang="zh-CN" altLang="en-US" dirty="0"/>
            <a:t>文学评论</a:t>
          </a:r>
        </a:p>
      </dgm:t>
    </dgm:pt>
    <dgm:pt modelId="{F998722B-4BCC-4CE7-AD03-C7CC523C8286}" type="parTrans" cxnId="{B189FEBD-D094-488E-B41B-96B9CBCCCB68}">
      <dgm:prSet/>
      <dgm:spPr/>
      <dgm:t>
        <a:bodyPr/>
        <a:lstStyle/>
        <a:p>
          <a:endParaRPr lang="zh-CN" altLang="en-US"/>
        </a:p>
      </dgm:t>
    </dgm:pt>
    <dgm:pt modelId="{502444DA-2616-471E-B58B-3D3CD4685D5E}" type="sibTrans" cxnId="{B189FEBD-D094-488E-B41B-96B9CBCCCB68}">
      <dgm:prSet/>
      <dgm:spPr/>
      <dgm:t>
        <a:bodyPr/>
        <a:lstStyle/>
        <a:p>
          <a:endParaRPr lang="zh-CN" altLang="en-US"/>
        </a:p>
      </dgm:t>
    </dgm:pt>
    <dgm:pt modelId="{7F81AD57-B918-46F2-A89C-199B96F4E6B0}">
      <dgm:prSet phldrT="[文本]"/>
      <dgm:spPr/>
      <dgm:t>
        <a:bodyPr/>
        <a:lstStyle/>
        <a:p>
          <a:r>
            <a:rPr lang="zh-CN" altLang="en-US" dirty="0"/>
            <a:t>经济研究</a:t>
          </a:r>
        </a:p>
      </dgm:t>
    </dgm:pt>
    <dgm:pt modelId="{5108C28B-8C88-4BE9-9397-67867AA9D9FE}" type="parTrans" cxnId="{40F060E3-36AC-43EF-8309-C35CAE99F87A}">
      <dgm:prSet/>
      <dgm:spPr/>
      <dgm:t>
        <a:bodyPr/>
        <a:lstStyle/>
        <a:p>
          <a:endParaRPr lang="zh-CN" altLang="en-US"/>
        </a:p>
      </dgm:t>
    </dgm:pt>
    <dgm:pt modelId="{BDD9CA46-47BE-4A5B-A8B5-4D3CFD029EAF}" type="sibTrans" cxnId="{40F060E3-36AC-43EF-8309-C35CAE99F87A}">
      <dgm:prSet/>
      <dgm:spPr/>
      <dgm:t>
        <a:bodyPr/>
        <a:lstStyle/>
        <a:p>
          <a:endParaRPr lang="zh-CN" altLang="en-US"/>
        </a:p>
      </dgm:t>
    </dgm:pt>
    <dgm:pt modelId="{848E44CF-9E9B-478A-A911-C0A6A33856DE}">
      <dgm:prSet phldrT="[文本]"/>
      <dgm:spPr/>
      <dgm:t>
        <a:bodyPr/>
        <a:lstStyle/>
        <a:p>
          <a:r>
            <a:rPr lang="zh-CN" altLang="en-US" dirty="0"/>
            <a:t>中国语文</a:t>
          </a:r>
        </a:p>
      </dgm:t>
    </dgm:pt>
    <dgm:pt modelId="{32474D42-3C78-49BB-9BA6-E0031D8CEE71}" type="parTrans" cxnId="{2D4F469F-09CA-4FC4-A1FF-ADCFDF449DA1}">
      <dgm:prSet/>
      <dgm:spPr/>
      <dgm:t>
        <a:bodyPr/>
        <a:lstStyle/>
        <a:p>
          <a:endParaRPr lang="zh-CN" altLang="en-US"/>
        </a:p>
      </dgm:t>
    </dgm:pt>
    <dgm:pt modelId="{FF00FFAD-3758-4564-8F3F-06D45EB58718}" type="sibTrans" cxnId="{2D4F469F-09CA-4FC4-A1FF-ADCFDF449DA1}">
      <dgm:prSet/>
      <dgm:spPr/>
      <dgm:t>
        <a:bodyPr/>
        <a:lstStyle/>
        <a:p>
          <a:endParaRPr lang="zh-CN" altLang="en-US"/>
        </a:p>
      </dgm:t>
    </dgm:pt>
    <dgm:pt modelId="{05E72DE2-EA46-453B-82FF-FCED3551C13B}">
      <dgm:prSet phldrT="[文本]"/>
      <dgm:spPr/>
      <dgm:t>
        <a:bodyPr/>
        <a:lstStyle/>
        <a:p>
          <a:r>
            <a:rPr lang="zh-CN" altLang="en-US" dirty="0"/>
            <a:t>哲学研究</a:t>
          </a:r>
        </a:p>
      </dgm:t>
    </dgm:pt>
    <dgm:pt modelId="{B886F84A-23B9-40F0-89A2-C32C4EE28309}" type="parTrans" cxnId="{6900ED33-2829-4B64-AE21-89CBD46A70F0}">
      <dgm:prSet/>
      <dgm:spPr/>
      <dgm:t>
        <a:bodyPr/>
        <a:lstStyle/>
        <a:p>
          <a:endParaRPr lang="zh-CN" altLang="en-US"/>
        </a:p>
      </dgm:t>
    </dgm:pt>
    <dgm:pt modelId="{6481ECCC-86D7-4A9C-B603-925F9C865848}" type="sibTrans" cxnId="{6900ED33-2829-4B64-AE21-89CBD46A70F0}">
      <dgm:prSet/>
      <dgm:spPr/>
      <dgm:t>
        <a:bodyPr/>
        <a:lstStyle/>
        <a:p>
          <a:endParaRPr lang="zh-CN" altLang="en-US"/>
        </a:p>
      </dgm:t>
    </dgm:pt>
    <dgm:pt modelId="{FF46BD56-1FF8-47FD-A1DE-B9FE22797A8C}">
      <dgm:prSet phldrT="[文本]"/>
      <dgm:spPr/>
      <dgm:t>
        <a:bodyPr/>
        <a:lstStyle/>
        <a:p>
          <a:r>
            <a:rPr lang="zh-CN" altLang="en-US" dirty="0"/>
            <a:t>外语教学与研究</a:t>
          </a:r>
        </a:p>
      </dgm:t>
    </dgm:pt>
    <dgm:pt modelId="{1D57140C-3373-4A4C-8E0A-22592118CCD3}" type="parTrans" cxnId="{9F9A9BF7-EF65-47D3-B3A6-5CDC9557B504}">
      <dgm:prSet/>
      <dgm:spPr/>
      <dgm:t>
        <a:bodyPr/>
        <a:lstStyle/>
        <a:p>
          <a:endParaRPr lang="zh-CN" altLang="en-US"/>
        </a:p>
      </dgm:t>
    </dgm:pt>
    <dgm:pt modelId="{01C25471-4BFE-439C-8128-8639930256B6}" type="sibTrans" cxnId="{9F9A9BF7-EF65-47D3-B3A6-5CDC9557B504}">
      <dgm:prSet/>
      <dgm:spPr/>
      <dgm:t>
        <a:bodyPr/>
        <a:lstStyle/>
        <a:p>
          <a:endParaRPr lang="zh-CN" altLang="en-US"/>
        </a:p>
      </dgm:t>
    </dgm:pt>
    <dgm:pt modelId="{A1FF3333-4601-4C64-A056-295244FEA167}">
      <dgm:prSet phldrT="[文本]"/>
      <dgm:spPr/>
      <dgm:t>
        <a:bodyPr/>
        <a:lstStyle/>
        <a:p>
          <a:r>
            <a:rPr lang="zh-CN" altLang="en-US" dirty="0"/>
            <a:t>政治学研究</a:t>
          </a:r>
        </a:p>
      </dgm:t>
    </dgm:pt>
    <dgm:pt modelId="{4C5ED3FA-1307-406B-AB34-923EA9959207}" type="parTrans" cxnId="{BEFF2626-F302-4568-A98E-A965507DDC2E}">
      <dgm:prSet/>
      <dgm:spPr/>
      <dgm:t>
        <a:bodyPr/>
        <a:lstStyle/>
        <a:p>
          <a:endParaRPr lang="zh-CN" altLang="en-US"/>
        </a:p>
      </dgm:t>
    </dgm:pt>
    <dgm:pt modelId="{C7EAEFE8-C75F-43C4-AD31-A719568FC81B}" type="sibTrans" cxnId="{BEFF2626-F302-4568-A98E-A965507DDC2E}">
      <dgm:prSet/>
      <dgm:spPr/>
      <dgm:t>
        <a:bodyPr/>
        <a:lstStyle/>
        <a:p>
          <a:endParaRPr lang="zh-CN" altLang="en-US"/>
        </a:p>
      </dgm:t>
    </dgm:pt>
    <dgm:pt modelId="{576A2845-8831-4D0C-93F7-281899CB0BF6}">
      <dgm:prSet phldrT="[文本]"/>
      <dgm:spPr/>
      <dgm:t>
        <a:bodyPr/>
        <a:lstStyle/>
        <a:p>
          <a:r>
            <a:rPr lang="zh-CN" altLang="en-US" dirty="0"/>
            <a:t>体育科学</a:t>
          </a:r>
        </a:p>
      </dgm:t>
    </dgm:pt>
    <dgm:pt modelId="{6BB9FE66-08ED-49BC-A15E-C43F627CA9B4}" type="parTrans" cxnId="{2865CDEE-2749-4395-A2E2-695E51781586}">
      <dgm:prSet/>
      <dgm:spPr/>
      <dgm:t>
        <a:bodyPr/>
        <a:lstStyle/>
        <a:p>
          <a:endParaRPr lang="zh-CN" altLang="en-US"/>
        </a:p>
      </dgm:t>
    </dgm:pt>
    <dgm:pt modelId="{30CD07DB-5D2B-4784-BAA2-B09975CC80FC}" type="sibTrans" cxnId="{2865CDEE-2749-4395-A2E2-695E51781586}">
      <dgm:prSet/>
      <dgm:spPr/>
      <dgm:t>
        <a:bodyPr/>
        <a:lstStyle/>
        <a:p>
          <a:endParaRPr lang="zh-CN" altLang="en-US"/>
        </a:p>
      </dgm:t>
    </dgm:pt>
    <dgm:pt modelId="{A1B0AAA8-396A-41A0-A01D-F72A866D8A8C}">
      <dgm:prSet phldrT="[文本]"/>
      <dgm:spPr/>
      <dgm:t>
        <a:bodyPr/>
        <a:lstStyle/>
        <a:p>
          <a:r>
            <a:rPr lang="zh-CN" altLang="en-US" dirty="0"/>
            <a:t>外国文学评论</a:t>
          </a:r>
        </a:p>
      </dgm:t>
    </dgm:pt>
    <dgm:pt modelId="{B082C555-DF48-445B-B50A-D610DF26D020}" type="parTrans" cxnId="{E2778618-E122-4D16-A2FF-495D4563C735}">
      <dgm:prSet/>
      <dgm:spPr/>
      <dgm:t>
        <a:bodyPr/>
        <a:lstStyle/>
        <a:p>
          <a:endParaRPr lang="zh-CN" altLang="en-US"/>
        </a:p>
      </dgm:t>
    </dgm:pt>
    <dgm:pt modelId="{9BADCB7F-FF93-4FF8-8092-6FE3620CB402}" type="sibTrans" cxnId="{E2778618-E122-4D16-A2FF-495D4563C735}">
      <dgm:prSet/>
      <dgm:spPr/>
      <dgm:t>
        <a:bodyPr/>
        <a:lstStyle/>
        <a:p>
          <a:endParaRPr lang="zh-CN" altLang="en-US"/>
        </a:p>
      </dgm:t>
    </dgm:pt>
    <dgm:pt modelId="{27A6BA6E-11E0-4E4F-A751-486687759B41}">
      <dgm:prSet phldrT="[文本]"/>
      <dgm:spPr/>
      <dgm:t>
        <a:bodyPr/>
        <a:lstStyle/>
        <a:p>
          <a:r>
            <a:rPr lang="zh-CN" altLang="en-US" dirty="0"/>
            <a:t>新华文摘</a:t>
          </a:r>
        </a:p>
      </dgm:t>
    </dgm:pt>
    <dgm:pt modelId="{B713D915-961A-4B9B-9734-59252523711C}" type="parTrans" cxnId="{9D7A951E-B3D3-4E45-A5FB-2497B88EF96D}">
      <dgm:prSet/>
      <dgm:spPr/>
      <dgm:t>
        <a:bodyPr/>
        <a:lstStyle/>
        <a:p>
          <a:endParaRPr lang="zh-CN" altLang="en-US"/>
        </a:p>
      </dgm:t>
    </dgm:pt>
    <dgm:pt modelId="{F3E1596E-9648-491F-80C9-E44D5D2ABC4E}" type="sibTrans" cxnId="{9D7A951E-B3D3-4E45-A5FB-2497B88EF96D}">
      <dgm:prSet/>
      <dgm:spPr/>
      <dgm:t>
        <a:bodyPr/>
        <a:lstStyle/>
        <a:p>
          <a:endParaRPr lang="zh-CN" altLang="en-US"/>
        </a:p>
      </dgm:t>
    </dgm:pt>
    <dgm:pt modelId="{51389FB3-1B35-470A-B6DA-806052E13C8F}">
      <dgm:prSet phldrT="[文本]"/>
      <dgm:spPr/>
      <dgm:t>
        <a:bodyPr/>
        <a:lstStyle/>
        <a:p>
          <a:r>
            <a:rPr lang="zh-CN" altLang="en-US" dirty="0"/>
            <a:t>中国图书馆学报</a:t>
          </a:r>
        </a:p>
      </dgm:t>
    </dgm:pt>
    <dgm:pt modelId="{C649437B-14F2-4458-9D2E-3BEEA1AB7891}" type="parTrans" cxnId="{3816B1AF-BFCD-47AC-A2A4-323C886E6B39}">
      <dgm:prSet/>
      <dgm:spPr/>
      <dgm:t>
        <a:bodyPr/>
        <a:lstStyle/>
        <a:p>
          <a:endParaRPr lang="zh-CN" altLang="en-US"/>
        </a:p>
      </dgm:t>
    </dgm:pt>
    <dgm:pt modelId="{A9B80595-2277-4370-A9F8-9D85E68D62DE}" type="sibTrans" cxnId="{3816B1AF-BFCD-47AC-A2A4-323C886E6B39}">
      <dgm:prSet/>
      <dgm:spPr/>
      <dgm:t>
        <a:bodyPr/>
        <a:lstStyle/>
        <a:p>
          <a:endParaRPr lang="zh-CN" altLang="en-US"/>
        </a:p>
      </dgm:t>
    </dgm:pt>
    <dgm:pt modelId="{1EBEBA10-1817-469D-853E-AFB1F38F6842}">
      <dgm:prSet phldrT="[文本]"/>
      <dgm:spPr/>
      <dgm:t>
        <a:bodyPr/>
        <a:lstStyle/>
        <a:p>
          <a:r>
            <a:rPr lang="zh-CN" altLang="en-US" dirty="0"/>
            <a:t>中国社会科学</a:t>
          </a:r>
        </a:p>
      </dgm:t>
    </dgm:pt>
    <dgm:pt modelId="{9B611AEF-6961-4A38-9848-D53FEB5080B6}" type="parTrans" cxnId="{0F5560E4-EB96-47CF-8828-8A1758A50DBC}">
      <dgm:prSet/>
      <dgm:spPr/>
      <dgm:t>
        <a:bodyPr/>
        <a:lstStyle/>
        <a:p>
          <a:endParaRPr lang="zh-CN" altLang="en-US"/>
        </a:p>
      </dgm:t>
    </dgm:pt>
    <dgm:pt modelId="{3587B264-CDDC-4925-A9DA-9750C262246E}" type="sibTrans" cxnId="{0F5560E4-EB96-47CF-8828-8A1758A50DBC}">
      <dgm:prSet/>
      <dgm:spPr/>
      <dgm:t>
        <a:bodyPr/>
        <a:lstStyle/>
        <a:p>
          <a:endParaRPr lang="zh-CN" altLang="en-US"/>
        </a:p>
      </dgm:t>
    </dgm:pt>
    <dgm:pt modelId="{7D633CB8-ACE0-4B8D-9A46-11D6463FF40B}">
      <dgm:prSet phldrT="[文本]"/>
      <dgm:spPr/>
      <dgm:t>
        <a:bodyPr/>
        <a:lstStyle/>
        <a:p>
          <a:r>
            <a:rPr lang="zh-CN" altLang="en-US" dirty="0"/>
            <a:t>管理世界</a:t>
          </a:r>
        </a:p>
      </dgm:t>
    </dgm:pt>
    <dgm:pt modelId="{935274C3-923F-4098-8D13-182F82F61EED}" type="parTrans" cxnId="{EEE2C91A-7456-47C0-A01A-AE7E62F06926}">
      <dgm:prSet/>
      <dgm:spPr/>
      <dgm:t>
        <a:bodyPr/>
        <a:lstStyle/>
        <a:p>
          <a:endParaRPr lang="zh-CN" altLang="en-US"/>
        </a:p>
      </dgm:t>
    </dgm:pt>
    <dgm:pt modelId="{ED1DE276-4C3E-4813-B929-463D7EA80822}" type="sibTrans" cxnId="{EEE2C91A-7456-47C0-A01A-AE7E62F06926}">
      <dgm:prSet/>
      <dgm:spPr/>
      <dgm:t>
        <a:bodyPr/>
        <a:lstStyle/>
        <a:p>
          <a:endParaRPr lang="zh-CN" altLang="en-US"/>
        </a:p>
      </dgm:t>
    </dgm:pt>
    <dgm:pt modelId="{B9280A1A-E38F-410A-8C38-756E83A52C87}">
      <dgm:prSet phldrT="[文本]"/>
      <dgm:spPr/>
      <dgm:t>
        <a:bodyPr/>
        <a:lstStyle/>
        <a:p>
          <a:r>
            <a:rPr lang="zh-CN" altLang="en-US" dirty="0"/>
            <a:t>教育研究</a:t>
          </a:r>
        </a:p>
      </dgm:t>
    </dgm:pt>
    <dgm:pt modelId="{1467B6AD-802F-4F3A-B55A-A2A34A3679B4}" type="parTrans" cxnId="{A1E40F26-53B7-4B06-9EDA-9E695E893C6D}">
      <dgm:prSet/>
      <dgm:spPr/>
      <dgm:t>
        <a:bodyPr/>
        <a:lstStyle/>
        <a:p>
          <a:endParaRPr lang="zh-CN" altLang="en-US"/>
        </a:p>
      </dgm:t>
    </dgm:pt>
    <dgm:pt modelId="{22DC2A03-9AB1-45F4-8782-144CA946DB92}" type="sibTrans" cxnId="{A1E40F26-53B7-4B06-9EDA-9E695E893C6D}">
      <dgm:prSet/>
      <dgm:spPr/>
      <dgm:t>
        <a:bodyPr/>
        <a:lstStyle/>
        <a:p>
          <a:endParaRPr lang="zh-CN" altLang="en-US"/>
        </a:p>
      </dgm:t>
    </dgm:pt>
    <dgm:pt modelId="{15973BC9-F4CC-4EC7-A7C7-657DD8BE4649}">
      <dgm:prSet phldrT="[文本]"/>
      <dgm:spPr/>
      <dgm:t>
        <a:bodyPr/>
        <a:lstStyle/>
        <a:p>
          <a:r>
            <a:rPr lang="zh-CN" altLang="en-US" dirty="0"/>
            <a:t>社会学研究</a:t>
          </a:r>
        </a:p>
      </dgm:t>
    </dgm:pt>
    <dgm:pt modelId="{7F335024-7DE2-4694-9329-E50B2CA1DEE3}" type="parTrans" cxnId="{A5D54FC9-46BE-4FB2-952B-BA5A96E2F4AC}">
      <dgm:prSet/>
      <dgm:spPr/>
      <dgm:t>
        <a:bodyPr/>
        <a:lstStyle/>
        <a:p>
          <a:endParaRPr lang="zh-CN" altLang="en-US"/>
        </a:p>
      </dgm:t>
    </dgm:pt>
    <dgm:pt modelId="{57F5A136-ED90-416D-A3EF-BA0502B25498}" type="sibTrans" cxnId="{A5D54FC9-46BE-4FB2-952B-BA5A96E2F4AC}">
      <dgm:prSet/>
      <dgm:spPr/>
      <dgm:t>
        <a:bodyPr/>
        <a:lstStyle/>
        <a:p>
          <a:endParaRPr lang="zh-CN" altLang="en-US"/>
        </a:p>
      </dgm:t>
    </dgm:pt>
    <dgm:pt modelId="{AE766256-202B-46C0-B8EF-632EF69EAEC7}">
      <dgm:prSet phldrT="[文本]"/>
      <dgm:spPr/>
      <dgm:t>
        <a:bodyPr/>
        <a:lstStyle/>
        <a:p>
          <a:r>
            <a:rPr lang="zh-CN" altLang="en-US" dirty="0"/>
            <a:t>法学研究</a:t>
          </a:r>
        </a:p>
      </dgm:t>
    </dgm:pt>
    <dgm:pt modelId="{0B08FFDF-22E4-4D55-B3AC-61BD3C4B9F7B}" type="parTrans" cxnId="{614DA2D7-1369-435C-834D-16450C0ED57F}">
      <dgm:prSet/>
      <dgm:spPr/>
      <dgm:t>
        <a:bodyPr/>
        <a:lstStyle/>
        <a:p>
          <a:endParaRPr lang="zh-CN" altLang="en-US"/>
        </a:p>
      </dgm:t>
    </dgm:pt>
    <dgm:pt modelId="{CDC8B5E8-72DC-4D46-B5AA-A171D7E52674}" type="sibTrans" cxnId="{614DA2D7-1369-435C-834D-16450C0ED57F}">
      <dgm:prSet/>
      <dgm:spPr/>
      <dgm:t>
        <a:bodyPr/>
        <a:lstStyle/>
        <a:p>
          <a:endParaRPr lang="zh-CN" altLang="en-US"/>
        </a:p>
      </dgm:t>
    </dgm:pt>
    <dgm:pt modelId="{472D591B-297F-4C59-B1EE-1BFBDF79EC72}">
      <dgm:prSet phldrT="[文本]"/>
      <dgm:spPr/>
      <dgm:t>
        <a:bodyPr/>
        <a:lstStyle/>
        <a:p>
          <a:r>
            <a:rPr lang="zh-CN" altLang="en-US" dirty="0"/>
            <a:t>新闻与传播研究</a:t>
          </a:r>
        </a:p>
      </dgm:t>
    </dgm:pt>
    <dgm:pt modelId="{578828F1-EB24-453E-8C10-C24FC0D2A652}" type="parTrans" cxnId="{14BA1A64-85A8-495D-BC76-78774C0D3BC8}">
      <dgm:prSet/>
      <dgm:spPr/>
      <dgm:t>
        <a:bodyPr/>
        <a:lstStyle/>
        <a:p>
          <a:endParaRPr lang="zh-CN" altLang="en-US"/>
        </a:p>
      </dgm:t>
    </dgm:pt>
    <dgm:pt modelId="{8E5219B3-64AB-414D-8ED9-DDAF8269D8CF}" type="sibTrans" cxnId="{14BA1A64-85A8-495D-BC76-78774C0D3BC8}">
      <dgm:prSet/>
      <dgm:spPr/>
      <dgm:t>
        <a:bodyPr/>
        <a:lstStyle/>
        <a:p>
          <a:endParaRPr lang="zh-CN" altLang="en-US"/>
        </a:p>
      </dgm:t>
    </dgm:pt>
    <dgm:pt modelId="{DDD38D89-372B-409B-B773-4A91C8DA74F3}">
      <dgm:prSet phldrT="[文本]"/>
      <dgm:spPr/>
      <dgm:t>
        <a:bodyPr/>
        <a:lstStyle/>
        <a:p>
          <a:r>
            <a:rPr lang="zh-CN" altLang="en-US" dirty="0"/>
            <a:t>马克思主义研究</a:t>
          </a:r>
        </a:p>
      </dgm:t>
    </dgm:pt>
    <dgm:pt modelId="{4E77B50B-2F5D-4755-8AA3-7FA8FD1F56FA}" type="parTrans" cxnId="{BB065AB8-F502-45A9-8729-9CFA7AA385B5}">
      <dgm:prSet/>
      <dgm:spPr/>
      <dgm:t>
        <a:bodyPr/>
        <a:lstStyle/>
        <a:p>
          <a:endParaRPr lang="zh-CN" altLang="en-US"/>
        </a:p>
      </dgm:t>
    </dgm:pt>
    <dgm:pt modelId="{FF6FB48A-C236-400D-9E3B-14BE22EE0CED}" type="sibTrans" cxnId="{BB065AB8-F502-45A9-8729-9CFA7AA385B5}">
      <dgm:prSet/>
      <dgm:spPr/>
      <dgm:t>
        <a:bodyPr/>
        <a:lstStyle/>
        <a:p>
          <a:endParaRPr lang="zh-CN" altLang="en-US"/>
        </a:p>
      </dgm:t>
    </dgm:pt>
    <dgm:pt modelId="{42263FB1-D8E0-4320-9A13-B8399A5CA5C5}" type="pres">
      <dgm:prSet presAssocID="{2F5E4DB0-277F-44D1-950C-C07466837982}" presName="Name0" presStyleCnt="0">
        <dgm:presLayoutVars>
          <dgm:dir/>
          <dgm:resizeHandles val="exact"/>
        </dgm:presLayoutVars>
      </dgm:prSet>
      <dgm:spPr/>
    </dgm:pt>
    <dgm:pt modelId="{62B1D7B3-AE99-445F-AF50-5236A8F16D31}" type="pres">
      <dgm:prSet presAssocID="{0993C3BB-764B-4960-9A27-1C7F41BFD612}" presName="node" presStyleLbl="node1" presStyleIdx="0" presStyleCnt="21">
        <dgm:presLayoutVars>
          <dgm:bulletEnabled val="1"/>
        </dgm:presLayoutVars>
      </dgm:prSet>
      <dgm:spPr/>
    </dgm:pt>
    <dgm:pt modelId="{EC7A4547-331E-4486-8978-4526BAFA3AC7}" type="pres">
      <dgm:prSet presAssocID="{AEA08101-EEE6-42CF-93EA-8F48205A93B8}" presName="sibTrans" presStyleLbl="sibTrans1D1" presStyleIdx="0" presStyleCnt="20"/>
      <dgm:spPr/>
    </dgm:pt>
    <dgm:pt modelId="{66BC62C6-19CD-413E-BD29-2849C944771F}" type="pres">
      <dgm:prSet presAssocID="{AEA08101-EEE6-42CF-93EA-8F48205A93B8}" presName="connectorText" presStyleLbl="sibTrans1D1" presStyleIdx="0" presStyleCnt="20"/>
      <dgm:spPr/>
    </dgm:pt>
    <dgm:pt modelId="{C6422CF2-C798-4021-8D65-7C140DC121C6}" type="pres">
      <dgm:prSet presAssocID="{DB2BB2F6-247F-4065-BC8B-F889D229C0D1}" presName="node" presStyleLbl="node1" presStyleIdx="1" presStyleCnt="21">
        <dgm:presLayoutVars>
          <dgm:bulletEnabled val="1"/>
        </dgm:presLayoutVars>
      </dgm:prSet>
      <dgm:spPr/>
    </dgm:pt>
    <dgm:pt modelId="{3376D0C9-79F1-4312-B90A-753513D4E15B}" type="pres">
      <dgm:prSet presAssocID="{5915D851-E3DA-4543-9DEE-C28E51384DCA}" presName="sibTrans" presStyleLbl="sibTrans1D1" presStyleIdx="1" presStyleCnt="20"/>
      <dgm:spPr/>
    </dgm:pt>
    <dgm:pt modelId="{3CE23343-4D73-4B93-8A61-E8FCCA589D84}" type="pres">
      <dgm:prSet presAssocID="{5915D851-E3DA-4543-9DEE-C28E51384DCA}" presName="connectorText" presStyleLbl="sibTrans1D1" presStyleIdx="1" presStyleCnt="20"/>
      <dgm:spPr/>
    </dgm:pt>
    <dgm:pt modelId="{284D2C66-F26A-4F3F-8AB0-741DECF6B1FB}" type="pres">
      <dgm:prSet presAssocID="{F2D54679-0414-4457-8AF3-2149D47145C6}" presName="node" presStyleLbl="node1" presStyleIdx="2" presStyleCnt="21">
        <dgm:presLayoutVars>
          <dgm:bulletEnabled val="1"/>
        </dgm:presLayoutVars>
      </dgm:prSet>
      <dgm:spPr/>
    </dgm:pt>
    <dgm:pt modelId="{A3189150-E326-4088-9C6F-358FD564B892}" type="pres">
      <dgm:prSet presAssocID="{49014682-1661-4C03-8BC7-B8E227F00D57}" presName="sibTrans" presStyleLbl="sibTrans1D1" presStyleIdx="2" presStyleCnt="20"/>
      <dgm:spPr/>
    </dgm:pt>
    <dgm:pt modelId="{B806B689-24A3-4C53-B11F-74F561A8A7E7}" type="pres">
      <dgm:prSet presAssocID="{49014682-1661-4C03-8BC7-B8E227F00D57}" presName="connectorText" presStyleLbl="sibTrans1D1" presStyleIdx="2" presStyleCnt="20"/>
      <dgm:spPr/>
    </dgm:pt>
    <dgm:pt modelId="{018A0814-82AE-4A5F-A04D-FFB0F180E67E}" type="pres">
      <dgm:prSet presAssocID="{D29D813D-295B-45D6-8BE3-117523D2CF6C}" presName="node" presStyleLbl="node1" presStyleIdx="3" presStyleCnt="21">
        <dgm:presLayoutVars>
          <dgm:bulletEnabled val="1"/>
        </dgm:presLayoutVars>
      </dgm:prSet>
      <dgm:spPr/>
    </dgm:pt>
    <dgm:pt modelId="{72C50B7D-0D1D-4513-9407-9879F6BF8F0C}" type="pres">
      <dgm:prSet presAssocID="{8608B917-34AE-4FCA-8432-BEAA868D099A}" presName="sibTrans" presStyleLbl="sibTrans1D1" presStyleIdx="3" presStyleCnt="20"/>
      <dgm:spPr/>
    </dgm:pt>
    <dgm:pt modelId="{D02DD28B-5E12-4B1F-BBB5-F02AF982086C}" type="pres">
      <dgm:prSet presAssocID="{8608B917-34AE-4FCA-8432-BEAA868D099A}" presName="connectorText" presStyleLbl="sibTrans1D1" presStyleIdx="3" presStyleCnt="20"/>
      <dgm:spPr/>
    </dgm:pt>
    <dgm:pt modelId="{6998D9A3-DDE1-4A62-9BAC-7732928FC281}" type="pres">
      <dgm:prSet presAssocID="{91360087-0875-40C6-8B74-76DE9AAA6C76}" presName="node" presStyleLbl="node1" presStyleIdx="4" presStyleCnt="21">
        <dgm:presLayoutVars>
          <dgm:bulletEnabled val="1"/>
        </dgm:presLayoutVars>
      </dgm:prSet>
      <dgm:spPr/>
    </dgm:pt>
    <dgm:pt modelId="{68FBECE4-BA55-4E36-9F82-D59D97CBA9FC}" type="pres">
      <dgm:prSet presAssocID="{502444DA-2616-471E-B58B-3D3CD4685D5E}" presName="sibTrans" presStyleLbl="sibTrans1D1" presStyleIdx="4" presStyleCnt="20"/>
      <dgm:spPr/>
    </dgm:pt>
    <dgm:pt modelId="{4174B905-990F-458E-A8EB-E3EB35BC4A39}" type="pres">
      <dgm:prSet presAssocID="{502444DA-2616-471E-B58B-3D3CD4685D5E}" presName="connectorText" presStyleLbl="sibTrans1D1" presStyleIdx="4" presStyleCnt="20"/>
      <dgm:spPr/>
    </dgm:pt>
    <dgm:pt modelId="{18B3FC1C-9497-4364-BCFC-6203AEF4A458}" type="pres">
      <dgm:prSet presAssocID="{7F81AD57-B918-46F2-A89C-199B96F4E6B0}" presName="node" presStyleLbl="node1" presStyleIdx="5" presStyleCnt="21">
        <dgm:presLayoutVars>
          <dgm:bulletEnabled val="1"/>
        </dgm:presLayoutVars>
      </dgm:prSet>
      <dgm:spPr/>
    </dgm:pt>
    <dgm:pt modelId="{E223E7A8-8526-4D54-B83C-C035196356B7}" type="pres">
      <dgm:prSet presAssocID="{BDD9CA46-47BE-4A5B-A8B5-4D3CFD029EAF}" presName="sibTrans" presStyleLbl="sibTrans1D1" presStyleIdx="5" presStyleCnt="20"/>
      <dgm:spPr/>
    </dgm:pt>
    <dgm:pt modelId="{876205E4-E6FC-46FD-85A4-C1E9CBC2C250}" type="pres">
      <dgm:prSet presAssocID="{BDD9CA46-47BE-4A5B-A8B5-4D3CFD029EAF}" presName="connectorText" presStyleLbl="sibTrans1D1" presStyleIdx="5" presStyleCnt="20"/>
      <dgm:spPr/>
    </dgm:pt>
    <dgm:pt modelId="{7625EECD-B67E-40AB-B99E-6008CE5E7627}" type="pres">
      <dgm:prSet presAssocID="{848E44CF-9E9B-478A-A911-C0A6A33856DE}" presName="node" presStyleLbl="node1" presStyleIdx="6" presStyleCnt="21">
        <dgm:presLayoutVars>
          <dgm:bulletEnabled val="1"/>
        </dgm:presLayoutVars>
      </dgm:prSet>
      <dgm:spPr/>
    </dgm:pt>
    <dgm:pt modelId="{0AB4FCA0-E7C7-480E-8D85-834D63785083}" type="pres">
      <dgm:prSet presAssocID="{FF00FFAD-3758-4564-8F3F-06D45EB58718}" presName="sibTrans" presStyleLbl="sibTrans1D1" presStyleIdx="6" presStyleCnt="20"/>
      <dgm:spPr/>
    </dgm:pt>
    <dgm:pt modelId="{62D4C41F-78A7-4436-AA16-2211AD286EB3}" type="pres">
      <dgm:prSet presAssocID="{FF00FFAD-3758-4564-8F3F-06D45EB58718}" presName="connectorText" presStyleLbl="sibTrans1D1" presStyleIdx="6" presStyleCnt="20"/>
      <dgm:spPr/>
    </dgm:pt>
    <dgm:pt modelId="{16834267-076D-415F-812C-BD007EC9BD52}" type="pres">
      <dgm:prSet presAssocID="{05E72DE2-EA46-453B-82FF-FCED3551C13B}" presName="node" presStyleLbl="node1" presStyleIdx="7" presStyleCnt="21">
        <dgm:presLayoutVars>
          <dgm:bulletEnabled val="1"/>
        </dgm:presLayoutVars>
      </dgm:prSet>
      <dgm:spPr/>
    </dgm:pt>
    <dgm:pt modelId="{A0354F39-47F5-4323-81D4-75978D8F4E62}" type="pres">
      <dgm:prSet presAssocID="{6481ECCC-86D7-4A9C-B603-925F9C865848}" presName="sibTrans" presStyleLbl="sibTrans1D1" presStyleIdx="7" presStyleCnt="20"/>
      <dgm:spPr/>
    </dgm:pt>
    <dgm:pt modelId="{177FE931-E0DB-43E8-9055-FE7BA6C54C59}" type="pres">
      <dgm:prSet presAssocID="{6481ECCC-86D7-4A9C-B603-925F9C865848}" presName="connectorText" presStyleLbl="sibTrans1D1" presStyleIdx="7" presStyleCnt="20"/>
      <dgm:spPr/>
    </dgm:pt>
    <dgm:pt modelId="{62D15F8F-1D5E-44F8-93D1-10553DBB4AFC}" type="pres">
      <dgm:prSet presAssocID="{FF46BD56-1FF8-47FD-A1DE-B9FE22797A8C}" presName="node" presStyleLbl="node1" presStyleIdx="8" presStyleCnt="21">
        <dgm:presLayoutVars>
          <dgm:bulletEnabled val="1"/>
        </dgm:presLayoutVars>
      </dgm:prSet>
      <dgm:spPr/>
    </dgm:pt>
    <dgm:pt modelId="{A1EF0E2F-4FBA-4E43-9B6D-33F2AB3DB428}" type="pres">
      <dgm:prSet presAssocID="{01C25471-4BFE-439C-8128-8639930256B6}" presName="sibTrans" presStyleLbl="sibTrans1D1" presStyleIdx="8" presStyleCnt="20"/>
      <dgm:spPr/>
    </dgm:pt>
    <dgm:pt modelId="{FBC22590-CB77-4AC3-8CE7-06FD63C42226}" type="pres">
      <dgm:prSet presAssocID="{01C25471-4BFE-439C-8128-8639930256B6}" presName="connectorText" presStyleLbl="sibTrans1D1" presStyleIdx="8" presStyleCnt="20"/>
      <dgm:spPr/>
    </dgm:pt>
    <dgm:pt modelId="{A345F38F-31C7-4CA4-92D7-F24265FEC456}" type="pres">
      <dgm:prSet presAssocID="{A1FF3333-4601-4C64-A056-295244FEA167}" presName="node" presStyleLbl="node1" presStyleIdx="9" presStyleCnt="21">
        <dgm:presLayoutVars>
          <dgm:bulletEnabled val="1"/>
        </dgm:presLayoutVars>
      </dgm:prSet>
      <dgm:spPr/>
    </dgm:pt>
    <dgm:pt modelId="{25818046-A985-4731-AAF3-F2FC1585C0DE}" type="pres">
      <dgm:prSet presAssocID="{C7EAEFE8-C75F-43C4-AD31-A719568FC81B}" presName="sibTrans" presStyleLbl="sibTrans1D1" presStyleIdx="9" presStyleCnt="20"/>
      <dgm:spPr/>
    </dgm:pt>
    <dgm:pt modelId="{520340B1-5812-4E05-A1BC-66B291D48CAA}" type="pres">
      <dgm:prSet presAssocID="{C7EAEFE8-C75F-43C4-AD31-A719568FC81B}" presName="connectorText" presStyleLbl="sibTrans1D1" presStyleIdx="9" presStyleCnt="20"/>
      <dgm:spPr/>
    </dgm:pt>
    <dgm:pt modelId="{5065412F-E127-4F64-B1C9-F7C9B54D9B56}" type="pres">
      <dgm:prSet presAssocID="{576A2845-8831-4D0C-93F7-281899CB0BF6}" presName="node" presStyleLbl="node1" presStyleIdx="10" presStyleCnt="21">
        <dgm:presLayoutVars>
          <dgm:bulletEnabled val="1"/>
        </dgm:presLayoutVars>
      </dgm:prSet>
      <dgm:spPr/>
    </dgm:pt>
    <dgm:pt modelId="{52E42426-F9C1-42AD-B03A-1ED357162425}" type="pres">
      <dgm:prSet presAssocID="{30CD07DB-5D2B-4784-BAA2-B09975CC80FC}" presName="sibTrans" presStyleLbl="sibTrans1D1" presStyleIdx="10" presStyleCnt="20"/>
      <dgm:spPr/>
    </dgm:pt>
    <dgm:pt modelId="{8CCA130E-937A-4548-A6AB-CD5855FC365A}" type="pres">
      <dgm:prSet presAssocID="{30CD07DB-5D2B-4784-BAA2-B09975CC80FC}" presName="connectorText" presStyleLbl="sibTrans1D1" presStyleIdx="10" presStyleCnt="20"/>
      <dgm:spPr/>
    </dgm:pt>
    <dgm:pt modelId="{C6C9BF15-C555-4C03-883C-6CEB23562F2D}" type="pres">
      <dgm:prSet presAssocID="{A1B0AAA8-396A-41A0-A01D-F72A866D8A8C}" presName="node" presStyleLbl="node1" presStyleIdx="11" presStyleCnt="21">
        <dgm:presLayoutVars>
          <dgm:bulletEnabled val="1"/>
        </dgm:presLayoutVars>
      </dgm:prSet>
      <dgm:spPr/>
    </dgm:pt>
    <dgm:pt modelId="{1BDEB6B3-E99B-4BE9-9963-4FBAD3227B91}" type="pres">
      <dgm:prSet presAssocID="{9BADCB7F-FF93-4FF8-8092-6FE3620CB402}" presName="sibTrans" presStyleLbl="sibTrans1D1" presStyleIdx="11" presStyleCnt="20"/>
      <dgm:spPr/>
    </dgm:pt>
    <dgm:pt modelId="{AA4EE618-FBD2-4660-B079-B4AD2907F0FE}" type="pres">
      <dgm:prSet presAssocID="{9BADCB7F-FF93-4FF8-8092-6FE3620CB402}" presName="connectorText" presStyleLbl="sibTrans1D1" presStyleIdx="11" presStyleCnt="20"/>
      <dgm:spPr/>
    </dgm:pt>
    <dgm:pt modelId="{5EDE659C-5D50-4A45-ACC2-9D7CFD66FCFA}" type="pres">
      <dgm:prSet presAssocID="{27A6BA6E-11E0-4E4F-A751-486687759B41}" presName="node" presStyleLbl="node1" presStyleIdx="12" presStyleCnt="21">
        <dgm:presLayoutVars>
          <dgm:bulletEnabled val="1"/>
        </dgm:presLayoutVars>
      </dgm:prSet>
      <dgm:spPr/>
    </dgm:pt>
    <dgm:pt modelId="{1F3C52D3-124F-4F9F-9714-55468F13847D}" type="pres">
      <dgm:prSet presAssocID="{F3E1596E-9648-491F-80C9-E44D5D2ABC4E}" presName="sibTrans" presStyleLbl="sibTrans1D1" presStyleIdx="12" presStyleCnt="20"/>
      <dgm:spPr/>
    </dgm:pt>
    <dgm:pt modelId="{28BB984E-97E2-4E88-8BE8-D6E0D4898CAE}" type="pres">
      <dgm:prSet presAssocID="{F3E1596E-9648-491F-80C9-E44D5D2ABC4E}" presName="connectorText" presStyleLbl="sibTrans1D1" presStyleIdx="12" presStyleCnt="20"/>
      <dgm:spPr/>
    </dgm:pt>
    <dgm:pt modelId="{285B8355-A8B4-44D9-B01E-6594B90CFA53}" type="pres">
      <dgm:prSet presAssocID="{51389FB3-1B35-470A-B6DA-806052E13C8F}" presName="node" presStyleLbl="node1" presStyleIdx="13" presStyleCnt="21">
        <dgm:presLayoutVars>
          <dgm:bulletEnabled val="1"/>
        </dgm:presLayoutVars>
      </dgm:prSet>
      <dgm:spPr/>
    </dgm:pt>
    <dgm:pt modelId="{386140A4-ECEA-434B-BC90-A3BF90D04BC9}" type="pres">
      <dgm:prSet presAssocID="{A9B80595-2277-4370-A9F8-9D85E68D62DE}" presName="sibTrans" presStyleLbl="sibTrans1D1" presStyleIdx="13" presStyleCnt="20"/>
      <dgm:spPr/>
    </dgm:pt>
    <dgm:pt modelId="{C1B568CE-6F8A-424B-ABED-7802CEF66080}" type="pres">
      <dgm:prSet presAssocID="{A9B80595-2277-4370-A9F8-9D85E68D62DE}" presName="connectorText" presStyleLbl="sibTrans1D1" presStyleIdx="13" presStyleCnt="20"/>
      <dgm:spPr/>
    </dgm:pt>
    <dgm:pt modelId="{D08A6A8E-EEE2-4E06-8B32-98B8A98AE63B}" type="pres">
      <dgm:prSet presAssocID="{1EBEBA10-1817-469D-853E-AFB1F38F6842}" presName="node" presStyleLbl="node1" presStyleIdx="14" presStyleCnt="21">
        <dgm:presLayoutVars>
          <dgm:bulletEnabled val="1"/>
        </dgm:presLayoutVars>
      </dgm:prSet>
      <dgm:spPr/>
    </dgm:pt>
    <dgm:pt modelId="{89202717-5D37-47AE-BB39-E8C9625F7FE2}" type="pres">
      <dgm:prSet presAssocID="{3587B264-CDDC-4925-A9DA-9750C262246E}" presName="sibTrans" presStyleLbl="sibTrans1D1" presStyleIdx="14" presStyleCnt="20"/>
      <dgm:spPr/>
    </dgm:pt>
    <dgm:pt modelId="{723CB874-C792-45BE-9FDD-5E054938B2F1}" type="pres">
      <dgm:prSet presAssocID="{3587B264-CDDC-4925-A9DA-9750C262246E}" presName="connectorText" presStyleLbl="sibTrans1D1" presStyleIdx="14" presStyleCnt="20"/>
      <dgm:spPr/>
    </dgm:pt>
    <dgm:pt modelId="{37978AA3-A6D1-46CE-B1A8-0EBA44B2F734}" type="pres">
      <dgm:prSet presAssocID="{7D633CB8-ACE0-4B8D-9A46-11D6463FF40B}" presName="node" presStyleLbl="node1" presStyleIdx="15" presStyleCnt="21">
        <dgm:presLayoutVars>
          <dgm:bulletEnabled val="1"/>
        </dgm:presLayoutVars>
      </dgm:prSet>
      <dgm:spPr/>
    </dgm:pt>
    <dgm:pt modelId="{A37F4F45-31A4-4C1E-9317-8D3E5140BF23}" type="pres">
      <dgm:prSet presAssocID="{ED1DE276-4C3E-4813-B929-463D7EA80822}" presName="sibTrans" presStyleLbl="sibTrans1D1" presStyleIdx="15" presStyleCnt="20"/>
      <dgm:spPr/>
    </dgm:pt>
    <dgm:pt modelId="{AC6312E3-F80D-495D-AF1D-CF1B2043F5E7}" type="pres">
      <dgm:prSet presAssocID="{ED1DE276-4C3E-4813-B929-463D7EA80822}" presName="connectorText" presStyleLbl="sibTrans1D1" presStyleIdx="15" presStyleCnt="20"/>
      <dgm:spPr/>
    </dgm:pt>
    <dgm:pt modelId="{28CECBC5-9926-4DFD-AE57-9F37462F45CD}" type="pres">
      <dgm:prSet presAssocID="{B9280A1A-E38F-410A-8C38-756E83A52C87}" presName="node" presStyleLbl="node1" presStyleIdx="16" presStyleCnt="21">
        <dgm:presLayoutVars>
          <dgm:bulletEnabled val="1"/>
        </dgm:presLayoutVars>
      </dgm:prSet>
      <dgm:spPr/>
    </dgm:pt>
    <dgm:pt modelId="{17C1511D-63F8-434E-AB23-B16D218C3F21}" type="pres">
      <dgm:prSet presAssocID="{22DC2A03-9AB1-45F4-8782-144CA946DB92}" presName="sibTrans" presStyleLbl="sibTrans1D1" presStyleIdx="16" presStyleCnt="20"/>
      <dgm:spPr/>
    </dgm:pt>
    <dgm:pt modelId="{80A7A374-79D0-40F0-8A5E-280625AAE05B}" type="pres">
      <dgm:prSet presAssocID="{22DC2A03-9AB1-45F4-8782-144CA946DB92}" presName="connectorText" presStyleLbl="sibTrans1D1" presStyleIdx="16" presStyleCnt="20"/>
      <dgm:spPr/>
    </dgm:pt>
    <dgm:pt modelId="{108B7939-1C0E-41AC-9117-7CBC38681BC0}" type="pres">
      <dgm:prSet presAssocID="{15973BC9-F4CC-4EC7-A7C7-657DD8BE4649}" presName="node" presStyleLbl="node1" presStyleIdx="17" presStyleCnt="21">
        <dgm:presLayoutVars>
          <dgm:bulletEnabled val="1"/>
        </dgm:presLayoutVars>
      </dgm:prSet>
      <dgm:spPr/>
    </dgm:pt>
    <dgm:pt modelId="{95EF11F8-7E85-4F8C-8E0B-49375E80A6F6}" type="pres">
      <dgm:prSet presAssocID="{57F5A136-ED90-416D-A3EF-BA0502B25498}" presName="sibTrans" presStyleLbl="sibTrans1D1" presStyleIdx="17" presStyleCnt="20"/>
      <dgm:spPr/>
    </dgm:pt>
    <dgm:pt modelId="{6A002DE4-31BE-43D2-BC70-EBFC6BD1B86C}" type="pres">
      <dgm:prSet presAssocID="{57F5A136-ED90-416D-A3EF-BA0502B25498}" presName="connectorText" presStyleLbl="sibTrans1D1" presStyleIdx="17" presStyleCnt="20"/>
      <dgm:spPr/>
    </dgm:pt>
    <dgm:pt modelId="{1B0205CA-F975-4E58-A770-AF80AFB5FCA8}" type="pres">
      <dgm:prSet presAssocID="{AE766256-202B-46C0-B8EF-632EF69EAEC7}" presName="node" presStyleLbl="node1" presStyleIdx="18" presStyleCnt="21">
        <dgm:presLayoutVars>
          <dgm:bulletEnabled val="1"/>
        </dgm:presLayoutVars>
      </dgm:prSet>
      <dgm:spPr/>
    </dgm:pt>
    <dgm:pt modelId="{0D549FDB-4102-4BAC-BA5C-64E573BECE10}" type="pres">
      <dgm:prSet presAssocID="{CDC8B5E8-72DC-4D46-B5AA-A171D7E52674}" presName="sibTrans" presStyleLbl="sibTrans1D1" presStyleIdx="18" presStyleCnt="20"/>
      <dgm:spPr/>
    </dgm:pt>
    <dgm:pt modelId="{57C0E637-74AF-44EE-AD9F-C67EED10F771}" type="pres">
      <dgm:prSet presAssocID="{CDC8B5E8-72DC-4D46-B5AA-A171D7E52674}" presName="connectorText" presStyleLbl="sibTrans1D1" presStyleIdx="18" presStyleCnt="20"/>
      <dgm:spPr/>
    </dgm:pt>
    <dgm:pt modelId="{9C343256-B06F-472B-B332-D5081AD7BCCE}" type="pres">
      <dgm:prSet presAssocID="{472D591B-297F-4C59-B1EE-1BFBDF79EC72}" presName="node" presStyleLbl="node1" presStyleIdx="19" presStyleCnt="21">
        <dgm:presLayoutVars>
          <dgm:bulletEnabled val="1"/>
        </dgm:presLayoutVars>
      </dgm:prSet>
      <dgm:spPr/>
    </dgm:pt>
    <dgm:pt modelId="{E10F0E58-5124-4918-90C7-E1C7ACF43B23}" type="pres">
      <dgm:prSet presAssocID="{8E5219B3-64AB-414D-8ED9-DDAF8269D8CF}" presName="sibTrans" presStyleLbl="sibTrans1D1" presStyleIdx="19" presStyleCnt="20"/>
      <dgm:spPr/>
    </dgm:pt>
    <dgm:pt modelId="{A3DF8CA7-3EE5-4B45-BD90-F1D42403E8B5}" type="pres">
      <dgm:prSet presAssocID="{8E5219B3-64AB-414D-8ED9-DDAF8269D8CF}" presName="connectorText" presStyleLbl="sibTrans1D1" presStyleIdx="19" presStyleCnt="20"/>
      <dgm:spPr/>
    </dgm:pt>
    <dgm:pt modelId="{77878531-F901-4EDE-9F84-CB7559B9FD6D}" type="pres">
      <dgm:prSet presAssocID="{DDD38D89-372B-409B-B773-4A91C8DA74F3}" presName="node" presStyleLbl="node1" presStyleIdx="20" presStyleCnt="21">
        <dgm:presLayoutVars>
          <dgm:bulletEnabled val="1"/>
        </dgm:presLayoutVars>
      </dgm:prSet>
      <dgm:spPr/>
    </dgm:pt>
  </dgm:ptLst>
  <dgm:cxnLst>
    <dgm:cxn modelId="{E58DA400-9C81-4073-A66D-8B7071DF44E7}" type="presOf" srcId="{57F5A136-ED90-416D-A3EF-BA0502B25498}" destId="{6A002DE4-31BE-43D2-BC70-EBFC6BD1B86C}" srcOrd="1" destOrd="0" presId="urn:microsoft.com/office/officeart/2005/8/layout/bProcess3"/>
    <dgm:cxn modelId="{D62F6E03-D2B3-4FEC-A59A-34AC77564486}" type="presOf" srcId="{3587B264-CDDC-4925-A9DA-9750C262246E}" destId="{89202717-5D37-47AE-BB39-E8C9625F7FE2}" srcOrd="0" destOrd="0" presId="urn:microsoft.com/office/officeart/2005/8/layout/bProcess3"/>
    <dgm:cxn modelId="{7C8E3709-5D73-4DBA-9017-0FB623100A57}" type="presOf" srcId="{502444DA-2616-471E-B58B-3D3CD4685D5E}" destId="{68FBECE4-BA55-4E36-9F82-D59D97CBA9FC}" srcOrd="0" destOrd="0" presId="urn:microsoft.com/office/officeart/2005/8/layout/bProcess3"/>
    <dgm:cxn modelId="{59252B0B-0272-4617-B32E-A91C2096A94A}" type="presOf" srcId="{AEA08101-EEE6-42CF-93EA-8F48205A93B8}" destId="{66BC62C6-19CD-413E-BD29-2849C944771F}" srcOrd="1" destOrd="0" presId="urn:microsoft.com/office/officeart/2005/8/layout/bProcess3"/>
    <dgm:cxn modelId="{E2778618-E122-4D16-A2FF-495D4563C735}" srcId="{2F5E4DB0-277F-44D1-950C-C07466837982}" destId="{A1B0AAA8-396A-41A0-A01D-F72A866D8A8C}" srcOrd="11" destOrd="0" parTransId="{B082C555-DF48-445B-B50A-D610DF26D020}" sibTransId="{9BADCB7F-FF93-4FF8-8092-6FE3620CB402}"/>
    <dgm:cxn modelId="{A100B719-D8BE-44F2-A3E9-F9D15BF2A7E8}" type="presOf" srcId="{D29D813D-295B-45D6-8BE3-117523D2CF6C}" destId="{018A0814-82AE-4A5F-A04D-FFB0F180E67E}" srcOrd="0" destOrd="0" presId="urn:microsoft.com/office/officeart/2005/8/layout/bProcess3"/>
    <dgm:cxn modelId="{EEE2C91A-7456-47C0-A01A-AE7E62F06926}" srcId="{2F5E4DB0-277F-44D1-950C-C07466837982}" destId="{7D633CB8-ACE0-4B8D-9A46-11D6463FF40B}" srcOrd="15" destOrd="0" parTransId="{935274C3-923F-4098-8D13-182F82F61EED}" sibTransId="{ED1DE276-4C3E-4813-B929-463D7EA80822}"/>
    <dgm:cxn modelId="{9D7A951E-B3D3-4E45-A5FB-2497B88EF96D}" srcId="{2F5E4DB0-277F-44D1-950C-C07466837982}" destId="{27A6BA6E-11E0-4E4F-A751-486687759B41}" srcOrd="12" destOrd="0" parTransId="{B713D915-961A-4B9B-9734-59252523711C}" sibTransId="{F3E1596E-9648-491F-80C9-E44D5D2ABC4E}"/>
    <dgm:cxn modelId="{08F18F21-5661-40EC-AE34-5FBB860C6DB5}" type="presOf" srcId="{F3E1596E-9648-491F-80C9-E44D5D2ABC4E}" destId="{28BB984E-97E2-4E88-8BE8-D6E0D4898CAE}" srcOrd="1" destOrd="0" presId="urn:microsoft.com/office/officeart/2005/8/layout/bProcess3"/>
    <dgm:cxn modelId="{C14FDB21-D836-4128-AFD0-4A9B1B03895B}" type="presOf" srcId="{F3E1596E-9648-491F-80C9-E44D5D2ABC4E}" destId="{1F3C52D3-124F-4F9F-9714-55468F13847D}" srcOrd="0" destOrd="0" presId="urn:microsoft.com/office/officeart/2005/8/layout/bProcess3"/>
    <dgm:cxn modelId="{A1E40F26-53B7-4B06-9EDA-9E695E893C6D}" srcId="{2F5E4DB0-277F-44D1-950C-C07466837982}" destId="{B9280A1A-E38F-410A-8C38-756E83A52C87}" srcOrd="16" destOrd="0" parTransId="{1467B6AD-802F-4F3A-B55A-A2A34A3679B4}" sibTransId="{22DC2A03-9AB1-45F4-8782-144CA946DB92}"/>
    <dgm:cxn modelId="{BEFF2626-F302-4568-A98E-A965507DDC2E}" srcId="{2F5E4DB0-277F-44D1-950C-C07466837982}" destId="{A1FF3333-4601-4C64-A056-295244FEA167}" srcOrd="9" destOrd="0" parTransId="{4C5ED3FA-1307-406B-AB34-923EA9959207}" sibTransId="{C7EAEFE8-C75F-43C4-AD31-A719568FC81B}"/>
    <dgm:cxn modelId="{A8661429-1612-4154-B27D-42FA989D75A3}" srcId="{2F5E4DB0-277F-44D1-950C-C07466837982}" destId="{F2D54679-0414-4457-8AF3-2149D47145C6}" srcOrd="2" destOrd="0" parTransId="{557AF138-2A05-4B06-BAFD-A6256BE7A152}" sibTransId="{49014682-1661-4C03-8BC7-B8E227F00D57}"/>
    <dgm:cxn modelId="{BC3DAD29-0151-4A73-90AD-71D7B9C1BC78}" type="presOf" srcId="{91360087-0875-40C6-8B74-76DE9AAA6C76}" destId="{6998D9A3-DDE1-4A62-9BAC-7732928FC281}" srcOrd="0" destOrd="0" presId="urn:microsoft.com/office/officeart/2005/8/layout/bProcess3"/>
    <dgm:cxn modelId="{7C03EC2A-7020-4E1C-BCF9-B5DD0256C161}" type="presOf" srcId="{A9B80595-2277-4370-A9F8-9D85E68D62DE}" destId="{C1B568CE-6F8A-424B-ABED-7802CEF66080}" srcOrd="1" destOrd="0" presId="urn:microsoft.com/office/officeart/2005/8/layout/bProcess3"/>
    <dgm:cxn modelId="{318ECB2D-3FFE-4699-A3E6-31BDCF19B152}" type="presOf" srcId="{502444DA-2616-471E-B58B-3D3CD4685D5E}" destId="{4174B905-990F-458E-A8EB-E3EB35BC4A39}" srcOrd="1" destOrd="0" presId="urn:microsoft.com/office/officeart/2005/8/layout/bProcess3"/>
    <dgm:cxn modelId="{143B0D31-569F-4AD1-9A50-D57E189F84D3}" type="presOf" srcId="{30CD07DB-5D2B-4784-BAA2-B09975CC80FC}" destId="{52E42426-F9C1-42AD-B03A-1ED357162425}" srcOrd="0" destOrd="0" presId="urn:microsoft.com/office/officeart/2005/8/layout/bProcess3"/>
    <dgm:cxn modelId="{6900ED33-2829-4B64-AE21-89CBD46A70F0}" srcId="{2F5E4DB0-277F-44D1-950C-C07466837982}" destId="{05E72DE2-EA46-453B-82FF-FCED3551C13B}" srcOrd="7" destOrd="0" parTransId="{B886F84A-23B9-40F0-89A2-C32C4EE28309}" sibTransId="{6481ECCC-86D7-4A9C-B603-925F9C865848}"/>
    <dgm:cxn modelId="{5BF6BF35-F6D2-4B80-AE00-F0385FA0E645}" type="presOf" srcId="{DDD38D89-372B-409B-B773-4A91C8DA74F3}" destId="{77878531-F901-4EDE-9F84-CB7559B9FD6D}" srcOrd="0" destOrd="0" presId="urn:microsoft.com/office/officeart/2005/8/layout/bProcess3"/>
    <dgm:cxn modelId="{C408ED37-845D-47A6-A616-EE1ECDD5D813}" type="presOf" srcId="{5915D851-E3DA-4543-9DEE-C28E51384DCA}" destId="{3CE23343-4D73-4B93-8A61-E8FCCA589D84}" srcOrd="1" destOrd="0" presId="urn:microsoft.com/office/officeart/2005/8/layout/bProcess3"/>
    <dgm:cxn modelId="{9898A85C-EBFC-4AA4-82D0-CF053DC69D3C}" type="presOf" srcId="{57F5A136-ED90-416D-A3EF-BA0502B25498}" destId="{95EF11F8-7E85-4F8C-8E0B-49375E80A6F6}" srcOrd="0" destOrd="0" presId="urn:microsoft.com/office/officeart/2005/8/layout/bProcess3"/>
    <dgm:cxn modelId="{982C215F-7121-43C6-9A66-869A01BB07CC}" type="presOf" srcId="{A1B0AAA8-396A-41A0-A01D-F72A866D8A8C}" destId="{C6C9BF15-C555-4C03-883C-6CEB23562F2D}" srcOrd="0" destOrd="0" presId="urn:microsoft.com/office/officeart/2005/8/layout/bProcess3"/>
    <dgm:cxn modelId="{53CFA35F-187F-4F14-87D8-1CC8BB659233}" type="presOf" srcId="{C7EAEFE8-C75F-43C4-AD31-A719568FC81B}" destId="{520340B1-5812-4E05-A1BC-66B291D48CAA}" srcOrd="1" destOrd="0" presId="urn:microsoft.com/office/officeart/2005/8/layout/bProcess3"/>
    <dgm:cxn modelId="{5A15FD5F-CF06-4867-B81D-D9747C34EB84}" type="presOf" srcId="{9BADCB7F-FF93-4FF8-8092-6FE3620CB402}" destId="{1BDEB6B3-E99B-4BE9-9963-4FBAD3227B91}" srcOrd="0" destOrd="0" presId="urn:microsoft.com/office/officeart/2005/8/layout/bProcess3"/>
    <dgm:cxn modelId="{24B30962-099C-4D14-AD2A-0DBBF7F9C259}" type="presOf" srcId="{7D633CB8-ACE0-4B8D-9A46-11D6463FF40B}" destId="{37978AA3-A6D1-46CE-B1A8-0EBA44B2F734}" srcOrd="0" destOrd="0" presId="urn:microsoft.com/office/officeart/2005/8/layout/bProcess3"/>
    <dgm:cxn modelId="{1EC06843-9078-4763-B144-73E3D1542AB4}" type="presOf" srcId="{51389FB3-1B35-470A-B6DA-806052E13C8F}" destId="{285B8355-A8B4-44D9-B01E-6594B90CFA53}" srcOrd="0" destOrd="0" presId="urn:microsoft.com/office/officeart/2005/8/layout/bProcess3"/>
    <dgm:cxn modelId="{14BA1A64-85A8-495D-BC76-78774C0D3BC8}" srcId="{2F5E4DB0-277F-44D1-950C-C07466837982}" destId="{472D591B-297F-4C59-B1EE-1BFBDF79EC72}" srcOrd="19" destOrd="0" parTransId="{578828F1-EB24-453E-8C10-C24FC0D2A652}" sibTransId="{8E5219B3-64AB-414D-8ED9-DDAF8269D8CF}"/>
    <dgm:cxn modelId="{5E857767-2173-419F-A7CE-D10A8243658A}" type="presOf" srcId="{7F81AD57-B918-46F2-A89C-199B96F4E6B0}" destId="{18B3FC1C-9497-4364-BCFC-6203AEF4A458}" srcOrd="0" destOrd="0" presId="urn:microsoft.com/office/officeart/2005/8/layout/bProcess3"/>
    <dgm:cxn modelId="{EBF08368-A763-4307-8421-99809F088AF9}" type="presOf" srcId="{AE766256-202B-46C0-B8EF-632EF69EAEC7}" destId="{1B0205CA-F975-4E58-A770-AF80AFB5FCA8}" srcOrd="0" destOrd="0" presId="urn:microsoft.com/office/officeart/2005/8/layout/bProcess3"/>
    <dgm:cxn modelId="{DB6D076E-E5BC-42B6-9FDC-A6AA22A3F829}" type="presOf" srcId="{9BADCB7F-FF93-4FF8-8092-6FE3620CB402}" destId="{AA4EE618-FBD2-4660-B079-B4AD2907F0FE}" srcOrd="1" destOrd="0" presId="urn:microsoft.com/office/officeart/2005/8/layout/bProcess3"/>
    <dgm:cxn modelId="{311A476E-7084-4F52-BE4C-2276D7330BDC}" type="presOf" srcId="{8608B917-34AE-4FCA-8432-BEAA868D099A}" destId="{72C50B7D-0D1D-4513-9407-9879F6BF8F0C}" srcOrd="0" destOrd="0" presId="urn:microsoft.com/office/officeart/2005/8/layout/bProcess3"/>
    <dgm:cxn modelId="{86D6D651-39DD-4BE4-8233-8BC387E3ECC6}" type="presOf" srcId="{1EBEBA10-1817-469D-853E-AFB1F38F6842}" destId="{D08A6A8E-EEE2-4E06-8B32-98B8A98AE63B}" srcOrd="0" destOrd="0" presId="urn:microsoft.com/office/officeart/2005/8/layout/bProcess3"/>
    <dgm:cxn modelId="{71772352-FADF-4AAE-B688-0D619585E2CE}" type="presOf" srcId="{6481ECCC-86D7-4A9C-B603-925F9C865848}" destId="{177FE931-E0DB-43E8-9055-FE7BA6C54C59}" srcOrd="1" destOrd="0" presId="urn:microsoft.com/office/officeart/2005/8/layout/bProcess3"/>
    <dgm:cxn modelId="{99499778-24A6-4ADD-AEEA-C5C07DD2C413}" type="presOf" srcId="{FF00FFAD-3758-4564-8F3F-06D45EB58718}" destId="{0AB4FCA0-E7C7-480E-8D85-834D63785083}" srcOrd="0" destOrd="0" presId="urn:microsoft.com/office/officeart/2005/8/layout/bProcess3"/>
    <dgm:cxn modelId="{C5A59D78-D322-4673-80C6-DB51D328B6BE}" type="presOf" srcId="{FF46BD56-1FF8-47FD-A1DE-B9FE22797A8C}" destId="{62D15F8F-1D5E-44F8-93D1-10553DBB4AFC}" srcOrd="0" destOrd="0" presId="urn:microsoft.com/office/officeart/2005/8/layout/bProcess3"/>
    <dgm:cxn modelId="{8C11C45A-0E7F-4884-903A-40A583D8DEA9}" type="presOf" srcId="{FF00FFAD-3758-4564-8F3F-06D45EB58718}" destId="{62D4C41F-78A7-4436-AA16-2211AD286EB3}" srcOrd="1" destOrd="0" presId="urn:microsoft.com/office/officeart/2005/8/layout/bProcess3"/>
    <dgm:cxn modelId="{03107F7D-9CC3-4AD2-9C59-A4F3D2379279}" type="presOf" srcId="{DB2BB2F6-247F-4065-BC8B-F889D229C0D1}" destId="{C6422CF2-C798-4021-8D65-7C140DC121C6}" srcOrd="0" destOrd="0" presId="urn:microsoft.com/office/officeart/2005/8/layout/bProcess3"/>
    <dgm:cxn modelId="{A014D87D-F909-4EA2-BBF7-664B26D5F171}" type="presOf" srcId="{AEA08101-EEE6-42CF-93EA-8F48205A93B8}" destId="{EC7A4547-331E-4486-8978-4526BAFA3AC7}" srcOrd="0" destOrd="0" presId="urn:microsoft.com/office/officeart/2005/8/layout/bProcess3"/>
    <dgm:cxn modelId="{2F3FB282-72AB-46E6-9277-811D32F27E94}" type="presOf" srcId="{848E44CF-9E9B-478A-A911-C0A6A33856DE}" destId="{7625EECD-B67E-40AB-B99E-6008CE5E7627}" srcOrd="0" destOrd="0" presId="urn:microsoft.com/office/officeart/2005/8/layout/bProcess3"/>
    <dgm:cxn modelId="{BAEB2484-30D3-4D1F-8EE1-10122734BBA3}" type="presOf" srcId="{8E5219B3-64AB-414D-8ED9-DDAF8269D8CF}" destId="{E10F0E58-5124-4918-90C7-E1C7ACF43B23}" srcOrd="0" destOrd="0" presId="urn:microsoft.com/office/officeart/2005/8/layout/bProcess3"/>
    <dgm:cxn modelId="{DE3D2D91-7E00-4EFC-8C4D-C13F8033003B}" type="presOf" srcId="{49014682-1661-4C03-8BC7-B8E227F00D57}" destId="{A3189150-E326-4088-9C6F-358FD564B892}" srcOrd="0" destOrd="0" presId="urn:microsoft.com/office/officeart/2005/8/layout/bProcess3"/>
    <dgm:cxn modelId="{F23BD798-C8C7-43FD-85B5-DC253A495D7B}" srcId="{2F5E4DB0-277F-44D1-950C-C07466837982}" destId="{D29D813D-295B-45D6-8BE3-117523D2CF6C}" srcOrd="3" destOrd="0" parTransId="{DEDCBF1A-68C9-4C41-ADFF-DD506CAE1644}" sibTransId="{8608B917-34AE-4FCA-8432-BEAA868D099A}"/>
    <dgm:cxn modelId="{0478AE99-712F-4E71-B394-441C686DB2AF}" type="presOf" srcId="{0993C3BB-764B-4960-9A27-1C7F41BFD612}" destId="{62B1D7B3-AE99-445F-AF50-5236A8F16D31}" srcOrd="0" destOrd="0" presId="urn:microsoft.com/office/officeart/2005/8/layout/bProcess3"/>
    <dgm:cxn modelId="{34E7489C-922E-432B-8D6B-B65647B289BE}" type="presOf" srcId="{30CD07DB-5D2B-4784-BAA2-B09975CC80FC}" destId="{8CCA130E-937A-4548-A6AB-CD5855FC365A}" srcOrd="1" destOrd="0" presId="urn:microsoft.com/office/officeart/2005/8/layout/bProcess3"/>
    <dgm:cxn modelId="{2D4F469F-09CA-4FC4-A1FF-ADCFDF449DA1}" srcId="{2F5E4DB0-277F-44D1-950C-C07466837982}" destId="{848E44CF-9E9B-478A-A911-C0A6A33856DE}" srcOrd="6" destOrd="0" parTransId="{32474D42-3C78-49BB-9BA6-E0031D8CEE71}" sibTransId="{FF00FFAD-3758-4564-8F3F-06D45EB58718}"/>
    <dgm:cxn modelId="{01D3A0A0-DD0B-4A4D-AE68-10BA93CE9E5C}" srcId="{2F5E4DB0-277F-44D1-950C-C07466837982}" destId="{DB2BB2F6-247F-4065-BC8B-F889D229C0D1}" srcOrd="1" destOrd="0" parTransId="{7AE79801-35A0-40E0-B84F-A60402971FD3}" sibTransId="{5915D851-E3DA-4543-9DEE-C28E51384DCA}"/>
    <dgm:cxn modelId="{BCDD12A1-191D-44FF-8FD7-506100F78F65}" type="presOf" srcId="{F2D54679-0414-4457-8AF3-2149D47145C6}" destId="{284D2C66-F26A-4F3F-8AB0-741DECF6B1FB}" srcOrd="0" destOrd="0" presId="urn:microsoft.com/office/officeart/2005/8/layout/bProcess3"/>
    <dgm:cxn modelId="{8E9598A3-0AAB-42C0-969C-1AF30D57BBD8}" type="presOf" srcId="{15973BC9-F4CC-4EC7-A7C7-657DD8BE4649}" destId="{108B7939-1C0E-41AC-9117-7CBC38681BC0}" srcOrd="0" destOrd="0" presId="urn:microsoft.com/office/officeart/2005/8/layout/bProcess3"/>
    <dgm:cxn modelId="{EAA264A5-7B82-4769-9E5B-18CD2CBAC0D7}" type="presOf" srcId="{ED1DE276-4C3E-4813-B929-463D7EA80822}" destId="{A37F4F45-31A4-4C1E-9317-8D3E5140BF23}" srcOrd="0" destOrd="0" presId="urn:microsoft.com/office/officeart/2005/8/layout/bProcess3"/>
    <dgm:cxn modelId="{E3905DA8-7481-489E-80AF-F812655C2CBB}" type="presOf" srcId="{8608B917-34AE-4FCA-8432-BEAA868D099A}" destId="{D02DD28B-5E12-4B1F-BBB5-F02AF982086C}" srcOrd="1" destOrd="0" presId="urn:microsoft.com/office/officeart/2005/8/layout/bProcess3"/>
    <dgm:cxn modelId="{8BED9EAF-A662-4695-B25F-C6B6305189D9}" type="presOf" srcId="{49014682-1661-4C03-8BC7-B8E227F00D57}" destId="{B806B689-24A3-4C53-B11F-74F561A8A7E7}" srcOrd="1" destOrd="0" presId="urn:microsoft.com/office/officeart/2005/8/layout/bProcess3"/>
    <dgm:cxn modelId="{3816B1AF-BFCD-47AC-A2A4-323C886E6B39}" srcId="{2F5E4DB0-277F-44D1-950C-C07466837982}" destId="{51389FB3-1B35-470A-B6DA-806052E13C8F}" srcOrd="13" destOrd="0" parTransId="{C649437B-14F2-4458-9D2E-3BEEA1AB7891}" sibTransId="{A9B80595-2277-4370-A9F8-9D85E68D62DE}"/>
    <dgm:cxn modelId="{7F47E8AF-3DFA-4C47-8D25-3AE984703D81}" type="presOf" srcId="{22DC2A03-9AB1-45F4-8782-144CA946DB92}" destId="{80A7A374-79D0-40F0-8A5E-280625AAE05B}" srcOrd="1" destOrd="0" presId="urn:microsoft.com/office/officeart/2005/8/layout/bProcess3"/>
    <dgm:cxn modelId="{DF6DA1B4-AEBF-47F9-917A-413B9E6B7F59}" type="presOf" srcId="{2F5E4DB0-277F-44D1-950C-C07466837982}" destId="{42263FB1-D8E0-4320-9A13-B8399A5CA5C5}" srcOrd="0" destOrd="0" presId="urn:microsoft.com/office/officeart/2005/8/layout/bProcess3"/>
    <dgm:cxn modelId="{01ED7CB7-5FD5-4CDB-9D67-195A31403475}" type="presOf" srcId="{01C25471-4BFE-439C-8128-8639930256B6}" destId="{A1EF0E2F-4FBA-4E43-9B6D-33F2AB3DB428}" srcOrd="0" destOrd="0" presId="urn:microsoft.com/office/officeart/2005/8/layout/bProcess3"/>
    <dgm:cxn modelId="{BB065AB8-F502-45A9-8729-9CFA7AA385B5}" srcId="{2F5E4DB0-277F-44D1-950C-C07466837982}" destId="{DDD38D89-372B-409B-B773-4A91C8DA74F3}" srcOrd="20" destOrd="0" parTransId="{4E77B50B-2F5D-4755-8AA3-7FA8FD1F56FA}" sibTransId="{FF6FB48A-C236-400D-9E3B-14BE22EE0CED}"/>
    <dgm:cxn modelId="{A89D93BA-D3D6-4315-AF12-3EEC657AD63E}" type="presOf" srcId="{05E72DE2-EA46-453B-82FF-FCED3551C13B}" destId="{16834267-076D-415F-812C-BD007EC9BD52}" srcOrd="0" destOrd="0" presId="urn:microsoft.com/office/officeart/2005/8/layout/bProcess3"/>
    <dgm:cxn modelId="{75CF63BC-A94C-4244-965F-54D68B12D842}" type="presOf" srcId="{01C25471-4BFE-439C-8128-8639930256B6}" destId="{FBC22590-CB77-4AC3-8CE7-06FD63C42226}" srcOrd="1" destOrd="0" presId="urn:microsoft.com/office/officeart/2005/8/layout/bProcess3"/>
    <dgm:cxn modelId="{B189FEBD-D094-488E-B41B-96B9CBCCCB68}" srcId="{2F5E4DB0-277F-44D1-950C-C07466837982}" destId="{91360087-0875-40C6-8B74-76DE9AAA6C76}" srcOrd="4" destOrd="0" parTransId="{F998722B-4BCC-4CE7-AD03-C7CC523C8286}" sibTransId="{502444DA-2616-471E-B58B-3D3CD4685D5E}"/>
    <dgm:cxn modelId="{349EFCBE-B780-4A52-B774-FF2C908CB433}" type="presOf" srcId="{3587B264-CDDC-4925-A9DA-9750C262246E}" destId="{723CB874-C792-45BE-9FDD-5E054938B2F1}" srcOrd="1" destOrd="0" presId="urn:microsoft.com/office/officeart/2005/8/layout/bProcess3"/>
    <dgm:cxn modelId="{D5376DC4-5F87-479A-AE9E-D184AC31F312}" type="presOf" srcId="{8E5219B3-64AB-414D-8ED9-DDAF8269D8CF}" destId="{A3DF8CA7-3EE5-4B45-BD90-F1D42403E8B5}" srcOrd="1" destOrd="0" presId="urn:microsoft.com/office/officeart/2005/8/layout/bProcess3"/>
    <dgm:cxn modelId="{A5D54FC9-46BE-4FB2-952B-BA5A96E2F4AC}" srcId="{2F5E4DB0-277F-44D1-950C-C07466837982}" destId="{15973BC9-F4CC-4EC7-A7C7-657DD8BE4649}" srcOrd="17" destOrd="0" parTransId="{7F335024-7DE2-4694-9329-E50B2CA1DEE3}" sibTransId="{57F5A136-ED90-416D-A3EF-BA0502B25498}"/>
    <dgm:cxn modelId="{A15B44CC-A0FF-4B22-A62A-04250B5885BC}" type="presOf" srcId="{CDC8B5E8-72DC-4D46-B5AA-A171D7E52674}" destId="{57C0E637-74AF-44EE-AD9F-C67EED10F771}" srcOrd="1" destOrd="0" presId="urn:microsoft.com/office/officeart/2005/8/layout/bProcess3"/>
    <dgm:cxn modelId="{232F04CE-AD39-4BE2-B35C-6F74083F7AC8}" srcId="{2F5E4DB0-277F-44D1-950C-C07466837982}" destId="{0993C3BB-764B-4960-9A27-1C7F41BFD612}" srcOrd="0" destOrd="0" parTransId="{C2F9F9AE-F1FB-443F-BC84-7A7C292D7BEC}" sibTransId="{AEA08101-EEE6-42CF-93EA-8F48205A93B8}"/>
    <dgm:cxn modelId="{DB62AACE-997A-4A2E-87FB-E9AE1C36A1BE}" type="presOf" srcId="{BDD9CA46-47BE-4A5B-A8B5-4D3CFD029EAF}" destId="{876205E4-E6FC-46FD-85A4-C1E9CBC2C250}" srcOrd="1" destOrd="0" presId="urn:microsoft.com/office/officeart/2005/8/layout/bProcess3"/>
    <dgm:cxn modelId="{6A5DDAD2-EEE5-49D0-B31C-2A892C425A99}" type="presOf" srcId="{BDD9CA46-47BE-4A5B-A8B5-4D3CFD029EAF}" destId="{E223E7A8-8526-4D54-B83C-C035196356B7}" srcOrd="0" destOrd="0" presId="urn:microsoft.com/office/officeart/2005/8/layout/bProcess3"/>
    <dgm:cxn modelId="{8B9DDED2-455F-4FE6-9E51-CB43384E1C70}" type="presOf" srcId="{C7EAEFE8-C75F-43C4-AD31-A719568FC81B}" destId="{25818046-A985-4731-AAF3-F2FC1585C0DE}" srcOrd="0" destOrd="0" presId="urn:microsoft.com/office/officeart/2005/8/layout/bProcess3"/>
    <dgm:cxn modelId="{D4026FD3-86A2-4FDD-8047-4A17BF95478F}" type="presOf" srcId="{CDC8B5E8-72DC-4D46-B5AA-A171D7E52674}" destId="{0D549FDB-4102-4BAC-BA5C-64E573BECE10}" srcOrd="0" destOrd="0" presId="urn:microsoft.com/office/officeart/2005/8/layout/bProcess3"/>
    <dgm:cxn modelId="{77AC03D4-697D-4013-80FD-C5647FA5F3A7}" type="presOf" srcId="{ED1DE276-4C3E-4813-B929-463D7EA80822}" destId="{AC6312E3-F80D-495D-AF1D-CF1B2043F5E7}" srcOrd="1" destOrd="0" presId="urn:microsoft.com/office/officeart/2005/8/layout/bProcess3"/>
    <dgm:cxn modelId="{614DA2D7-1369-435C-834D-16450C0ED57F}" srcId="{2F5E4DB0-277F-44D1-950C-C07466837982}" destId="{AE766256-202B-46C0-B8EF-632EF69EAEC7}" srcOrd="18" destOrd="0" parTransId="{0B08FFDF-22E4-4D55-B3AC-61BD3C4B9F7B}" sibTransId="{CDC8B5E8-72DC-4D46-B5AA-A171D7E52674}"/>
    <dgm:cxn modelId="{40F6D7DE-959D-42A9-906D-B435618C509D}" type="presOf" srcId="{27A6BA6E-11E0-4E4F-A751-486687759B41}" destId="{5EDE659C-5D50-4A45-ACC2-9D7CFD66FCFA}" srcOrd="0" destOrd="0" presId="urn:microsoft.com/office/officeart/2005/8/layout/bProcess3"/>
    <dgm:cxn modelId="{2EA13BE3-D5BE-45DA-BE2A-1DAF69322CB2}" type="presOf" srcId="{6481ECCC-86D7-4A9C-B603-925F9C865848}" destId="{A0354F39-47F5-4323-81D4-75978D8F4E62}" srcOrd="0" destOrd="0" presId="urn:microsoft.com/office/officeart/2005/8/layout/bProcess3"/>
    <dgm:cxn modelId="{40F060E3-36AC-43EF-8309-C35CAE99F87A}" srcId="{2F5E4DB0-277F-44D1-950C-C07466837982}" destId="{7F81AD57-B918-46F2-A89C-199B96F4E6B0}" srcOrd="5" destOrd="0" parTransId="{5108C28B-8C88-4BE9-9397-67867AA9D9FE}" sibTransId="{BDD9CA46-47BE-4A5B-A8B5-4D3CFD029EAF}"/>
    <dgm:cxn modelId="{0F5560E4-EB96-47CF-8828-8A1758A50DBC}" srcId="{2F5E4DB0-277F-44D1-950C-C07466837982}" destId="{1EBEBA10-1817-469D-853E-AFB1F38F6842}" srcOrd="14" destOrd="0" parTransId="{9B611AEF-6961-4A38-9848-D53FEB5080B6}" sibTransId="{3587B264-CDDC-4925-A9DA-9750C262246E}"/>
    <dgm:cxn modelId="{D3F7B1E4-B42C-4E71-80E3-598DE90BCBCB}" type="presOf" srcId="{22DC2A03-9AB1-45F4-8782-144CA946DB92}" destId="{17C1511D-63F8-434E-AB23-B16D218C3F21}" srcOrd="0" destOrd="0" presId="urn:microsoft.com/office/officeart/2005/8/layout/bProcess3"/>
    <dgm:cxn modelId="{AC952EE8-0B94-43AF-A582-A2686D78D34D}" type="presOf" srcId="{472D591B-297F-4C59-B1EE-1BFBDF79EC72}" destId="{9C343256-B06F-472B-B332-D5081AD7BCCE}" srcOrd="0" destOrd="0" presId="urn:microsoft.com/office/officeart/2005/8/layout/bProcess3"/>
    <dgm:cxn modelId="{F2BDB7EA-FD80-412A-ABD7-A6F56640C9D0}" type="presOf" srcId="{A1FF3333-4601-4C64-A056-295244FEA167}" destId="{A345F38F-31C7-4CA4-92D7-F24265FEC456}" srcOrd="0" destOrd="0" presId="urn:microsoft.com/office/officeart/2005/8/layout/bProcess3"/>
    <dgm:cxn modelId="{BE2A5CEB-6018-4D2D-A62D-6F1861010408}" type="presOf" srcId="{576A2845-8831-4D0C-93F7-281899CB0BF6}" destId="{5065412F-E127-4F64-B1C9-F7C9B54D9B56}" srcOrd="0" destOrd="0" presId="urn:microsoft.com/office/officeart/2005/8/layout/bProcess3"/>
    <dgm:cxn modelId="{AD02B5ED-7171-4B66-9459-A0ED85D93FD4}" type="presOf" srcId="{A9B80595-2277-4370-A9F8-9D85E68D62DE}" destId="{386140A4-ECEA-434B-BC90-A3BF90D04BC9}" srcOrd="0" destOrd="0" presId="urn:microsoft.com/office/officeart/2005/8/layout/bProcess3"/>
    <dgm:cxn modelId="{2865CDEE-2749-4395-A2E2-695E51781586}" srcId="{2F5E4DB0-277F-44D1-950C-C07466837982}" destId="{576A2845-8831-4D0C-93F7-281899CB0BF6}" srcOrd="10" destOrd="0" parTransId="{6BB9FE66-08ED-49BC-A15E-C43F627CA9B4}" sibTransId="{30CD07DB-5D2B-4784-BAA2-B09975CC80FC}"/>
    <dgm:cxn modelId="{E6C502F2-95A4-4657-A97F-6A32698BF435}" type="presOf" srcId="{B9280A1A-E38F-410A-8C38-756E83A52C87}" destId="{28CECBC5-9926-4DFD-AE57-9F37462F45CD}" srcOrd="0" destOrd="0" presId="urn:microsoft.com/office/officeart/2005/8/layout/bProcess3"/>
    <dgm:cxn modelId="{9F9A9BF7-EF65-47D3-B3A6-5CDC9557B504}" srcId="{2F5E4DB0-277F-44D1-950C-C07466837982}" destId="{FF46BD56-1FF8-47FD-A1DE-B9FE22797A8C}" srcOrd="8" destOrd="0" parTransId="{1D57140C-3373-4A4C-8E0A-22592118CCD3}" sibTransId="{01C25471-4BFE-439C-8128-8639930256B6}"/>
    <dgm:cxn modelId="{8DF55DFE-7BC8-4DAA-AFB4-3274C1B09C2F}" type="presOf" srcId="{5915D851-E3DA-4543-9DEE-C28E51384DCA}" destId="{3376D0C9-79F1-4312-B90A-753513D4E15B}" srcOrd="0" destOrd="0" presId="urn:microsoft.com/office/officeart/2005/8/layout/bProcess3"/>
    <dgm:cxn modelId="{DC655DA7-591A-4D42-881C-C5E8FA85FB29}" type="presParOf" srcId="{42263FB1-D8E0-4320-9A13-B8399A5CA5C5}" destId="{62B1D7B3-AE99-445F-AF50-5236A8F16D31}" srcOrd="0" destOrd="0" presId="urn:microsoft.com/office/officeart/2005/8/layout/bProcess3"/>
    <dgm:cxn modelId="{179CB88B-44E1-420E-8A2B-B9C9B890FEDD}" type="presParOf" srcId="{42263FB1-D8E0-4320-9A13-B8399A5CA5C5}" destId="{EC7A4547-331E-4486-8978-4526BAFA3AC7}" srcOrd="1" destOrd="0" presId="urn:microsoft.com/office/officeart/2005/8/layout/bProcess3"/>
    <dgm:cxn modelId="{98EB76E7-3583-4DEC-ABB1-726FE8BB1544}" type="presParOf" srcId="{EC7A4547-331E-4486-8978-4526BAFA3AC7}" destId="{66BC62C6-19CD-413E-BD29-2849C944771F}" srcOrd="0" destOrd="0" presId="urn:microsoft.com/office/officeart/2005/8/layout/bProcess3"/>
    <dgm:cxn modelId="{A3C03CD7-F914-40E8-B02A-C1A9A6DBEB09}" type="presParOf" srcId="{42263FB1-D8E0-4320-9A13-B8399A5CA5C5}" destId="{C6422CF2-C798-4021-8D65-7C140DC121C6}" srcOrd="2" destOrd="0" presId="urn:microsoft.com/office/officeart/2005/8/layout/bProcess3"/>
    <dgm:cxn modelId="{1BB0F9D9-254B-464F-8081-4721C61FAB75}" type="presParOf" srcId="{42263FB1-D8E0-4320-9A13-B8399A5CA5C5}" destId="{3376D0C9-79F1-4312-B90A-753513D4E15B}" srcOrd="3" destOrd="0" presId="urn:microsoft.com/office/officeart/2005/8/layout/bProcess3"/>
    <dgm:cxn modelId="{E456AF32-3EA6-4DDE-8F44-B93DF3A38975}" type="presParOf" srcId="{3376D0C9-79F1-4312-B90A-753513D4E15B}" destId="{3CE23343-4D73-4B93-8A61-E8FCCA589D84}" srcOrd="0" destOrd="0" presId="urn:microsoft.com/office/officeart/2005/8/layout/bProcess3"/>
    <dgm:cxn modelId="{459DA375-BAF2-4673-98C4-3BBEEB89E5BA}" type="presParOf" srcId="{42263FB1-D8E0-4320-9A13-B8399A5CA5C5}" destId="{284D2C66-F26A-4F3F-8AB0-741DECF6B1FB}" srcOrd="4" destOrd="0" presId="urn:microsoft.com/office/officeart/2005/8/layout/bProcess3"/>
    <dgm:cxn modelId="{E6BE70CD-9455-4F11-A861-3085C834F164}" type="presParOf" srcId="{42263FB1-D8E0-4320-9A13-B8399A5CA5C5}" destId="{A3189150-E326-4088-9C6F-358FD564B892}" srcOrd="5" destOrd="0" presId="urn:microsoft.com/office/officeart/2005/8/layout/bProcess3"/>
    <dgm:cxn modelId="{8DB0EA92-DE5B-4956-8724-2B3116E218D5}" type="presParOf" srcId="{A3189150-E326-4088-9C6F-358FD564B892}" destId="{B806B689-24A3-4C53-B11F-74F561A8A7E7}" srcOrd="0" destOrd="0" presId="urn:microsoft.com/office/officeart/2005/8/layout/bProcess3"/>
    <dgm:cxn modelId="{7C386D3B-6E9E-4CE3-BB24-B11B10ED83F4}" type="presParOf" srcId="{42263FB1-D8E0-4320-9A13-B8399A5CA5C5}" destId="{018A0814-82AE-4A5F-A04D-FFB0F180E67E}" srcOrd="6" destOrd="0" presId="urn:microsoft.com/office/officeart/2005/8/layout/bProcess3"/>
    <dgm:cxn modelId="{C83038D1-E0C3-4BED-8AEB-87D4E0DCAE26}" type="presParOf" srcId="{42263FB1-D8E0-4320-9A13-B8399A5CA5C5}" destId="{72C50B7D-0D1D-4513-9407-9879F6BF8F0C}" srcOrd="7" destOrd="0" presId="urn:microsoft.com/office/officeart/2005/8/layout/bProcess3"/>
    <dgm:cxn modelId="{FB65CEC5-6228-4DE4-881A-D0DF945656A4}" type="presParOf" srcId="{72C50B7D-0D1D-4513-9407-9879F6BF8F0C}" destId="{D02DD28B-5E12-4B1F-BBB5-F02AF982086C}" srcOrd="0" destOrd="0" presId="urn:microsoft.com/office/officeart/2005/8/layout/bProcess3"/>
    <dgm:cxn modelId="{1CA435C9-F6B9-4DA0-8BF0-85EE4496AFD9}" type="presParOf" srcId="{42263FB1-D8E0-4320-9A13-B8399A5CA5C5}" destId="{6998D9A3-DDE1-4A62-9BAC-7732928FC281}" srcOrd="8" destOrd="0" presId="urn:microsoft.com/office/officeart/2005/8/layout/bProcess3"/>
    <dgm:cxn modelId="{40E76726-C261-4469-BF40-47EADBEA8C9F}" type="presParOf" srcId="{42263FB1-D8E0-4320-9A13-B8399A5CA5C5}" destId="{68FBECE4-BA55-4E36-9F82-D59D97CBA9FC}" srcOrd="9" destOrd="0" presId="urn:microsoft.com/office/officeart/2005/8/layout/bProcess3"/>
    <dgm:cxn modelId="{70191E62-9FFD-4D3B-9354-9930566B8BA2}" type="presParOf" srcId="{68FBECE4-BA55-4E36-9F82-D59D97CBA9FC}" destId="{4174B905-990F-458E-A8EB-E3EB35BC4A39}" srcOrd="0" destOrd="0" presId="urn:microsoft.com/office/officeart/2005/8/layout/bProcess3"/>
    <dgm:cxn modelId="{91C196AD-837F-4279-B922-C93FA00A733B}" type="presParOf" srcId="{42263FB1-D8E0-4320-9A13-B8399A5CA5C5}" destId="{18B3FC1C-9497-4364-BCFC-6203AEF4A458}" srcOrd="10" destOrd="0" presId="urn:microsoft.com/office/officeart/2005/8/layout/bProcess3"/>
    <dgm:cxn modelId="{9BA812B8-1751-4877-A99E-1A9E95CC04CA}" type="presParOf" srcId="{42263FB1-D8E0-4320-9A13-B8399A5CA5C5}" destId="{E223E7A8-8526-4D54-B83C-C035196356B7}" srcOrd="11" destOrd="0" presId="urn:microsoft.com/office/officeart/2005/8/layout/bProcess3"/>
    <dgm:cxn modelId="{3A5AB3AE-9184-4840-B28D-612777C018C0}" type="presParOf" srcId="{E223E7A8-8526-4D54-B83C-C035196356B7}" destId="{876205E4-E6FC-46FD-85A4-C1E9CBC2C250}" srcOrd="0" destOrd="0" presId="urn:microsoft.com/office/officeart/2005/8/layout/bProcess3"/>
    <dgm:cxn modelId="{84C9961F-D3BA-498C-A222-9FED559A8D18}" type="presParOf" srcId="{42263FB1-D8E0-4320-9A13-B8399A5CA5C5}" destId="{7625EECD-B67E-40AB-B99E-6008CE5E7627}" srcOrd="12" destOrd="0" presId="urn:microsoft.com/office/officeart/2005/8/layout/bProcess3"/>
    <dgm:cxn modelId="{BECD8BC3-82D8-4432-BD37-E4A2E80538B0}" type="presParOf" srcId="{42263FB1-D8E0-4320-9A13-B8399A5CA5C5}" destId="{0AB4FCA0-E7C7-480E-8D85-834D63785083}" srcOrd="13" destOrd="0" presId="urn:microsoft.com/office/officeart/2005/8/layout/bProcess3"/>
    <dgm:cxn modelId="{AEC814CF-7923-40B1-B532-E9E027F03960}" type="presParOf" srcId="{0AB4FCA0-E7C7-480E-8D85-834D63785083}" destId="{62D4C41F-78A7-4436-AA16-2211AD286EB3}" srcOrd="0" destOrd="0" presId="urn:microsoft.com/office/officeart/2005/8/layout/bProcess3"/>
    <dgm:cxn modelId="{643355E7-1AFA-40DB-A17E-0B2AE36C9D7C}" type="presParOf" srcId="{42263FB1-D8E0-4320-9A13-B8399A5CA5C5}" destId="{16834267-076D-415F-812C-BD007EC9BD52}" srcOrd="14" destOrd="0" presId="urn:microsoft.com/office/officeart/2005/8/layout/bProcess3"/>
    <dgm:cxn modelId="{65F7521A-5E37-4642-B2BD-F79BFEB137C2}" type="presParOf" srcId="{42263FB1-D8E0-4320-9A13-B8399A5CA5C5}" destId="{A0354F39-47F5-4323-81D4-75978D8F4E62}" srcOrd="15" destOrd="0" presId="urn:microsoft.com/office/officeart/2005/8/layout/bProcess3"/>
    <dgm:cxn modelId="{481E1751-0BC1-421B-9D6E-B03BA5C0BDB0}" type="presParOf" srcId="{A0354F39-47F5-4323-81D4-75978D8F4E62}" destId="{177FE931-E0DB-43E8-9055-FE7BA6C54C59}" srcOrd="0" destOrd="0" presId="urn:microsoft.com/office/officeart/2005/8/layout/bProcess3"/>
    <dgm:cxn modelId="{A725C13A-BDAD-4491-9A5A-123EE2FE88DD}" type="presParOf" srcId="{42263FB1-D8E0-4320-9A13-B8399A5CA5C5}" destId="{62D15F8F-1D5E-44F8-93D1-10553DBB4AFC}" srcOrd="16" destOrd="0" presId="urn:microsoft.com/office/officeart/2005/8/layout/bProcess3"/>
    <dgm:cxn modelId="{A139B5C9-B745-458C-BB74-82CF3080953A}" type="presParOf" srcId="{42263FB1-D8E0-4320-9A13-B8399A5CA5C5}" destId="{A1EF0E2F-4FBA-4E43-9B6D-33F2AB3DB428}" srcOrd="17" destOrd="0" presId="urn:microsoft.com/office/officeart/2005/8/layout/bProcess3"/>
    <dgm:cxn modelId="{B0DEC027-9378-41A5-A45C-6E76887C8D22}" type="presParOf" srcId="{A1EF0E2F-4FBA-4E43-9B6D-33F2AB3DB428}" destId="{FBC22590-CB77-4AC3-8CE7-06FD63C42226}" srcOrd="0" destOrd="0" presId="urn:microsoft.com/office/officeart/2005/8/layout/bProcess3"/>
    <dgm:cxn modelId="{3712E8D3-4329-46FA-9E4C-CFA1EF7AABF9}" type="presParOf" srcId="{42263FB1-D8E0-4320-9A13-B8399A5CA5C5}" destId="{A345F38F-31C7-4CA4-92D7-F24265FEC456}" srcOrd="18" destOrd="0" presId="urn:microsoft.com/office/officeart/2005/8/layout/bProcess3"/>
    <dgm:cxn modelId="{4ACE15B1-ABA3-410A-BE65-82A21D629697}" type="presParOf" srcId="{42263FB1-D8E0-4320-9A13-B8399A5CA5C5}" destId="{25818046-A985-4731-AAF3-F2FC1585C0DE}" srcOrd="19" destOrd="0" presId="urn:microsoft.com/office/officeart/2005/8/layout/bProcess3"/>
    <dgm:cxn modelId="{5739063A-2929-4598-A492-D0271EBEADAF}" type="presParOf" srcId="{25818046-A985-4731-AAF3-F2FC1585C0DE}" destId="{520340B1-5812-4E05-A1BC-66B291D48CAA}" srcOrd="0" destOrd="0" presId="urn:microsoft.com/office/officeart/2005/8/layout/bProcess3"/>
    <dgm:cxn modelId="{C728A561-23F8-4BBA-BE55-9F71AAC7E030}" type="presParOf" srcId="{42263FB1-D8E0-4320-9A13-B8399A5CA5C5}" destId="{5065412F-E127-4F64-B1C9-F7C9B54D9B56}" srcOrd="20" destOrd="0" presId="urn:microsoft.com/office/officeart/2005/8/layout/bProcess3"/>
    <dgm:cxn modelId="{D0F451EF-04FA-4CAC-9C0B-71A462F13E9B}" type="presParOf" srcId="{42263FB1-D8E0-4320-9A13-B8399A5CA5C5}" destId="{52E42426-F9C1-42AD-B03A-1ED357162425}" srcOrd="21" destOrd="0" presId="urn:microsoft.com/office/officeart/2005/8/layout/bProcess3"/>
    <dgm:cxn modelId="{44EE5D14-6AF1-4759-9DB9-6DF3691EEADE}" type="presParOf" srcId="{52E42426-F9C1-42AD-B03A-1ED357162425}" destId="{8CCA130E-937A-4548-A6AB-CD5855FC365A}" srcOrd="0" destOrd="0" presId="urn:microsoft.com/office/officeart/2005/8/layout/bProcess3"/>
    <dgm:cxn modelId="{25BFC22F-0CD4-43BF-B014-DF8BEEBD63E1}" type="presParOf" srcId="{42263FB1-D8E0-4320-9A13-B8399A5CA5C5}" destId="{C6C9BF15-C555-4C03-883C-6CEB23562F2D}" srcOrd="22" destOrd="0" presId="urn:microsoft.com/office/officeart/2005/8/layout/bProcess3"/>
    <dgm:cxn modelId="{09D095C8-FA82-46F0-A39B-60CF507F4E75}" type="presParOf" srcId="{42263FB1-D8E0-4320-9A13-B8399A5CA5C5}" destId="{1BDEB6B3-E99B-4BE9-9963-4FBAD3227B91}" srcOrd="23" destOrd="0" presId="urn:microsoft.com/office/officeart/2005/8/layout/bProcess3"/>
    <dgm:cxn modelId="{E17D850E-64E7-4C74-956B-E9ABF14A0E0C}" type="presParOf" srcId="{1BDEB6B3-E99B-4BE9-9963-4FBAD3227B91}" destId="{AA4EE618-FBD2-4660-B079-B4AD2907F0FE}" srcOrd="0" destOrd="0" presId="urn:microsoft.com/office/officeart/2005/8/layout/bProcess3"/>
    <dgm:cxn modelId="{0E868D5A-3747-418A-A224-AE7784FB082A}" type="presParOf" srcId="{42263FB1-D8E0-4320-9A13-B8399A5CA5C5}" destId="{5EDE659C-5D50-4A45-ACC2-9D7CFD66FCFA}" srcOrd="24" destOrd="0" presId="urn:microsoft.com/office/officeart/2005/8/layout/bProcess3"/>
    <dgm:cxn modelId="{75FD3B3B-3B16-428B-81DB-52FDEBBC6760}" type="presParOf" srcId="{42263FB1-D8E0-4320-9A13-B8399A5CA5C5}" destId="{1F3C52D3-124F-4F9F-9714-55468F13847D}" srcOrd="25" destOrd="0" presId="urn:microsoft.com/office/officeart/2005/8/layout/bProcess3"/>
    <dgm:cxn modelId="{0A541E89-C4C6-405C-B2D2-8E74DDA37D71}" type="presParOf" srcId="{1F3C52D3-124F-4F9F-9714-55468F13847D}" destId="{28BB984E-97E2-4E88-8BE8-D6E0D4898CAE}" srcOrd="0" destOrd="0" presId="urn:microsoft.com/office/officeart/2005/8/layout/bProcess3"/>
    <dgm:cxn modelId="{65B26110-4285-4BDF-ACF8-B84E07511575}" type="presParOf" srcId="{42263FB1-D8E0-4320-9A13-B8399A5CA5C5}" destId="{285B8355-A8B4-44D9-B01E-6594B90CFA53}" srcOrd="26" destOrd="0" presId="urn:microsoft.com/office/officeart/2005/8/layout/bProcess3"/>
    <dgm:cxn modelId="{7A5D6584-FB96-4AA3-A379-AE152F9400C4}" type="presParOf" srcId="{42263FB1-D8E0-4320-9A13-B8399A5CA5C5}" destId="{386140A4-ECEA-434B-BC90-A3BF90D04BC9}" srcOrd="27" destOrd="0" presId="urn:microsoft.com/office/officeart/2005/8/layout/bProcess3"/>
    <dgm:cxn modelId="{4FAE75E3-4E4E-4DB6-A954-6AED83C80281}" type="presParOf" srcId="{386140A4-ECEA-434B-BC90-A3BF90D04BC9}" destId="{C1B568CE-6F8A-424B-ABED-7802CEF66080}" srcOrd="0" destOrd="0" presId="urn:microsoft.com/office/officeart/2005/8/layout/bProcess3"/>
    <dgm:cxn modelId="{B2FEDED6-023C-4CC7-A10F-984491781378}" type="presParOf" srcId="{42263FB1-D8E0-4320-9A13-B8399A5CA5C5}" destId="{D08A6A8E-EEE2-4E06-8B32-98B8A98AE63B}" srcOrd="28" destOrd="0" presId="urn:microsoft.com/office/officeart/2005/8/layout/bProcess3"/>
    <dgm:cxn modelId="{CE4CBD41-D982-4061-802A-B4E0DD5C5817}" type="presParOf" srcId="{42263FB1-D8E0-4320-9A13-B8399A5CA5C5}" destId="{89202717-5D37-47AE-BB39-E8C9625F7FE2}" srcOrd="29" destOrd="0" presId="urn:microsoft.com/office/officeart/2005/8/layout/bProcess3"/>
    <dgm:cxn modelId="{C827A31C-01F1-42C7-B478-18D8B52A2C6D}" type="presParOf" srcId="{89202717-5D37-47AE-BB39-E8C9625F7FE2}" destId="{723CB874-C792-45BE-9FDD-5E054938B2F1}" srcOrd="0" destOrd="0" presId="urn:microsoft.com/office/officeart/2005/8/layout/bProcess3"/>
    <dgm:cxn modelId="{2472B9A1-EBA3-4924-AAC3-1BF812FC831E}" type="presParOf" srcId="{42263FB1-D8E0-4320-9A13-B8399A5CA5C5}" destId="{37978AA3-A6D1-46CE-B1A8-0EBA44B2F734}" srcOrd="30" destOrd="0" presId="urn:microsoft.com/office/officeart/2005/8/layout/bProcess3"/>
    <dgm:cxn modelId="{982A167B-9B61-4543-B1F4-4C1EEA849048}" type="presParOf" srcId="{42263FB1-D8E0-4320-9A13-B8399A5CA5C5}" destId="{A37F4F45-31A4-4C1E-9317-8D3E5140BF23}" srcOrd="31" destOrd="0" presId="urn:microsoft.com/office/officeart/2005/8/layout/bProcess3"/>
    <dgm:cxn modelId="{E47E1234-64AA-4314-A975-D78F4B310816}" type="presParOf" srcId="{A37F4F45-31A4-4C1E-9317-8D3E5140BF23}" destId="{AC6312E3-F80D-495D-AF1D-CF1B2043F5E7}" srcOrd="0" destOrd="0" presId="urn:microsoft.com/office/officeart/2005/8/layout/bProcess3"/>
    <dgm:cxn modelId="{F7D4244C-C869-4DC6-938A-1EFFEB7ECFAD}" type="presParOf" srcId="{42263FB1-D8E0-4320-9A13-B8399A5CA5C5}" destId="{28CECBC5-9926-4DFD-AE57-9F37462F45CD}" srcOrd="32" destOrd="0" presId="urn:microsoft.com/office/officeart/2005/8/layout/bProcess3"/>
    <dgm:cxn modelId="{F93EAEB5-567C-4253-86A3-F7B2A28BF394}" type="presParOf" srcId="{42263FB1-D8E0-4320-9A13-B8399A5CA5C5}" destId="{17C1511D-63F8-434E-AB23-B16D218C3F21}" srcOrd="33" destOrd="0" presId="urn:microsoft.com/office/officeart/2005/8/layout/bProcess3"/>
    <dgm:cxn modelId="{46A0B097-5295-480A-8B67-C73D3DA97666}" type="presParOf" srcId="{17C1511D-63F8-434E-AB23-B16D218C3F21}" destId="{80A7A374-79D0-40F0-8A5E-280625AAE05B}" srcOrd="0" destOrd="0" presId="urn:microsoft.com/office/officeart/2005/8/layout/bProcess3"/>
    <dgm:cxn modelId="{5982D1E8-754F-4F51-A155-6AE512213AE8}" type="presParOf" srcId="{42263FB1-D8E0-4320-9A13-B8399A5CA5C5}" destId="{108B7939-1C0E-41AC-9117-7CBC38681BC0}" srcOrd="34" destOrd="0" presId="urn:microsoft.com/office/officeart/2005/8/layout/bProcess3"/>
    <dgm:cxn modelId="{C4F95DBD-3F78-4A4B-B8FC-B4FA4FE1BE3B}" type="presParOf" srcId="{42263FB1-D8E0-4320-9A13-B8399A5CA5C5}" destId="{95EF11F8-7E85-4F8C-8E0B-49375E80A6F6}" srcOrd="35" destOrd="0" presId="urn:microsoft.com/office/officeart/2005/8/layout/bProcess3"/>
    <dgm:cxn modelId="{5DFB2437-5B48-4266-ADF6-9585FE0229DC}" type="presParOf" srcId="{95EF11F8-7E85-4F8C-8E0B-49375E80A6F6}" destId="{6A002DE4-31BE-43D2-BC70-EBFC6BD1B86C}" srcOrd="0" destOrd="0" presId="urn:microsoft.com/office/officeart/2005/8/layout/bProcess3"/>
    <dgm:cxn modelId="{C82BD0AE-4D2C-4562-A3C1-61BD0EE66937}" type="presParOf" srcId="{42263FB1-D8E0-4320-9A13-B8399A5CA5C5}" destId="{1B0205CA-F975-4E58-A770-AF80AFB5FCA8}" srcOrd="36" destOrd="0" presId="urn:microsoft.com/office/officeart/2005/8/layout/bProcess3"/>
    <dgm:cxn modelId="{1386A80B-A6E1-4867-AA11-796785AB8F9A}" type="presParOf" srcId="{42263FB1-D8E0-4320-9A13-B8399A5CA5C5}" destId="{0D549FDB-4102-4BAC-BA5C-64E573BECE10}" srcOrd="37" destOrd="0" presId="urn:microsoft.com/office/officeart/2005/8/layout/bProcess3"/>
    <dgm:cxn modelId="{3E2A9A2A-A9C1-4C47-B3D7-56A4461A43A4}" type="presParOf" srcId="{0D549FDB-4102-4BAC-BA5C-64E573BECE10}" destId="{57C0E637-74AF-44EE-AD9F-C67EED10F771}" srcOrd="0" destOrd="0" presId="urn:microsoft.com/office/officeart/2005/8/layout/bProcess3"/>
    <dgm:cxn modelId="{45415E7A-76CD-4D1A-AE70-883A1548155B}" type="presParOf" srcId="{42263FB1-D8E0-4320-9A13-B8399A5CA5C5}" destId="{9C343256-B06F-472B-B332-D5081AD7BCCE}" srcOrd="38" destOrd="0" presId="urn:microsoft.com/office/officeart/2005/8/layout/bProcess3"/>
    <dgm:cxn modelId="{3CBF37D0-C43F-451E-B531-CB74A6D55921}" type="presParOf" srcId="{42263FB1-D8E0-4320-9A13-B8399A5CA5C5}" destId="{E10F0E58-5124-4918-90C7-E1C7ACF43B23}" srcOrd="39" destOrd="0" presId="urn:microsoft.com/office/officeart/2005/8/layout/bProcess3"/>
    <dgm:cxn modelId="{575FD5C2-B3DE-42C9-B431-C2E1C80E1258}" type="presParOf" srcId="{E10F0E58-5124-4918-90C7-E1C7ACF43B23}" destId="{A3DF8CA7-3EE5-4B45-BD90-F1D42403E8B5}" srcOrd="0" destOrd="0" presId="urn:microsoft.com/office/officeart/2005/8/layout/bProcess3"/>
    <dgm:cxn modelId="{16EC188D-B6DB-4778-9A88-7F5B5B694ECF}" type="presParOf" srcId="{42263FB1-D8E0-4320-9A13-B8399A5CA5C5}" destId="{77878531-F901-4EDE-9F84-CB7559B9FD6D}" srcOrd="4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4CAF3F-6916-4E80-BD60-3711215E9E39}" type="doc">
      <dgm:prSet loTypeId="urn:microsoft.com/office/officeart/2005/8/layout/cycle7" loCatId="cycle" qsTypeId="urn:microsoft.com/office/officeart/2005/8/quickstyle/simple1" qsCatId="simple" csTypeId="urn:microsoft.com/office/officeart/2005/8/colors/colorful1" csCatId="colorful" phldr="1"/>
      <dgm:spPr/>
      <dgm:t>
        <a:bodyPr/>
        <a:lstStyle/>
        <a:p>
          <a:endParaRPr lang="zh-CN" altLang="en-US"/>
        </a:p>
      </dgm:t>
    </dgm:pt>
    <dgm:pt modelId="{64BFAA0F-5C02-4560-918B-DCDC0D37A240}">
      <dgm:prSet phldrT="[文本]"/>
      <dgm:spPr/>
      <dgm:t>
        <a:bodyPr/>
        <a:lstStyle/>
        <a:p>
          <a:r>
            <a:rPr lang="zh-CN" altLang="en-US" dirty="0"/>
            <a:t>被引</a:t>
          </a:r>
        </a:p>
      </dgm:t>
    </dgm:pt>
    <dgm:pt modelId="{FD4BB85D-8D9A-4BDB-A85D-35618E6798B5}" type="parTrans" cxnId="{E2AE1CD4-64BD-40CE-916B-8A194F9A7FBE}">
      <dgm:prSet/>
      <dgm:spPr/>
      <dgm:t>
        <a:bodyPr/>
        <a:lstStyle/>
        <a:p>
          <a:endParaRPr lang="zh-CN" altLang="en-US"/>
        </a:p>
      </dgm:t>
    </dgm:pt>
    <dgm:pt modelId="{F168FD88-1B54-4C99-8BBE-4179FA0D406C}" type="sibTrans" cxnId="{E2AE1CD4-64BD-40CE-916B-8A194F9A7FBE}">
      <dgm:prSet/>
      <dgm:spPr/>
      <dgm:t>
        <a:bodyPr/>
        <a:lstStyle/>
        <a:p>
          <a:endParaRPr lang="zh-CN" altLang="en-US"/>
        </a:p>
      </dgm:t>
    </dgm:pt>
    <dgm:pt modelId="{F7163653-740C-46C2-B8B7-C7329AD5A3A0}">
      <dgm:prSet phldrT="[文本]"/>
      <dgm:spPr/>
      <dgm:t>
        <a:bodyPr/>
        <a:lstStyle/>
        <a:p>
          <a:r>
            <a:rPr lang="zh-CN" altLang="en-US" dirty="0"/>
            <a:t>下载</a:t>
          </a:r>
        </a:p>
      </dgm:t>
    </dgm:pt>
    <dgm:pt modelId="{99EBCFCF-E982-4C91-9007-F3F4DC6D8BFA}" type="parTrans" cxnId="{C1882AF6-CB60-4F24-80C2-854D8DA8771F}">
      <dgm:prSet/>
      <dgm:spPr/>
      <dgm:t>
        <a:bodyPr/>
        <a:lstStyle/>
        <a:p>
          <a:endParaRPr lang="zh-CN" altLang="en-US"/>
        </a:p>
      </dgm:t>
    </dgm:pt>
    <dgm:pt modelId="{52A41AF5-AC83-4C67-9C5D-F1A321E1CA52}" type="sibTrans" cxnId="{C1882AF6-CB60-4F24-80C2-854D8DA8771F}">
      <dgm:prSet/>
      <dgm:spPr/>
      <dgm:t>
        <a:bodyPr/>
        <a:lstStyle/>
        <a:p>
          <a:endParaRPr lang="zh-CN" altLang="en-US"/>
        </a:p>
      </dgm:t>
    </dgm:pt>
    <dgm:pt modelId="{12E9DA05-3BBF-469E-BFCD-02884B044C7D}">
      <dgm:prSet phldrT="[文本]"/>
      <dgm:spPr/>
      <dgm:t>
        <a:bodyPr/>
        <a:lstStyle/>
        <a:p>
          <a:r>
            <a:rPr lang="zh-CN" altLang="en-US" dirty="0"/>
            <a:t>综合</a:t>
          </a:r>
        </a:p>
      </dgm:t>
    </dgm:pt>
    <dgm:pt modelId="{1BEC1A5D-2484-4B87-883E-E2236243524C}" type="parTrans" cxnId="{E979D35D-7E40-4BE6-BE46-81541395A902}">
      <dgm:prSet/>
      <dgm:spPr/>
      <dgm:t>
        <a:bodyPr/>
        <a:lstStyle/>
        <a:p>
          <a:endParaRPr lang="zh-CN" altLang="en-US"/>
        </a:p>
      </dgm:t>
    </dgm:pt>
    <dgm:pt modelId="{C09B7150-3543-4446-85B7-AFBA433378ED}" type="sibTrans" cxnId="{E979D35D-7E40-4BE6-BE46-81541395A902}">
      <dgm:prSet/>
      <dgm:spPr/>
      <dgm:t>
        <a:bodyPr/>
        <a:lstStyle/>
        <a:p>
          <a:endParaRPr lang="zh-CN" altLang="en-US"/>
        </a:p>
      </dgm:t>
    </dgm:pt>
    <dgm:pt modelId="{20FEE8F5-8EF1-4E14-8DE3-C08C917FB25C}" type="pres">
      <dgm:prSet presAssocID="{C64CAF3F-6916-4E80-BD60-3711215E9E39}" presName="Name0" presStyleCnt="0">
        <dgm:presLayoutVars>
          <dgm:dir/>
          <dgm:resizeHandles val="exact"/>
        </dgm:presLayoutVars>
      </dgm:prSet>
      <dgm:spPr/>
    </dgm:pt>
    <dgm:pt modelId="{A7BB610B-553E-4704-9B4A-D82B2EF3E1DA}" type="pres">
      <dgm:prSet presAssocID="{64BFAA0F-5C02-4560-918B-DCDC0D37A240}" presName="node" presStyleLbl="node1" presStyleIdx="0" presStyleCnt="3">
        <dgm:presLayoutVars>
          <dgm:bulletEnabled val="1"/>
        </dgm:presLayoutVars>
      </dgm:prSet>
      <dgm:spPr/>
    </dgm:pt>
    <dgm:pt modelId="{B3B23F6C-3246-41F2-BDD3-E1298A422EB7}" type="pres">
      <dgm:prSet presAssocID="{F168FD88-1B54-4C99-8BBE-4179FA0D406C}" presName="sibTrans" presStyleLbl="sibTrans2D1" presStyleIdx="0" presStyleCnt="3"/>
      <dgm:spPr/>
    </dgm:pt>
    <dgm:pt modelId="{C0BF53D0-CB5B-4BEF-8557-461E89CBB84E}" type="pres">
      <dgm:prSet presAssocID="{F168FD88-1B54-4C99-8BBE-4179FA0D406C}" presName="connectorText" presStyleLbl="sibTrans2D1" presStyleIdx="0" presStyleCnt="3"/>
      <dgm:spPr/>
    </dgm:pt>
    <dgm:pt modelId="{6BABA8DD-8245-4B23-A2F2-9FB7D3E93364}" type="pres">
      <dgm:prSet presAssocID="{F7163653-740C-46C2-B8B7-C7329AD5A3A0}" presName="node" presStyleLbl="node1" presStyleIdx="1" presStyleCnt="3">
        <dgm:presLayoutVars>
          <dgm:bulletEnabled val="1"/>
        </dgm:presLayoutVars>
      </dgm:prSet>
      <dgm:spPr/>
    </dgm:pt>
    <dgm:pt modelId="{4356067B-A786-4754-B7D1-1FEA8FF71410}" type="pres">
      <dgm:prSet presAssocID="{52A41AF5-AC83-4C67-9C5D-F1A321E1CA52}" presName="sibTrans" presStyleLbl="sibTrans2D1" presStyleIdx="1" presStyleCnt="3"/>
      <dgm:spPr/>
    </dgm:pt>
    <dgm:pt modelId="{656E0F96-6A72-4128-BB78-6A01A1B8BD5C}" type="pres">
      <dgm:prSet presAssocID="{52A41AF5-AC83-4C67-9C5D-F1A321E1CA52}" presName="connectorText" presStyleLbl="sibTrans2D1" presStyleIdx="1" presStyleCnt="3"/>
      <dgm:spPr/>
    </dgm:pt>
    <dgm:pt modelId="{2BD87229-8EB2-4CC0-AF95-4CA6B0DFFEBF}" type="pres">
      <dgm:prSet presAssocID="{12E9DA05-3BBF-469E-BFCD-02884B044C7D}" presName="node" presStyleLbl="node1" presStyleIdx="2" presStyleCnt="3">
        <dgm:presLayoutVars>
          <dgm:bulletEnabled val="1"/>
        </dgm:presLayoutVars>
      </dgm:prSet>
      <dgm:spPr/>
    </dgm:pt>
    <dgm:pt modelId="{B5816647-8867-4DBA-B493-6E42D411DED2}" type="pres">
      <dgm:prSet presAssocID="{C09B7150-3543-4446-85B7-AFBA433378ED}" presName="sibTrans" presStyleLbl="sibTrans2D1" presStyleIdx="2" presStyleCnt="3"/>
      <dgm:spPr/>
    </dgm:pt>
    <dgm:pt modelId="{AFFE86DF-2E25-4839-9C0E-F1D52061AFE2}" type="pres">
      <dgm:prSet presAssocID="{C09B7150-3543-4446-85B7-AFBA433378ED}" presName="connectorText" presStyleLbl="sibTrans2D1" presStyleIdx="2" presStyleCnt="3"/>
      <dgm:spPr/>
    </dgm:pt>
  </dgm:ptLst>
  <dgm:cxnLst>
    <dgm:cxn modelId="{33B07C0A-7CCB-4419-BF26-EAC38735CC5A}" type="presOf" srcId="{C64CAF3F-6916-4E80-BD60-3711215E9E39}" destId="{20FEE8F5-8EF1-4E14-8DE3-C08C917FB25C}" srcOrd="0" destOrd="0" presId="urn:microsoft.com/office/officeart/2005/8/layout/cycle7"/>
    <dgm:cxn modelId="{B9F1872B-5D8B-418F-8E74-B1D32CE93783}" type="presOf" srcId="{12E9DA05-3BBF-469E-BFCD-02884B044C7D}" destId="{2BD87229-8EB2-4CC0-AF95-4CA6B0DFFEBF}" srcOrd="0" destOrd="0" presId="urn:microsoft.com/office/officeart/2005/8/layout/cycle7"/>
    <dgm:cxn modelId="{2B0A455B-F83A-432B-A0BA-FDDE543517AA}" type="presOf" srcId="{C09B7150-3543-4446-85B7-AFBA433378ED}" destId="{B5816647-8867-4DBA-B493-6E42D411DED2}" srcOrd="0" destOrd="0" presId="urn:microsoft.com/office/officeart/2005/8/layout/cycle7"/>
    <dgm:cxn modelId="{E979D35D-7E40-4BE6-BE46-81541395A902}" srcId="{C64CAF3F-6916-4E80-BD60-3711215E9E39}" destId="{12E9DA05-3BBF-469E-BFCD-02884B044C7D}" srcOrd="2" destOrd="0" parTransId="{1BEC1A5D-2484-4B87-883E-E2236243524C}" sibTransId="{C09B7150-3543-4446-85B7-AFBA433378ED}"/>
    <dgm:cxn modelId="{14A2F24A-86E1-429A-A5F4-240556193427}" type="presOf" srcId="{52A41AF5-AC83-4C67-9C5D-F1A321E1CA52}" destId="{656E0F96-6A72-4128-BB78-6A01A1B8BD5C}" srcOrd="1" destOrd="0" presId="urn:microsoft.com/office/officeart/2005/8/layout/cycle7"/>
    <dgm:cxn modelId="{27296552-8130-4B0B-8DDF-0CFEF62A2EF4}" type="presOf" srcId="{F168FD88-1B54-4C99-8BBE-4179FA0D406C}" destId="{B3B23F6C-3246-41F2-BDD3-E1298A422EB7}" srcOrd="0" destOrd="0" presId="urn:microsoft.com/office/officeart/2005/8/layout/cycle7"/>
    <dgm:cxn modelId="{43E97073-8D3E-4BEA-AF9A-BC145CE36241}" type="presOf" srcId="{64BFAA0F-5C02-4560-918B-DCDC0D37A240}" destId="{A7BB610B-553E-4704-9B4A-D82B2EF3E1DA}" srcOrd="0" destOrd="0" presId="urn:microsoft.com/office/officeart/2005/8/layout/cycle7"/>
    <dgm:cxn modelId="{438EA559-8930-476B-A387-E8E50486BAAF}" type="presOf" srcId="{F7163653-740C-46C2-B8B7-C7329AD5A3A0}" destId="{6BABA8DD-8245-4B23-A2F2-9FB7D3E93364}" srcOrd="0" destOrd="0" presId="urn:microsoft.com/office/officeart/2005/8/layout/cycle7"/>
    <dgm:cxn modelId="{087849A4-C2DD-4C0D-9410-24F2BD457774}" type="presOf" srcId="{F168FD88-1B54-4C99-8BBE-4179FA0D406C}" destId="{C0BF53D0-CB5B-4BEF-8557-461E89CBB84E}" srcOrd="1" destOrd="0" presId="urn:microsoft.com/office/officeart/2005/8/layout/cycle7"/>
    <dgm:cxn modelId="{B6A8A6B8-9E99-4A2A-BC59-55AFB67CFE77}" type="presOf" srcId="{C09B7150-3543-4446-85B7-AFBA433378ED}" destId="{AFFE86DF-2E25-4839-9C0E-F1D52061AFE2}" srcOrd="1" destOrd="0" presId="urn:microsoft.com/office/officeart/2005/8/layout/cycle7"/>
    <dgm:cxn modelId="{E2AE1CD4-64BD-40CE-916B-8A194F9A7FBE}" srcId="{C64CAF3F-6916-4E80-BD60-3711215E9E39}" destId="{64BFAA0F-5C02-4560-918B-DCDC0D37A240}" srcOrd="0" destOrd="0" parTransId="{FD4BB85D-8D9A-4BDB-A85D-35618E6798B5}" sibTransId="{F168FD88-1B54-4C99-8BBE-4179FA0D406C}"/>
    <dgm:cxn modelId="{F04FBAD7-4D19-4946-B826-2A97FB9775C9}" type="presOf" srcId="{52A41AF5-AC83-4C67-9C5D-F1A321E1CA52}" destId="{4356067B-A786-4754-B7D1-1FEA8FF71410}" srcOrd="0" destOrd="0" presId="urn:microsoft.com/office/officeart/2005/8/layout/cycle7"/>
    <dgm:cxn modelId="{C1882AF6-CB60-4F24-80C2-854D8DA8771F}" srcId="{C64CAF3F-6916-4E80-BD60-3711215E9E39}" destId="{F7163653-740C-46C2-B8B7-C7329AD5A3A0}" srcOrd="1" destOrd="0" parTransId="{99EBCFCF-E982-4C91-9007-F3F4DC6D8BFA}" sibTransId="{52A41AF5-AC83-4C67-9C5D-F1A321E1CA52}"/>
    <dgm:cxn modelId="{439DB619-570F-4B8D-9B55-6CF6B658424F}" type="presParOf" srcId="{20FEE8F5-8EF1-4E14-8DE3-C08C917FB25C}" destId="{A7BB610B-553E-4704-9B4A-D82B2EF3E1DA}" srcOrd="0" destOrd="0" presId="urn:microsoft.com/office/officeart/2005/8/layout/cycle7"/>
    <dgm:cxn modelId="{0B21DEF1-3984-41C0-8AF5-73C8235C7EAA}" type="presParOf" srcId="{20FEE8F5-8EF1-4E14-8DE3-C08C917FB25C}" destId="{B3B23F6C-3246-41F2-BDD3-E1298A422EB7}" srcOrd="1" destOrd="0" presId="urn:microsoft.com/office/officeart/2005/8/layout/cycle7"/>
    <dgm:cxn modelId="{D8170511-F10B-4894-9B9E-3960FBC86320}" type="presParOf" srcId="{B3B23F6C-3246-41F2-BDD3-E1298A422EB7}" destId="{C0BF53D0-CB5B-4BEF-8557-461E89CBB84E}" srcOrd="0" destOrd="0" presId="urn:microsoft.com/office/officeart/2005/8/layout/cycle7"/>
    <dgm:cxn modelId="{8B18045D-1E81-4FB2-83F0-37F32A0B0DD8}" type="presParOf" srcId="{20FEE8F5-8EF1-4E14-8DE3-C08C917FB25C}" destId="{6BABA8DD-8245-4B23-A2F2-9FB7D3E93364}" srcOrd="2" destOrd="0" presId="urn:microsoft.com/office/officeart/2005/8/layout/cycle7"/>
    <dgm:cxn modelId="{006FF3FB-6C40-43E8-9735-6E8108D1C905}" type="presParOf" srcId="{20FEE8F5-8EF1-4E14-8DE3-C08C917FB25C}" destId="{4356067B-A786-4754-B7D1-1FEA8FF71410}" srcOrd="3" destOrd="0" presId="urn:microsoft.com/office/officeart/2005/8/layout/cycle7"/>
    <dgm:cxn modelId="{D62355D4-F740-40E3-B268-191852B34F2D}" type="presParOf" srcId="{4356067B-A786-4754-B7D1-1FEA8FF71410}" destId="{656E0F96-6A72-4128-BB78-6A01A1B8BD5C}" srcOrd="0" destOrd="0" presId="urn:microsoft.com/office/officeart/2005/8/layout/cycle7"/>
    <dgm:cxn modelId="{2336E2A6-05EE-42C1-AD8A-76981526D582}" type="presParOf" srcId="{20FEE8F5-8EF1-4E14-8DE3-C08C917FB25C}" destId="{2BD87229-8EB2-4CC0-AF95-4CA6B0DFFEBF}" srcOrd="4" destOrd="0" presId="urn:microsoft.com/office/officeart/2005/8/layout/cycle7"/>
    <dgm:cxn modelId="{8906666A-FF47-49A1-BD3A-961C588557C7}" type="presParOf" srcId="{20FEE8F5-8EF1-4E14-8DE3-C08C917FB25C}" destId="{B5816647-8867-4DBA-B493-6E42D411DED2}" srcOrd="5" destOrd="0" presId="urn:microsoft.com/office/officeart/2005/8/layout/cycle7"/>
    <dgm:cxn modelId="{2E754C8A-AB3A-444F-8D97-03727180D8A4}" type="presParOf" srcId="{B5816647-8867-4DBA-B493-6E42D411DED2}" destId="{AFFE86DF-2E25-4839-9C0E-F1D52061AFE2}"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B13E8-3A1F-4A92-8076-FF0B70F4A829}">
      <dsp:nvSpPr>
        <dsp:cNvPr id="0" name=""/>
        <dsp:cNvSpPr/>
      </dsp:nvSpPr>
      <dsp:spPr>
        <a:xfrm rot="10800000">
          <a:off x="1859875" y="421"/>
          <a:ext cx="6384798" cy="1006696"/>
        </a:xfrm>
        <a:prstGeom prst="homePlate">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3925" tIns="152400" rIns="284480" bIns="152400" numCol="1" spcCol="1270" anchor="ctr" anchorCtr="0">
          <a:noAutofit/>
        </a:bodyPr>
        <a:lstStyle/>
        <a:p>
          <a:pPr marL="0" lvl="0" indent="0" algn="ctr" defTabSz="1778000">
            <a:lnSpc>
              <a:spcPct val="90000"/>
            </a:lnSpc>
            <a:spcBef>
              <a:spcPct val="0"/>
            </a:spcBef>
            <a:spcAft>
              <a:spcPct val="35000"/>
            </a:spcAft>
            <a:buNone/>
          </a:pPr>
          <a:r>
            <a:rPr lang="zh-CN" sz="4000" kern="1200" baseline="0"/>
            <a:t>如何检索文献</a:t>
          </a:r>
          <a:endParaRPr lang="zh-CN" sz="4000" kern="1200"/>
        </a:p>
      </dsp:txBody>
      <dsp:txXfrm rot="10800000">
        <a:off x="2111549" y="421"/>
        <a:ext cx="6133124" cy="1006696"/>
      </dsp:txXfrm>
    </dsp:sp>
    <dsp:sp modelId="{69170374-CDF5-41FE-A518-198F28E17474}">
      <dsp:nvSpPr>
        <dsp:cNvPr id="0" name=""/>
        <dsp:cNvSpPr/>
      </dsp:nvSpPr>
      <dsp:spPr>
        <a:xfrm>
          <a:off x="1356526" y="421"/>
          <a:ext cx="1006696" cy="1006696"/>
        </a:xfrm>
        <a:prstGeom prst="ellipse">
          <a:avLst/>
        </a:prstGeom>
        <a:solidFill>
          <a:schemeClr val="accent2">
            <a:tint val="50000"/>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418825-82F8-4E93-B2C0-78F3681F0724}">
      <dsp:nvSpPr>
        <dsp:cNvPr id="0" name=""/>
        <dsp:cNvSpPr/>
      </dsp:nvSpPr>
      <dsp:spPr>
        <a:xfrm rot="10800000">
          <a:off x="1859875" y="1287351"/>
          <a:ext cx="6384798" cy="1006696"/>
        </a:xfrm>
        <a:prstGeom prst="homePlate">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3925" tIns="152400" rIns="284480" bIns="152400" numCol="1" spcCol="1270" anchor="ctr" anchorCtr="0">
          <a:noAutofit/>
        </a:bodyPr>
        <a:lstStyle/>
        <a:p>
          <a:pPr marL="0" lvl="0" indent="0" algn="ctr" defTabSz="1778000">
            <a:lnSpc>
              <a:spcPct val="90000"/>
            </a:lnSpc>
            <a:spcBef>
              <a:spcPct val="0"/>
            </a:spcBef>
            <a:spcAft>
              <a:spcPct val="35000"/>
            </a:spcAft>
            <a:buNone/>
          </a:pPr>
          <a:r>
            <a:rPr lang="zh-CN" sz="4000" kern="1200" baseline="0" dirty="0"/>
            <a:t>如何</a:t>
          </a:r>
          <a:r>
            <a:rPr lang="zh-CN" altLang="en-US" sz="4000" kern="1200" baseline="0" dirty="0"/>
            <a:t>选择</a:t>
          </a:r>
          <a:r>
            <a:rPr lang="zh-CN" sz="4000" kern="1200" baseline="0" dirty="0"/>
            <a:t>文献</a:t>
          </a:r>
          <a:endParaRPr lang="zh-CN" sz="4000" kern="1200" dirty="0"/>
        </a:p>
      </dsp:txBody>
      <dsp:txXfrm rot="10800000">
        <a:off x="2111549" y="1287351"/>
        <a:ext cx="6133124" cy="1006696"/>
      </dsp:txXfrm>
    </dsp:sp>
    <dsp:sp modelId="{30EBD6D1-1893-4201-A704-D50381C08B66}">
      <dsp:nvSpPr>
        <dsp:cNvPr id="0" name=""/>
        <dsp:cNvSpPr/>
      </dsp:nvSpPr>
      <dsp:spPr>
        <a:xfrm>
          <a:off x="1356526" y="1287351"/>
          <a:ext cx="1006696" cy="1006696"/>
        </a:xfrm>
        <a:prstGeom prst="ellipse">
          <a:avLst/>
        </a:prstGeom>
        <a:solidFill>
          <a:schemeClr val="accent3">
            <a:tint val="50000"/>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294533-9A7B-4776-8256-EF1714F4134F}">
      <dsp:nvSpPr>
        <dsp:cNvPr id="0" name=""/>
        <dsp:cNvSpPr/>
      </dsp:nvSpPr>
      <dsp:spPr>
        <a:xfrm rot="10800000">
          <a:off x="1859875" y="2574282"/>
          <a:ext cx="6384798" cy="1006696"/>
        </a:xfrm>
        <a:prstGeom prst="homePlate">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3925" tIns="152400" rIns="284480" bIns="152400" numCol="1" spcCol="1270" anchor="ctr" anchorCtr="0">
          <a:noAutofit/>
        </a:bodyPr>
        <a:lstStyle/>
        <a:p>
          <a:pPr marL="0" lvl="0" indent="0" algn="ctr" defTabSz="1778000">
            <a:lnSpc>
              <a:spcPct val="90000"/>
            </a:lnSpc>
            <a:spcBef>
              <a:spcPct val="0"/>
            </a:spcBef>
            <a:spcAft>
              <a:spcPct val="35000"/>
            </a:spcAft>
            <a:buNone/>
          </a:pPr>
          <a:r>
            <a:rPr lang="zh-CN" sz="4000" kern="1200" baseline="0" dirty="0"/>
            <a:t>如何</a:t>
          </a:r>
          <a:r>
            <a:rPr lang="zh-CN" altLang="en-US" sz="4000" kern="1200" baseline="0" dirty="0"/>
            <a:t>引用文献</a:t>
          </a:r>
          <a:endParaRPr lang="zh-CN" sz="4000" kern="1200" dirty="0"/>
        </a:p>
      </dsp:txBody>
      <dsp:txXfrm rot="10800000">
        <a:off x="2111549" y="2574282"/>
        <a:ext cx="6133124" cy="1006696"/>
      </dsp:txXfrm>
    </dsp:sp>
    <dsp:sp modelId="{FE3EF8E4-D1F7-4670-AA14-48970D0D65DC}">
      <dsp:nvSpPr>
        <dsp:cNvPr id="0" name=""/>
        <dsp:cNvSpPr/>
      </dsp:nvSpPr>
      <dsp:spPr>
        <a:xfrm>
          <a:off x="1356526" y="2574282"/>
          <a:ext cx="1006696" cy="1006696"/>
        </a:xfrm>
        <a:prstGeom prst="ellipse">
          <a:avLst/>
        </a:prstGeom>
        <a:solidFill>
          <a:schemeClr val="accent4">
            <a:tint val="50000"/>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7A4547-331E-4486-8978-4526BAFA3AC7}">
      <dsp:nvSpPr>
        <dsp:cNvPr id="0" name=""/>
        <dsp:cNvSpPr/>
      </dsp:nvSpPr>
      <dsp:spPr>
        <a:xfrm>
          <a:off x="1817060" y="303323"/>
          <a:ext cx="235730" cy="91440"/>
        </a:xfrm>
        <a:custGeom>
          <a:avLst/>
          <a:gdLst/>
          <a:ahLst/>
          <a:cxnLst/>
          <a:rect l="0" t="0" r="0" b="0"/>
          <a:pathLst>
            <a:path>
              <a:moveTo>
                <a:pt x="0" y="45720"/>
              </a:moveTo>
              <a:lnTo>
                <a:pt x="235730" y="45720"/>
              </a:lnTo>
            </a:path>
          </a:pathLst>
        </a:custGeom>
        <a:noFill/>
        <a:ln w="6350" cap="flat" cmpd="sng" algn="in">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28266" y="347711"/>
        <a:ext cx="13316" cy="2663"/>
      </dsp:txXfrm>
    </dsp:sp>
    <dsp:sp modelId="{62B1D7B3-AE99-445F-AF50-5236A8F16D31}">
      <dsp:nvSpPr>
        <dsp:cNvPr id="0" name=""/>
        <dsp:cNvSpPr/>
      </dsp:nvSpPr>
      <dsp:spPr>
        <a:xfrm>
          <a:off x="660902" y="1656"/>
          <a:ext cx="1157957" cy="694774"/>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文艺研究</a:t>
          </a:r>
        </a:p>
      </dsp:txBody>
      <dsp:txXfrm>
        <a:off x="660902" y="1656"/>
        <a:ext cx="1157957" cy="694774"/>
      </dsp:txXfrm>
    </dsp:sp>
    <dsp:sp modelId="{3376D0C9-79F1-4312-B90A-753513D4E15B}">
      <dsp:nvSpPr>
        <dsp:cNvPr id="0" name=""/>
        <dsp:cNvSpPr/>
      </dsp:nvSpPr>
      <dsp:spPr>
        <a:xfrm>
          <a:off x="3241347" y="303323"/>
          <a:ext cx="235730" cy="91440"/>
        </a:xfrm>
        <a:custGeom>
          <a:avLst/>
          <a:gdLst/>
          <a:ahLst/>
          <a:cxnLst/>
          <a:rect l="0" t="0" r="0" b="0"/>
          <a:pathLst>
            <a:path>
              <a:moveTo>
                <a:pt x="0" y="45720"/>
              </a:moveTo>
              <a:lnTo>
                <a:pt x="235730" y="45720"/>
              </a:lnTo>
            </a:path>
          </a:pathLst>
        </a:custGeom>
        <a:noFill/>
        <a:ln w="6350" cap="flat" cmpd="sng" algn="in">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352554" y="347711"/>
        <a:ext cx="13316" cy="2663"/>
      </dsp:txXfrm>
    </dsp:sp>
    <dsp:sp modelId="{C6422CF2-C798-4021-8D65-7C140DC121C6}">
      <dsp:nvSpPr>
        <dsp:cNvPr id="0" name=""/>
        <dsp:cNvSpPr/>
      </dsp:nvSpPr>
      <dsp:spPr>
        <a:xfrm>
          <a:off x="2085190" y="1656"/>
          <a:ext cx="1157957" cy="694774"/>
        </a:xfrm>
        <a:prstGeom prst="rect">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心理学报</a:t>
          </a:r>
        </a:p>
      </dsp:txBody>
      <dsp:txXfrm>
        <a:off x="2085190" y="1656"/>
        <a:ext cx="1157957" cy="694774"/>
      </dsp:txXfrm>
    </dsp:sp>
    <dsp:sp modelId="{A3189150-E326-4088-9C6F-358FD564B892}">
      <dsp:nvSpPr>
        <dsp:cNvPr id="0" name=""/>
        <dsp:cNvSpPr/>
      </dsp:nvSpPr>
      <dsp:spPr>
        <a:xfrm>
          <a:off x="4665634" y="303323"/>
          <a:ext cx="235730" cy="91440"/>
        </a:xfrm>
        <a:custGeom>
          <a:avLst/>
          <a:gdLst/>
          <a:ahLst/>
          <a:cxnLst/>
          <a:rect l="0" t="0" r="0" b="0"/>
          <a:pathLst>
            <a:path>
              <a:moveTo>
                <a:pt x="0" y="45720"/>
              </a:moveTo>
              <a:lnTo>
                <a:pt x="235730" y="45720"/>
              </a:lnTo>
            </a:path>
          </a:pathLst>
        </a:custGeom>
        <a:noFill/>
        <a:ln w="6350" cap="flat" cmpd="sng" algn="in">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776841" y="347711"/>
        <a:ext cx="13316" cy="2663"/>
      </dsp:txXfrm>
    </dsp:sp>
    <dsp:sp modelId="{284D2C66-F26A-4F3F-8AB0-741DECF6B1FB}">
      <dsp:nvSpPr>
        <dsp:cNvPr id="0" name=""/>
        <dsp:cNvSpPr/>
      </dsp:nvSpPr>
      <dsp:spPr>
        <a:xfrm>
          <a:off x="3509477" y="1656"/>
          <a:ext cx="1157957" cy="694774"/>
        </a:xfrm>
        <a:prstGeom prst="rect">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考古学报</a:t>
          </a:r>
        </a:p>
      </dsp:txBody>
      <dsp:txXfrm>
        <a:off x="3509477" y="1656"/>
        <a:ext cx="1157957" cy="694774"/>
      </dsp:txXfrm>
    </dsp:sp>
    <dsp:sp modelId="{72C50B7D-0D1D-4513-9407-9879F6BF8F0C}">
      <dsp:nvSpPr>
        <dsp:cNvPr id="0" name=""/>
        <dsp:cNvSpPr/>
      </dsp:nvSpPr>
      <dsp:spPr>
        <a:xfrm>
          <a:off x="6089922" y="303323"/>
          <a:ext cx="235730" cy="91440"/>
        </a:xfrm>
        <a:custGeom>
          <a:avLst/>
          <a:gdLst/>
          <a:ahLst/>
          <a:cxnLst/>
          <a:rect l="0" t="0" r="0" b="0"/>
          <a:pathLst>
            <a:path>
              <a:moveTo>
                <a:pt x="0" y="45720"/>
              </a:moveTo>
              <a:lnTo>
                <a:pt x="235730" y="45720"/>
              </a:lnTo>
            </a:path>
          </a:pathLst>
        </a:custGeom>
        <a:noFill/>
        <a:ln w="6350" cap="flat" cmpd="sng" algn="in">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6201129" y="347711"/>
        <a:ext cx="13316" cy="2663"/>
      </dsp:txXfrm>
    </dsp:sp>
    <dsp:sp modelId="{018A0814-82AE-4A5F-A04D-FFB0F180E67E}">
      <dsp:nvSpPr>
        <dsp:cNvPr id="0" name=""/>
        <dsp:cNvSpPr/>
      </dsp:nvSpPr>
      <dsp:spPr>
        <a:xfrm>
          <a:off x="4933765" y="1656"/>
          <a:ext cx="1157957" cy="694774"/>
        </a:xfrm>
        <a:prstGeom prst="rect">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历史研究</a:t>
          </a:r>
        </a:p>
      </dsp:txBody>
      <dsp:txXfrm>
        <a:off x="4933765" y="1656"/>
        <a:ext cx="1157957" cy="694774"/>
      </dsp:txXfrm>
    </dsp:sp>
    <dsp:sp modelId="{68FBECE4-BA55-4E36-9F82-D59D97CBA9FC}">
      <dsp:nvSpPr>
        <dsp:cNvPr id="0" name=""/>
        <dsp:cNvSpPr/>
      </dsp:nvSpPr>
      <dsp:spPr>
        <a:xfrm>
          <a:off x="7514209" y="303323"/>
          <a:ext cx="235730" cy="91440"/>
        </a:xfrm>
        <a:custGeom>
          <a:avLst/>
          <a:gdLst/>
          <a:ahLst/>
          <a:cxnLst/>
          <a:rect l="0" t="0" r="0" b="0"/>
          <a:pathLst>
            <a:path>
              <a:moveTo>
                <a:pt x="0" y="45720"/>
              </a:moveTo>
              <a:lnTo>
                <a:pt x="235730" y="45720"/>
              </a:lnTo>
            </a:path>
          </a:pathLst>
        </a:custGeom>
        <a:noFill/>
        <a:ln w="6350" cap="flat" cmpd="sng" algn="in">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7625416" y="347711"/>
        <a:ext cx="13316" cy="2663"/>
      </dsp:txXfrm>
    </dsp:sp>
    <dsp:sp modelId="{6998D9A3-DDE1-4A62-9BAC-7732928FC281}">
      <dsp:nvSpPr>
        <dsp:cNvPr id="0" name=""/>
        <dsp:cNvSpPr/>
      </dsp:nvSpPr>
      <dsp:spPr>
        <a:xfrm>
          <a:off x="6358052" y="1656"/>
          <a:ext cx="1157957" cy="694774"/>
        </a:xfrm>
        <a:prstGeom prst="rect">
          <a:avLst/>
        </a:prstGeom>
        <a:solidFill>
          <a:schemeClr val="accent6">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文学评论</a:t>
          </a:r>
        </a:p>
      </dsp:txBody>
      <dsp:txXfrm>
        <a:off x="6358052" y="1656"/>
        <a:ext cx="1157957" cy="694774"/>
      </dsp:txXfrm>
    </dsp:sp>
    <dsp:sp modelId="{E223E7A8-8526-4D54-B83C-C035196356B7}">
      <dsp:nvSpPr>
        <dsp:cNvPr id="0" name=""/>
        <dsp:cNvSpPr/>
      </dsp:nvSpPr>
      <dsp:spPr>
        <a:xfrm>
          <a:off x="1239881" y="694630"/>
          <a:ext cx="7121436" cy="235730"/>
        </a:xfrm>
        <a:custGeom>
          <a:avLst/>
          <a:gdLst/>
          <a:ahLst/>
          <a:cxnLst/>
          <a:rect l="0" t="0" r="0" b="0"/>
          <a:pathLst>
            <a:path>
              <a:moveTo>
                <a:pt x="7121436" y="0"/>
              </a:moveTo>
              <a:lnTo>
                <a:pt x="7121436" y="134965"/>
              </a:lnTo>
              <a:lnTo>
                <a:pt x="0" y="134965"/>
              </a:lnTo>
              <a:lnTo>
                <a:pt x="0" y="235730"/>
              </a:lnTo>
            </a:path>
          </a:pathLst>
        </a:custGeom>
        <a:noFill/>
        <a:ln w="6350" cap="flat" cmpd="sng" algn="in">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22439" y="811163"/>
        <a:ext cx="356320" cy="2663"/>
      </dsp:txXfrm>
    </dsp:sp>
    <dsp:sp modelId="{18B3FC1C-9497-4364-BCFC-6203AEF4A458}">
      <dsp:nvSpPr>
        <dsp:cNvPr id="0" name=""/>
        <dsp:cNvSpPr/>
      </dsp:nvSpPr>
      <dsp:spPr>
        <a:xfrm>
          <a:off x="7782339" y="1656"/>
          <a:ext cx="1157957" cy="694774"/>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经济研究</a:t>
          </a:r>
        </a:p>
      </dsp:txBody>
      <dsp:txXfrm>
        <a:off x="7782339" y="1656"/>
        <a:ext cx="1157957" cy="694774"/>
      </dsp:txXfrm>
    </dsp:sp>
    <dsp:sp modelId="{0AB4FCA0-E7C7-480E-8D85-834D63785083}">
      <dsp:nvSpPr>
        <dsp:cNvPr id="0" name=""/>
        <dsp:cNvSpPr/>
      </dsp:nvSpPr>
      <dsp:spPr>
        <a:xfrm>
          <a:off x="1817060" y="1264427"/>
          <a:ext cx="235730" cy="91440"/>
        </a:xfrm>
        <a:custGeom>
          <a:avLst/>
          <a:gdLst/>
          <a:ahLst/>
          <a:cxnLst/>
          <a:rect l="0" t="0" r="0" b="0"/>
          <a:pathLst>
            <a:path>
              <a:moveTo>
                <a:pt x="0" y="45720"/>
              </a:moveTo>
              <a:lnTo>
                <a:pt x="235730" y="45720"/>
              </a:lnTo>
            </a:path>
          </a:pathLst>
        </a:custGeom>
        <a:noFill/>
        <a:ln w="6350" cap="flat" cmpd="sng" algn="in">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28266" y="1308816"/>
        <a:ext cx="13316" cy="2663"/>
      </dsp:txXfrm>
    </dsp:sp>
    <dsp:sp modelId="{7625EECD-B67E-40AB-B99E-6008CE5E7627}">
      <dsp:nvSpPr>
        <dsp:cNvPr id="0" name=""/>
        <dsp:cNvSpPr/>
      </dsp:nvSpPr>
      <dsp:spPr>
        <a:xfrm>
          <a:off x="660902" y="962760"/>
          <a:ext cx="1157957" cy="694774"/>
        </a:xfrm>
        <a:prstGeom prst="rect">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中国语文</a:t>
          </a:r>
        </a:p>
      </dsp:txBody>
      <dsp:txXfrm>
        <a:off x="660902" y="962760"/>
        <a:ext cx="1157957" cy="694774"/>
      </dsp:txXfrm>
    </dsp:sp>
    <dsp:sp modelId="{A0354F39-47F5-4323-81D4-75978D8F4E62}">
      <dsp:nvSpPr>
        <dsp:cNvPr id="0" name=""/>
        <dsp:cNvSpPr/>
      </dsp:nvSpPr>
      <dsp:spPr>
        <a:xfrm>
          <a:off x="3241347" y="1264427"/>
          <a:ext cx="235730" cy="91440"/>
        </a:xfrm>
        <a:custGeom>
          <a:avLst/>
          <a:gdLst/>
          <a:ahLst/>
          <a:cxnLst/>
          <a:rect l="0" t="0" r="0" b="0"/>
          <a:pathLst>
            <a:path>
              <a:moveTo>
                <a:pt x="0" y="45720"/>
              </a:moveTo>
              <a:lnTo>
                <a:pt x="235730" y="45720"/>
              </a:lnTo>
            </a:path>
          </a:pathLst>
        </a:custGeom>
        <a:noFill/>
        <a:ln w="6350" cap="flat" cmpd="sng" algn="in">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352554" y="1308816"/>
        <a:ext cx="13316" cy="2663"/>
      </dsp:txXfrm>
    </dsp:sp>
    <dsp:sp modelId="{16834267-076D-415F-812C-BD007EC9BD52}">
      <dsp:nvSpPr>
        <dsp:cNvPr id="0" name=""/>
        <dsp:cNvSpPr/>
      </dsp:nvSpPr>
      <dsp:spPr>
        <a:xfrm>
          <a:off x="2085190" y="962760"/>
          <a:ext cx="1157957" cy="694774"/>
        </a:xfrm>
        <a:prstGeom prst="rect">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哲学研究</a:t>
          </a:r>
        </a:p>
      </dsp:txBody>
      <dsp:txXfrm>
        <a:off x="2085190" y="962760"/>
        <a:ext cx="1157957" cy="694774"/>
      </dsp:txXfrm>
    </dsp:sp>
    <dsp:sp modelId="{A1EF0E2F-4FBA-4E43-9B6D-33F2AB3DB428}">
      <dsp:nvSpPr>
        <dsp:cNvPr id="0" name=""/>
        <dsp:cNvSpPr/>
      </dsp:nvSpPr>
      <dsp:spPr>
        <a:xfrm>
          <a:off x="4665634" y="1264427"/>
          <a:ext cx="235730" cy="91440"/>
        </a:xfrm>
        <a:custGeom>
          <a:avLst/>
          <a:gdLst/>
          <a:ahLst/>
          <a:cxnLst/>
          <a:rect l="0" t="0" r="0" b="0"/>
          <a:pathLst>
            <a:path>
              <a:moveTo>
                <a:pt x="0" y="45720"/>
              </a:moveTo>
              <a:lnTo>
                <a:pt x="235730" y="45720"/>
              </a:lnTo>
            </a:path>
          </a:pathLst>
        </a:custGeom>
        <a:noFill/>
        <a:ln w="6350" cap="flat" cmpd="sng" algn="in">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776841" y="1308816"/>
        <a:ext cx="13316" cy="2663"/>
      </dsp:txXfrm>
    </dsp:sp>
    <dsp:sp modelId="{62D15F8F-1D5E-44F8-93D1-10553DBB4AFC}">
      <dsp:nvSpPr>
        <dsp:cNvPr id="0" name=""/>
        <dsp:cNvSpPr/>
      </dsp:nvSpPr>
      <dsp:spPr>
        <a:xfrm>
          <a:off x="3509477" y="962760"/>
          <a:ext cx="1157957" cy="694774"/>
        </a:xfrm>
        <a:prstGeom prst="rect">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外语教学与研究</a:t>
          </a:r>
        </a:p>
      </dsp:txBody>
      <dsp:txXfrm>
        <a:off x="3509477" y="962760"/>
        <a:ext cx="1157957" cy="694774"/>
      </dsp:txXfrm>
    </dsp:sp>
    <dsp:sp modelId="{25818046-A985-4731-AAF3-F2FC1585C0DE}">
      <dsp:nvSpPr>
        <dsp:cNvPr id="0" name=""/>
        <dsp:cNvSpPr/>
      </dsp:nvSpPr>
      <dsp:spPr>
        <a:xfrm>
          <a:off x="6089922" y="1264427"/>
          <a:ext cx="235730" cy="91440"/>
        </a:xfrm>
        <a:custGeom>
          <a:avLst/>
          <a:gdLst/>
          <a:ahLst/>
          <a:cxnLst/>
          <a:rect l="0" t="0" r="0" b="0"/>
          <a:pathLst>
            <a:path>
              <a:moveTo>
                <a:pt x="0" y="45720"/>
              </a:moveTo>
              <a:lnTo>
                <a:pt x="235730" y="45720"/>
              </a:lnTo>
            </a:path>
          </a:pathLst>
        </a:custGeom>
        <a:noFill/>
        <a:ln w="6350" cap="flat" cmpd="sng" algn="in">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6201129" y="1308816"/>
        <a:ext cx="13316" cy="2663"/>
      </dsp:txXfrm>
    </dsp:sp>
    <dsp:sp modelId="{A345F38F-31C7-4CA4-92D7-F24265FEC456}">
      <dsp:nvSpPr>
        <dsp:cNvPr id="0" name=""/>
        <dsp:cNvSpPr/>
      </dsp:nvSpPr>
      <dsp:spPr>
        <a:xfrm>
          <a:off x="4933765" y="962760"/>
          <a:ext cx="1157957" cy="694774"/>
        </a:xfrm>
        <a:prstGeom prst="rect">
          <a:avLst/>
        </a:prstGeom>
        <a:solidFill>
          <a:schemeClr val="accent6">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政治学研究</a:t>
          </a:r>
        </a:p>
      </dsp:txBody>
      <dsp:txXfrm>
        <a:off x="4933765" y="962760"/>
        <a:ext cx="1157957" cy="694774"/>
      </dsp:txXfrm>
    </dsp:sp>
    <dsp:sp modelId="{52E42426-F9C1-42AD-B03A-1ED357162425}">
      <dsp:nvSpPr>
        <dsp:cNvPr id="0" name=""/>
        <dsp:cNvSpPr/>
      </dsp:nvSpPr>
      <dsp:spPr>
        <a:xfrm>
          <a:off x="7514209" y="1264427"/>
          <a:ext cx="235730" cy="91440"/>
        </a:xfrm>
        <a:custGeom>
          <a:avLst/>
          <a:gdLst/>
          <a:ahLst/>
          <a:cxnLst/>
          <a:rect l="0" t="0" r="0" b="0"/>
          <a:pathLst>
            <a:path>
              <a:moveTo>
                <a:pt x="0" y="45720"/>
              </a:moveTo>
              <a:lnTo>
                <a:pt x="235730" y="45720"/>
              </a:lnTo>
            </a:path>
          </a:pathLst>
        </a:custGeom>
        <a:noFill/>
        <a:ln w="6350" cap="flat" cmpd="sng" algn="in">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7625416" y="1308816"/>
        <a:ext cx="13316" cy="2663"/>
      </dsp:txXfrm>
    </dsp:sp>
    <dsp:sp modelId="{5065412F-E127-4F64-B1C9-F7C9B54D9B56}">
      <dsp:nvSpPr>
        <dsp:cNvPr id="0" name=""/>
        <dsp:cNvSpPr/>
      </dsp:nvSpPr>
      <dsp:spPr>
        <a:xfrm>
          <a:off x="6358052" y="962760"/>
          <a:ext cx="1157957" cy="694774"/>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体育科学</a:t>
          </a:r>
        </a:p>
      </dsp:txBody>
      <dsp:txXfrm>
        <a:off x="6358052" y="962760"/>
        <a:ext cx="1157957" cy="694774"/>
      </dsp:txXfrm>
    </dsp:sp>
    <dsp:sp modelId="{1BDEB6B3-E99B-4BE9-9963-4FBAD3227B91}">
      <dsp:nvSpPr>
        <dsp:cNvPr id="0" name=""/>
        <dsp:cNvSpPr/>
      </dsp:nvSpPr>
      <dsp:spPr>
        <a:xfrm>
          <a:off x="1239881" y="1655734"/>
          <a:ext cx="7121436" cy="235730"/>
        </a:xfrm>
        <a:custGeom>
          <a:avLst/>
          <a:gdLst/>
          <a:ahLst/>
          <a:cxnLst/>
          <a:rect l="0" t="0" r="0" b="0"/>
          <a:pathLst>
            <a:path>
              <a:moveTo>
                <a:pt x="7121436" y="0"/>
              </a:moveTo>
              <a:lnTo>
                <a:pt x="7121436" y="134965"/>
              </a:lnTo>
              <a:lnTo>
                <a:pt x="0" y="134965"/>
              </a:lnTo>
              <a:lnTo>
                <a:pt x="0" y="235730"/>
              </a:lnTo>
            </a:path>
          </a:pathLst>
        </a:custGeom>
        <a:noFill/>
        <a:ln w="6350" cap="flat" cmpd="sng" algn="in">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22439" y="1772268"/>
        <a:ext cx="356320" cy="2663"/>
      </dsp:txXfrm>
    </dsp:sp>
    <dsp:sp modelId="{C6C9BF15-C555-4C03-883C-6CEB23562F2D}">
      <dsp:nvSpPr>
        <dsp:cNvPr id="0" name=""/>
        <dsp:cNvSpPr/>
      </dsp:nvSpPr>
      <dsp:spPr>
        <a:xfrm>
          <a:off x="7782339" y="962760"/>
          <a:ext cx="1157957" cy="694774"/>
        </a:xfrm>
        <a:prstGeom prst="rect">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外国文学评论</a:t>
          </a:r>
        </a:p>
      </dsp:txBody>
      <dsp:txXfrm>
        <a:off x="7782339" y="962760"/>
        <a:ext cx="1157957" cy="694774"/>
      </dsp:txXfrm>
    </dsp:sp>
    <dsp:sp modelId="{1F3C52D3-124F-4F9F-9714-55468F13847D}">
      <dsp:nvSpPr>
        <dsp:cNvPr id="0" name=""/>
        <dsp:cNvSpPr/>
      </dsp:nvSpPr>
      <dsp:spPr>
        <a:xfrm>
          <a:off x="1817060" y="2225532"/>
          <a:ext cx="235730" cy="91440"/>
        </a:xfrm>
        <a:custGeom>
          <a:avLst/>
          <a:gdLst/>
          <a:ahLst/>
          <a:cxnLst/>
          <a:rect l="0" t="0" r="0" b="0"/>
          <a:pathLst>
            <a:path>
              <a:moveTo>
                <a:pt x="0" y="45720"/>
              </a:moveTo>
              <a:lnTo>
                <a:pt x="235730" y="45720"/>
              </a:lnTo>
            </a:path>
          </a:pathLst>
        </a:custGeom>
        <a:noFill/>
        <a:ln w="6350" cap="flat" cmpd="sng" algn="in">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28266" y="2269920"/>
        <a:ext cx="13316" cy="2663"/>
      </dsp:txXfrm>
    </dsp:sp>
    <dsp:sp modelId="{5EDE659C-5D50-4A45-ACC2-9D7CFD66FCFA}">
      <dsp:nvSpPr>
        <dsp:cNvPr id="0" name=""/>
        <dsp:cNvSpPr/>
      </dsp:nvSpPr>
      <dsp:spPr>
        <a:xfrm>
          <a:off x="660902" y="1923865"/>
          <a:ext cx="1157957" cy="694774"/>
        </a:xfrm>
        <a:prstGeom prst="rect">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新华文摘</a:t>
          </a:r>
        </a:p>
      </dsp:txBody>
      <dsp:txXfrm>
        <a:off x="660902" y="1923865"/>
        <a:ext cx="1157957" cy="694774"/>
      </dsp:txXfrm>
    </dsp:sp>
    <dsp:sp modelId="{386140A4-ECEA-434B-BC90-A3BF90D04BC9}">
      <dsp:nvSpPr>
        <dsp:cNvPr id="0" name=""/>
        <dsp:cNvSpPr/>
      </dsp:nvSpPr>
      <dsp:spPr>
        <a:xfrm>
          <a:off x="3241347" y="2225532"/>
          <a:ext cx="235730" cy="91440"/>
        </a:xfrm>
        <a:custGeom>
          <a:avLst/>
          <a:gdLst/>
          <a:ahLst/>
          <a:cxnLst/>
          <a:rect l="0" t="0" r="0" b="0"/>
          <a:pathLst>
            <a:path>
              <a:moveTo>
                <a:pt x="0" y="45720"/>
              </a:moveTo>
              <a:lnTo>
                <a:pt x="235730" y="45720"/>
              </a:lnTo>
            </a:path>
          </a:pathLst>
        </a:custGeom>
        <a:noFill/>
        <a:ln w="6350" cap="flat" cmpd="sng" algn="in">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352554" y="2269920"/>
        <a:ext cx="13316" cy="2663"/>
      </dsp:txXfrm>
    </dsp:sp>
    <dsp:sp modelId="{285B8355-A8B4-44D9-B01E-6594B90CFA53}">
      <dsp:nvSpPr>
        <dsp:cNvPr id="0" name=""/>
        <dsp:cNvSpPr/>
      </dsp:nvSpPr>
      <dsp:spPr>
        <a:xfrm>
          <a:off x="2085190" y="1923865"/>
          <a:ext cx="1157957" cy="694774"/>
        </a:xfrm>
        <a:prstGeom prst="rect">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中国图书馆学报</a:t>
          </a:r>
        </a:p>
      </dsp:txBody>
      <dsp:txXfrm>
        <a:off x="2085190" y="1923865"/>
        <a:ext cx="1157957" cy="694774"/>
      </dsp:txXfrm>
    </dsp:sp>
    <dsp:sp modelId="{89202717-5D37-47AE-BB39-E8C9625F7FE2}">
      <dsp:nvSpPr>
        <dsp:cNvPr id="0" name=""/>
        <dsp:cNvSpPr/>
      </dsp:nvSpPr>
      <dsp:spPr>
        <a:xfrm>
          <a:off x="4665634" y="2225532"/>
          <a:ext cx="235730" cy="91440"/>
        </a:xfrm>
        <a:custGeom>
          <a:avLst/>
          <a:gdLst/>
          <a:ahLst/>
          <a:cxnLst/>
          <a:rect l="0" t="0" r="0" b="0"/>
          <a:pathLst>
            <a:path>
              <a:moveTo>
                <a:pt x="0" y="45720"/>
              </a:moveTo>
              <a:lnTo>
                <a:pt x="235730" y="45720"/>
              </a:lnTo>
            </a:path>
          </a:pathLst>
        </a:custGeom>
        <a:noFill/>
        <a:ln w="6350" cap="flat" cmpd="sng" algn="in">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776841" y="2269920"/>
        <a:ext cx="13316" cy="2663"/>
      </dsp:txXfrm>
    </dsp:sp>
    <dsp:sp modelId="{D08A6A8E-EEE2-4E06-8B32-98B8A98AE63B}">
      <dsp:nvSpPr>
        <dsp:cNvPr id="0" name=""/>
        <dsp:cNvSpPr/>
      </dsp:nvSpPr>
      <dsp:spPr>
        <a:xfrm>
          <a:off x="3509477" y="1923865"/>
          <a:ext cx="1157957" cy="694774"/>
        </a:xfrm>
        <a:prstGeom prst="rect">
          <a:avLst/>
        </a:prstGeom>
        <a:solidFill>
          <a:schemeClr val="accent6">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中国社会科学</a:t>
          </a:r>
        </a:p>
      </dsp:txBody>
      <dsp:txXfrm>
        <a:off x="3509477" y="1923865"/>
        <a:ext cx="1157957" cy="694774"/>
      </dsp:txXfrm>
    </dsp:sp>
    <dsp:sp modelId="{A37F4F45-31A4-4C1E-9317-8D3E5140BF23}">
      <dsp:nvSpPr>
        <dsp:cNvPr id="0" name=""/>
        <dsp:cNvSpPr/>
      </dsp:nvSpPr>
      <dsp:spPr>
        <a:xfrm>
          <a:off x="6089922" y="2225532"/>
          <a:ext cx="235730" cy="91440"/>
        </a:xfrm>
        <a:custGeom>
          <a:avLst/>
          <a:gdLst/>
          <a:ahLst/>
          <a:cxnLst/>
          <a:rect l="0" t="0" r="0" b="0"/>
          <a:pathLst>
            <a:path>
              <a:moveTo>
                <a:pt x="0" y="45720"/>
              </a:moveTo>
              <a:lnTo>
                <a:pt x="235730" y="45720"/>
              </a:lnTo>
            </a:path>
          </a:pathLst>
        </a:custGeom>
        <a:noFill/>
        <a:ln w="6350" cap="flat" cmpd="sng" algn="in">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6201129" y="2269920"/>
        <a:ext cx="13316" cy="2663"/>
      </dsp:txXfrm>
    </dsp:sp>
    <dsp:sp modelId="{37978AA3-A6D1-46CE-B1A8-0EBA44B2F734}">
      <dsp:nvSpPr>
        <dsp:cNvPr id="0" name=""/>
        <dsp:cNvSpPr/>
      </dsp:nvSpPr>
      <dsp:spPr>
        <a:xfrm>
          <a:off x="4933765" y="1923865"/>
          <a:ext cx="1157957" cy="694774"/>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管理世界</a:t>
          </a:r>
        </a:p>
      </dsp:txBody>
      <dsp:txXfrm>
        <a:off x="4933765" y="1923865"/>
        <a:ext cx="1157957" cy="694774"/>
      </dsp:txXfrm>
    </dsp:sp>
    <dsp:sp modelId="{17C1511D-63F8-434E-AB23-B16D218C3F21}">
      <dsp:nvSpPr>
        <dsp:cNvPr id="0" name=""/>
        <dsp:cNvSpPr/>
      </dsp:nvSpPr>
      <dsp:spPr>
        <a:xfrm>
          <a:off x="7514209" y="2225532"/>
          <a:ext cx="235730" cy="91440"/>
        </a:xfrm>
        <a:custGeom>
          <a:avLst/>
          <a:gdLst/>
          <a:ahLst/>
          <a:cxnLst/>
          <a:rect l="0" t="0" r="0" b="0"/>
          <a:pathLst>
            <a:path>
              <a:moveTo>
                <a:pt x="0" y="45720"/>
              </a:moveTo>
              <a:lnTo>
                <a:pt x="235730" y="45720"/>
              </a:lnTo>
            </a:path>
          </a:pathLst>
        </a:custGeom>
        <a:noFill/>
        <a:ln w="6350" cap="flat" cmpd="sng" algn="in">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7625416" y="2269920"/>
        <a:ext cx="13316" cy="2663"/>
      </dsp:txXfrm>
    </dsp:sp>
    <dsp:sp modelId="{28CECBC5-9926-4DFD-AE57-9F37462F45CD}">
      <dsp:nvSpPr>
        <dsp:cNvPr id="0" name=""/>
        <dsp:cNvSpPr/>
      </dsp:nvSpPr>
      <dsp:spPr>
        <a:xfrm>
          <a:off x="6358052" y="1923865"/>
          <a:ext cx="1157957" cy="694774"/>
        </a:xfrm>
        <a:prstGeom prst="rect">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教育研究</a:t>
          </a:r>
        </a:p>
      </dsp:txBody>
      <dsp:txXfrm>
        <a:off x="6358052" y="1923865"/>
        <a:ext cx="1157957" cy="694774"/>
      </dsp:txXfrm>
    </dsp:sp>
    <dsp:sp modelId="{95EF11F8-7E85-4F8C-8E0B-49375E80A6F6}">
      <dsp:nvSpPr>
        <dsp:cNvPr id="0" name=""/>
        <dsp:cNvSpPr/>
      </dsp:nvSpPr>
      <dsp:spPr>
        <a:xfrm>
          <a:off x="1239881" y="2616839"/>
          <a:ext cx="7121436" cy="235730"/>
        </a:xfrm>
        <a:custGeom>
          <a:avLst/>
          <a:gdLst/>
          <a:ahLst/>
          <a:cxnLst/>
          <a:rect l="0" t="0" r="0" b="0"/>
          <a:pathLst>
            <a:path>
              <a:moveTo>
                <a:pt x="7121436" y="0"/>
              </a:moveTo>
              <a:lnTo>
                <a:pt x="7121436" y="134965"/>
              </a:lnTo>
              <a:lnTo>
                <a:pt x="0" y="134965"/>
              </a:lnTo>
              <a:lnTo>
                <a:pt x="0" y="235730"/>
              </a:lnTo>
            </a:path>
          </a:pathLst>
        </a:custGeom>
        <a:noFill/>
        <a:ln w="6350" cap="flat" cmpd="sng" algn="in">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22439" y="2733372"/>
        <a:ext cx="356320" cy="2663"/>
      </dsp:txXfrm>
    </dsp:sp>
    <dsp:sp modelId="{108B7939-1C0E-41AC-9117-7CBC38681BC0}">
      <dsp:nvSpPr>
        <dsp:cNvPr id="0" name=""/>
        <dsp:cNvSpPr/>
      </dsp:nvSpPr>
      <dsp:spPr>
        <a:xfrm>
          <a:off x="7782339" y="1923865"/>
          <a:ext cx="1157957" cy="694774"/>
        </a:xfrm>
        <a:prstGeom prst="rect">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社会学研究</a:t>
          </a:r>
        </a:p>
      </dsp:txBody>
      <dsp:txXfrm>
        <a:off x="7782339" y="1923865"/>
        <a:ext cx="1157957" cy="694774"/>
      </dsp:txXfrm>
    </dsp:sp>
    <dsp:sp modelId="{0D549FDB-4102-4BAC-BA5C-64E573BECE10}">
      <dsp:nvSpPr>
        <dsp:cNvPr id="0" name=""/>
        <dsp:cNvSpPr/>
      </dsp:nvSpPr>
      <dsp:spPr>
        <a:xfrm>
          <a:off x="1817060" y="3186636"/>
          <a:ext cx="235730" cy="91440"/>
        </a:xfrm>
        <a:custGeom>
          <a:avLst/>
          <a:gdLst/>
          <a:ahLst/>
          <a:cxnLst/>
          <a:rect l="0" t="0" r="0" b="0"/>
          <a:pathLst>
            <a:path>
              <a:moveTo>
                <a:pt x="0" y="45720"/>
              </a:moveTo>
              <a:lnTo>
                <a:pt x="235730" y="45720"/>
              </a:lnTo>
            </a:path>
          </a:pathLst>
        </a:custGeom>
        <a:noFill/>
        <a:ln w="6350" cap="flat" cmpd="sng" algn="in">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28266" y="3231025"/>
        <a:ext cx="13316" cy="2663"/>
      </dsp:txXfrm>
    </dsp:sp>
    <dsp:sp modelId="{1B0205CA-F975-4E58-A770-AF80AFB5FCA8}">
      <dsp:nvSpPr>
        <dsp:cNvPr id="0" name=""/>
        <dsp:cNvSpPr/>
      </dsp:nvSpPr>
      <dsp:spPr>
        <a:xfrm>
          <a:off x="660902" y="2884969"/>
          <a:ext cx="1157957" cy="694774"/>
        </a:xfrm>
        <a:prstGeom prst="rect">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法学研究</a:t>
          </a:r>
        </a:p>
      </dsp:txBody>
      <dsp:txXfrm>
        <a:off x="660902" y="2884969"/>
        <a:ext cx="1157957" cy="694774"/>
      </dsp:txXfrm>
    </dsp:sp>
    <dsp:sp modelId="{E10F0E58-5124-4918-90C7-E1C7ACF43B23}">
      <dsp:nvSpPr>
        <dsp:cNvPr id="0" name=""/>
        <dsp:cNvSpPr/>
      </dsp:nvSpPr>
      <dsp:spPr>
        <a:xfrm>
          <a:off x="3241347" y="3186636"/>
          <a:ext cx="235730" cy="91440"/>
        </a:xfrm>
        <a:custGeom>
          <a:avLst/>
          <a:gdLst/>
          <a:ahLst/>
          <a:cxnLst/>
          <a:rect l="0" t="0" r="0" b="0"/>
          <a:pathLst>
            <a:path>
              <a:moveTo>
                <a:pt x="0" y="45720"/>
              </a:moveTo>
              <a:lnTo>
                <a:pt x="235730" y="45720"/>
              </a:lnTo>
            </a:path>
          </a:pathLst>
        </a:custGeom>
        <a:noFill/>
        <a:ln w="6350" cap="flat" cmpd="sng" algn="in">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352554" y="3231025"/>
        <a:ext cx="13316" cy="2663"/>
      </dsp:txXfrm>
    </dsp:sp>
    <dsp:sp modelId="{9C343256-B06F-472B-B332-D5081AD7BCCE}">
      <dsp:nvSpPr>
        <dsp:cNvPr id="0" name=""/>
        <dsp:cNvSpPr/>
      </dsp:nvSpPr>
      <dsp:spPr>
        <a:xfrm>
          <a:off x="2085190" y="2884969"/>
          <a:ext cx="1157957" cy="694774"/>
        </a:xfrm>
        <a:prstGeom prst="rect">
          <a:avLst/>
        </a:prstGeom>
        <a:solidFill>
          <a:schemeClr val="accent6">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新闻与传播研究</a:t>
          </a:r>
        </a:p>
      </dsp:txBody>
      <dsp:txXfrm>
        <a:off x="2085190" y="2884969"/>
        <a:ext cx="1157957" cy="694774"/>
      </dsp:txXfrm>
    </dsp:sp>
    <dsp:sp modelId="{77878531-F901-4EDE-9F84-CB7559B9FD6D}">
      <dsp:nvSpPr>
        <dsp:cNvPr id="0" name=""/>
        <dsp:cNvSpPr/>
      </dsp:nvSpPr>
      <dsp:spPr>
        <a:xfrm>
          <a:off x="3509477" y="2884969"/>
          <a:ext cx="1157957" cy="694774"/>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马克思主义研究</a:t>
          </a:r>
        </a:p>
      </dsp:txBody>
      <dsp:txXfrm>
        <a:off x="3509477" y="2884969"/>
        <a:ext cx="1157957" cy="6947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B610B-553E-4704-9B4A-D82B2EF3E1DA}">
      <dsp:nvSpPr>
        <dsp:cNvPr id="0" name=""/>
        <dsp:cNvSpPr/>
      </dsp:nvSpPr>
      <dsp:spPr>
        <a:xfrm>
          <a:off x="3873531" y="1119"/>
          <a:ext cx="1854137" cy="927068"/>
        </a:xfrm>
        <a:prstGeom prst="roundRect">
          <a:avLst>
            <a:gd name="adj" fmla="val 10000"/>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zh-CN" altLang="en-US" sz="3500" kern="1200" dirty="0"/>
            <a:t>被引</a:t>
          </a:r>
        </a:p>
      </dsp:txBody>
      <dsp:txXfrm>
        <a:off x="3900684" y="28272"/>
        <a:ext cx="1799831" cy="872762"/>
      </dsp:txXfrm>
    </dsp:sp>
    <dsp:sp modelId="{B3B23F6C-3246-41F2-BDD3-E1298A422EB7}">
      <dsp:nvSpPr>
        <dsp:cNvPr id="0" name=""/>
        <dsp:cNvSpPr/>
      </dsp:nvSpPr>
      <dsp:spPr>
        <a:xfrm rot="3600000">
          <a:off x="5082899" y="1628462"/>
          <a:ext cx="966588" cy="324474"/>
        </a:xfrm>
        <a:prstGeom prst="lef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zh-CN" altLang="en-US" sz="1500" kern="1200"/>
        </a:p>
      </dsp:txBody>
      <dsp:txXfrm>
        <a:off x="5180241" y="1693357"/>
        <a:ext cx="771904" cy="194684"/>
      </dsp:txXfrm>
    </dsp:sp>
    <dsp:sp modelId="{6BABA8DD-8245-4B23-A2F2-9FB7D3E93364}">
      <dsp:nvSpPr>
        <dsp:cNvPr id="0" name=""/>
        <dsp:cNvSpPr/>
      </dsp:nvSpPr>
      <dsp:spPr>
        <a:xfrm>
          <a:off x="5404717" y="2653211"/>
          <a:ext cx="1854137" cy="927068"/>
        </a:xfrm>
        <a:prstGeom prst="roundRect">
          <a:avLst>
            <a:gd name="adj" fmla="val 10000"/>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zh-CN" altLang="en-US" sz="3500" kern="1200" dirty="0"/>
            <a:t>下载</a:t>
          </a:r>
        </a:p>
      </dsp:txBody>
      <dsp:txXfrm>
        <a:off x="5431870" y="2680364"/>
        <a:ext cx="1799831" cy="872762"/>
      </dsp:txXfrm>
    </dsp:sp>
    <dsp:sp modelId="{4356067B-A786-4754-B7D1-1FEA8FF71410}">
      <dsp:nvSpPr>
        <dsp:cNvPr id="0" name=""/>
        <dsp:cNvSpPr/>
      </dsp:nvSpPr>
      <dsp:spPr>
        <a:xfrm rot="10800000">
          <a:off x="4317305" y="2954509"/>
          <a:ext cx="966588" cy="324474"/>
        </a:xfrm>
        <a:prstGeom prst="lef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zh-CN" altLang="en-US" sz="1500" kern="1200"/>
        </a:p>
      </dsp:txBody>
      <dsp:txXfrm rot="10800000">
        <a:off x="4414647" y="3019404"/>
        <a:ext cx="771904" cy="194684"/>
      </dsp:txXfrm>
    </dsp:sp>
    <dsp:sp modelId="{2BD87229-8EB2-4CC0-AF95-4CA6B0DFFEBF}">
      <dsp:nvSpPr>
        <dsp:cNvPr id="0" name=""/>
        <dsp:cNvSpPr/>
      </dsp:nvSpPr>
      <dsp:spPr>
        <a:xfrm>
          <a:off x="2342344" y="2653211"/>
          <a:ext cx="1854137" cy="927068"/>
        </a:xfrm>
        <a:prstGeom prst="roundRect">
          <a:avLst>
            <a:gd name="adj" fmla="val 10000"/>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zh-CN" altLang="en-US" sz="3500" kern="1200" dirty="0"/>
            <a:t>综合</a:t>
          </a:r>
        </a:p>
      </dsp:txBody>
      <dsp:txXfrm>
        <a:off x="2369497" y="2680364"/>
        <a:ext cx="1799831" cy="872762"/>
      </dsp:txXfrm>
    </dsp:sp>
    <dsp:sp modelId="{B5816647-8867-4DBA-B493-6E42D411DED2}">
      <dsp:nvSpPr>
        <dsp:cNvPr id="0" name=""/>
        <dsp:cNvSpPr/>
      </dsp:nvSpPr>
      <dsp:spPr>
        <a:xfrm rot="18000000">
          <a:off x="3551712" y="1628462"/>
          <a:ext cx="966588" cy="324474"/>
        </a:xfrm>
        <a:prstGeom prst="lef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zh-CN" altLang="en-US" sz="1500" kern="1200"/>
        </a:p>
      </dsp:txBody>
      <dsp:txXfrm>
        <a:off x="3649054" y="1693357"/>
        <a:ext cx="771904" cy="194684"/>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0FC6F36B-272B-496F-A614-8C183C31FEDB}" type="datetimeFigureOut">
              <a:rPr lang="zh-CN" altLang="en-US" smtClean="0"/>
              <a:t>2024/5/27</a:t>
            </a:fld>
            <a:endParaRPr lang="zh-CN" alt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E65558A-359F-4BD3-B58B-CCE43A8801B1}" type="slidenum">
              <a:rPr lang="zh-CN" altLang="en-US" smtClean="0"/>
              <a:t>‹#›</a:t>
            </a:fld>
            <a:endParaRPr lang="zh-CN" alt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2201468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FC6F36B-272B-496F-A614-8C183C31FEDB}" type="datetimeFigureOut">
              <a:rPr lang="zh-CN" altLang="en-US" smtClean="0"/>
              <a:t>2024/5/27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E65558A-359F-4BD3-B58B-CCE43A8801B1}" type="slidenum">
              <a:rPr lang="zh-CN" altLang="en-US" smtClean="0"/>
              <a:t>‹#›</a:t>
            </a:fld>
            <a:endParaRPr lang="zh-CN" altLang="en-US"/>
          </a:p>
        </p:txBody>
      </p:sp>
    </p:spTree>
    <p:extLst>
      <p:ext uri="{BB962C8B-B14F-4D97-AF65-F5344CB8AC3E}">
        <p14:creationId xmlns:p14="http://schemas.microsoft.com/office/powerpoint/2010/main" val="408600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0FC6F36B-272B-496F-A614-8C183C31FEDB}" type="datetimeFigureOut">
              <a:rPr lang="zh-CN" altLang="en-US" smtClean="0"/>
              <a:t>2024/5/27</a:t>
            </a:fld>
            <a:endParaRPr lang="zh-CN" alt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zh-CN"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E65558A-359F-4BD3-B58B-CCE43A8801B1}" type="slidenum">
              <a:rPr lang="zh-CN" altLang="en-US" smtClean="0"/>
              <a:t>‹#›</a:t>
            </a:fld>
            <a:endParaRPr lang="zh-CN" alt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00637936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FC6F36B-272B-496F-A614-8C183C31FEDB}" type="datetimeFigureOut">
              <a:rPr lang="zh-CN" altLang="en-US" smtClean="0"/>
              <a:t>2024/5/27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E65558A-359F-4BD3-B58B-CCE43A8801B1}" type="slidenum">
              <a:rPr lang="zh-CN" altLang="en-US" smtClean="0"/>
              <a:t>‹#›</a:t>
            </a:fld>
            <a:endParaRPr lang="zh-CN" altLang="en-US"/>
          </a:p>
        </p:txBody>
      </p:sp>
    </p:spTree>
    <p:extLst>
      <p:ext uri="{BB962C8B-B14F-4D97-AF65-F5344CB8AC3E}">
        <p14:creationId xmlns:p14="http://schemas.microsoft.com/office/powerpoint/2010/main" val="3643052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FC6F36B-272B-496F-A614-8C183C31FEDB}" type="datetimeFigureOut">
              <a:rPr lang="zh-CN" altLang="en-US" smtClean="0"/>
              <a:t>2024/5/27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E65558A-359F-4BD3-B58B-CCE43A8801B1}" type="slidenum">
              <a:rPr lang="zh-CN" altLang="en-US" smtClean="0"/>
              <a:t>‹#›</a:t>
            </a:fld>
            <a:endParaRPr lang="zh-CN" altLang="en-US"/>
          </a:p>
        </p:txBody>
      </p:sp>
    </p:spTree>
    <p:extLst>
      <p:ext uri="{BB962C8B-B14F-4D97-AF65-F5344CB8AC3E}">
        <p14:creationId xmlns:p14="http://schemas.microsoft.com/office/powerpoint/2010/main" val="1676096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FC6F36B-272B-496F-A614-8C183C31FEDB}" type="datetimeFigureOut">
              <a:rPr lang="zh-CN" altLang="en-US" smtClean="0"/>
              <a:t>2024/5/27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E65558A-359F-4BD3-B58B-CCE43A8801B1}" type="slidenum">
              <a:rPr lang="zh-CN" altLang="en-US" smtClean="0"/>
              <a:t>‹#›</a:t>
            </a:fld>
            <a:endParaRPr lang="zh-CN" altLang="en-US"/>
          </a:p>
        </p:txBody>
      </p:sp>
    </p:spTree>
    <p:extLst>
      <p:ext uri="{BB962C8B-B14F-4D97-AF65-F5344CB8AC3E}">
        <p14:creationId xmlns:p14="http://schemas.microsoft.com/office/powerpoint/2010/main" val="2863076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C6F36B-272B-496F-A614-8C183C31FEDB}" type="datetimeFigureOut">
              <a:rPr lang="zh-CN" altLang="en-US" smtClean="0"/>
              <a:t>2024/5/27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E65558A-359F-4BD3-B58B-CCE43A8801B1}" type="slidenum">
              <a:rPr lang="zh-CN" altLang="en-US" smtClean="0"/>
              <a:t>‹#›</a:t>
            </a:fld>
            <a:endParaRPr lang="zh-CN" altLang="en-US"/>
          </a:p>
        </p:txBody>
      </p:sp>
    </p:spTree>
    <p:extLst>
      <p:ext uri="{BB962C8B-B14F-4D97-AF65-F5344CB8AC3E}">
        <p14:creationId xmlns:p14="http://schemas.microsoft.com/office/powerpoint/2010/main" val="3442909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FC6F36B-272B-496F-A614-8C183C31FEDB}" type="datetimeFigureOut">
              <a:rPr lang="zh-CN" altLang="en-US" smtClean="0"/>
              <a:t>2024/5/27</a:t>
            </a:fld>
            <a:endParaRPr lang="zh-CN"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E65558A-359F-4BD3-B58B-CCE43A8801B1}" type="slidenum">
              <a:rPr lang="zh-CN" altLang="en-US" smtClean="0"/>
              <a:t>‹#›</a:t>
            </a:fld>
            <a:endParaRPr lang="zh-CN"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97756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FC6F36B-272B-496F-A614-8C183C31FEDB}" type="datetimeFigureOut">
              <a:rPr lang="zh-CN" altLang="en-US" smtClean="0"/>
              <a:t>2024/5/27</a:t>
            </a:fld>
            <a:endParaRPr lang="zh-CN"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E65558A-359F-4BD3-B58B-CCE43A8801B1}" type="slidenum">
              <a:rPr lang="zh-CN" altLang="en-US" smtClean="0"/>
              <a:t>‹#›</a:t>
            </a:fld>
            <a:endParaRPr lang="zh-CN"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7969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FC6F36B-272B-496F-A614-8C183C31FEDB}" type="datetimeFigureOut">
              <a:rPr lang="zh-CN" altLang="en-US" smtClean="0"/>
              <a:t>2024/5/27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E65558A-359F-4BD3-B58B-CCE43A8801B1}" type="slidenum">
              <a:rPr lang="zh-CN" altLang="en-US" smtClean="0"/>
              <a:t>‹#›</a:t>
            </a:fld>
            <a:endParaRPr lang="zh-CN" altLang="en-US"/>
          </a:p>
        </p:txBody>
      </p:sp>
    </p:spTree>
    <p:extLst>
      <p:ext uri="{BB962C8B-B14F-4D97-AF65-F5344CB8AC3E}">
        <p14:creationId xmlns:p14="http://schemas.microsoft.com/office/powerpoint/2010/main" val="3114661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FC6F36B-272B-496F-A614-8C183C31FEDB}" type="datetimeFigureOut">
              <a:rPr lang="zh-CN" altLang="en-US" smtClean="0"/>
              <a:t>2024/5/27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E65558A-359F-4BD3-B58B-CCE43A8801B1}" type="slidenum">
              <a:rPr lang="zh-CN" altLang="en-US" smtClean="0"/>
              <a:t>‹#›</a:t>
            </a:fld>
            <a:endParaRPr lang="zh-CN" altLang="en-US"/>
          </a:p>
        </p:txBody>
      </p:sp>
    </p:spTree>
    <p:extLst>
      <p:ext uri="{BB962C8B-B14F-4D97-AF65-F5344CB8AC3E}">
        <p14:creationId xmlns:p14="http://schemas.microsoft.com/office/powerpoint/2010/main" val="90459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0FC6F36B-272B-496F-A614-8C183C31FEDB}" type="datetimeFigureOut">
              <a:rPr lang="zh-CN" altLang="en-US" smtClean="0"/>
              <a:t>2024/5/27</a:t>
            </a:fld>
            <a:endParaRPr lang="zh-CN" alt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zh-CN" alt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E65558A-359F-4BD3-B58B-CCE43A8801B1}" type="slidenum">
              <a:rPr lang="zh-CN" altLang="en-US" smtClean="0"/>
              <a:t>‹#›</a:t>
            </a:fld>
            <a:endParaRPr lang="zh-CN" alt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075505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s://mp.weixin.qq.com/s?__biz=MzA3MTc5MDM1Nw==&amp;mid=2650916580&amp;idx=1&amp;sn=f75523359001394cd4ab85ab18bacb6a&amp;chksm=84dd5c9eb3aad588b980d327e906d96d0101e3b4ac4ba484a9601755dc8af7fa8db54acf359f&amp;scene=27" TargetMode="External"/><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001543-DBBF-49B1-8B41-B6131D37B882}"/>
              </a:ext>
            </a:extLst>
          </p:cNvPr>
          <p:cNvSpPr>
            <a:spLocks noGrp="1"/>
          </p:cNvSpPr>
          <p:nvPr>
            <p:ph type="ctrTitle"/>
          </p:nvPr>
        </p:nvSpPr>
        <p:spPr/>
        <p:txBody>
          <a:bodyPr/>
          <a:lstStyle/>
          <a:p>
            <a:r>
              <a:rPr lang="zh-CN" altLang="en-US" dirty="0"/>
              <a:t>第六讲上 文献规范</a:t>
            </a:r>
          </a:p>
        </p:txBody>
      </p:sp>
      <p:sp>
        <p:nvSpPr>
          <p:cNvPr id="3" name="副标题 2">
            <a:extLst>
              <a:ext uri="{FF2B5EF4-FFF2-40B4-BE49-F238E27FC236}">
                <a16:creationId xmlns:a16="http://schemas.microsoft.com/office/drawing/2014/main" id="{5D55AF89-BF8A-4568-AD89-E61C2E5831CD}"/>
              </a:ext>
            </a:extLst>
          </p:cNvPr>
          <p:cNvSpPr>
            <a:spLocks noGrp="1"/>
          </p:cNvSpPr>
          <p:nvPr>
            <p:ph type="subTitle" idx="1"/>
          </p:nvPr>
        </p:nvSpPr>
        <p:spPr/>
        <p:txBody>
          <a:bodyPr/>
          <a:lstStyle/>
          <a:p>
            <a:endParaRPr lang="en-US" altLang="zh-CN" dirty="0"/>
          </a:p>
          <a:p>
            <a:r>
              <a:rPr lang="zh-CN" altLang="en-US" dirty="0"/>
              <a:t>马高明 公共管理学院</a:t>
            </a:r>
            <a:endParaRPr lang="en-US" altLang="zh-CN" dirty="0"/>
          </a:p>
        </p:txBody>
      </p:sp>
    </p:spTree>
    <p:extLst>
      <p:ext uri="{BB962C8B-B14F-4D97-AF65-F5344CB8AC3E}">
        <p14:creationId xmlns:p14="http://schemas.microsoft.com/office/powerpoint/2010/main" val="3022532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FD235E-8E3D-42C7-B75B-ABB49E9D16F1}"/>
              </a:ext>
            </a:extLst>
          </p:cNvPr>
          <p:cNvSpPr>
            <a:spLocks noGrp="1"/>
          </p:cNvSpPr>
          <p:nvPr>
            <p:ph type="title"/>
          </p:nvPr>
        </p:nvSpPr>
        <p:spPr/>
        <p:txBody>
          <a:bodyPr/>
          <a:lstStyle/>
          <a:p>
            <a:r>
              <a:rPr lang="zh-CN" altLang="en-US" dirty="0"/>
              <a:t>目录</a:t>
            </a:r>
          </a:p>
        </p:txBody>
      </p:sp>
      <p:graphicFrame>
        <p:nvGraphicFramePr>
          <p:cNvPr id="4" name="内容占位符 3">
            <a:extLst>
              <a:ext uri="{FF2B5EF4-FFF2-40B4-BE49-F238E27FC236}">
                <a16:creationId xmlns:a16="http://schemas.microsoft.com/office/drawing/2014/main" id="{58A3F1B6-2A9D-479A-9E7D-6D2323DA23D9}"/>
              </a:ext>
            </a:extLst>
          </p:cNvPr>
          <p:cNvGraphicFramePr>
            <a:graphicFrameLocks noGrp="1"/>
          </p:cNvGraphicFramePr>
          <p:nvPr>
            <p:ph idx="1"/>
            <p:extLst>
              <p:ext uri="{D42A27DB-BD31-4B8C-83A1-F6EECF244321}">
                <p14:modId xmlns:p14="http://schemas.microsoft.com/office/powerpoint/2010/main" val="2985532503"/>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9993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EB02F4-79DE-43A5-BA3F-72DE0B8FEB7E}"/>
              </a:ext>
            </a:extLst>
          </p:cNvPr>
          <p:cNvSpPr>
            <a:spLocks noGrp="1"/>
          </p:cNvSpPr>
          <p:nvPr>
            <p:ph type="title"/>
          </p:nvPr>
        </p:nvSpPr>
        <p:spPr/>
        <p:txBody>
          <a:bodyPr/>
          <a:lstStyle/>
          <a:p>
            <a:r>
              <a:rPr lang="zh-CN" altLang="en-US" dirty="0"/>
              <a:t>中英文数据库</a:t>
            </a:r>
          </a:p>
        </p:txBody>
      </p:sp>
      <p:sp>
        <p:nvSpPr>
          <p:cNvPr id="4" name="文本占位符 3">
            <a:extLst>
              <a:ext uri="{FF2B5EF4-FFF2-40B4-BE49-F238E27FC236}">
                <a16:creationId xmlns:a16="http://schemas.microsoft.com/office/drawing/2014/main" id="{D78F37FB-F24F-4291-B646-E0361205A5BD}"/>
              </a:ext>
            </a:extLst>
          </p:cNvPr>
          <p:cNvSpPr>
            <a:spLocks noGrp="1"/>
          </p:cNvSpPr>
          <p:nvPr>
            <p:ph type="body" idx="1"/>
          </p:nvPr>
        </p:nvSpPr>
        <p:spPr/>
        <p:txBody>
          <a:bodyPr/>
          <a:lstStyle/>
          <a:p>
            <a:r>
              <a:rPr lang="zh-CN" altLang="en-US" dirty="0"/>
              <a:t>中文数据库</a:t>
            </a:r>
          </a:p>
        </p:txBody>
      </p:sp>
      <p:sp>
        <p:nvSpPr>
          <p:cNvPr id="5" name="内容占位符 4">
            <a:extLst>
              <a:ext uri="{FF2B5EF4-FFF2-40B4-BE49-F238E27FC236}">
                <a16:creationId xmlns:a16="http://schemas.microsoft.com/office/drawing/2014/main" id="{3853DDAA-A6AF-4E1B-9915-7910EB410E16}"/>
              </a:ext>
            </a:extLst>
          </p:cNvPr>
          <p:cNvSpPr>
            <a:spLocks noGrp="1"/>
          </p:cNvSpPr>
          <p:nvPr>
            <p:ph sz="half" idx="2"/>
          </p:nvPr>
        </p:nvSpPr>
        <p:spPr/>
        <p:txBody>
          <a:bodyPr/>
          <a:lstStyle/>
          <a:p>
            <a:r>
              <a:rPr lang="zh-CN" altLang="en-US" dirty="0"/>
              <a:t>中国知网</a:t>
            </a:r>
            <a:r>
              <a:rPr lang="en-US" altLang="zh-CN" dirty="0"/>
              <a:t>CNKI</a:t>
            </a:r>
          </a:p>
          <a:p>
            <a:r>
              <a:rPr lang="zh-CN" altLang="en-US" dirty="0"/>
              <a:t>万方数据知识服务平台</a:t>
            </a:r>
            <a:endParaRPr lang="en-US" altLang="zh-CN" dirty="0"/>
          </a:p>
          <a:p>
            <a:r>
              <a:rPr lang="zh-CN" altLang="en-US" dirty="0"/>
              <a:t>维普数据库系统</a:t>
            </a:r>
          </a:p>
        </p:txBody>
      </p:sp>
      <p:sp>
        <p:nvSpPr>
          <p:cNvPr id="6" name="文本占位符 5">
            <a:extLst>
              <a:ext uri="{FF2B5EF4-FFF2-40B4-BE49-F238E27FC236}">
                <a16:creationId xmlns:a16="http://schemas.microsoft.com/office/drawing/2014/main" id="{38EE3E73-45E9-4924-B802-30D4C6DFB221}"/>
              </a:ext>
            </a:extLst>
          </p:cNvPr>
          <p:cNvSpPr>
            <a:spLocks noGrp="1"/>
          </p:cNvSpPr>
          <p:nvPr>
            <p:ph type="body" sz="quarter" idx="3"/>
          </p:nvPr>
        </p:nvSpPr>
        <p:spPr/>
        <p:txBody>
          <a:bodyPr/>
          <a:lstStyle/>
          <a:p>
            <a:r>
              <a:rPr lang="zh-CN" altLang="en-US" dirty="0"/>
              <a:t>英文数据库</a:t>
            </a:r>
          </a:p>
        </p:txBody>
      </p:sp>
      <p:sp>
        <p:nvSpPr>
          <p:cNvPr id="7" name="内容占位符 6">
            <a:extLst>
              <a:ext uri="{FF2B5EF4-FFF2-40B4-BE49-F238E27FC236}">
                <a16:creationId xmlns:a16="http://schemas.microsoft.com/office/drawing/2014/main" id="{69B6B234-8FB7-49F5-A5D6-6F5B51F6A084}"/>
              </a:ext>
            </a:extLst>
          </p:cNvPr>
          <p:cNvSpPr>
            <a:spLocks noGrp="1"/>
          </p:cNvSpPr>
          <p:nvPr>
            <p:ph sz="quarter" idx="4"/>
          </p:nvPr>
        </p:nvSpPr>
        <p:spPr/>
        <p:txBody>
          <a:bodyPr/>
          <a:lstStyle/>
          <a:p>
            <a:r>
              <a:rPr lang="en-US" altLang="zh-CN" dirty="0"/>
              <a:t>Web of Science</a:t>
            </a:r>
          </a:p>
          <a:p>
            <a:r>
              <a:rPr lang="en-US" altLang="zh-CN" dirty="0"/>
              <a:t>PubMed</a:t>
            </a:r>
          </a:p>
          <a:p>
            <a:r>
              <a:rPr lang="en-US" altLang="zh-CN" dirty="0"/>
              <a:t>Elsevier Science</a:t>
            </a:r>
          </a:p>
          <a:p>
            <a:r>
              <a:rPr lang="en-US" altLang="zh-CN" dirty="0"/>
              <a:t>EBSCO</a:t>
            </a:r>
            <a:endParaRPr lang="zh-CN" altLang="en-US" dirty="0"/>
          </a:p>
        </p:txBody>
      </p:sp>
      <p:sp>
        <p:nvSpPr>
          <p:cNvPr id="8" name="矩形 7">
            <a:extLst>
              <a:ext uri="{FF2B5EF4-FFF2-40B4-BE49-F238E27FC236}">
                <a16:creationId xmlns:a16="http://schemas.microsoft.com/office/drawing/2014/main" id="{ADA5D249-0B9D-4644-8EDA-59FD8CCBD8DB}"/>
              </a:ext>
            </a:extLst>
          </p:cNvPr>
          <p:cNvSpPr/>
          <p:nvPr/>
        </p:nvSpPr>
        <p:spPr>
          <a:xfrm>
            <a:off x="1371600" y="6039751"/>
            <a:ext cx="3473002" cy="369332"/>
          </a:xfrm>
          <a:prstGeom prst="rect">
            <a:avLst/>
          </a:prstGeom>
        </p:spPr>
        <p:txBody>
          <a:bodyPr wrap="none">
            <a:spAutoFit/>
          </a:bodyPr>
          <a:lstStyle/>
          <a:p>
            <a:r>
              <a:rPr lang="zh-CN" altLang="en-US" dirty="0"/>
              <a:t>http://210.32.137.90/s/lib/libtb/</a:t>
            </a:r>
          </a:p>
        </p:txBody>
      </p:sp>
    </p:spTree>
    <p:extLst>
      <p:ext uri="{BB962C8B-B14F-4D97-AF65-F5344CB8AC3E}">
        <p14:creationId xmlns:p14="http://schemas.microsoft.com/office/powerpoint/2010/main" val="2920789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964D53-D6DA-4819-A24A-2CFD088E2B02}"/>
              </a:ext>
            </a:extLst>
          </p:cNvPr>
          <p:cNvSpPr>
            <a:spLocks noGrp="1"/>
          </p:cNvSpPr>
          <p:nvPr>
            <p:ph type="title"/>
          </p:nvPr>
        </p:nvSpPr>
        <p:spPr/>
        <p:txBody>
          <a:bodyPr/>
          <a:lstStyle/>
          <a:p>
            <a:r>
              <a:rPr lang="zh-CN" altLang="en-US" dirty="0"/>
              <a:t>数据库检索方法</a:t>
            </a:r>
          </a:p>
        </p:txBody>
      </p:sp>
      <p:sp>
        <p:nvSpPr>
          <p:cNvPr id="12" name="内容占位符 11">
            <a:extLst>
              <a:ext uri="{FF2B5EF4-FFF2-40B4-BE49-F238E27FC236}">
                <a16:creationId xmlns:a16="http://schemas.microsoft.com/office/drawing/2014/main" id="{C3EC4389-4A79-444C-BCB6-877B6828F116}"/>
              </a:ext>
            </a:extLst>
          </p:cNvPr>
          <p:cNvSpPr>
            <a:spLocks noGrp="1"/>
          </p:cNvSpPr>
          <p:nvPr>
            <p:ph sz="half" idx="1"/>
          </p:nvPr>
        </p:nvSpPr>
        <p:spPr/>
        <p:txBody>
          <a:bodyPr>
            <a:normAutofit fontScale="85000" lnSpcReduction="20000"/>
          </a:bodyPr>
          <a:lstStyle/>
          <a:p>
            <a:r>
              <a:rPr lang="en-US" altLang="zh-CN" dirty="0"/>
              <a:t>1. </a:t>
            </a:r>
            <a:r>
              <a:rPr lang="zh-CN" altLang="en-US" dirty="0"/>
              <a:t>一框式检索</a:t>
            </a:r>
          </a:p>
          <a:p>
            <a:r>
              <a:rPr lang="en-US" altLang="zh-CN" dirty="0"/>
              <a:t>2. </a:t>
            </a:r>
            <a:r>
              <a:rPr lang="zh-CN" altLang="en-US" dirty="0"/>
              <a:t>二次检索</a:t>
            </a:r>
          </a:p>
          <a:p>
            <a:r>
              <a:rPr lang="en-US" altLang="zh-CN" dirty="0"/>
              <a:t>3. </a:t>
            </a:r>
            <a:r>
              <a:rPr lang="zh-CN" altLang="en-US" dirty="0"/>
              <a:t>出版物检索</a:t>
            </a:r>
          </a:p>
          <a:p>
            <a:r>
              <a:rPr lang="en-US" altLang="zh-CN" dirty="0"/>
              <a:t>4. </a:t>
            </a:r>
            <a:r>
              <a:rPr lang="zh-CN" altLang="en-US" dirty="0"/>
              <a:t>高级检索</a:t>
            </a:r>
          </a:p>
          <a:p>
            <a:r>
              <a:rPr lang="en-US" altLang="zh-CN" dirty="0"/>
              <a:t>5. </a:t>
            </a:r>
            <a:r>
              <a:rPr lang="zh-CN" altLang="en-US" dirty="0"/>
              <a:t>专业检索</a:t>
            </a:r>
          </a:p>
          <a:p>
            <a:r>
              <a:rPr lang="en-US" altLang="zh-CN" dirty="0"/>
              <a:t>6. </a:t>
            </a:r>
            <a:r>
              <a:rPr lang="zh-CN" altLang="en-US" dirty="0"/>
              <a:t>作者发文检索</a:t>
            </a:r>
          </a:p>
          <a:p>
            <a:r>
              <a:rPr lang="en-US" altLang="zh-CN" dirty="0"/>
              <a:t>7. </a:t>
            </a:r>
            <a:r>
              <a:rPr lang="zh-CN" altLang="en-US" dirty="0"/>
              <a:t>句子检索</a:t>
            </a:r>
          </a:p>
          <a:p>
            <a:r>
              <a:rPr lang="en-US" altLang="zh-CN" dirty="0"/>
              <a:t>8. </a:t>
            </a:r>
            <a:r>
              <a:rPr lang="zh-CN" altLang="en-US" dirty="0"/>
              <a:t>知识元检索</a:t>
            </a:r>
          </a:p>
          <a:p>
            <a:r>
              <a:rPr lang="en-US" altLang="zh-CN" dirty="0"/>
              <a:t>9. </a:t>
            </a:r>
            <a:r>
              <a:rPr lang="zh-CN" altLang="en-US" dirty="0"/>
              <a:t>指数检索</a:t>
            </a:r>
          </a:p>
          <a:p>
            <a:r>
              <a:rPr lang="en-US" altLang="zh-CN" dirty="0"/>
              <a:t>10. </a:t>
            </a:r>
            <a:r>
              <a:rPr lang="zh-CN" altLang="en-US" dirty="0"/>
              <a:t>引文检索</a:t>
            </a:r>
          </a:p>
        </p:txBody>
      </p:sp>
      <p:pic>
        <p:nvPicPr>
          <p:cNvPr id="14" name="内容占位符 13">
            <a:extLst>
              <a:ext uri="{FF2B5EF4-FFF2-40B4-BE49-F238E27FC236}">
                <a16:creationId xmlns:a16="http://schemas.microsoft.com/office/drawing/2014/main" id="{B2CAB6C1-5AFB-4E7C-BC07-DB7EF255EACC}"/>
              </a:ext>
            </a:extLst>
          </p:cNvPr>
          <p:cNvPicPr>
            <a:picLocks noGrp="1" noChangeAspect="1"/>
          </p:cNvPicPr>
          <p:nvPr>
            <p:ph sz="half" idx="2"/>
          </p:nvPr>
        </p:nvPicPr>
        <p:blipFill>
          <a:blip r:embed="rId2"/>
          <a:stretch>
            <a:fillRect/>
          </a:stretch>
        </p:blipFill>
        <p:spPr>
          <a:xfrm>
            <a:off x="6172200" y="2383959"/>
            <a:ext cx="4448175" cy="2302342"/>
          </a:xfrm>
          <a:prstGeom prst="rect">
            <a:avLst/>
          </a:prstGeom>
        </p:spPr>
      </p:pic>
      <p:sp>
        <p:nvSpPr>
          <p:cNvPr id="15" name="矩形 14">
            <a:extLst>
              <a:ext uri="{FF2B5EF4-FFF2-40B4-BE49-F238E27FC236}">
                <a16:creationId xmlns:a16="http://schemas.microsoft.com/office/drawing/2014/main" id="{597968E6-C977-45D2-8137-412B26FD3473}"/>
              </a:ext>
            </a:extLst>
          </p:cNvPr>
          <p:cNvSpPr/>
          <p:nvPr/>
        </p:nvSpPr>
        <p:spPr>
          <a:xfrm>
            <a:off x="5565914" y="4996359"/>
            <a:ext cx="6096000" cy="1754326"/>
          </a:xfrm>
          <a:prstGeom prst="rect">
            <a:avLst/>
          </a:prstGeom>
        </p:spPr>
        <p:txBody>
          <a:bodyPr>
            <a:spAutoFit/>
          </a:bodyPr>
          <a:lstStyle/>
          <a:p>
            <a:r>
              <a:rPr lang="zh-CN" altLang="en-US" dirty="0"/>
              <a:t>引文：</a:t>
            </a:r>
            <a:r>
              <a:rPr lang="zh-CN" altLang="en-US" dirty="0">
                <a:hlinkClick r:id="rId3"/>
              </a:rPr>
              <a:t>https://mp.weixin.qq.com/s?__biz=MzA3MTc5MDM1Nw==&amp;mid=2650916580&amp;idx=1&amp;sn=f75523359001394cd4ab85ab18bacb6a&amp;chksm=84dd5c9eb3aad588b980d327e906d96d0101e3b4ac4ba484a9601755dc8af7fa8db54acf359f&amp;scene=27</a:t>
            </a:r>
            <a:r>
              <a:rPr lang="zh-CN" altLang="en-US" dirty="0"/>
              <a:t> </a:t>
            </a:r>
          </a:p>
        </p:txBody>
      </p:sp>
    </p:spTree>
    <p:extLst>
      <p:ext uri="{BB962C8B-B14F-4D97-AF65-F5344CB8AC3E}">
        <p14:creationId xmlns:p14="http://schemas.microsoft.com/office/powerpoint/2010/main" val="4194649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167A2-737C-42CC-9187-F4F359EBD73A}"/>
              </a:ext>
            </a:extLst>
          </p:cNvPr>
          <p:cNvSpPr>
            <a:spLocks noGrp="1"/>
          </p:cNvSpPr>
          <p:nvPr>
            <p:ph type="title"/>
          </p:nvPr>
        </p:nvSpPr>
        <p:spPr/>
        <p:txBody>
          <a:bodyPr/>
          <a:lstStyle/>
          <a:p>
            <a:r>
              <a:rPr lang="zh-CN" altLang="en-US" dirty="0"/>
              <a:t>我们尝试操作一下</a:t>
            </a:r>
          </a:p>
        </p:txBody>
      </p:sp>
      <p:sp>
        <p:nvSpPr>
          <p:cNvPr id="5" name="文本占位符 4">
            <a:extLst>
              <a:ext uri="{FF2B5EF4-FFF2-40B4-BE49-F238E27FC236}">
                <a16:creationId xmlns:a16="http://schemas.microsoft.com/office/drawing/2014/main" id="{E2B0C24C-DCBE-4DA9-B2F0-CE4639416018}"/>
              </a:ext>
            </a:extLst>
          </p:cNvPr>
          <p:cNvSpPr>
            <a:spLocks noGrp="1"/>
          </p:cNvSpPr>
          <p:nvPr>
            <p:ph type="body" idx="1"/>
          </p:nvPr>
        </p:nvSpPr>
        <p:spPr/>
        <p:txBody>
          <a:bodyPr/>
          <a:lstStyle/>
          <a:p>
            <a:r>
              <a:rPr lang="zh-CN" altLang="en-US" dirty="0"/>
              <a:t>“选题”</a:t>
            </a:r>
          </a:p>
        </p:txBody>
      </p:sp>
      <p:sp>
        <p:nvSpPr>
          <p:cNvPr id="6" name="文本占位符 5">
            <a:extLst>
              <a:ext uri="{FF2B5EF4-FFF2-40B4-BE49-F238E27FC236}">
                <a16:creationId xmlns:a16="http://schemas.microsoft.com/office/drawing/2014/main" id="{051396B2-7C33-4338-B27F-EF71ECE526A4}"/>
              </a:ext>
            </a:extLst>
          </p:cNvPr>
          <p:cNvSpPr>
            <a:spLocks noGrp="1"/>
          </p:cNvSpPr>
          <p:nvPr>
            <p:ph type="body" sz="quarter" idx="3"/>
          </p:nvPr>
        </p:nvSpPr>
        <p:spPr/>
        <p:txBody>
          <a:bodyPr/>
          <a:lstStyle/>
          <a:p>
            <a:r>
              <a:rPr lang="zh-CN" altLang="en-US" dirty="0"/>
              <a:t>“关键词”</a:t>
            </a:r>
          </a:p>
        </p:txBody>
      </p:sp>
      <p:sp>
        <p:nvSpPr>
          <p:cNvPr id="4" name="内容占位符 3">
            <a:extLst>
              <a:ext uri="{FF2B5EF4-FFF2-40B4-BE49-F238E27FC236}">
                <a16:creationId xmlns:a16="http://schemas.microsoft.com/office/drawing/2014/main" id="{708B997D-110A-DCCE-0967-61F0498002AC}"/>
              </a:ext>
            </a:extLst>
          </p:cNvPr>
          <p:cNvSpPr>
            <a:spLocks noGrp="1"/>
          </p:cNvSpPr>
          <p:nvPr>
            <p:ph sz="half" idx="2"/>
          </p:nvPr>
        </p:nvSpPr>
        <p:spPr/>
        <p:txBody>
          <a:bodyPr>
            <a:normAutofit lnSpcReduction="10000"/>
          </a:bodyPr>
          <a:lstStyle/>
          <a:p>
            <a:r>
              <a:rPr lang="zh-CN" altLang="en-US" dirty="0"/>
              <a:t>青少年自杀</a:t>
            </a:r>
            <a:endParaRPr lang="en-US" altLang="zh-CN" dirty="0"/>
          </a:p>
          <a:p>
            <a:r>
              <a:rPr lang="zh-CN" altLang="en-US" dirty="0"/>
              <a:t>爱国主义消费</a:t>
            </a:r>
            <a:endParaRPr lang="en-US" altLang="zh-CN" dirty="0"/>
          </a:p>
          <a:p>
            <a:r>
              <a:rPr lang="zh-CN" altLang="en-US" dirty="0"/>
              <a:t>吸食大麻</a:t>
            </a:r>
            <a:endParaRPr lang="en-US" altLang="zh-CN" dirty="0"/>
          </a:p>
          <a:p>
            <a:r>
              <a:rPr lang="zh-CN" altLang="en-US" dirty="0"/>
              <a:t>新黄色新闻</a:t>
            </a:r>
            <a:endParaRPr lang="en-US" altLang="zh-CN" dirty="0"/>
          </a:p>
          <a:p>
            <a:r>
              <a:rPr lang="zh-CN" altLang="en-US" dirty="0"/>
              <a:t>双减</a:t>
            </a:r>
            <a:endParaRPr lang="en-US" altLang="zh-CN" dirty="0"/>
          </a:p>
          <a:p>
            <a:r>
              <a:rPr lang="zh-CN" altLang="en-US" dirty="0"/>
              <a:t>大学教育</a:t>
            </a:r>
          </a:p>
        </p:txBody>
      </p:sp>
      <p:sp>
        <p:nvSpPr>
          <p:cNvPr id="8" name="内容占位符 7">
            <a:extLst>
              <a:ext uri="{FF2B5EF4-FFF2-40B4-BE49-F238E27FC236}">
                <a16:creationId xmlns:a16="http://schemas.microsoft.com/office/drawing/2014/main" id="{9FE8F4DA-0D1E-A1F6-FB34-85AC61D4F9F9}"/>
              </a:ext>
            </a:extLst>
          </p:cNvPr>
          <p:cNvSpPr>
            <a:spLocks noGrp="1"/>
          </p:cNvSpPr>
          <p:nvPr>
            <p:ph sz="quarter" idx="4"/>
          </p:nvPr>
        </p:nvSpPr>
        <p:spPr/>
        <p:txBody>
          <a:bodyPr>
            <a:normAutofit lnSpcReduction="10000"/>
          </a:bodyPr>
          <a:lstStyle/>
          <a:p>
            <a:r>
              <a:rPr lang="zh-CN" altLang="en-US" dirty="0"/>
              <a:t>？？？</a:t>
            </a:r>
            <a:endParaRPr lang="en-US" altLang="zh-CN" dirty="0"/>
          </a:p>
          <a:p>
            <a:r>
              <a:rPr lang="zh-CN" altLang="en-US" dirty="0"/>
              <a:t>？？？</a:t>
            </a:r>
            <a:endParaRPr lang="en-US" altLang="zh-CN" dirty="0"/>
          </a:p>
          <a:p>
            <a:r>
              <a:rPr lang="zh-CN" altLang="en-US" dirty="0"/>
              <a:t>？？？</a:t>
            </a:r>
            <a:endParaRPr lang="en-US" altLang="zh-CN" dirty="0"/>
          </a:p>
          <a:p>
            <a:r>
              <a:rPr lang="zh-CN" altLang="en-US" dirty="0"/>
              <a:t>？？？</a:t>
            </a:r>
            <a:endParaRPr lang="en-US" altLang="zh-CN" dirty="0"/>
          </a:p>
          <a:p>
            <a:r>
              <a:rPr lang="zh-CN" altLang="en-US" dirty="0"/>
              <a:t>？？？</a:t>
            </a:r>
            <a:endParaRPr lang="en-US" altLang="zh-CN" dirty="0"/>
          </a:p>
          <a:p>
            <a:r>
              <a:rPr lang="zh-CN" altLang="en-US" dirty="0"/>
              <a:t>？？？</a:t>
            </a:r>
          </a:p>
        </p:txBody>
      </p:sp>
    </p:spTree>
    <p:extLst>
      <p:ext uri="{BB962C8B-B14F-4D97-AF65-F5344CB8AC3E}">
        <p14:creationId xmlns:p14="http://schemas.microsoft.com/office/powerpoint/2010/main" val="1672709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D48C43-A8C5-4138-BAC0-00483F272C33}"/>
              </a:ext>
            </a:extLst>
          </p:cNvPr>
          <p:cNvSpPr>
            <a:spLocks noGrp="1"/>
          </p:cNvSpPr>
          <p:nvPr>
            <p:ph type="title"/>
          </p:nvPr>
        </p:nvSpPr>
        <p:spPr/>
        <p:txBody>
          <a:bodyPr/>
          <a:lstStyle/>
          <a:p>
            <a:r>
              <a:rPr lang="zh-CN" altLang="en-US" dirty="0"/>
              <a:t>如何选择文献</a:t>
            </a:r>
          </a:p>
        </p:txBody>
      </p:sp>
      <p:sp>
        <p:nvSpPr>
          <p:cNvPr id="3" name="文本占位符 2">
            <a:extLst>
              <a:ext uri="{FF2B5EF4-FFF2-40B4-BE49-F238E27FC236}">
                <a16:creationId xmlns:a16="http://schemas.microsoft.com/office/drawing/2014/main" id="{78FA35DF-BAF6-4353-8351-16D9A9026FC7}"/>
              </a:ext>
            </a:extLst>
          </p:cNvPr>
          <p:cNvSpPr>
            <a:spLocks noGrp="1"/>
          </p:cNvSpPr>
          <p:nvPr>
            <p:ph type="body" idx="1"/>
          </p:nvPr>
        </p:nvSpPr>
        <p:spPr/>
        <p:txBody>
          <a:bodyPr/>
          <a:lstStyle/>
          <a:p>
            <a:r>
              <a:rPr lang="zh-CN" altLang="en-US" dirty="0"/>
              <a:t>浙江大学期刊名录</a:t>
            </a:r>
          </a:p>
        </p:txBody>
      </p:sp>
      <p:sp>
        <p:nvSpPr>
          <p:cNvPr id="4" name="内容占位符 3">
            <a:extLst>
              <a:ext uri="{FF2B5EF4-FFF2-40B4-BE49-F238E27FC236}">
                <a16:creationId xmlns:a16="http://schemas.microsoft.com/office/drawing/2014/main" id="{C24DF744-4180-4115-911E-17E5539E671B}"/>
              </a:ext>
            </a:extLst>
          </p:cNvPr>
          <p:cNvSpPr>
            <a:spLocks noGrp="1"/>
          </p:cNvSpPr>
          <p:nvPr>
            <p:ph sz="half" idx="2"/>
          </p:nvPr>
        </p:nvSpPr>
        <p:spPr/>
        <p:txBody>
          <a:bodyPr>
            <a:normAutofit fontScale="85000" lnSpcReduction="20000"/>
          </a:bodyPr>
          <a:lstStyle/>
          <a:p>
            <a:r>
              <a:rPr lang="en-US" altLang="zh-CN" dirty="0"/>
              <a:t>1. </a:t>
            </a:r>
            <a:r>
              <a:rPr lang="zh-CN" altLang="en-US" dirty="0"/>
              <a:t>国内一级期刊（含人文社科权威期刊）为学校</a:t>
            </a:r>
            <a:r>
              <a:rPr lang="en-US" altLang="zh-CN" dirty="0"/>
              <a:t>2019</a:t>
            </a:r>
            <a:r>
              <a:rPr lang="zh-CN" altLang="en-US" dirty="0"/>
              <a:t>年公布的</a:t>
            </a:r>
            <a:r>
              <a:rPr lang="en-US" altLang="zh-CN" dirty="0"/>
              <a:t>《</a:t>
            </a:r>
            <a:r>
              <a:rPr lang="zh-CN" altLang="en-US" dirty="0"/>
              <a:t>国内学术期刊目录</a:t>
            </a:r>
            <a:r>
              <a:rPr lang="en-US" altLang="zh-CN" dirty="0"/>
              <a:t>·2016</a:t>
            </a:r>
            <a:r>
              <a:rPr lang="zh-CN" altLang="en-US" dirty="0"/>
              <a:t>修订版</a:t>
            </a:r>
            <a:r>
              <a:rPr lang="en-US" altLang="zh-CN" dirty="0"/>
              <a:t>》</a:t>
            </a:r>
            <a:r>
              <a:rPr lang="zh-CN" altLang="en-US" dirty="0"/>
              <a:t>的一级学术期刊。</a:t>
            </a:r>
          </a:p>
          <a:p>
            <a:r>
              <a:rPr lang="en-US" altLang="zh-CN" dirty="0"/>
              <a:t>2. </a:t>
            </a:r>
            <a:r>
              <a:rPr lang="zh-CN" altLang="en-US" dirty="0"/>
              <a:t>国内核心期刊由中国科学引文数据库（</a:t>
            </a:r>
            <a:r>
              <a:rPr lang="en-US" altLang="zh-CN" dirty="0"/>
              <a:t>CSCD</a:t>
            </a:r>
            <a:r>
              <a:rPr lang="zh-CN" altLang="en-US" dirty="0"/>
              <a:t>）</a:t>
            </a:r>
            <a:r>
              <a:rPr lang="en-US" altLang="zh-CN" dirty="0"/>
              <a:t>•2017-2018</a:t>
            </a:r>
            <a:r>
              <a:rPr lang="zh-CN" altLang="en-US" dirty="0"/>
              <a:t>、</a:t>
            </a:r>
            <a:r>
              <a:rPr lang="en-US" altLang="zh-CN" dirty="0"/>
              <a:t>2019-2020</a:t>
            </a:r>
            <a:r>
              <a:rPr lang="zh-CN" altLang="en-US" dirty="0"/>
              <a:t>和中文社会科学引文索引（</a:t>
            </a:r>
            <a:r>
              <a:rPr lang="en-US" altLang="zh-CN" dirty="0"/>
              <a:t>CSSCI</a:t>
            </a:r>
            <a:r>
              <a:rPr lang="zh-CN" altLang="en-US" dirty="0"/>
              <a:t>）</a:t>
            </a:r>
            <a:r>
              <a:rPr lang="en-US" altLang="zh-CN" dirty="0"/>
              <a:t>•2017-2018</a:t>
            </a:r>
            <a:r>
              <a:rPr lang="zh-CN" altLang="en-US" dirty="0"/>
              <a:t>、</a:t>
            </a:r>
            <a:r>
              <a:rPr lang="en-US" altLang="zh-CN" dirty="0"/>
              <a:t>2019-2020</a:t>
            </a:r>
            <a:r>
              <a:rPr lang="zh-CN" altLang="en-US" dirty="0"/>
              <a:t>整理而成。</a:t>
            </a:r>
          </a:p>
          <a:p>
            <a:r>
              <a:rPr lang="en-US" altLang="zh-CN" dirty="0"/>
              <a:t>3. </a:t>
            </a:r>
            <a:r>
              <a:rPr lang="zh-CN" altLang="en-US" dirty="0"/>
              <a:t>未在以上一级、核心期刊目录中的中国科技期刊卓越行动计划入选期刊增列为国内核心期刊。</a:t>
            </a:r>
          </a:p>
        </p:txBody>
      </p:sp>
      <p:sp>
        <p:nvSpPr>
          <p:cNvPr id="5" name="文本占位符 4">
            <a:extLst>
              <a:ext uri="{FF2B5EF4-FFF2-40B4-BE49-F238E27FC236}">
                <a16:creationId xmlns:a16="http://schemas.microsoft.com/office/drawing/2014/main" id="{C17D7D22-8492-426D-925B-28A5F2468146}"/>
              </a:ext>
            </a:extLst>
          </p:cNvPr>
          <p:cNvSpPr>
            <a:spLocks noGrp="1"/>
          </p:cNvSpPr>
          <p:nvPr>
            <p:ph type="body" sz="quarter" idx="3"/>
          </p:nvPr>
        </p:nvSpPr>
        <p:spPr/>
        <p:txBody>
          <a:bodyPr/>
          <a:lstStyle/>
          <a:p>
            <a:r>
              <a:rPr lang="zh-CN" altLang="en-US" dirty="0"/>
              <a:t>中文</a:t>
            </a:r>
            <a:r>
              <a:rPr lang="en-US" altLang="zh-CN" dirty="0"/>
              <a:t>CSSCI</a:t>
            </a:r>
            <a:endParaRPr lang="zh-CN" altLang="en-US" dirty="0"/>
          </a:p>
        </p:txBody>
      </p:sp>
      <p:sp>
        <p:nvSpPr>
          <p:cNvPr id="6" name="内容占位符 5">
            <a:extLst>
              <a:ext uri="{FF2B5EF4-FFF2-40B4-BE49-F238E27FC236}">
                <a16:creationId xmlns:a16="http://schemas.microsoft.com/office/drawing/2014/main" id="{D32A9B27-561E-4E09-8338-F5DFB6139E98}"/>
              </a:ext>
            </a:extLst>
          </p:cNvPr>
          <p:cNvSpPr>
            <a:spLocks noGrp="1"/>
          </p:cNvSpPr>
          <p:nvPr>
            <p:ph sz="quarter" idx="4"/>
          </p:nvPr>
        </p:nvSpPr>
        <p:spPr/>
        <p:txBody>
          <a:bodyPr>
            <a:normAutofit fontScale="85000" lnSpcReduction="20000"/>
          </a:bodyPr>
          <a:lstStyle/>
          <a:p>
            <a:r>
              <a:rPr lang="zh-CN" altLang="en-US" dirty="0"/>
              <a:t>中文社会科学引文索引（</a:t>
            </a:r>
            <a:r>
              <a:rPr lang="en-US" altLang="zh-CN" dirty="0"/>
              <a:t>Chinese Social Sciences Citation Index</a:t>
            </a:r>
            <a:r>
              <a:rPr lang="zh-CN" altLang="en-US" dirty="0"/>
              <a:t>）是由南京大学投资建设、南京大学中国社会科学研究评价中心开发研制的人文社会科学引文数据库，用来检索中文人文社会科学领域的论文收录和被引用情况。</a:t>
            </a:r>
            <a:r>
              <a:rPr lang="en-US" altLang="zh-CN" dirty="0"/>
              <a:t>CSSCI</a:t>
            </a:r>
            <a:r>
              <a:rPr lang="zh-CN" altLang="en-US" dirty="0"/>
              <a:t>是一项凝聚了国内学术界、期刊界、管理部门集体智慧的知识创新成果，南京大学拥有</a:t>
            </a:r>
            <a:r>
              <a:rPr lang="en-US" altLang="zh-CN" dirty="0"/>
              <a:t>CSSCI\CBKCI</a:t>
            </a:r>
            <a:r>
              <a:rPr lang="zh-CN" altLang="en-US" dirty="0"/>
              <a:t>数据库的知识产权和相关领域的商标所有权。</a:t>
            </a:r>
          </a:p>
        </p:txBody>
      </p:sp>
    </p:spTree>
    <p:extLst>
      <p:ext uri="{BB962C8B-B14F-4D97-AF65-F5344CB8AC3E}">
        <p14:creationId xmlns:p14="http://schemas.microsoft.com/office/powerpoint/2010/main" val="219018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9407F-34DD-4AC7-9398-6BDB2398167F}"/>
              </a:ext>
            </a:extLst>
          </p:cNvPr>
          <p:cNvSpPr>
            <a:spLocks noGrp="1"/>
          </p:cNvSpPr>
          <p:nvPr>
            <p:ph type="title"/>
          </p:nvPr>
        </p:nvSpPr>
        <p:spPr/>
        <p:txBody>
          <a:bodyPr/>
          <a:lstStyle/>
          <a:p>
            <a:r>
              <a:rPr lang="zh-CN" altLang="en-US" dirty="0"/>
              <a:t>浙大期刊评价标准</a:t>
            </a:r>
          </a:p>
        </p:txBody>
      </p:sp>
      <p:graphicFrame>
        <p:nvGraphicFramePr>
          <p:cNvPr id="4" name="内容占位符 3">
            <a:extLst>
              <a:ext uri="{FF2B5EF4-FFF2-40B4-BE49-F238E27FC236}">
                <a16:creationId xmlns:a16="http://schemas.microsoft.com/office/drawing/2014/main" id="{18097952-D8C0-4313-8084-594A7D66393B}"/>
              </a:ext>
            </a:extLst>
          </p:cNvPr>
          <p:cNvGraphicFramePr>
            <a:graphicFrameLocks noGrp="1"/>
          </p:cNvGraphicFramePr>
          <p:nvPr>
            <p:ph idx="1"/>
            <p:extLst>
              <p:ext uri="{D42A27DB-BD31-4B8C-83A1-F6EECF244321}">
                <p14:modId xmlns:p14="http://schemas.microsoft.com/office/powerpoint/2010/main" val="1670931953"/>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2410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3AABD-B3E0-49E9-8A20-098B225327C9}"/>
              </a:ext>
            </a:extLst>
          </p:cNvPr>
          <p:cNvSpPr>
            <a:spLocks noGrp="1"/>
          </p:cNvSpPr>
          <p:nvPr>
            <p:ph type="title"/>
          </p:nvPr>
        </p:nvSpPr>
        <p:spPr/>
        <p:txBody>
          <a:bodyPr/>
          <a:lstStyle/>
          <a:p>
            <a:r>
              <a:rPr lang="zh-CN" altLang="en-US" dirty="0"/>
              <a:t>数据库简要判断标准</a:t>
            </a:r>
          </a:p>
        </p:txBody>
      </p:sp>
      <p:graphicFrame>
        <p:nvGraphicFramePr>
          <p:cNvPr id="8" name="内容占位符 7">
            <a:extLst>
              <a:ext uri="{FF2B5EF4-FFF2-40B4-BE49-F238E27FC236}">
                <a16:creationId xmlns:a16="http://schemas.microsoft.com/office/drawing/2014/main" id="{8389D486-9B11-4EE7-9070-5845BAF161DE}"/>
              </a:ext>
            </a:extLst>
          </p:cNvPr>
          <p:cNvGraphicFramePr>
            <a:graphicFrameLocks noGrp="1"/>
          </p:cNvGraphicFramePr>
          <p:nvPr>
            <p:ph idx="1"/>
            <p:extLst>
              <p:ext uri="{D42A27DB-BD31-4B8C-83A1-F6EECF244321}">
                <p14:modId xmlns:p14="http://schemas.microsoft.com/office/powerpoint/2010/main" val="3934553104"/>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767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D265A2-4684-463E-B602-6CF936EBCB81}"/>
              </a:ext>
            </a:extLst>
          </p:cNvPr>
          <p:cNvSpPr>
            <a:spLocks noGrp="1"/>
          </p:cNvSpPr>
          <p:nvPr>
            <p:ph type="title"/>
          </p:nvPr>
        </p:nvSpPr>
        <p:spPr/>
        <p:txBody>
          <a:bodyPr/>
          <a:lstStyle/>
          <a:p>
            <a:r>
              <a:rPr lang="zh-CN" altLang="en-US" dirty="0"/>
              <a:t>挑选综合前</a:t>
            </a:r>
            <a:r>
              <a:rPr lang="en-US" altLang="zh-CN" dirty="0"/>
              <a:t>10</a:t>
            </a:r>
            <a:r>
              <a:rPr lang="zh-CN" altLang="en-US" dirty="0"/>
              <a:t>篇论文下载</a:t>
            </a:r>
          </a:p>
        </p:txBody>
      </p:sp>
      <p:pic>
        <p:nvPicPr>
          <p:cNvPr id="6" name="内容占位符 5">
            <a:extLst>
              <a:ext uri="{FF2B5EF4-FFF2-40B4-BE49-F238E27FC236}">
                <a16:creationId xmlns:a16="http://schemas.microsoft.com/office/drawing/2014/main" id="{79EE83EC-C6B1-815C-9669-B051BC6C5D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34087" y="1354812"/>
            <a:ext cx="7260335" cy="5212244"/>
          </a:xfrm>
        </p:spPr>
      </p:pic>
    </p:spTree>
    <p:extLst>
      <p:ext uri="{BB962C8B-B14F-4D97-AF65-F5344CB8AC3E}">
        <p14:creationId xmlns:p14="http://schemas.microsoft.com/office/powerpoint/2010/main" val="4055631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8A8374-E11E-4353-BC7C-AAC2AE763E63}"/>
              </a:ext>
            </a:extLst>
          </p:cNvPr>
          <p:cNvSpPr>
            <a:spLocks noGrp="1"/>
          </p:cNvSpPr>
          <p:nvPr>
            <p:ph type="title"/>
          </p:nvPr>
        </p:nvSpPr>
        <p:spPr/>
        <p:txBody>
          <a:bodyPr/>
          <a:lstStyle/>
          <a:p>
            <a:r>
              <a:rPr lang="zh-CN" altLang="en-US" dirty="0"/>
              <a:t>如何引用文献</a:t>
            </a:r>
          </a:p>
        </p:txBody>
      </p:sp>
      <p:sp>
        <p:nvSpPr>
          <p:cNvPr id="3" name="内容占位符 2">
            <a:extLst>
              <a:ext uri="{FF2B5EF4-FFF2-40B4-BE49-F238E27FC236}">
                <a16:creationId xmlns:a16="http://schemas.microsoft.com/office/drawing/2014/main" id="{68D9D4AD-3270-4D14-8B5A-C6B3F5F76695}"/>
              </a:ext>
            </a:extLst>
          </p:cNvPr>
          <p:cNvSpPr>
            <a:spLocks noGrp="1"/>
          </p:cNvSpPr>
          <p:nvPr>
            <p:ph idx="1"/>
          </p:nvPr>
        </p:nvSpPr>
        <p:spPr/>
        <p:txBody>
          <a:bodyPr>
            <a:normAutofit/>
          </a:bodyPr>
          <a:lstStyle/>
          <a:p>
            <a:r>
              <a:rPr lang="zh-CN" altLang="en-US" dirty="0"/>
              <a:t>参考文献主要有五类：</a:t>
            </a:r>
          </a:p>
          <a:p>
            <a:pPr lvl="1"/>
            <a:r>
              <a:rPr lang="en-US" altLang="zh-CN" b="1" dirty="0">
                <a:solidFill>
                  <a:srgbClr val="FF0000"/>
                </a:solidFill>
              </a:rPr>
              <a:t>1</a:t>
            </a:r>
            <a:r>
              <a:rPr lang="zh-CN" altLang="en-US" b="1" dirty="0">
                <a:solidFill>
                  <a:srgbClr val="FF0000"/>
                </a:solidFill>
              </a:rPr>
              <a:t>、专著：普通图书、学位论文、会议文集、技术报告、标准、汇编、古籍、多卷书、丛书等</a:t>
            </a:r>
          </a:p>
          <a:p>
            <a:pPr lvl="1"/>
            <a:r>
              <a:rPr lang="en-US" altLang="zh-CN" b="1" dirty="0">
                <a:solidFill>
                  <a:srgbClr val="FF0000"/>
                </a:solidFill>
              </a:rPr>
              <a:t>2</a:t>
            </a:r>
            <a:r>
              <a:rPr lang="zh-CN" altLang="en-US" b="1" dirty="0">
                <a:solidFill>
                  <a:srgbClr val="FF0000"/>
                </a:solidFill>
              </a:rPr>
              <a:t>、连续出版物：期刊、报纸等</a:t>
            </a:r>
          </a:p>
          <a:p>
            <a:pPr lvl="1"/>
            <a:r>
              <a:rPr lang="en-US" altLang="zh-CN" dirty="0"/>
              <a:t>3</a:t>
            </a:r>
            <a:r>
              <a:rPr lang="zh-CN" altLang="en-US" dirty="0"/>
              <a:t>、析出文献：专著中析出的文献（普通图书中析出的文献、会议文集中析出的文献等）、连续出版物中析出的文献（期刊中析出的文献、报纸中析出的文献等）</a:t>
            </a:r>
          </a:p>
          <a:p>
            <a:pPr lvl="1"/>
            <a:r>
              <a:rPr lang="en-US" altLang="zh-CN" dirty="0"/>
              <a:t>4</a:t>
            </a:r>
            <a:r>
              <a:rPr lang="zh-CN" altLang="en-US" dirty="0"/>
              <a:t>、专利文献：专利申请书、专利说明书、专利公报、专利年度索引等</a:t>
            </a:r>
          </a:p>
          <a:p>
            <a:pPr lvl="1"/>
            <a:r>
              <a:rPr lang="en-US" altLang="zh-CN" dirty="0"/>
              <a:t>5</a:t>
            </a:r>
            <a:r>
              <a:rPr lang="zh-CN" altLang="en-US" dirty="0"/>
              <a:t>、电子文献：电子书刊、数据库、电子公告等</a:t>
            </a:r>
          </a:p>
        </p:txBody>
      </p:sp>
    </p:spTree>
    <p:extLst>
      <p:ext uri="{BB962C8B-B14F-4D97-AF65-F5344CB8AC3E}">
        <p14:creationId xmlns:p14="http://schemas.microsoft.com/office/powerpoint/2010/main" val="3940027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6FD1F-8706-4697-A6EA-83EE4BADC904}"/>
              </a:ext>
            </a:extLst>
          </p:cNvPr>
          <p:cNvSpPr>
            <a:spLocks noGrp="1"/>
          </p:cNvSpPr>
          <p:nvPr>
            <p:ph type="title"/>
          </p:nvPr>
        </p:nvSpPr>
        <p:spPr/>
        <p:txBody>
          <a:bodyPr/>
          <a:lstStyle/>
          <a:p>
            <a:r>
              <a:rPr lang="zh-CN" altLang="en-US" dirty="0"/>
              <a:t>专著著录格式</a:t>
            </a:r>
          </a:p>
        </p:txBody>
      </p:sp>
      <p:pic>
        <p:nvPicPr>
          <p:cNvPr id="7" name="内容占位符 6">
            <a:extLst>
              <a:ext uri="{FF2B5EF4-FFF2-40B4-BE49-F238E27FC236}">
                <a16:creationId xmlns:a16="http://schemas.microsoft.com/office/drawing/2014/main" id="{7196D000-FD2C-4987-BEDB-6729809645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8688" y="1948070"/>
            <a:ext cx="8341712" cy="4104861"/>
          </a:xfrm>
        </p:spPr>
      </p:pic>
    </p:spTree>
    <p:extLst>
      <p:ext uri="{BB962C8B-B14F-4D97-AF65-F5344CB8AC3E}">
        <p14:creationId xmlns:p14="http://schemas.microsoft.com/office/powerpoint/2010/main" val="1123333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0F445-5F8E-4337-B12C-30EE11235743}"/>
              </a:ext>
            </a:extLst>
          </p:cNvPr>
          <p:cNvSpPr>
            <a:spLocks noGrp="1"/>
          </p:cNvSpPr>
          <p:nvPr>
            <p:ph type="title"/>
          </p:nvPr>
        </p:nvSpPr>
        <p:spPr/>
        <p:txBody>
          <a:bodyPr/>
          <a:lstStyle/>
          <a:p>
            <a:r>
              <a:rPr lang="zh-CN" altLang="en-US" dirty="0"/>
              <a:t>期刊著录格式</a:t>
            </a:r>
          </a:p>
        </p:txBody>
      </p:sp>
      <p:pic>
        <p:nvPicPr>
          <p:cNvPr id="7" name="内容占位符 6">
            <a:extLst>
              <a:ext uri="{FF2B5EF4-FFF2-40B4-BE49-F238E27FC236}">
                <a16:creationId xmlns:a16="http://schemas.microsoft.com/office/drawing/2014/main" id="{63C097A9-C476-46AB-A484-78110F7E8D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9697" y="2090531"/>
            <a:ext cx="9275831" cy="3752022"/>
          </a:xfrm>
        </p:spPr>
      </p:pic>
    </p:spTree>
    <p:extLst>
      <p:ext uri="{BB962C8B-B14F-4D97-AF65-F5344CB8AC3E}">
        <p14:creationId xmlns:p14="http://schemas.microsoft.com/office/powerpoint/2010/main" val="1438557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D79E6B-A796-436B-B933-78FF87318B81}"/>
              </a:ext>
            </a:extLst>
          </p:cNvPr>
          <p:cNvSpPr>
            <a:spLocks noGrp="1"/>
          </p:cNvSpPr>
          <p:nvPr>
            <p:ph type="title"/>
          </p:nvPr>
        </p:nvSpPr>
        <p:spPr/>
        <p:txBody>
          <a:bodyPr/>
          <a:lstStyle/>
          <a:p>
            <a:r>
              <a:rPr lang="zh-CN" altLang="en-US" dirty="0"/>
              <a:t>文内引用格式</a:t>
            </a:r>
            <a:r>
              <a:rPr lang="en-US" altLang="zh-CN" dirty="0"/>
              <a:t>-</a:t>
            </a:r>
            <a:r>
              <a:rPr lang="zh-CN" altLang="en-US" dirty="0"/>
              <a:t>参考</a:t>
            </a:r>
            <a:r>
              <a:rPr lang="en-US" altLang="zh-CN" dirty="0"/>
              <a:t>APA</a:t>
            </a:r>
            <a:endParaRPr lang="zh-CN" altLang="en-US" dirty="0"/>
          </a:p>
        </p:txBody>
      </p:sp>
      <p:pic>
        <p:nvPicPr>
          <p:cNvPr id="4" name="内容占位符 3">
            <a:extLst>
              <a:ext uri="{FF2B5EF4-FFF2-40B4-BE49-F238E27FC236}">
                <a16:creationId xmlns:a16="http://schemas.microsoft.com/office/drawing/2014/main" id="{6C92A1F5-55DB-439E-8D5F-9CECA742F5FE}"/>
              </a:ext>
            </a:extLst>
          </p:cNvPr>
          <p:cNvPicPr>
            <a:picLocks noGrp="1" noChangeAspect="1"/>
          </p:cNvPicPr>
          <p:nvPr>
            <p:ph idx="1"/>
          </p:nvPr>
        </p:nvPicPr>
        <p:blipFill>
          <a:blip r:embed="rId2"/>
          <a:stretch>
            <a:fillRect/>
          </a:stretch>
        </p:blipFill>
        <p:spPr>
          <a:xfrm>
            <a:off x="2414726" y="1650782"/>
            <a:ext cx="8167456" cy="4635283"/>
          </a:xfrm>
          <a:prstGeom prst="rect">
            <a:avLst/>
          </a:prstGeom>
        </p:spPr>
      </p:pic>
    </p:spTree>
    <p:extLst>
      <p:ext uri="{BB962C8B-B14F-4D97-AF65-F5344CB8AC3E}">
        <p14:creationId xmlns:p14="http://schemas.microsoft.com/office/powerpoint/2010/main" val="538456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5EDB79-2E8B-4E1E-972F-49709A714580}"/>
              </a:ext>
            </a:extLst>
          </p:cNvPr>
          <p:cNvSpPr>
            <a:spLocks noGrp="1"/>
          </p:cNvSpPr>
          <p:nvPr>
            <p:ph type="title"/>
          </p:nvPr>
        </p:nvSpPr>
        <p:spPr/>
        <p:txBody>
          <a:bodyPr/>
          <a:lstStyle/>
          <a:p>
            <a:r>
              <a:rPr lang="zh-CN" altLang="en-US" dirty="0"/>
              <a:t>文献引用软件工具</a:t>
            </a:r>
          </a:p>
        </p:txBody>
      </p:sp>
      <p:sp>
        <p:nvSpPr>
          <p:cNvPr id="3" name="内容占位符 2">
            <a:extLst>
              <a:ext uri="{FF2B5EF4-FFF2-40B4-BE49-F238E27FC236}">
                <a16:creationId xmlns:a16="http://schemas.microsoft.com/office/drawing/2014/main" id="{32CE7F5F-8B47-4F19-88E5-9CD99251C95C}"/>
              </a:ext>
            </a:extLst>
          </p:cNvPr>
          <p:cNvSpPr>
            <a:spLocks noGrp="1"/>
          </p:cNvSpPr>
          <p:nvPr>
            <p:ph idx="1"/>
          </p:nvPr>
        </p:nvSpPr>
        <p:spPr/>
        <p:txBody>
          <a:bodyPr/>
          <a:lstStyle/>
          <a:p>
            <a:r>
              <a:rPr lang="en-US" altLang="zh-CN" dirty="0"/>
              <a:t>EndNote</a:t>
            </a:r>
          </a:p>
          <a:p>
            <a:pPr lvl="1"/>
            <a:r>
              <a:rPr lang="en-US" altLang="zh-CN" dirty="0"/>
              <a:t>Endnote </a:t>
            </a:r>
            <a:r>
              <a:rPr lang="zh-CN" altLang="en-US" dirty="0"/>
              <a:t>可以说是市场上使用人数最多，占比最高的文献管理软件。</a:t>
            </a:r>
            <a:endParaRPr lang="en-US" altLang="zh-CN" dirty="0"/>
          </a:p>
          <a:p>
            <a:r>
              <a:rPr lang="en-US" altLang="zh-CN" dirty="0">
                <a:solidFill>
                  <a:srgbClr val="FF0000"/>
                </a:solidFill>
              </a:rPr>
              <a:t>Zotero</a:t>
            </a:r>
          </a:p>
          <a:p>
            <a:pPr lvl="1"/>
            <a:r>
              <a:rPr lang="zh-CN" altLang="en-US" dirty="0">
                <a:solidFill>
                  <a:srgbClr val="FF0000"/>
                </a:solidFill>
              </a:rPr>
              <a:t>免费！免费！免费 </a:t>
            </a:r>
            <a:r>
              <a:rPr lang="en-US" altLang="zh-CN" dirty="0">
                <a:solidFill>
                  <a:srgbClr val="FF0000"/>
                </a:solidFill>
              </a:rPr>
              <a:t>! </a:t>
            </a:r>
            <a:r>
              <a:rPr lang="zh-CN" altLang="en-US" dirty="0">
                <a:solidFill>
                  <a:srgbClr val="FF0000"/>
                </a:solidFill>
              </a:rPr>
              <a:t>重要的事情说三遍。</a:t>
            </a:r>
            <a:endParaRPr lang="en-US" altLang="zh-CN" dirty="0">
              <a:solidFill>
                <a:srgbClr val="FF0000"/>
              </a:solidFill>
            </a:endParaRPr>
          </a:p>
          <a:p>
            <a:r>
              <a:rPr lang="en-US" altLang="zh-CN" dirty="0"/>
              <a:t>Mendeley</a:t>
            </a:r>
          </a:p>
          <a:p>
            <a:pPr lvl="1"/>
            <a:r>
              <a:rPr lang="en-US" altLang="zh-CN" dirty="0"/>
              <a:t>Mendeley </a:t>
            </a:r>
            <a:r>
              <a:rPr lang="zh-CN" altLang="en-US" dirty="0"/>
              <a:t>是一款免费的文献管理软件，也被称为学术社交网络平台。</a:t>
            </a:r>
            <a:endParaRPr lang="en-US" altLang="zh-CN" dirty="0"/>
          </a:p>
          <a:p>
            <a:r>
              <a:rPr lang="en-US" altLang="zh-CN" dirty="0" err="1"/>
              <a:t>NoteExpress</a:t>
            </a:r>
            <a:endParaRPr lang="en-US" altLang="zh-CN" dirty="0"/>
          </a:p>
          <a:p>
            <a:pPr lvl="1"/>
            <a:r>
              <a:rPr lang="en-US" altLang="zh-CN" dirty="0"/>
              <a:t>NE </a:t>
            </a:r>
            <a:r>
              <a:rPr lang="zh-CN" altLang="en-US" dirty="0"/>
              <a:t>比知网研学支持更多的数据库，不仅支持知网还支持万方、维普等。</a:t>
            </a:r>
          </a:p>
        </p:txBody>
      </p:sp>
    </p:spTree>
    <p:extLst>
      <p:ext uri="{BB962C8B-B14F-4D97-AF65-F5344CB8AC3E}">
        <p14:creationId xmlns:p14="http://schemas.microsoft.com/office/powerpoint/2010/main" val="759480523"/>
      </p:ext>
    </p:extLst>
  </p:cSld>
  <p:clrMapOvr>
    <a:masterClrMapping/>
  </p:clrMapOvr>
</p:sld>
</file>

<file path=ppt/theme/theme1.xml><?xml version="1.0" encoding="utf-8"?>
<a:theme xmlns:a="http://schemas.openxmlformats.org/drawingml/2006/main" name="裁剪">
  <a:themeElements>
    <a:clrScheme name="裁剪">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裁剪">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裁剪">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TM10001105[[fn=裁剪]]</Template>
  <TotalTime>155</TotalTime>
  <Words>694</Words>
  <Application>Microsoft Office PowerPoint</Application>
  <PresentationFormat>宽屏</PresentationFormat>
  <Paragraphs>98</Paragraphs>
  <Slides>14</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14</vt:i4>
      </vt:variant>
    </vt:vector>
  </HeadingPairs>
  <TitlesOfParts>
    <vt:vector size="16" baseType="lpstr">
      <vt:lpstr>Franklin Gothic Book</vt:lpstr>
      <vt:lpstr>裁剪</vt:lpstr>
      <vt:lpstr>第六讲上 文献规范</vt:lpstr>
      <vt:lpstr>目录</vt:lpstr>
      <vt:lpstr>中英文数据库</vt:lpstr>
      <vt:lpstr>数据库检索方法</vt:lpstr>
      <vt:lpstr>我们尝试操作一下</vt:lpstr>
      <vt:lpstr>如何选择文献</vt:lpstr>
      <vt:lpstr>浙大期刊评价标准</vt:lpstr>
      <vt:lpstr>数据库简要判断标准</vt:lpstr>
      <vt:lpstr>挑选综合前10篇论文下载</vt:lpstr>
      <vt:lpstr>如何引用文献</vt:lpstr>
      <vt:lpstr>专著著录格式</vt:lpstr>
      <vt:lpstr>期刊著录格式</vt:lpstr>
      <vt:lpstr>文内引用格式-参考APA</vt:lpstr>
      <vt:lpstr>文献引用软件工具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第四讲 写作规范</dc:title>
  <dc:creator>Ma Michael</dc:creator>
  <cp:lastModifiedBy>Michael Ma</cp:lastModifiedBy>
  <cp:revision>9</cp:revision>
  <dcterms:created xsi:type="dcterms:W3CDTF">2023-05-23T06:42:00Z</dcterms:created>
  <dcterms:modified xsi:type="dcterms:W3CDTF">2024-05-27T02:14:20Z</dcterms:modified>
</cp:coreProperties>
</file>