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359" r:id="rId2"/>
    <p:sldId id="360" r:id="rId3"/>
    <p:sldId id="387" r:id="rId4"/>
    <p:sldId id="388" r:id="rId5"/>
    <p:sldId id="389" r:id="rId6"/>
    <p:sldId id="390" r:id="rId7"/>
    <p:sldId id="391" r:id="rId8"/>
    <p:sldId id="394" r:id="rId9"/>
  </p:sldIdLst>
  <p:sldSz cx="9144000" cy="5143500" type="screen16x9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B4761"/>
    <a:srgbClr val="D78668"/>
    <a:srgbClr val="D88769"/>
    <a:srgbClr val="F0F0F0"/>
    <a:srgbClr val="497193"/>
    <a:srgbClr val="005697"/>
    <a:srgbClr val="FF8181"/>
    <a:srgbClr val="FF5757"/>
    <a:srgbClr val="005DA2"/>
    <a:srgbClr val="7F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935" autoAdjust="0"/>
    <p:restoredTop sz="94660" autoAdjust="0"/>
  </p:normalViewPr>
  <p:slideViewPr>
    <p:cSldViewPr>
      <p:cViewPr varScale="1">
        <p:scale>
          <a:sx n="147" d="100"/>
          <a:sy n="147" d="100"/>
        </p:scale>
        <p:origin x="780" y="10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86" d="100"/>
        <a:sy n="186" d="100"/>
      </p:scale>
      <p:origin x="0" y="0"/>
    </p:cViewPr>
  </p:sorterViewPr>
  <p:notesViewPr>
    <p:cSldViewPr>
      <p:cViewPr varScale="1">
        <p:scale>
          <a:sx n="86" d="100"/>
          <a:sy n="86" d="100"/>
        </p:scale>
        <p:origin x="-3810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gs" Target="tags/tag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Ma" userId="6ad0b99d3e159485" providerId="LiveId" clId="{AC7C424F-566B-4F8A-8CC9-77D96BA9788D}"/>
    <pc:docChg chg="modSld">
      <pc:chgData name="Michael Ma" userId="6ad0b99d3e159485" providerId="LiveId" clId="{AC7C424F-566B-4F8A-8CC9-77D96BA9788D}" dt="2024-05-27T02:14:29.567" v="4" actId="20577"/>
      <pc:docMkLst>
        <pc:docMk/>
      </pc:docMkLst>
      <pc:sldChg chg="modSp mod">
        <pc:chgData name="Michael Ma" userId="6ad0b99d3e159485" providerId="LiveId" clId="{AC7C424F-566B-4F8A-8CC9-77D96BA9788D}" dt="2024-05-27T02:14:29.567" v="4" actId="20577"/>
        <pc:sldMkLst>
          <pc:docMk/>
          <pc:sldMk cId="2207800507" sldId="359"/>
        </pc:sldMkLst>
        <pc:spChg chg="mod">
          <ac:chgData name="Michael Ma" userId="6ad0b99d3e159485" providerId="LiveId" clId="{AC7C424F-566B-4F8A-8CC9-77D96BA9788D}" dt="2024-05-27T02:14:25.656" v="3" actId="20577"/>
          <ac:spMkLst>
            <pc:docMk/>
            <pc:sldMk cId="2207800507" sldId="359"/>
            <ac:spMk id="25" creationId="{00000000-0000-0000-0000-000000000000}"/>
          </ac:spMkLst>
        </pc:spChg>
        <pc:spChg chg="mod">
          <ac:chgData name="Michael Ma" userId="6ad0b99d3e159485" providerId="LiveId" clId="{AC7C424F-566B-4F8A-8CC9-77D96BA9788D}" dt="2024-05-27T02:14:29.567" v="4" actId="20577"/>
          <ac:spMkLst>
            <pc:docMk/>
            <pc:sldMk cId="2207800507" sldId="359"/>
            <ac:spMk id="28" creationId="{00000000-0000-0000-0000-000000000000}"/>
          </ac:spMkLst>
        </pc:spChg>
      </pc:sldChg>
    </pc:docChg>
  </pc:docChgLst>
  <pc:docChgLst>
    <pc:chgData name="Ma Michael" userId="6ad0b99d3e159485" providerId="LiveId" clId="{7E899604-4615-44B0-A48C-2AB2AD69E3D4}"/>
    <pc:docChg chg="delSld modSld">
      <pc:chgData name="Ma Michael" userId="6ad0b99d3e159485" providerId="LiveId" clId="{7E899604-4615-44B0-A48C-2AB2AD69E3D4}" dt="2023-12-04T05:53:09.042" v="21" actId="2696"/>
      <pc:docMkLst>
        <pc:docMk/>
      </pc:docMkLst>
      <pc:sldChg chg="modSp">
        <pc:chgData name="Ma Michael" userId="6ad0b99d3e159485" providerId="LiveId" clId="{7E899604-4615-44B0-A48C-2AB2AD69E3D4}" dt="2023-12-04T05:52:53.034" v="20" actId="20577"/>
        <pc:sldMkLst>
          <pc:docMk/>
          <pc:sldMk cId="2207800507" sldId="359"/>
        </pc:sldMkLst>
        <pc:spChg chg="mod">
          <ac:chgData name="Ma Michael" userId="6ad0b99d3e159485" providerId="LiveId" clId="{7E899604-4615-44B0-A48C-2AB2AD69E3D4}" dt="2023-12-04T05:52:32.698" v="15" actId="20577"/>
          <ac:spMkLst>
            <pc:docMk/>
            <pc:sldMk cId="2207800507" sldId="359"/>
            <ac:spMk id="25" creationId="{00000000-0000-0000-0000-000000000000}"/>
          </ac:spMkLst>
        </pc:spChg>
        <pc:spChg chg="mod">
          <ac:chgData name="Ma Michael" userId="6ad0b99d3e159485" providerId="LiveId" clId="{7E899604-4615-44B0-A48C-2AB2AD69E3D4}" dt="2023-12-04T05:52:53.034" v="20" actId="20577"/>
          <ac:spMkLst>
            <pc:docMk/>
            <pc:sldMk cId="2207800507" sldId="359"/>
            <ac:spMk id="28" creationId="{00000000-0000-0000-0000-000000000000}"/>
          </ac:spMkLst>
        </pc:spChg>
      </pc:sldChg>
      <pc:sldChg chg="del">
        <pc:chgData name="Ma Michael" userId="6ad0b99d3e159485" providerId="LiveId" clId="{7E899604-4615-44B0-A48C-2AB2AD69E3D4}" dt="2023-12-04T05:53:09.042" v="21" actId="2696"/>
        <pc:sldMkLst>
          <pc:docMk/>
          <pc:sldMk cId="4203415906" sldId="392"/>
        </pc:sldMkLst>
      </pc:sldChg>
      <pc:sldChg chg="del">
        <pc:chgData name="Ma Michael" userId="6ad0b99d3e159485" providerId="LiveId" clId="{7E899604-4615-44B0-A48C-2AB2AD69E3D4}" dt="2023-12-04T05:36:04.241" v="0" actId="2696"/>
        <pc:sldMkLst>
          <pc:docMk/>
          <pc:sldMk cId="2214174191" sldId="393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53A075-29DF-4CAE-8BA7-CDA0ED456C88}" type="datetimeFigureOut">
              <a:rPr lang="zh-CN" altLang="en-US" smtClean="0"/>
              <a:t>2024/5/27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924EE-29F1-4E68-A53A-86CBCBDF82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38443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2B73EA-EE91-4E33-A9C1-8BF5DD7139A2}" type="datetimeFigureOut">
              <a:rPr lang="zh-CN" altLang="en-US" smtClean="0"/>
              <a:t>2024/5/27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92B679-AE23-4750-8FB0-6513430B89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9301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168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55922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25251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5847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06659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68052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90859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1" Type="http://schemas.openxmlformats.org/officeDocument/2006/relationships/tags" Target="../tags/tag2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.xml"/><Relationship Id="rId1" Type="http://schemas.openxmlformats.org/officeDocument/2006/relationships/tags" Target="../tags/tag4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7.xml"/><Relationship Id="rId1" Type="http://schemas.openxmlformats.org/officeDocument/2006/relationships/tags" Target="../tags/tag6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9.xml"/><Relationship Id="rId1" Type="http://schemas.openxmlformats.org/officeDocument/2006/relationships/tags" Target="../tags/tag8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1.xml"/><Relationship Id="rId1" Type="http://schemas.openxmlformats.org/officeDocument/2006/relationships/tags" Target="../tags/tag10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3.xml"/><Relationship Id="rId1" Type="http://schemas.openxmlformats.org/officeDocument/2006/relationships/tags" Target="../tags/tag1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5.xml"/><Relationship Id="rId1" Type="http://schemas.openxmlformats.org/officeDocument/2006/relationships/tags" Target="../tags/tag1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7.xml"/><Relationship Id="rId1" Type="http://schemas.openxmlformats.org/officeDocument/2006/relationships/tags" Target="../tags/tag16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 7"/>
          <p:cNvSpPr/>
          <p:nvPr userDrawn="1">
            <p:custDataLst>
              <p:tags r:id="rId1"/>
            </p:custDataLst>
          </p:nvPr>
        </p:nvSpPr>
        <p:spPr>
          <a:xfrm>
            <a:off x="521636" y="555120"/>
            <a:ext cx="8623953" cy="22253"/>
          </a:xfrm>
          <a:custGeom>
            <a:avLst/>
            <a:gdLst>
              <a:gd name="connsiteX0" fmla="*/ 0 w 12125327"/>
              <a:gd name="connsiteY0" fmla="*/ 0 h 31282"/>
              <a:gd name="connsiteX1" fmla="*/ 12125327 w 12125327"/>
              <a:gd name="connsiteY1" fmla="*/ 0 h 31282"/>
              <a:gd name="connsiteX2" fmla="*/ 12125327 w 12125327"/>
              <a:gd name="connsiteY2" fmla="*/ 31282 h 31282"/>
              <a:gd name="connsiteX3" fmla="*/ 17139 w 12125327"/>
              <a:gd name="connsiteY3" fmla="*/ 31282 h 31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25327" h="31282">
                <a:moveTo>
                  <a:pt x="0" y="0"/>
                </a:moveTo>
                <a:lnTo>
                  <a:pt x="12125327" y="0"/>
                </a:lnTo>
                <a:lnTo>
                  <a:pt x="12125327" y="31282"/>
                </a:lnTo>
                <a:lnTo>
                  <a:pt x="17139" y="31282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40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" name="任意多边形 8"/>
          <p:cNvSpPr/>
          <p:nvPr userDrawn="1">
            <p:custDataLst>
              <p:tags r:id="rId2"/>
            </p:custDataLst>
          </p:nvPr>
        </p:nvSpPr>
        <p:spPr>
          <a:xfrm>
            <a:off x="2" y="195486"/>
            <a:ext cx="410536" cy="381886"/>
          </a:xfrm>
          <a:custGeom>
            <a:avLst/>
            <a:gdLst>
              <a:gd name="connsiteX0" fmla="*/ 284734 w 577217"/>
              <a:gd name="connsiteY0" fmla="*/ 0 h 536832"/>
              <a:gd name="connsiteX1" fmla="*/ 577217 w 577217"/>
              <a:gd name="connsiteY1" fmla="*/ 536832 h 536832"/>
              <a:gd name="connsiteX2" fmla="*/ 0 w 577217"/>
              <a:gd name="connsiteY2" fmla="*/ 536832 h 536832"/>
              <a:gd name="connsiteX3" fmla="*/ 0 w 577217"/>
              <a:gd name="connsiteY3" fmla="*/ 184 h 536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7217" h="536832">
                <a:moveTo>
                  <a:pt x="284734" y="0"/>
                </a:moveTo>
                <a:lnTo>
                  <a:pt x="577217" y="536832"/>
                </a:lnTo>
                <a:lnTo>
                  <a:pt x="0" y="536832"/>
                </a:lnTo>
                <a:lnTo>
                  <a:pt x="0" y="184"/>
                </a:lnTo>
                <a:close/>
              </a:path>
            </a:pathLst>
          </a:custGeom>
          <a:solidFill>
            <a:srgbClr val="3B47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400" dirty="0">
              <a:solidFill>
                <a:srgbClr val="7EC234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" name="Title 1"/>
          <p:cNvSpPr txBox="1">
            <a:spLocks/>
          </p:cNvSpPr>
          <p:nvPr userDrawn="1"/>
        </p:nvSpPr>
        <p:spPr>
          <a:xfrm>
            <a:off x="611560" y="175643"/>
            <a:ext cx="2129944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18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点击输入标题内容</a:t>
            </a:r>
            <a:endParaRPr lang="en-GB" altLang="zh-CN" sz="18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3114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5121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2024/5/27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2024/5/27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 7"/>
          <p:cNvSpPr/>
          <p:nvPr userDrawn="1">
            <p:custDataLst>
              <p:tags r:id="rId1"/>
            </p:custDataLst>
          </p:nvPr>
        </p:nvSpPr>
        <p:spPr>
          <a:xfrm>
            <a:off x="521636" y="555120"/>
            <a:ext cx="8623953" cy="22253"/>
          </a:xfrm>
          <a:custGeom>
            <a:avLst/>
            <a:gdLst>
              <a:gd name="connsiteX0" fmla="*/ 0 w 12125327"/>
              <a:gd name="connsiteY0" fmla="*/ 0 h 31282"/>
              <a:gd name="connsiteX1" fmla="*/ 12125327 w 12125327"/>
              <a:gd name="connsiteY1" fmla="*/ 0 h 31282"/>
              <a:gd name="connsiteX2" fmla="*/ 12125327 w 12125327"/>
              <a:gd name="connsiteY2" fmla="*/ 31282 h 31282"/>
              <a:gd name="connsiteX3" fmla="*/ 17139 w 12125327"/>
              <a:gd name="connsiteY3" fmla="*/ 31282 h 31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25327" h="31282">
                <a:moveTo>
                  <a:pt x="0" y="0"/>
                </a:moveTo>
                <a:lnTo>
                  <a:pt x="12125327" y="0"/>
                </a:lnTo>
                <a:lnTo>
                  <a:pt x="12125327" y="31282"/>
                </a:lnTo>
                <a:lnTo>
                  <a:pt x="17139" y="3128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400">
              <a:solidFill>
                <a:srgbClr val="FFFFFF"/>
              </a:solidFill>
              <a:sym typeface="Arial" panose="020B0604020202020204" pitchFamily="34" charset="0"/>
            </a:endParaRPr>
          </a:p>
        </p:txBody>
      </p:sp>
      <p:sp>
        <p:nvSpPr>
          <p:cNvPr id="9" name="任意多边形 8"/>
          <p:cNvSpPr/>
          <p:nvPr userDrawn="1">
            <p:custDataLst>
              <p:tags r:id="rId2"/>
            </p:custDataLst>
          </p:nvPr>
        </p:nvSpPr>
        <p:spPr>
          <a:xfrm>
            <a:off x="2" y="195486"/>
            <a:ext cx="410536" cy="381886"/>
          </a:xfrm>
          <a:custGeom>
            <a:avLst/>
            <a:gdLst>
              <a:gd name="connsiteX0" fmla="*/ 284734 w 577217"/>
              <a:gd name="connsiteY0" fmla="*/ 0 h 536832"/>
              <a:gd name="connsiteX1" fmla="*/ 577217 w 577217"/>
              <a:gd name="connsiteY1" fmla="*/ 536832 h 536832"/>
              <a:gd name="connsiteX2" fmla="*/ 0 w 577217"/>
              <a:gd name="connsiteY2" fmla="*/ 536832 h 536832"/>
              <a:gd name="connsiteX3" fmla="*/ 0 w 577217"/>
              <a:gd name="connsiteY3" fmla="*/ 184 h 536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7217" h="536832">
                <a:moveTo>
                  <a:pt x="284734" y="0"/>
                </a:moveTo>
                <a:lnTo>
                  <a:pt x="577217" y="536832"/>
                </a:lnTo>
                <a:lnTo>
                  <a:pt x="0" y="536832"/>
                </a:lnTo>
                <a:lnTo>
                  <a:pt x="0" y="184"/>
                </a:lnTo>
                <a:close/>
              </a:path>
            </a:pathLst>
          </a:custGeom>
          <a:solidFill>
            <a:srgbClr val="4971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400" dirty="0">
              <a:solidFill>
                <a:srgbClr val="7EC234"/>
              </a:solidFill>
              <a:sym typeface="Arial" panose="020B0604020202020204" pitchFamily="34" charset="0"/>
            </a:endParaRPr>
          </a:p>
        </p:txBody>
      </p:sp>
      <p:sp>
        <p:nvSpPr>
          <p:cNvPr id="4" name="Title 1"/>
          <p:cNvSpPr txBox="1">
            <a:spLocks/>
          </p:cNvSpPr>
          <p:nvPr userDrawn="1"/>
        </p:nvSpPr>
        <p:spPr>
          <a:xfrm>
            <a:off x="611560" y="175643"/>
            <a:ext cx="2129944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1800" b="1" dirty="0">
                <a:solidFill>
                  <a:srgbClr val="FFFFFF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点击输入标题内容</a:t>
            </a:r>
            <a:endParaRPr lang="en-GB" altLang="zh-CN" sz="1800" b="1" dirty="0">
              <a:solidFill>
                <a:srgbClr val="FFFFFF">
                  <a:lumMod val="5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63190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0084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6078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 7"/>
          <p:cNvSpPr/>
          <p:nvPr userDrawn="1">
            <p:custDataLst>
              <p:tags r:id="rId1"/>
            </p:custDataLst>
          </p:nvPr>
        </p:nvSpPr>
        <p:spPr>
          <a:xfrm>
            <a:off x="521636" y="555120"/>
            <a:ext cx="8623953" cy="22253"/>
          </a:xfrm>
          <a:custGeom>
            <a:avLst/>
            <a:gdLst>
              <a:gd name="connsiteX0" fmla="*/ 0 w 12125327"/>
              <a:gd name="connsiteY0" fmla="*/ 0 h 31282"/>
              <a:gd name="connsiteX1" fmla="*/ 12125327 w 12125327"/>
              <a:gd name="connsiteY1" fmla="*/ 0 h 31282"/>
              <a:gd name="connsiteX2" fmla="*/ 12125327 w 12125327"/>
              <a:gd name="connsiteY2" fmla="*/ 31282 h 31282"/>
              <a:gd name="connsiteX3" fmla="*/ 17139 w 12125327"/>
              <a:gd name="connsiteY3" fmla="*/ 31282 h 31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25327" h="31282">
                <a:moveTo>
                  <a:pt x="0" y="0"/>
                </a:moveTo>
                <a:lnTo>
                  <a:pt x="12125327" y="0"/>
                </a:lnTo>
                <a:lnTo>
                  <a:pt x="12125327" y="31282"/>
                </a:lnTo>
                <a:lnTo>
                  <a:pt x="17139" y="31282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400">
              <a:solidFill>
                <a:srgbClr val="FFFFFF"/>
              </a:solidFill>
              <a:sym typeface="Arial" panose="020B0604020202020204" pitchFamily="34" charset="0"/>
            </a:endParaRPr>
          </a:p>
        </p:txBody>
      </p:sp>
      <p:sp>
        <p:nvSpPr>
          <p:cNvPr id="9" name="任意多边形 8"/>
          <p:cNvSpPr/>
          <p:nvPr userDrawn="1">
            <p:custDataLst>
              <p:tags r:id="rId2"/>
            </p:custDataLst>
          </p:nvPr>
        </p:nvSpPr>
        <p:spPr>
          <a:xfrm>
            <a:off x="2" y="195486"/>
            <a:ext cx="410536" cy="381886"/>
          </a:xfrm>
          <a:custGeom>
            <a:avLst/>
            <a:gdLst>
              <a:gd name="connsiteX0" fmla="*/ 284734 w 577217"/>
              <a:gd name="connsiteY0" fmla="*/ 0 h 536832"/>
              <a:gd name="connsiteX1" fmla="*/ 577217 w 577217"/>
              <a:gd name="connsiteY1" fmla="*/ 536832 h 536832"/>
              <a:gd name="connsiteX2" fmla="*/ 0 w 577217"/>
              <a:gd name="connsiteY2" fmla="*/ 536832 h 536832"/>
              <a:gd name="connsiteX3" fmla="*/ 0 w 577217"/>
              <a:gd name="connsiteY3" fmla="*/ 184 h 536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7217" h="536832">
                <a:moveTo>
                  <a:pt x="284734" y="0"/>
                </a:moveTo>
                <a:lnTo>
                  <a:pt x="577217" y="536832"/>
                </a:lnTo>
                <a:lnTo>
                  <a:pt x="0" y="536832"/>
                </a:lnTo>
                <a:lnTo>
                  <a:pt x="0" y="184"/>
                </a:lnTo>
                <a:close/>
              </a:path>
            </a:pathLst>
          </a:custGeom>
          <a:solidFill>
            <a:srgbClr val="3B47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400" dirty="0">
              <a:solidFill>
                <a:srgbClr val="7EC234"/>
              </a:solidFill>
              <a:sym typeface="Arial" panose="020B0604020202020204" pitchFamily="34" charset="0"/>
            </a:endParaRPr>
          </a:p>
        </p:txBody>
      </p:sp>
      <p:sp>
        <p:nvSpPr>
          <p:cNvPr id="4" name="Title 1"/>
          <p:cNvSpPr txBox="1">
            <a:spLocks/>
          </p:cNvSpPr>
          <p:nvPr userDrawn="1"/>
        </p:nvSpPr>
        <p:spPr>
          <a:xfrm>
            <a:off x="611560" y="175643"/>
            <a:ext cx="2129944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1800" b="1" dirty="0">
                <a:solidFill>
                  <a:srgbClr val="FFFFFF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点击输入标题内容</a:t>
            </a:r>
            <a:endParaRPr lang="en-GB" altLang="zh-CN" sz="1800" b="1" dirty="0">
              <a:solidFill>
                <a:srgbClr val="FFFFFF">
                  <a:lumMod val="5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42983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2794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6152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 7"/>
          <p:cNvSpPr/>
          <p:nvPr userDrawn="1">
            <p:custDataLst>
              <p:tags r:id="rId1"/>
            </p:custDataLst>
          </p:nvPr>
        </p:nvSpPr>
        <p:spPr>
          <a:xfrm>
            <a:off x="521636" y="555120"/>
            <a:ext cx="8623953" cy="22253"/>
          </a:xfrm>
          <a:custGeom>
            <a:avLst/>
            <a:gdLst>
              <a:gd name="connsiteX0" fmla="*/ 0 w 12125327"/>
              <a:gd name="connsiteY0" fmla="*/ 0 h 31282"/>
              <a:gd name="connsiteX1" fmla="*/ 12125327 w 12125327"/>
              <a:gd name="connsiteY1" fmla="*/ 0 h 31282"/>
              <a:gd name="connsiteX2" fmla="*/ 12125327 w 12125327"/>
              <a:gd name="connsiteY2" fmla="*/ 31282 h 31282"/>
              <a:gd name="connsiteX3" fmla="*/ 17139 w 12125327"/>
              <a:gd name="connsiteY3" fmla="*/ 31282 h 31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25327" h="31282">
                <a:moveTo>
                  <a:pt x="0" y="0"/>
                </a:moveTo>
                <a:lnTo>
                  <a:pt x="12125327" y="0"/>
                </a:lnTo>
                <a:lnTo>
                  <a:pt x="12125327" y="31282"/>
                </a:lnTo>
                <a:lnTo>
                  <a:pt x="17139" y="3128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400">
              <a:solidFill>
                <a:srgbClr val="FFFFFF"/>
              </a:solidFill>
              <a:sym typeface="Arial" panose="020B0604020202020204" pitchFamily="34" charset="0"/>
            </a:endParaRPr>
          </a:p>
        </p:txBody>
      </p:sp>
      <p:sp>
        <p:nvSpPr>
          <p:cNvPr id="9" name="任意多边形 8"/>
          <p:cNvSpPr/>
          <p:nvPr userDrawn="1">
            <p:custDataLst>
              <p:tags r:id="rId2"/>
            </p:custDataLst>
          </p:nvPr>
        </p:nvSpPr>
        <p:spPr>
          <a:xfrm>
            <a:off x="2" y="195486"/>
            <a:ext cx="410536" cy="381886"/>
          </a:xfrm>
          <a:custGeom>
            <a:avLst/>
            <a:gdLst>
              <a:gd name="connsiteX0" fmla="*/ 284734 w 577217"/>
              <a:gd name="connsiteY0" fmla="*/ 0 h 536832"/>
              <a:gd name="connsiteX1" fmla="*/ 577217 w 577217"/>
              <a:gd name="connsiteY1" fmla="*/ 536832 h 536832"/>
              <a:gd name="connsiteX2" fmla="*/ 0 w 577217"/>
              <a:gd name="connsiteY2" fmla="*/ 536832 h 536832"/>
              <a:gd name="connsiteX3" fmla="*/ 0 w 577217"/>
              <a:gd name="connsiteY3" fmla="*/ 184 h 536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7217" h="536832">
                <a:moveTo>
                  <a:pt x="284734" y="0"/>
                </a:moveTo>
                <a:lnTo>
                  <a:pt x="577217" y="536832"/>
                </a:lnTo>
                <a:lnTo>
                  <a:pt x="0" y="536832"/>
                </a:lnTo>
                <a:lnTo>
                  <a:pt x="0" y="184"/>
                </a:lnTo>
                <a:close/>
              </a:path>
            </a:pathLst>
          </a:custGeom>
          <a:solidFill>
            <a:srgbClr val="4971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400" dirty="0">
              <a:solidFill>
                <a:srgbClr val="7EC234"/>
              </a:solidFill>
              <a:sym typeface="Arial" panose="020B0604020202020204" pitchFamily="34" charset="0"/>
            </a:endParaRPr>
          </a:p>
        </p:txBody>
      </p:sp>
      <p:sp>
        <p:nvSpPr>
          <p:cNvPr id="4" name="Title 1"/>
          <p:cNvSpPr txBox="1">
            <a:spLocks/>
          </p:cNvSpPr>
          <p:nvPr userDrawn="1"/>
        </p:nvSpPr>
        <p:spPr>
          <a:xfrm>
            <a:off x="611560" y="175643"/>
            <a:ext cx="2129944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1800" b="1" dirty="0">
                <a:solidFill>
                  <a:srgbClr val="FFFFFF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点击输入标题内容</a:t>
            </a:r>
            <a:endParaRPr lang="en-GB" altLang="zh-CN" sz="1800" b="1" dirty="0">
              <a:solidFill>
                <a:srgbClr val="FFFFFF">
                  <a:lumMod val="5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96184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0734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5489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 7"/>
          <p:cNvSpPr/>
          <p:nvPr userDrawn="1">
            <p:custDataLst>
              <p:tags r:id="rId1"/>
            </p:custDataLst>
          </p:nvPr>
        </p:nvSpPr>
        <p:spPr>
          <a:xfrm>
            <a:off x="521636" y="555120"/>
            <a:ext cx="8623953" cy="22253"/>
          </a:xfrm>
          <a:custGeom>
            <a:avLst/>
            <a:gdLst>
              <a:gd name="connsiteX0" fmla="*/ 0 w 12125327"/>
              <a:gd name="connsiteY0" fmla="*/ 0 h 31282"/>
              <a:gd name="connsiteX1" fmla="*/ 12125327 w 12125327"/>
              <a:gd name="connsiteY1" fmla="*/ 0 h 31282"/>
              <a:gd name="connsiteX2" fmla="*/ 12125327 w 12125327"/>
              <a:gd name="connsiteY2" fmla="*/ 31282 h 31282"/>
              <a:gd name="connsiteX3" fmla="*/ 17139 w 12125327"/>
              <a:gd name="connsiteY3" fmla="*/ 31282 h 31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25327" h="31282">
                <a:moveTo>
                  <a:pt x="0" y="0"/>
                </a:moveTo>
                <a:lnTo>
                  <a:pt x="12125327" y="0"/>
                </a:lnTo>
                <a:lnTo>
                  <a:pt x="12125327" y="31282"/>
                </a:lnTo>
                <a:lnTo>
                  <a:pt x="17139" y="31282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400">
              <a:solidFill>
                <a:srgbClr val="FFFFFF"/>
              </a:solidFill>
              <a:sym typeface="Arial" panose="020B0604020202020204" pitchFamily="34" charset="0"/>
            </a:endParaRPr>
          </a:p>
        </p:txBody>
      </p:sp>
      <p:sp>
        <p:nvSpPr>
          <p:cNvPr id="9" name="任意多边形 8"/>
          <p:cNvSpPr/>
          <p:nvPr userDrawn="1">
            <p:custDataLst>
              <p:tags r:id="rId2"/>
            </p:custDataLst>
          </p:nvPr>
        </p:nvSpPr>
        <p:spPr>
          <a:xfrm>
            <a:off x="2" y="195486"/>
            <a:ext cx="410536" cy="381886"/>
          </a:xfrm>
          <a:custGeom>
            <a:avLst/>
            <a:gdLst>
              <a:gd name="connsiteX0" fmla="*/ 284734 w 577217"/>
              <a:gd name="connsiteY0" fmla="*/ 0 h 536832"/>
              <a:gd name="connsiteX1" fmla="*/ 577217 w 577217"/>
              <a:gd name="connsiteY1" fmla="*/ 536832 h 536832"/>
              <a:gd name="connsiteX2" fmla="*/ 0 w 577217"/>
              <a:gd name="connsiteY2" fmla="*/ 536832 h 536832"/>
              <a:gd name="connsiteX3" fmla="*/ 0 w 577217"/>
              <a:gd name="connsiteY3" fmla="*/ 184 h 536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7217" h="536832">
                <a:moveTo>
                  <a:pt x="284734" y="0"/>
                </a:moveTo>
                <a:lnTo>
                  <a:pt x="577217" y="536832"/>
                </a:lnTo>
                <a:lnTo>
                  <a:pt x="0" y="536832"/>
                </a:lnTo>
                <a:lnTo>
                  <a:pt x="0" y="184"/>
                </a:lnTo>
                <a:close/>
              </a:path>
            </a:pathLst>
          </a:custGeom>
          <a:solidFill>
            <a:srgbClr val="3B47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400" dirty="0">
              <a:solidFill>
                <a:srgbClr val="7EC234"/>
              </a:solidFill>
              <a:sym typeface="Arial" panose="020B0604020202020204" pitchFamily="34" charset="0"/>
            </a:endParaRPr>
          </a:p>
        </p:txBody>
      </p:sp>
      <p:sp>
        <p:nvSpPr>
          <p:cNvPr id="4" name="Title 1"/>
          <p:cNvSpPr txBox="1">
            <a:spLocks/>
          </p:cNvSpPr>
          <p:nvPr userDrawn="1"/>
        </p:nvSpPr>
        <p:spPr>
          <a:xfrm>
            <a:off x="611560" y="175643"/>
            <a:ext cx="2129944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1800" b="1" dirty="0">
                <a:solidFill>
                  <a:srgbClr val="FFFFFF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点击输入标题内容</a:t>
            </a:r>
            <a:endParaRPr lang="en-GB" altLang="zh-CN" sz="1800" b="1" dirty="0">
              <a:solidFill>
                <a:srgbClr val="FFFFFF">
                  <a:lumMod val="5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35401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7284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1986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 7"/>
          <p:cNvSpPr/>
          <p:nvPr userDrawn="1">
            <p:custDataLst>
              <p:tags r:id="rId1"/>
            </p:custDataLst>
          </p:nvPr>
        </p:nvSpPr>
        <p:spPr>
          <a:xfrm>
            <a:off x="521636" y="555120"/>
            <a:ext cx="8623953" cy="22253"/>
          </a:xfrm>
          <a:custGeom>
            <a:avLst/>
            <a:gdLst>
              <a:gd name="connsiteX0" fmla="*/ 0 w 12125327"/>
              <a:gd name="connsiteY0" fmla="*/ 0 h 31282"/>
              <a:gd name="connsiteX1" fmla="*/ 12125327 w 12125327"/>
              <a:gd name="connsiteY1" fmla="*/ 0 h 31282"/>
              <a:gd name="connsiteX2" fmla="*/ 12125327 w 12125327"/>
              <a:gd name="connsiteY2" fmla="*/ 31282 h 31282"/>
              <a:gd name="connsiteX3" fmla="*/ 17139 w 12125327"/>
              <a:gd name="connsiteY3" fmla="*/ 31282 h 31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25327" h="31282">
                <a:moveTo>
                  <a:pt x="0" y="0"/>
                </a:moveTo>
                <a:lnTo>
                  <a:pt x="12125327" y="0"/>
                </a:lnTo>
                <a:lnTo>
                  <a:pt x="12125327" y="31282"/>
                </a:lnTo>
                <a:lnTo>
                  <a:pt x="17139" y="3128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400">
              <a:solidFill>
                <a:srgbClr val="FFFFFF"/>
              </a:solidFill>
              <a:sym typeface="Arial" panose="020B0604020202020204" pitchFamily="34" charset="0"/>
            </a:endParaRPr>
          </a:p>
        </p:txBody>
      </p:sp>
      <p:sp>
        <p:nvSpPr>
          <p:cNvPr id="9" name="任意多边形 8"/>
          <p:cNvSpPr/>
          <p:nvPr userDrawn="1">
            <p:custDataLst>
              <p:tags r:id="rId2"/>
            </p:custDataLst>
          </p:nvPr>
        </p:nvSpPr>
        <p:spPr>
          <a:xfrm>
            <a:off x="2" y="195486"/>
            <a:ext cx="410536" cy="381886"/>
          </a:xfrm>
          <a:custGeom>
            <a:avLst/>
            <a:gdLst>
              <a:gd name="connsiteX0" fmla="*/ 284734 w 577217"/>
              <a:gd name="connsiteY0" fmla="*/ 0 h 536832"/>
              <a:gd name="connsiteX1" fmla="*/ 577217 w 577217"/>
              <a:gd name="connsiteY1" fmla="*/ 536832 h 536832"/>
              <a:gd name="connsiteX2" fmla="*/ 0 w 577217"/>
              <a:gd name="connsiteY2" fmla="*/ 536832 h 536832"/>
              <a:gd name="connsiteX3" fmla="*/ 0 w 577217"/>
              <a:gd name="connsiteY3" fmla="*/ 184 h 536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7217" h="536832">
                <a:moveTo>
                  <a:pt x="284734" y="0"/>
                </a:moveTo>
                <a:lnTo>
                  <a:pt x="577217" y="536832"/>
                </a:lnTo>
                <a:lnTo>
                  <a:pt x="0" y="536832"/>
                </a:lnTo>
                <a:lnTo>
                  <a:pt x="0" y="184"/>
                </a:lnTo>
                <a:close/>
              </a:path>
            </a:pathLst>
          </a:custGeom>
          <a:solidFill>
            <a:srgbClr val="4971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400" dirty="0">
              <a:solidFill>
                <a:srgbClr val="7EC234"/>
              </a:solidFill>
              <a:sym typeface="Arial" panose="020B0604020202020204" pitchFamily="34" charset="0"/>
            </a:endParaRPr>
          </a:p>
        </p:txBody>
      </p:sp>
      <p:sp>
        <p:nvSpPr>
          <p:cNvPr id="4" name="Title 1"/>
          <p:cNvSpPr txBox="1">
            <a:spLocks/>
          </p:cNvSpPr>
          <p:nvPr userDrawn="1"/>
        </p:nvSpPr>
        <p:spPr>
          <a:xfrm>
            <a:off x="611560" y="175643"/>
            <a:ext cx="2129944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1800" b="1" dirty="0">
                <a:solidFill>
                  <a:srgbClr val="FFFFFF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点击输入标题内容</a:t>
            </a:r>
            <a:endParaRPr lang="en-GB" altLang="zh-CN" sz="1800" b="1" dirty="0">
              <a:solidFill>
                <a:srgbClr val="FFFFFF">
                  <a:lumMod val="5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78823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5268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9249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 7"/>
          <p:cNvSpPr/>
          <p:nvPr userDrawn="1">
            <p:custDataLst>
              <p:tags r:id="rId1"/>
            </p:custDataLst>
          </p:nvPr>
        </p:nvSpPr>
        <p:spPr>
          <a:xfrm>
            <a:off x="521636" y="555120"/>
            <a:ext cx="8623953" cy="22253"/>
          </a:xfrm>
          <a:custGeom>
            <a:avLst/>
            <a:gdLst>
              <a:gd name="connsiteX0" fmla="*/ 0 w 12125327"/>
              <a:gd name="connsiteY0" fmla="*/ 0 h 31282"/>
              <a:gd name="connsiteX1" fmla="*/ 12125327 w 12125327"/>
              <a:gd name="connsiteY1" fmla="*/ 0 h 31282"/>
              <a:gd name="connsiteX2" fmla="*/ 12125327 w 12125327"/>
              <a:gd name="connsiteY2" fmla="*/ 31282 h 31282"/>
              <a:gd name="connsiteX3" fmla="*/ 17139 w 12125327"/>
              <a:gd name="connsiteY3" fmla="*/ 31282 h 31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25327" h="31282">
                <a:moveTo>
                  <a:pt x="0" y="0"/>
                </a:moveTo>
                <a:lnTo>
                  <a:pt x="12125327" y="0"/>
                </a:lnTo>
                <a:lnTo>
                  <a:pt x="12125327" y="31282"/>
                </a:lnTo>
                <a:lnTo>
                  <a:pt x="17139" y="31282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400">
              <a:solidFill>
                <a:srgbClr val="FFFFFF"/>
              </a:solidFill>
              <a:sym typeface="Arial" panose="020B0604020202020204" pitchFamily="34" charset="0"/>
            </a:endParaRPr>
          </a:p>
        </p:txBody>
      </p:sp>
      <p:sp>
        <p:nvSpPr>
          <p:cNvPr id="9" name="任意多边形 8"/>
          <p:cNvSpPr/>
          <p:nvPr userDrawn="1">
            <p:custDataLst>
              <p:tags r:id="rId2"/>
            </p:custDataLst>
          </p:nvPr>
        </p:nvSpPr>
        <p:spPr>
          <a:xfrm>
            <a:off x="2" y="195486"/>
            <a:ext cx="410536" cy="381886"/>
          </a:xfrm>
          <a:custGeom>
            <a:avLst/>
            <a:gdLst>
              <a:gd name="connsiteX0" fmla="*/ 284734 w 577217"/>
              <a:gd name="connsiteY0" fmla="*/ 0 h 536832"/>
              <a:gd name="connsiteX1" fmla="*/ 577217 w 577217"/>
              <a:gd name="connsiteY1" fmla="*/ 536832 h 536832"/>
              <a:gd name="connsiteX2" fmla="*/ 0 w 577217"/>
              <a:gd name="connsiteY2" fmla="*/ 536832 h 536832"/>
              <a:gd name="connsiteX3" fmla="*/ 0 w 577217"/>
              <a:gd name="connsiteY3" fmla="*/ 184 h 536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7217" h="536832">
                <a:moveTo>
                  <a:pt x="284734" y="0"/>
                </a:moveTo>
                <a:lnTo>
                  <a:pt x="577217" y="536832"/>
                </a:lnTo>
                <a:lnTo>
                  <a:pt x="0" y="536832"/>
                </a:lnTo>
                <a:lnTo>
                  <a:pt x="0" y="184"/>
                </a:lnTo>
                <a:close/>
              </a:path>
            </a:pathLst>
          </a:custGeom>
          <a:solidFill>
            <a:srgbClr val="3B47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400" dirty="0">
              <a:solidFill>
                <a:srgbClr val="7EC234"/>
              </a:solidFill>
              <a:sym typeface="Arial" panose="020B0604020202020204" pitchFamily="34" charset="0"/>
            </a:endParaRPr>
          </a:p>
        </p:txBody>
      </p:sp>
      <p:sp>
        <p:nvSpPr>
          <p:cNvPr id="4" name="Title 1"/>
          <p:cNvSpPr txBox="1">
            <a:spLocks/>
          </p:cNvSpPr>
          <p:nvPr userDrawn="1"/>
        </p:nvSpPr>
        <p:spPr>
          <a:xfrm>
            <a:off x="611560" y="175643"/>
            <a:ext cx="2129944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1800" b="1" dirty="0">
                <a:solidFill>
                  <a:srgbClr val="FFFFFF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点击输入标题内容</a:t>
            </a:r>
            <a:endParaRPr lang="en-GB" altLang="zh-CN" sz="1800" b="1" dirty="0">
              <a:solidFill>
                <a:srgbClr val="FFFFFF">
                  <a:lumMod val="5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3472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2024/5/27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0081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2024/5/27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7363544" y="4800586"/>
            <a:ext cx="775136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www.1ppt.com/moban/     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行业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www.1ppt.com/hangye/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节日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www.1ppt.com/jieri/ 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素材：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www.1ppt.com/sucai/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背景图片：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www.1ppt.com/beijing/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图表：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www.1ppt.com/tubiao/    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精美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www.1ppt.com/powerpoint/      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课件：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www.1ppt.com/kejian/        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字体下载：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www.1ppt.com/ziti/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工作总结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www.1ppt.com/xiazai/zongjie/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工作计划：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www.1ppt.com/xiazai/jihua/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商务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www.1ppt.com/moban/shangwu/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个人简历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www.1ppt.com/xiazai/jianli/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毕业答辩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www.1ppt.com/xiazai/dabian/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工作汇报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www.1ppt.com/xiazai/huibao/    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93097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2024/5/27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6650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2024/5/27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2688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5382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2031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 7"/>
          <p:cNvSpPr/>
          <p:nvPr userDrawn="1">
            <p:custDataLst>
              <p:tags r:id="rId1"/>
            </p:custDataLst>
          </p:nvPr>
        </p:nvSpPr>
        <p:spPr>
          <a:xfrm>
            <a:off x="521636" y="555120"/>
            <a:ext cx="8623953" cy="22253"/>
          </a:xfrm>
          <a:custGeom>
            <a:avLst/>
            <a:gdLst>
              <a:gd name="connsiteX0" fmla="*/ 0 w 12125327"/>
              <a:gd name="connsiteY0" fmla="*/ 0 h 31282"/>
              <a:gd name="connsiteX1" fmla="*/ 12125327 w 12125327"/>
              <a:gd name="connsiteY1" fmla="*/ 0 h 31282"/>
              <a:gd name="connsiteX2" fmla="*/ 12125327 w 12125327"/>
              <a:gd name="connsiteY2" fmla="*/ 31282 h 31282"/>
              <a:gd name="connsiteX3" fmla="*/ 17139 w 12125327"/>
              <a:gd name="connsiteY3" fmla="*/ 31282 h 31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25327" h="31282">
                <a:moveTo>
                  <a:pt x="0" y="0"/>
                </a:moveTo>
                <a:lnTo>
                  <a:pt x="12125327" y="0"/>
                </a:lnTo>
                <a:lnTo>
                  <a:pt x="12125327" y="31282"/>
                </a:lnTo>
                <a:lnTo>
                  <a:pt x="17139" y="3128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400">
              <a:solidFill>
                <a:srgbClr val="FFFFFF"/>
              </a:solidFill>
              <a:sym typeface="Arial" panose="020B0604020202020204" pitchFamily="34" charset="0"/>
            </a:endParaRPr>
          </a:p>
        </p:txBody>
      </p:sp>
      <p:sp>
        <p:nvSpPr>
          <p:cNvPr id="9" name="任意多边形 8"/>
          <p:cNvSpPr/>
          <p:nvPr userDrawn="1">
            <p:custDataLst>
              <p:tags r:id="rId2"/>
            </p:custDataLst>
          </p:nvPr>
        </p:nvSpPr>
        <p:spPr>
          <a:xfrm>
            <a:off x="2" y="195486"/>
            <a:ext cx="410536" cy="381886"/>
          </a:xfrm>
          <a:custGeom>
            <a:avLst/>
            <a:gdLst>
              <a:gd name="connsiteX0" fmla="*/ 284734 w 577217"/>
              <a:gd name="connsiteY0" fmla="*/ 0 h 536832"/>
              <a:gd name="connsiteX1" fmla="*/ 577217 w 577217"/>
              <a:gd name="connsiteY1" fmla="*/ 536832 h 536832"/>
              <a:gd name="connsiteX2" fmla="*/ 0 w 577217"/>
              <a:gd name="connsiteY2" fmla="*/ 536832 h 536832"/>
              <a:gd name="connsiteX3" fmla="*/ 0 w 577217"/>
              <a:gd name="connsiteY3" fmla="*/ 184 h 536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7217" h="536832">
                <a:moveTo>
                  <a:pt x="284734" y="0"/>
                </a:moveTo>
                <a:lnTo>
                  <a:pt x="577217" y="536832"/>
                </a:lnTo>
                <a:lnTo>
                  <a:pt x="0" y="536832"/>
                </a:lnTo>
                <a:lnTo>
                  <a:pt x="0" y="184"/>
                </a:lnTo>
                <a:close/>
              </a:path>
            </a:pathLst>
          </a:custGeom>
          <a:solidFill>
            <a:srgbClr val="4971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400" dirty="0">
              <a:solidFill>
                <a:srgbClr val="7EC234"/>
              </a:solidFill>
              <a:sym typeface="Arial" panose="020B0604020202020204" pitchFamily="34" charset="0"/>
            </a:endParaRPr>
          </a:p>
        </p:txBody>
      </p:sp>
      <p:sp>
        <p:nvSpPr>
          <p:cNvPr id="4" name="Title 1"/>
          <p:cNvSpPr txBox="1">
            <a:spLocks/>
          </p:cNvSpPr>
          <p:nvPr userDrawn="1"/>
        </p:nvSpPr>
        <p:spPr>
          <a:xfrm>
            <a:off x="611560" y="175643"/>
            <a:ext cx="2129944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1800" b="1" dirty="0">
                <a:solidFill>
                  <a:srgbClr val="FFFFFF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点击输入标题内容</a:t>
            </a:r>
            <a:endParaRPr lang="en-GB" altLang="zh-CN" sz="1800" b="1" dirty="0">
              <a:solidFill>
                <a:srgbClr val="FFFFFF">
                  <a:lumMod val="5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60986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1745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1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2024/5/27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32" cstate="screen">
            <a:extLst>
              <a:ext uri="{BEBA8EAE-BF5A-486C-A8C5-ECC9F3942E4B}">
                <a14:imgProps xmlns:a14="http://schemas.microsoft.com/office/drawing/2010/main">
                  <a14:imgLayer r:embed="rId33">
                    <a14:imgEffect>
                      <a14:brightnessContrast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5588" cy="5145088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0" y="0"/>
            <a:ext cx="9145588" cy="5145088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55000"/>
                </a:schemeClr>
              </a:gs>
              <a:gs pos="71000">
                <a:schemeClr val="bg1">
                  <a:lumMod val="95000"/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52" tIns="45726" rIns="91452" bIns="4572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60" r:id="rId2"/>
    <p:sldLayoutId id="2147483661" r:id="rId3"/>
    <p:sldLayoutId id="2147483654" r:id="rId4"/>
    <p:sldLayoutId id="2147483655" r:id="rId5"/>
    <p:sldLayoutId id="2147483663" r:id="rId6"/>
    <p:sldLayoutId id="2147483664" r:id="rId7"/>
    <p:sldLayoutId id="2147483665" r:id="rId8"/>
    <p:sldLayoutId id="2147483676" r:id="rId9"/>
    <p:sldLayoutId id="2147483677" r:id="rId10"/>
    <p:sldLayoutId id="2147483678" r:id="rId11"/>
    <p:sldLayoutId id="2147483681" r:id="rId12"/>
    <p:sldLayoutId id="2147483682" r:id="rId13"/>
    <p:sldLayoutId id="2147483683" r:id="rId14"/>
    <p:sldLayoutId id="2147483685" r:id="rId15"/>
    <p:sldLayoutId id="2147483686" r:id="rId16"/>
    <p:sldLayoutId id="2147483687" r:id="rId17"/>
    <p:sldLayoutId id="2147483690" r:id="rId18"/>
    <p:sldLayoutId id="2147483691" r:id="rId19"/>
    <p:sldLayoutId id="2147483692" r:id="rId20"/>
    <p:sldLayoutId id="2147483667" r:id="rId21"/>
    <p:sldLayoutId id="2147483693" r:id="rId22"/>
    <p:sldLayoutId id="2147483694" r:id="rId23"/>
    <p:sldLayoutId id="2147483695" r:id="rId24"/>
    <p:sldLayoutId id="2147483696" r:id="rId25"/>
    <p:sldLayoutId id="2147483668" r:id="rId26"/>
    <p:sldLayoutId id="2147483669" r:id="rId27"/>
    <p:sldLayoutId id="2147483672" r:id="rId28"/>
    <p:sldLayoutId id="2147483673" r:id="rId29"/>
  </p:sldLayoutIdLst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5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zotero.org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hyperlink" Target="https://www.onlinedown.net/soft/1227487.htm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-1758370" y="843558"/>
            <a:ext cx="3946851" cy="3456384"/>
            <a:chOff x="3275856" y="1275606"/>
            <a:chExt cx="2960137" cy="2592288"/>
          </a:xfrm>
        </p:grpSpPr>
        <p:sp>
          <p:nvSpPr>
            <p:cNvPr id="34" name="矩形 33"/>
            <p:cNvSpPr/>
            <p:nvPr/>
          </p:nvSpPr>
          <p:spPr>
            <a:xfrm rot="2700000">
              <a:off x="3958996" y="1433250"/>
              <a:ext cx="2276997" cy="2276997"/>
            </a:xfrm>
            <a:prstGeom prst="rect">
              <a:avLst/>
            </a:prstGeom>
            <a:noFill/>
            <a:ln>
              <a:solidFill>
                <a:srgbClr val="3B476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" name="矩形 2"/>
            <p:cNvSpPr/>
            <p:nvPr/>
          </p:nvSpPr>
          <p:spPr>
            <a:xfrm rot="2700000">
              <a:off x="3275856" y="1275606"/>
              <a:ext cx="2592288" cy="2592288"/>
            </a:xfrm>
            <a:prstGeom prst="rect">
              <a:avLst/>
            </a:prstGeom>
            <a:solidFill>
              <a:srgbClr val="3B476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3" name="矩形 32"/>
            <p:cNvSpPr/>
            <p:nvPr/>
          </p:nvSpPr>
          <p:spPr>
            <a:xfrm rot="2700000">
              <a:off x="3433501" y="1433252"/>
              <a:ext cx="2276997" cy="2276997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6" name="矩形 35"/>
            <p:cNvSpPr/>
            <p:nvPr/>
          </p:nvSpPr>
          <p:spPr>
            <a:xfrm rot="2700000">
              <a:off x="3577798" y="1577552"/>
              <a:ext cx="1988400" cy="1988400"/>
            </a:xfrm>
            <a:prstGeom prst="rect">
              <a:avLst/>
            </a:prstGeom>
            <a:solidFill>
              <a:srgbClr val="F0F0F0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25" name="矩形 24"/>
          <p:cNvSpPr/>
          <p:nvPr/>
        </p:nvSpPr>
        <p:spPr>
          <a:xfrm>
            <a:off x="2738795" y="2283718"/>
            <a:ext cx="528958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600" b="1" spc="300" dirty="0">
                <a:solidFill>
                  <a:srgbClr val="3B4761"/>
                </a:solidFill>
                <a:cs typeface="+mn-ea"/>
                <a:sym typeface="+mn-lt"/>
              </a:rPr>
              <a:t>第六讲下 文献工具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09655" y="3884126"/>
            <a:ext cx="25635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3B4761"/>
                </a:solidFill>
                <a:cs typeface="+mn-ea"/>
                <a:sym typeface="+mn-lt"/>
              </a:rPr>
              <a:t>马高明 公共管理学院</a:t>
            </a:r>
            <a:endParaRPr lang="en-US" altLang="zh-CN" sz="2000" dirty="0">
              <a:solidFill>
                <a:srgbClr val="3B4761"/>
              </a:solidFill>
              <a:cs typeface="+mn-ea"/>
              <a:sym typeface="+mn-lt"/>
            </a:endParaRPr>
          </a:p>
        </p:txBody>
      </p:sp>
      <p:sp>
        <p:nvSpPr>
          <p:cNvPr id="40" name="graduation-cap_16905"/>
          <p:cNvSpPr>
            <a:spLocks noChangeAspect="1"/>
          </p:cNvSpPr>
          <p:nvPr/>
        </p:nvSpPr>
        <p:spPr bwMode="auto">
          <a:xfrm>
            <a:off x="65109" y="2139702"/>
            <a:ext cx="1410547" cy="843631"/>
          </a:xfrm>
          <a:custGeom>
            <a:avLst/>
            <a:gdLst>
              <a:gd name="connsiteX0" fmla="*/ 82550 w 331788"/>
              <a:gd name="connsiteY0" fmla="*/ 117475 h 198438"/>
              <a:gd name="connsiteX1" fmla="*/ 165100 w 331788"/>
              <a:gd name="connsiteY1" fmla="*/ 157163 h 198438"/>
              <a:gd name="connsiteX2" fmla="*/ 247650 w 331788"/>
              <a:gd name="connsiteY2" fmla="*/ 117475 h 198438"/>
              <a:gd name="connsiteX3" fmla="*/ 247650 w 331788"/>
              <a:gd name="connsiteY3" fmla="*/ 157163 h 198438"/>
              <a:gd name="connsiteX4" fmla="*/ 165100 w 331788"/>
              <a:gd name="connsiteY4" fmla="*/ 198438 h 198438"/>
              <a:gd name="connsiteX5" fmla="*/ 82550 w 331788"/>
              <a:gd name="connsiteY5" fmla="*/ 157163 h 198438"/>
              <a:gd name="connsiteX6" fmla="*/ 20638 w 331788"/>
              <a:gd name="connsiteY6" fmla="*/ 82550 h 198438"/>
              <a:gd name="connsiteX7" fmla="*/ 24606 w 331788"/>
              <a:gd name="connsiteY7" fmla="*/ 86447 h 198438"/>
              <a:gd name="connsiteX8" fmla="*/ 24606 w 331788"/>
              <a:gd name="connsiteY8" fmla="*/ 150091 h 198438"/>
              <a:gd name="connsiteX9" fmla="*/ 28575 w 331788"/>
              <a:gd name="connsiteY9" fmla="*/ 157885 h 198438"/>
              <a:gd name="connsiteX10" fmla="*/ 24606 w 331788"/>
              <a:gd name="connsiteY10" fmla="*/ 164379 h 198438"/>
              <a:gd name="connsiteX11" fmla="*/ 24606 w 331788"/>
              <a:gd name="connsiteY11" fmla="*/ 178667 h 198438"/>
              <a:gd name="connsiteX12" fmla="*/ 20638 w 331788"/>
              <a:gd name="connsiteY12" fmla="*/ 182563 h 198438"/>
              <a:gd name="connsiteX13" fmla="*/ 16669 w 331788"/>
              <a:gd name="connsiteY13" fmla="*/ 178667 h 198438"/>
              <a:gd name="connsiteX14" fmla="*/ 16669 w 331788"/>
              <a:gd name="connsiteY14" fmla="*/ 164379 h 198438"/>
              <a:gd name="connsiteX15" fmla="*/ 12700 w 331788"/>
              <a:gd name="connsiteY15" fmla="*/ 157885 h 198438"/>
              <a:gd name="connsiteX16" fmla="*/ 16669 w 331788"/>
              <a:gd name="connsiteY16" fmla="*/ 150091 h 198438"/>
              <a:gd name="connsiteX17" fmla="*/ 16669 w 331788"/>
              <a:gd name="connsiteY17" fmla="*/ 86447 h 198438"/>
              <a:gd name="connsiteX18" fmla="*/ 20638 w 331788"/>
              <a:gd name="connsiteY18" fmla="*/ 82550 h 198438"/>
              <a:gd name="connsiteX19" fmla="*/ 165100 w 331788"/>
              <a:gd name="connsiteY19" fmla="*/ 58738 h 198438"/>
              <a:gd name="connsiteX20" fmla="*/ 152400 w 331788"/>
              <a:gd name="connsiteY20" fmla="*/ 66676 h 198438"/>
              <a:gd name="connsiteX21" fmla="*/ 165100 w 331788"/>
              <a:gd name="connsiteY21" fmla="*/ 74614 h 198438"/>
              <a:gd name="connsiteX22" fmla="*/ 177800 w 331788"/>
              <a:gd name="connsiteY22" fmla="*/ 66676 h 198438"/>
              <a:gd name="connsiteX23" fmla="*/ 165100 w 331788"/>
              <a:gd name="connsiteY23" fmla="*/ 58738 h 198438"/>
              <a:gd name="connsiteX24" fmla="*/ 165100 w 331788"/>
              <a:gd name="connsiteY24" fmla="*/ 0 h 198438"/>
              <a:gd name="connsiteX25" fmla="*/ 331788 w 331788"/>
              <a:gd name="connsiteY25" fmla="*/ 66675 h 198438"/>
              <a:gd name="connsiteX26" fmla="*/ 165100 w 331788"/>
              <a:gd name="connsiteY26" fmla="*/ 149225 h 198438"/>
              <a:gd name="connsiteX27" fmla="*/ 0 w 331788"/>
              <a:gd name="connsiteY27" fmla="*/ 66675 h 1984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331788" h="198438">
                <a:moveTo>
                  <a:pt x="82550" y="117475"/>
                </a:moveTo>
                <a:lnTo>
                  <a:pt x="165100" y="157163"/>
                </a:lnTo>
                <a:lnTo>
                  <a:pt x="247650" y="117475"/>
                </a:lnTo>
                <a:lnTo>
                  <a:pt x="247650" y="157163"/>
                </a:lnTo>
                <a:lnTo>
                  <a:pt x="165100" y="198438"/>
                </a:lnTo>
                <a:lnTo>
                  <a:pt x="82550" y="157163"/>
                </a:lnTo>
                <a:close/>
                <a:moveTo>
                  <a:pt x="20638" y="82550"/>
                </a:moveTo>
                <a:cubicBezTo>
                  <a:pt x="23283" y="82550"/>
                  <a:pt x="24606" y="85148"/>
                  <a:pt x="24606" y="86447"/>
                </a:cubicBezTo>
                <a:cubicBezTo>
                  <a:pt x="24606" y="86447"/>
                  <a:pt x="24606" y="86447"/>
                  <a:pt x="24606" y="150091"/>
                </a:cubicBezTo>
                <a:cubicBezTo>
                  <a:pt x="27252" y="151390"/>
                  <a:pt x="28575" y="153988"/>
                  <a:pt x="28575" y="157885"/>
                </a:cubicBezTo>
                <a:cubicBezTo>
                  <a:pt x="28575" y="160482"/>
                  <a:pt x="27252" y="163080"/>
                  <a:pt x="24606" y="164379"/>
                </a:cubicBezTo>
                <a:cubicBezTo>
                  <a:pt x="24606" y="164379"/>
                  <a:pt x="24606" y="164379"/>
                  <a:pt x="24606" y="178667"/>
                </a:cubicBezTo>
                <a:cubicBezTo>
                  <a:pt x="24606" y="181264"/>
                  <a:pt x="23283" y="182563"/>
                  <a:pt x="20638" y="182563"/>
                </a:cubicBezTo>
                <a:cubicBezTo>
                  <a:pt x="17992" y="182563"/>
                  <a:pt x="16669" y="181264"/>
                  <a:pt x="16669" y="178667"/>
                </a:cubicBezTo>
                <a:cubicBezTo>
                  <a:pt x="16669" y="178667"/>
                  <a:pt x="16669" y="178667"/>
                  <a:pt x="16669" y="164379"/>
                </a:cubicBezTo>
                <a:cubicBezTo>
                  <a:pt x="14023" y="163080"/>
                  <a:pt x="12700" y="160482"/>
                  <a:pt x="12700" y="157885"/>
                </a:cubicBezTo>
                <a:cubicBezTo>
                  <a:pt x="12700" y="153988"/>
                  <a:pt x="14023" y="151390"/>
                  <a:pt x="16669" y="150091"/>
                </a:cubicBezTo>
                <a:cubicBezTo>
                  <a:pt x="16669" y="150091"/>
                  <a:pt x="16669" y="150091"/>
                  <a:pt x="16669" y="86447"/>
                </a:cubicBezTo>
                <a:cubicBezTo>
                  <a:pt x="16669" y="85148"/>
                  <a:pt x="17992" y="82550"/>
                  <a:pt x="20638" y="82550"/>
                </a:cubicBezTo>
                <a:close/>
                <a:moveTo>
                  <a:pt x="165100" y="58738"/>
                </a:moveTo>
                <a:cubicBezTo>
                  <a:pt x="158086" y="58738"/>
                  <a:pt x="152400" y="62292"/>
                  <a:pt x="152400" y="66676"/>
                </a:cubicBezTo>
                <a:cubicBezTo>
                  <a:pt x="152400" y="71060"/>
                  <a:pt x="158086" y="74614"/>
                  <a:pt x="165100" y="74614"/>
                </a:cubicBezTo>
                <a:cubicBezTo>
                  <a:pt x="172114" y="74614"/>
                  <a:pt x="177800" y="71060"/>
                  <a:pt x="177800" y="66676"/>
                </a:cubicBezTo>
                <a:cubicBezTo>
                  <a:pt x="177800" y="62292"/>
                  <a:pt x="172114" y="58738"/>
                  <a:pt x="165100" y="58738"/>
                </a:cubicBezTo>
                <a:close/>
                <a:moveTo>
                  <a:pt x="165100" y="0"/>
                </a:moveTo>
                <a:lnTo>
                  <a:pt x="331788" y="66675"/>
                </a:lnTo>
                <a:lnTo>
                  <a:pt x="165100" y="149225"/>
                </a:lnTo>
                <a:lnTo>
                  <a:pt x="0" y="6667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8892479" y="-104726"/>
            <a:ext cx="3456385" cy="3456384"/>
            <a:chOff x="8035401" y="965799"/>
            <a:chExt cx="3456385" cy="3456384"/>
          </a:xfrm>
        </p:grpSpPr>
        <p:sp>
          <p:nvSpPr>
            <p:cNvPr id="17" name="矩形 16"/>
            <p:cNvSpPr/>
            <p:nvPr/>
          </p:nvSpPr>
          <p:spPr>
            <a:xfrm rot="2700000">
              <a:off x="8035402" y="965798"/>
              <a:ext cx="3456384" cy="3456385"/>
            </a:xfrm>
            <a:prstGeom prst="rect">
              <a:avLst/>
            </a:prstGeom>
            <a:solidFill>
              <a:srgbClr val="D78668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 rot="2700000">
              <a:off x="8245595" y="1175993"/>
              <a:ext cx="3035996" cy="3035997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 rot="2700000">
              <a:off x="8437991" y="1368393"/>
              <a:ext cx="2651200" cy="2651201"/>
            </a:xfrm>
            <a:prstGeom prst="rect">
              <a:avLst/>
            </a:prstGeom>
            <a:solidFill>
              <a:srgbClr val="F0F0F0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8892479" y="2017134"/>
            <a:ext cx="3456385" cy="3456384"/>
            <a:chOff x="8035401" y="965799"/>
            <a:chExt cx="3456385" cy="3456384"/>
          </a:xfrm>
        </p:grpSpPr>
        <p:sp>
          <p:nvSpPr>
            <p:cNvPr id="24" name="矩形 23"/>
            <p:cNvSpPr/>
            <p:nvPr/>
          </p:nvSpPr>
          <p:spPr>
            <a:xfrm rot="2700000">
              <a:off x="8035402" y="965798"/>
              <a:ext cx="3456384" cy="3456385"/>
            </a:xfrm>
            <a:prstGeom prst="rect">
              <a:avLst/>
            </a:prstGeom>
            <a:solidFill>
              <a:srgbClr val="D78668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 rot="2700000">
              <a:off x="8245595" y="1175993"/>
              <a:ext cx="3035996" cy="3035997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9" name="矩形 28"/>
            <p:cNvSpPr/>
            <p:nvPr/>
          </p:nvSpPr>
          <p:spPr>
            <a:xfrm rot="2700000">
              <a:off x="8437991" y="1368393"/>
              <a:ext cx="2651200" cy="2651201"/>
            </a:xfrm>
            <a:prstGeom prst="rect">
              <a:avLst/>
            </a:prstGeom>
            <a:solidFill>
              <a:srgbClr val="F0F0F0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102" name="组合 101">
            <a:extLst>
              <a:ext uri="{FF2B5EF4-FFF2-40B4-BE49-F238E27FC236}">
                <a16:creationId xmlns:a16="http://schemas.microsoft.com/office/drawing/2014/main" id="{66D84C08-FAAF-4053-906B-62B6D6C2E1BD}"/>
              </a:ext>
            </a:extLst>
          </p:cNvPr>
          <p:cNvGrpSpPr/>
          <p:nvPr/>
        </p:nvGrpSpPr>
        <p:grpSpPr>
          <a:xfrm>
            <a:off x="2994986" y="881102"/>
            <a:ext cx="3580411" cy="1163365"/>
            <a:chOff x="3302807" y="1034911"/>
            <a:chExt cx="2457878" cy="799669"/>
          </a:xfrm>
          <a:solidFill>
            <a:srgbClr val="3B4761"/>
          </a:solidFill>
        </p:grpSpPr>
        <p:sp>
          <p:nvSpPr>
            <p:cNvPr id="103" name="íṡḷîḍê">
              <a:extLst>
                <a:ext uri="{FF2B5EF4-FFF2-40B4-BE49-F238E27FC236}">
                  <a16:creationId xmlns:a16="http://schemas.microsoft.com/office/drawing/2014/main" id="{287A9F6B-8EFF-476A-A972-9CED8F55B288}"/>
                </a:ext>
              </a:extLst>
            </p:cNvPr>
            <p:cNvSpPr/>
            <p:nvPr/>
          </p:nvSpPr>
          <p:spPr bwMode="auto">
            <a:xfrm>
              <a:off x="3518669" y="1287918"/>
              <a:ext cx="364442" cy="336408"/>
            </a:xfrm>
            <a:custGeom>
              <a:avLst/>
              <a:gdLst>
                <a:gd name="T0" fmla="*/ 154 w 159"/>
                <a:gd name="T1" fmla="*/ 43 h 146"/>
                <a:gd name="T2" fmla="*/ 133 w 159"/>
                <a:gd name="T3" fmla="*/ 41 h 146"/>
                <a:gd name="T4" fmla="*/ 159 w 159"/>
                <a:gd name="T5" fmla="*/ 25 h 146"/>
                <a:gd name="T6" fmla="*/ 133 w 159"/>
                <a:gd name="T7" fmla="*/ 24 h 146"/>
                <a:gd name="T8" fmla="*/ 97 w 159"/>
                <a:gd name="T9" fmla="*/ 38 h 146"/>
                <a:gd name="T10" fmla="*/ 106 w 159"/>
                <a:gd name="T11" fmla="*/ 24 h 146"/>
                <a:gd name="T12" fmla="*/ 72 w 159"/>
                <a:gd name="T13" fmla="*/ 34 h 146"/>
                <a:gd name="T14" fmla="*/ 66 w 159"/>
                <a:gd name="T15" fmla="*/ 36 h 146"/>
                <a:gd name="T16" fmla="*/ 0 w 159"/>
                <a:gd name="T17" fmla="*/ 23 h 146"/>
                <a:gd name="T18" fmla="*/ 28 w 159"/>
                <a:gd name="T19" fmla="*/ 34 h 146"/>
                <a:gd name="T20" fmla="*/ 30 w 159"/>
                <a:gd name="T21" fmla="*/ 41 h 146"/>
                <a:gd name="T22" fmla="*/ 11 w 159"/>
                <a:gd name="T23" fmla="*/ 40 h 146"/>
                <a:gd name="T24" fmla="*/ 41 w 159"/>
                <a:gd name="T25" fmla="*/ 60 h 146"/>
                <a:gd name="T26" fmla="*/ 24 w 159"/>
                <a:gd name="T27" fmla="*/ 60 h 146"/>
                <a:gd name="T28" fmla="*/ 46 w 159"/>
                <a:gd name="T29" fmla="*/ 79 h 146"/>
                <a:gd name="T30" fmla="*/ 35 w 159"/>
                <a:gd name="T31" fmla="*/ 78 h 146"/>
                <a:gd name="T32" fmla="*/ 54 w 159"/>
                <a:gd name="T33" fmla="*/ 92 h 146"/>
                <a:gd name="T34" fmla="*/ 54 w 159"/>
                <a:gd name="T35" fmla="*/ 96 h 146"/>
                <a:gd name="T36" fmla="*/ 46 w 159"/>
                <a:gd name="T37" fmla="*/ 96 h 146"/>
                <a:gd name="T38" fmla="*/ 64 w 159"/>
                <a:gd name="T39" fmla="*/ 108 h 146"/>
                <a:gd name="T40" fmla="*/ 64 w 159"/>
                <a:gd name="T41" fmla="*/ 114 h 146"/>
                <a:gd name="T42" fmla="*/ 60 w 159"/>
                <a:gd name="T43" fmla="*/ 115 h 146"/>
                <a:gd name="T44" fmla="*/ 81 w 159"/>
                <a:gd name="T45" fmla="*/ 146 h 146"/>
                <a:gd name="T46" fmla="*/ 103 w 159"/>
                <a:gd name="T47" fmla="*/ 117 h 146"/>
                <a:gd name="T48" fmla="*/ 98 w 159"/>
                <a:gd name="T49" fmla="*/ 114 h 146"/>
                <a:gd name="T50" fmla="*/ 99 w 159"/>
                <a:gd name="T51" fmla="*/ 107 h 146"/>
                <a:gd name="T52" fmla="*/ 115 w 159"/>
                <a:gd name="T53" fmla="*/ 97 h 146"/>
                <a:gd name="T54" fmla="*/ 112 w 159"/>
                <a:gd name="T55" fmla="*/ 92 h 146"/>
                <a:gd name="T56" fmla="*/ 131 w 159"/>
                <a:gd name="T57" fmla="*/ 79 h 146"/>
                <a:gd name="T58" fmla="*/ 119 w 159"/>
                <a:gd name="T59" fmla="*/ 79 h 146"/>
                <a:gd name="T60" fmla="*/ 117 w 159"/>
                <a:gd name="T61" fmla="*/ 75 h 146"/>
                <a:gd name="T62" fmla="*/ 141 w 159"/>
                <a:gd name="T63" fmla="*/ 59 h 146"/>
                <a:gd name="T64" fmla="*/ 125 w 159"/>
                <a:gd name="T65" fmla="*/ 58 h 146"/>
                <a:gd name="T66" fmla="*/ 124 w 159"/>
                <a:gd name="T67" fmla="*/ 54 h 146"/>
                <a:gd name="T68" fmla="*/ 154 w 159"/>
                <a:gd name="T69" fmla="*/ 43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59" h="146">
                  <a:moveTo>
                    <a:pt x="154" y="43"/>
                  </a:moveTo>
                  <a:cubicBezTo>
                    <a:pt x="133" y="41"/>
                    <a:pt x="133" y="41"/>
                    <a:pt x="133" y="41"/>
                  </a:cubicBezTo>
                  <a:cubicBezTo>
                    <a:pt x="137" y="34"/>
                    <a:pt x="155" y="37"/>
                    <a:pt x="159" y="25"/>
                  </a:cubicBezTo>
                  <a:cubicBezTo>
                    <a:pt x="133" y="24"/>
                    <a:pt x="133" y="24"/>
                    <a:pt x="133" y="24"/>
                  </a:cubicBezTo>
                  <a:cubicBezTo>
                    <a:pt x="114" y="21"/>
                    <a:pt x="107" y="39"/>
                    <a:pt x="97" y="38"/>
                  </a:cubicBezTo>
                  <a:cubicBezTo>
                    <a:pt x="88" y="29"/>
                    <a:pt x="100" y="28"/>
                    <a:pt x="106" y="24"/>
                  </a:cubicBezTo>
                  <a:cubicBezTo>
                    <a:pt x="80" y="0"/>
                    <a:pt x="72" y="32"/>
                    <a:pt x="72" y="34"/>
                  </a:cubicBezTo>
                  <a:cubicBezTo>
                    <a:pt x="71" y="37"/>
                    <a:pt x="68" y="38"/>
                    <a:pt x="66" y="36"/>
                  </a:cubicBezTo>
                  <a:cubicBezTo>
                    <a:pt x="58" y="12"/>
                    <a:pt x="33" y="22"/>
                    <a:pt x="0" y="23"/>
                  </a:cubicBezTo>
                  <a:cubicBezTo>
                    <a:pt x="8" y="31"/>
                    <a:pt x="17" y="32"/>
                    <a:pt x="28" y="34"/>
                  </a:cubicBezTo>
                  <a:cubicBezTo>
                    <a:pt x="30" y="36"/>
                    <a:pt x="32" y="38"/>
                    <a:pt x="30" y="41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19" y="58"/>
                    <a:pt x="35" y="49"/>
                    <a:pt x="41" y="60"/>
                  </a:cubicBezTo>
                  <a:cubicBezTo>
                    <a:pt x="24" y="60"/>
                    <a:pt x="24" y="60"/>
                    <a:pt x="24" y="60"/>
                  </a:cubicBezTo>
                  <a:cubicBezTo>
                    <a:pt x="25" y="75"/>
                    <a:pt x="41" y="68"/>
                    <a:pt x="46" y="79"/>
                  </a:cubicBezTo>
                  <a:cubicBezTo>
                    <a:pt x="35" y="78"/>
                    <a:pt x="35" y="78"/>
                    <a:pt x="35" y="78"/>
                  </a:cubicBezTo>
                  <a:cubicBezTo>
                    <a:pt x="40" y="90"/>
                    <a:pt x="48" y="91"/>
                    <a:pt x="54" y="92"/>
                  </a:cubicBezTo>
                  <a:cubicBezTo>
                    <a:pt x="54" y="96"/>
                    <a:pt x="54" y="96"/>
                    <a:pt x="54" y="96"/>
                  </a:cubicBezTo>
                  <a:cubicBezTo>
                    <a:pt x="46" y="96"/>
                    <a:pt x="46" y="96"/>
                    <a:pt x="46" y="96"/>
                  </a:cubicBezTo>
                  <a:cubicBezTo>
                    <a:pt x="46" y="104"/>
                    <a:pt x="57" y="109"/>
                    <a:pt x="64" y="108"/>
                  </a:cubicBezTo>
                  <a:cubicBezTo>
                    <a:pt x="64" y="114"/>
                    <a:pt x="64" y="114"/>
                    <a:pt x="64" y="114"/>
                  </a:cubicBezTo>
                  <a:cubicBezTo>
                    <a:pt x="60" y="115"/>
                    <a:pt x="60" y="115"/>
                    <a:pt x="60" y="115"/>
                  </a:cubicBezTo>
                  <a:cubicBezTo>
                    <a:pt x="81" y="146"/>
                    <a:pt x="81" y="146"/>
                    <a:pt x="81" y="146"/>
                  </a:cubicBezTo>
                  <a:cubicBezTo>
                    <a:pt x="103" y="117"/>
                    <a:pt x="103" y="117"/>
                    <a:pt x="103" y="117"/>
                  </a:cubicBezTo>
                  <a:cubicBezTo>
                    <a:pt x="98" y="114"/>
                    <a:pt x="98" y="114"/>
                    <a:pt x="98" y="114"/>
                  </a:cubicBezTo>
                  <a:cubicBezTo>
                    <a:pt x="99" y="107"/>
                    <a:pt x="99" y="107"/>
                    <a:pt x="99" y="107"/>
                  </a:cubicBezTo>
                  <a:cubicBezTo>
                    <a:pt x="105" y="108"/>
                    <a:pt x="111" y="106"/>
                    <a:pt x="115" y="97"/>
                  </a:cubicBezTo>
                  <a:cubicBezTo>
                    <a:pt x="114" y="95"/>
                    <a:pt x="99" y="99"/>
                    <a:pt x="112" y="92"/>
                  </a:cubicBezTo>
                  <a:cubicBezTo>
                    <a:pt x="120" y="91"/>
                    <a:pt x="125" y="85"/>
                    <a:pt x="131" y="79"/>
                  </a:cubicBezTo>
                  <a:cubicBezTo>
                    <a:pt x="119" y="79"/>
                    <a:pt x="119" y="79"/>
                    <a:pt x="119" y="79"/>
                  </a:cubicBezTo>
                  <a:cubicBezTo>
                    <a:pt x="117" y="78"/>
                    <a:pt x="116" y="76"/>
                    <a:pt x="117" y="75"/>
                  </a:cubicBezTo>
                  <a:cubicBezTo>
                    <a:pt x="125" y="74"/>
                    <a:pt x="137" y="70"/>
                    <a:pt x="141" y="59"/>
                  </a:cubicBezTo>
                  <a:cubicBezTo>
                    <a:pt x="125" y="58"/>
                    <a:pt x="125" y="58"/>
                    <a:pt x="125" y="58"/>
                  </a:cubicBezTo>
                  <a:cubicBezTo>
                    <a:pt x="122" y="57"/>
                    <a:pt x="123" y="55"/>
                    <a:pt x="124" y="54"/>
                  </a:cubicBezTo>
                  <a:cubicBezTo>
                    <a:pt x="134" y="54"/>
                    <a:pt x="145" y="50"/>
                    <a:pt x="154" y="4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3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/>
              </a:endParaRPr>
            </a:p>
          </p:txBody>
        </p:sp>
        <p:sp>
          <p:nvSpPr>
            <p:cNvPr id="104" name="íŝḻiḍè">
              <a:extLst>
                <a:ext uri="{FF2B5EF4-FFF2-40B4-BE49-F238E27FC236}">
                  <a16:creationId xmlns:a16="http://schemas.microsoft.com/office/drawing/2014/main" id="{806AF0E9-31DF-4E56-A171-A75B54509FFB}"/>
                </a:ext>
              </a:extLst>
            </p:cNvPr>
            <p:cNvSpPr/>
            <p:nvPr/>
          </p:nvSpPr>
          <p:spPr bwMode="auto">
            <a:xfrm>
              <a:off x="3344157" y="1504480"/>
              <a:ext cx="93914" cy="74290"/>
            </a:xfrm>
            <a:custGeom>
              <a:avLst/>
              <a:gdLst>
                <a:gd name="T0" fmla="*/ 6 w 41"/>
                <a:gd name="T1" fmla="*/ 15 h 32"/>
                <a:gd name="T2" fmla="*/ 9 w 41"/>
                <a:gd name="T3" fmla="*/ 16 h 32"/>
                <a:gd name="T4" fmla="*/ 37 w 41"/>
                <a:gd name="T5" fmla="*/ 18 h 32"/>
                <a:gd name="T6" fmla="*/ 41 w 41"/>
                <a:gd name="T7" fmla="*/ 16 h 32"/>
                <a:gd name="T8" fmla="*/ 32 w 41"/>
                <a:gd name="T9" fmla="*/ 0 h 32"/>
                <a:gd name="T10" fmla="*/ 28 w 41"/>
                <a:gd name="T11" fmla="*/ 1 h 32"/>
                <a:gd name="T12" fmla="*/ 35 w 41"/>
                <a:gd name="T13" fmla="*/ 14 h 32"/>
                <a:gd name="T14" fmla="*/ 30 w 41"/>
                <a:gd name="T15" fmla="*/ 13 h 32"/>
                <a:gd name="T16" fmla="*/ 4 w 41"/>
                <a:gd name="T17" fmla="*/ 12 h 32"/>
                <a:gd name="T18" fmla="*/ 0 w 41"/>
                <a:gd name="T19" fmla="*/ 14 h 32"/>
                <a:gd name="T20" fmla="*/ 10 w 41"/>
                <a:gd name="T21" fmla="*/ 32 h 32"/>
                <a:gd name="T22" fmla="*/ 14 w 41"/>
                <a:gd name="T23" fmla="*/ 30 h 32"/>
                <a:gd name="T24" fmla="*/ 6 w 41"/>
                <a:gd name="T25" fmla="*/ 15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1" h="32">
                  <a:moveTo>
                    <a:pt x="6" y="15"/>
                  </a:moveTo>
                  <a:cubicBezTo>
                    <a:pt x="9" y="16"/>
                    <a:pt x="9" y="16"/>
                    <a:pt x="9" y="16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41" y="16"/>
                    <a:pt x="41" y="16"/>
                    <a:pt x="41" y="16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28" y="1"/>
                    <a:pt x="28" y="1"/>
                    <a:pt x="28" y="1"/>
                  </a:cubicBezTo>
                  <a:cubicBezTo>
                    <a:pt x="35" y="14"/>
                    <a:pt x="35" y="14"/>
                    <a:pt x="35" y="14"/>
                  </a:cubicBezTo>
                  <a:cubicBezTo>
                    <a:pt x="34" y="14"/>
                    <a:pt x="32" y="14"/>
                    <a:pt x="30" y="13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0" y="32"/>
                    <a:pt x="10" y="32"/>
                    <a:pt x="10" y="32"/>
                  </a:cubicBezTo>
                  <a:cubicBezTo>
                    <a:pt x="14" y="30"/>
                    <a:pt x="14" y="30"/>
                    <a:pt x="14" y="30"/>
                  </a:cubicBezTo>
                  <a:lnTo>
                    <a:pt x="6" y="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3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/>
              </a:endParaRPr>
            </a:p>
          </p:txBody>
        </p:sp>
        <p:sp>
          <p:nvSpPr>
            <p:cNvPr id="105" name="îS1iďê">
              <a:extLst>
                <a:ext uri="{FF2B5EF4-FFF2-40B4-BE49-F238E27FC236}">
                  <a16:creationId xmlns:a16="http://schemas.microsoft.com/office/drawing/2014/main" id="{C556A509-69A3-4631-99A5-0878612F3C34}"/>
                </a:ext>
              </a:extLst>
            </p:cNvPr>
            <p:cNvSpPr/>
            <p:nvPr/>
          </p:nvSpPr>
          <p:spPr bwMode="auto">
            <a:xfrm>
              <a:off x="3369388" y="1550736"/>
              <a:ext cx="91811" cy="71487"/>
            </a:xfrm>
            <a:custGeom>
              <a:avLst/>
              <a:gdLst>
                <a:gd name="T0" fmla="*/ 128 w 131"/>
                <a:gd name="T1" fmla="*/ 46 h 102"/>
                <a:gd name="T2" fmla="*/ 85 w 131"/>
                <a:gd name="T3" fmla="*/ 66 h 102"/>
                <a:gd name="T4" fmla="*/ 66 w 131"/>
                <a:gd name="T5" fmla="*/ 30 h 102"/>
                <a:gd name="T6" fmla="*/ 108 w 131"/>
                <a:gd name="T7" fmla="*/ 10 h 102"/>
                <a:gd name="T8" fmla="*/ 105 w 131"/>
                <a:gd name="T9" fmla="*/ 0 h 102"/>
                <a:gd name="T10" fmla="*/ 0 w 131"/>
                <a:gd name="T11" fmla="*/ 46 h 102"/>
                <a:gd name="T12" fmla="*/ 7 w 131"/>
                <a:gd name="T13" fmla="*/ 56 h 102"/>
                <a:gd name="T14" fmla="*/ 56 w 131"/>
                <a:gd name="T15" fmla="*/ 33 h 102"/>
                <a:gd name="T16" fmla="*/ 72 w 131"/>
                <a:gd name="T17" fmla="*/ 73 h 102"/>
                <a:gd name="T18" fmla="*/ 23 w 131"/>
                <a:gd name="T19" fmla="*/ 92 h 102"/>
                <a:gd name="T20" fmla="*/ 30 w 131"/>
                <a:gd name="T21" fmla="*/ 102 h 102"/>
                <a:gd name="T22" fmla="*/ 131 w 131"/>
                <a:gd name="T23" fmla="*/ 56 h 102"/>
                <a:gd name="T24" fmla="*/ 128 w 131"/>
                <a:gd name="T25" fmla="*/ 46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1" h="102">
                  <a:moveTo>
                    <a:pt x="128" y="46"/>
                  </a:moveTo>
                  <a:lnTo>
                    <a:pt x="85" y="66"/>
                  </a:lnTo>
                  <a:lnTo>
                    <a:pt x="66" y="30"/>
                  </a:lnTo>
                  <a:lnTo>
                    <a:pt x="108" y="10"/>
                  </a:lnTo>
                  <a:lnTo>
                    <a:pt x="105" y="0"/>
                  </a:lnTo>
                  <a:lnTo>
                    <a:pt x="0" y="46"/>
                  </a:lnTo>
                  <a:lnTo>
                    <a:pt x="7" y="56"/>
                  </a:lnTo>
                  <a:lnTo>
                    <a:pt x="56" y="33"/>
                  </a:lnTo>
                  <a:lnTo>
                    <a:pt x="72" y="73"/>
                  </a:lnTo>
                  <a:lnTo>
                    <a:pt x="23" y="92"/>
                  </a:lnTo>
                  <a:lnTo>
                    <a:pt x="30" y="102"/>
                  </a:lnTo>
                  <a:lnTo>
                    <a:pt x="131" y="56"/>
                  </a:lnTo>
                  <a:lnTo>
                    <a:pt x="128" y="4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3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/>
              </a:endParaRPr>
            </a:p>
          </p:txBody>
        </p:sp>
        <p:sp>
          <p:nvSpPr>
            <p:cNvPr id="106" name="i$ḷíḓe">
              <a:extLst>
                <a:ext uri="{FF2B5EF4-FFF2-40B4-BE49-F238E27FC236}">
                  <a16:creationId xmlns:a16="http://schemas.microsoft.com/office/drawing/2014/main" id="{40936E26-89BF-4616-B5A3-11B7CED6C419}"/>
                </a:ext>
              </a:extLst>
            </p:cNvPr>
            <p:cNvSpPr/>
            <p:nvPr/>
          </p:nvSpPr>
          <p:spPr bwMode="auto">
            <a:xfrm>
              <a:off x="3394618" y="1599095"/>
              <a:ext cx="91811" cy="71487"/>
            </a:xfrm>
            <a:custGeom>
              <a:avLst/>
              <a:gdLst>
                <a:gd name="T0" fmla="*/ 72 w 131"/>
                <a:gd name="T1" fmla="*/ 76 h 102"/>
                <a:gd name="T2" fmla="*/ 85 w 131"/>
                <a:gd name="T3" fmla="*/ 69 h 102"/>
                <a:gd name="T4" fmla="*/ 66 w 131"/>
                <a:gd name="T5" fmla="*/ 30 h 102"/>
                <a:gd name="T6" fmla="*/ 98 w 131"/>
                <a:gd name="T7" fmla="*/ 17 h 102"/>
                <a:gd name="T8" fmla="*/ 118 w 131"/>
                <a:gd name="T9" fmla="*/ 56 h 102"/>
                <a:gd name="T10" fmla="*/ 131 w 131"/>
                <a:gd name="T11" fmla="*/ 53 h 102"/>
                <a:gd name="T12" fmla="*/ 105 w 131"/>
                <a:gd name="T13" fmla="*/ 0 h 102"/>
                <a:gd name="T14" fmla="*/ 0 w 131"/>
                <a:gd name="T15" fmla="*/ 50 h 102"/>
                <a:gd name="T16" fmla="*/ 30 w 131"/>
                <a:gd name="T17" fmla="*/ 102 h 102"/>
                <a:gd name="T18" fmla="*/ 39 w 131"/>
                <a:gd name="T19" fmla="*/ 96 h 102"/>
                <a:gd name="T20" fmla="*/ 20 w 131"/>
                <a:gd name="T21" fmla="*/ 53 h 102"/>
                <a:gd name="T22" fmla="*/ 52 w 131"/>
                <a:gd name="T23" fmla="*/ 36 h 102"/>
                <a:gd name="T24" fmla="*/ 72 w 131"/>
                <a:gd name="T25" fmla="*/ 76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1" h="102">
                  <a:moveTo>
                    <a:pt x="72" y="76"/>
                  </a:moveTo>
                  <a:lnTo>
                    <a:pt x="85" y="69"/>
                  </a:lnTo>
                  <a:lnTo>
                    <a:pt x="66" y="30"/>
                  </a:lnTo>
                  <a:lnTo>
                    <a:pt x="98" y="17"/>
                  </a:lnTo>
                  <a:lnTo>
                    <a:pt x="118" y="56"/>
                  </a:lnTo>
                  <a:lnTo>
                    <a:pt x="131" y="53"/>
                  </a:lnTo>
                  <a:lnTo>
                    <a:pt x="105" y="0"/>
                  </a:lnTo>
                  <a:lnTo>
                    <a:pt x="0" y="50"/>
                  </a:lnTo>
                  <a:lnTo>
                    <a:pt x="30" y="102"/>
                  </a:lnTo>
                  <a:lnTo>
                    <a:pt x="39" y="96"/>
                  </a:lnTo>
                  <a:lnTo>
                    <a:pt x="20" y="53"/>
                  </a:lnTo>
                  <a:lnTo>
                    <a:pt x="52" y="36"/>
                  </a:lnTo>
                  <a:lnTo>
                    <a:pt x="72" y="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3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/>
              </a:endParaRPr>
            </a:p>
          </p:txBody>
        </p:sp>
        <p:sp>
          <p:nvSpPr>
            <p:cNvPr id="107" name="îş1íḍé">
              <a:extLst>
                <a:ext uri="{FF2B5EF4-FFF2-40B4-BE49-F238E27FC236}">
                  <a16:creationId xmlns:a16="http://schemas.microsoft.com/office/drawing/2014/main" id="{9C7C8CEC-E4C4-4AD2-B8C1-02466B3A8EA3}"/>
                </a:ext>
              </a:extLst>
            </p:cNvPr>
            <p:cNvSpPr/>
            <p:nvPr/>
          </p:nvSpPr>
          <p:spPr bwMode="auto">
            <a:xfrm>
              <a:off x="3431063" y="1647453"/>
              <a:ext cx="73589" cy="53265"/>
            </a:xfrm>
            <a:custGeom>
              <a:avLst/>
              <a:gdLst>
                <a:gd name="T0" fmla="*/ 32 w 32"/>
                <a:gd name="T1" fmla="*/ 3 h 23"/>
                <a:gd name="T2" fmla="*/ 30 w 32"/>
                <a:gd name="T3" fmla="*/ 0 h 23"/>
                <a:gd name="T4" fmla="*/ 13 w 32"/>
                <a:gd name="T5" fmla="*/ 16 h 23"/>
                <a:gd name="T6" fmla="*/ 10 w 32"/>
                <a:gd name="T7" fmla="*/ 19 h 23"/>
                <a:gd name="T8" fmla="*/ 7 w 32"/>
                <a:gd name="T9" fmla="*/ 20 h 23"/>
                <a:gd name="T10" fmla="*/ 5 w 32"/>
                <a:gd name="T11" fmla="*/ 19 h 23"/>
                <a:gd name="T12" fmla="*/ 4 w 32"/>
                <a:gd name="T13" fmla="*/ 16 h 23"/>
                <a:gd name="T14" fmla="*/ 7 w 32"/>
                <a:gd name="T15" fmla="*/ 11 h 23"/>
                <a:gd name="T16" fmla="*/ 5 w 32"/>
                <a:gd name="T17" fmla="*/ 10 h 23"/>
                <a:gd name="T18" fmla="*/ 0 w 32"/>
                <a:gd name="T19" fmla="*/ 16 h 23"/>
                <a:gd name="T20" fmla="*/ 2 w 32"/>
                <a:gd name="T21" fmla="*/ 21 h 23"/>
                <a:gd name="T22" fmla="*/ 6 w 32"/>
                <a:gd name="T23" fmla="*/ 23 h 23"/>
                <a:gd name="T24" fmla="*/ 10 w 32"/>
                <a:gd name="T25" fmla="*/ 22 h 23"/>
                <a:gd name="T26" fmla="*/ 15 w 32"/>
                <a:gd name="T27" fmla="*/ 18 h 23"/>
                <a:gd name="T28" fmla="*/ 32 w 32"/>
                <a:gd name="T29" fmla="*/ 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2" h="23">
                  <a:moveTo>
                    <a:pt x="32" y="3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1" y="18"/>
                    <a:pt x="10" y="19"/>
                    <a:pt x="10" y="19"/>
                  </a:cubicBezTo>
                  <a:cubicBezTo>
                    <a:pt x="9" y="19"/>
                    <a:pt x="8" y="20"/>
                    <a:pt x="7" y="20"/>
                  </a:cubicBezTo>
                  <a:cubicBezTo>
                    <a:pt x="6" y="20"/>
                    <a:pt x="6" y="19"/>
                    <a:pt x="5" y="19"/>
                  </a:cubicBezTo>
                  <a:cubicBezTo>
                    <a:pt x="4" y="18"/>
                    <a:pt x="4" y="17"/>
                    <a:pt x="4" y="16"/>
                  </a:cubicBezTo>
                  <a:cubicBezTo>
                    <a:pt x="4" y="15"/>
                    <a:pt x="6" y="13"/>
                    <a:pt x="7" y="11"/>
                  </a:cubicBezTo>
                  <a:cubicBezTo>
                    <a:pt x="5" y="10"/>
                    <a:pt x="5" y="10"/>
                    <a:pt x="5" y="10"/>
                  </a:cubicBezTo>
                  <a:cubicBezTo>
                    <a:pt x="2" y="12"/>
                    <a:pt x="1" y="14"/>
                    <a:pt x="0" y="16"/>
                  </a:cubicBezTo>
                  <a:cubicBezTo>
                    <a:pt x="0" y="18"/>
                    <a:pt x="1" y="20"/>
                    <a:pt x="2" y="21"/>
                  </a:cubicBezTo>
                  <a:cubicBezTo>
                    <a:pt x="3" y="22"/>
                    <a:pt x="4" y="23"/>
                    <a:pt x="6" y="23"/>
                  </a:cubicBezTo>
                  <a:cubicBezTo>
                    <a:pt x="7" y="23"/>
                    <a:pt x="9" y="23"/>
                    <a:pt x="10" y="22"/>
                  </a:cubicBezTo>
                  <a:cubicBezTo>
                    <a:pt x="12" y="22"/>
                    <a:pt x="13" y="20"/>
                    <a:pt x="15" y="18"/>
                  </a:cubicBezTo>
                  <a:lnTo>
                    <a:pt x="32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3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/>
              </a:endParaRPr>
            </a:p>
          </p:txBody>
        </p:sp>
        <p:sp>
          <p:nvSpPr>
            <p:cNvPr id="108" name="išḻïde">
              <a:extLst>
                <a:ext uri="{FF2B5EF4-FFF2-40B4-BE49-F238E27FC236}">
                  <a16:creationId xmlns:a16="http://schemas.microsoft.com/office/drawing/2014/main" id="{B844B0D7-8F6F-43FA-9A6C-676324F2F824}"/>
                </a:ext>
              </a:extLst>
            </p:cNvPr>
            <p:cNvSpPr/>
            <p:nvPr/>
          </p:nvSpPr>
          <p:spPr bwMode="auto">
            <a:xfrm>
              <a:off x="3465404" y="1659368"/>
              <a:ext cx="60273" cy="59572"/>
            </a:xfrm>
            <a:custGeom>
              <a:avLst/>
              <a:gdLst>
                <a:gd name="T0" fmla="*/ 79 w 86"/>
                <a:gd name="T1" fmla="*/ 0 h 85"/>
                <a:gd name="T2" fmla="*/ 0 w 86"/>
                <a:gd name="T3" fmla="*/ 79 h 85"/>
                <a:gd name="T4" fmla="*/ 7 w 86"/>
                <a:gd name="T5" fmla="*/ 85 h 85"/>
                <a:gd name="T6" fmla="*/ 86 w 86"/>
                <a:gd name="T7" fmla="*/ 6 h 85"/>
                <a:gd name="T8" fmla="*/ 79 w 86"/>
                <a:gd name="T9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6" h="85">
                  <a:moveTo>
                    <a:pt x="79" y="0"/>
                  </a:moveTo>
                  <a:lnTo>
                    <a:pt x="0" y="79"/>
                  </a:lnTo>
                  <a:lnTo>
                    <a:pt x="7" y="85"/>
                  </a:lnTo>
                  <a:lnTo>
                    <a:pt x="86" y="6"/>
                  </a:lnTo>
                  <a:lnTo>
                    <a:pt x="7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3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/>
              </a:endParaRPr>
            </a:p>
          </p:txBody>
        </p:sp>
        <p:sp>
          <p:nvSpPr>
            <p:cNvPr id="109" name="ís1ïḓè">
              <a:extLst>
                <a:ext uri="{FF2B5EF4-FFF2-40B4-BE49-F238E27FC236}">
                  <a16:creationId xmlns:a16="http://schemas.microsoft.com/office/drawing/2014/main" id="{3FE775D4-DE8A-4CE9-A114-CDBEAD4F1AD2}"/>
                </a:ext>
              </a:extLst>
            </p:cNvPr>
            <p:cNvSpPr/>
            <p:nvPr/>
          </p:nvSpPr>
          <p:spPr bwMode="auto">
            <a:xfrm>
              <a:off x="3477319" y="1675487"/>
              <a:ext cx="73589" cy="80598"/>
            </a:xfrm>
            <a:custGeom>
              <a:avLst/>
              <a:gdLst>
                <a:gd name="T0" fmla="*/ 29 w 32"/>
                <a:gd name="T1" fmla="*/ 0 h 35"/>
                <a:gd name="T2" fmla="*/ 0 w 32"/>
                <a:gd name="T3" fmla="*/ 21 h 35"/>
                <a:gd name="T4" fmla="*/ 3 w 32"/>
                <a:gd name="T5" fmla="*/ 23 h 35"/>
                <a:gd name="T6" fmla="*/ 12 w 32"/>
                <a:gd name="T7" fmla="*/ 17 h 35"/>
                <a:gd name="T8" fmla="*/ 20 w 32"/>
                <a:gd name="T9" fmla="*/ 23 h 35"/>
                <a:gd name="T10" fmla="*/ 16 w 32"/>
                <a:gd name="T11" fmla="*/ 33 h 35"/>
                <a:gd name="T12" fmla="*/ 19 w 32"/>
                <a:gd name="T13" fmla="*/ 35 h 35"/>
                <a:gd name="T14" fmla="*/ 32 w 32"/>
                <a:gd name="T15" fmla="*/ 3 h 35"/>
                <a:gd name="T16" fmla="*/ 29 w 32"/>
                <a:gd name="T17" fmla="*/ 0 h 35"/>
                <a:gd name="T18" fmla="*/ 25 w 32"/>
                <a:gd name="T19" fmla="*/ 11 h 35"/>
                <a:gd name="T20" fmla="*/ 22 w 32"/>
                <a:gd name="T21" fmla="*/ 20 h 35"/>
                <a:gd name="T22" fmla="*/ 15 w 32"/>
                <a:gd name="T23" fmla="*/ 15 h 35"/>
                <a:gd name="T24" fmla="*/ 23 w 32"/>
                <a:gd name="T25" fmla="*/ 8 h 35"/>
                <a:gd name="T26" fmla="*/ 28 w 32"/>
                <a:gd name="T27" fmla="*/ 4 h 35"/>
                <a:gd name="T28" fmla="*/ 25 w 32"/>
                <a:gd name="T29" fmla="*/ 11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2" h="35">
                  <a:moveTo>
                    <a:pt x="29" y="0"/>
                  </a:moveTo>
                  <a:cubicBezTo>
                    <a:pt x="0" y="21"/>
                    <a:pt x="0" y="21"/>
                    <a:pt x="0" y="21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20" y="23"/>
                    <a:pt x="20" y="23"/>
                    <a:pt x="20" y="2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32" y="3"/>
                    <a:pt x="32" y="3"/>
                    <a:pt x="32" y="3"/>
                  </a:cubicBezTo>
                  <a:lnTo>
                    <a:pt x="29" y="0"/>
                  </a:lnTo>
                  <a:close/>
                  <a:moveTo>
                    <a:pt x="25" y="11"/>
                  </a:moveTo>
                  <a:cubicBezTo>
                    <a:pt x="22" y="20"/>
                    <a:pt x="22" y="20"/>
                    <a:pt x="22" y="20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5" y="7"/>
                    <a:pt x="27" y="6"/>
                    <a:pt x="28" y="4"/>
                  </a:cubicBezTo>
                  <a:cubicBezTo>
                    <a:pt x="28" y="6"/>
                    <a:pt x="27" y="8"/>
                    <a:pt x="25" y="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3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/>
              </a:endParaRPr>
            </a:p>
          </p:txBody>
        </p:sp>
        <p:sp>
          <p:nvSpPr>
            <p:cNvPr id="110" name="ïṩlïďê">
              <a:extLst>
                <a:ext uri="{FF2B5EF4-FFF2-40B4-BE49-F238E27FC236}">
                  <a16:creationId xmlns:a16="http://schemas.microsoft.com/office/drawing/2014/main" id="{8265CF8C-E95C-483D-92F8-D862150EC3F0}"/>
                </a:ext>
              </a:extLst>
            </p:cNvPr>
            <p:cNvSpPr/>
            <p:nvPr/>
          </p:nvSpPr>
          <p:spPr bwMode="auto">
            <a:xfrm>
              <a:off x="3529882" y="1688803"/>
              <a:ext cx="80598" cy="87606"/>
            </a:xfrm>
            <a:custGeom>
              <a:avLst/>
              <a:gdLst>
                <a:gd name="T0" fmla="*/ 108 w 115"/>
                <a:gd name="T1" fmla="*/ 27 h 125"/>
                <a:gd name="T2" fmla="*/ 62 w 115"/>
                <a:gd name="T3" fmla="*/ 102 h 125"/>
                <a:gd name="T4" fmla="*/ 69 w 115"/>
                <a:gd name="T5" fmla="*/ 7 h 125"/>
                <a:gd name="T6" fmla="*/ 59 w 115"/>
                <a:gd name="T7" fmla="*/ 0 h 125"/>
                <a:gd name="T8" fmla="*/ 0 w 115"/>
                <a:gd name="T9" fmla="*/ 96 h 125"/>
                <a:gd name="T10" fmla="*/ 10 w 115"/>
                <a:gd name="T11" fmla="*/ 99 h 125"/>
                <a:gd name="T12" fmla="*/ 56 w 115"/>
                <a:gd name="T13" fmla="*/ 27 h 125"/>
                <a:gd name="T14" fmla="*/ 49 w 115"/>
                <a:gd name="T15" fmla="*/ 122 h 125"/>
                <a:gd name="T16" fmla="*/ 59 w 115"/>
                <a:gd name="T17" fmla="*/ 125 h 125"/>
                <a:gd name="T18" fmla="*/ 115 w 115"/>
                <a:gd name="T19" fmla="*/ 33 h 125"/>
                <a:gd name="T20" fmla="*/ 108 w 115"/>
                <a:gd name="T21" fmla="*/ 27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15" h="125">
                  <a:moveTo>
                    <a:pt x="108" y="27"/>
                  </a:moveTo>
                  <a:lnTo>
                    <a:pt x="62" y="102"/>
                  </a:lnTo>
                  <a:lnTo>
                    <a:pt x="69" y="7"/>
                  </a:lnTo>
                  <a:lnTo>
                    <a:pt x="59" y="0"/>
                  </a:lnTo>
                  <a:lnTo>
                    <a:pt x="0" y="96"/>
                  </a:lnTo>
                  <a:lnTo>
                    <a:pt x="10" y="99"/>
                  </a:lnTo>
                  <a:lnTo>
                    <a:pt x="56" y="27"/>
                  </a:lnTo>
                  <a:lnTo>
                    <a:pt x="49" y="122"/>
                  </a:lnTo>
                  <a:lnTo>
                    <a:pt x="59" y="125"/>
                  </a:lnTo>
                  <a:lnTo>
                    <a:pt x="115" y="33"/>
                  </a:lnTo>
                  <a:lnTo>
                    <a:pt x="108" y="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3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/>
              </a:endParaRPr>
            </a:p>
          </p:txBody>
        </p:sp>
        <p:sp>
          <p:nvSpPr>
            <p:cNvPr id="111" name="íSliḋê">
              <a:extLst>
                <a:ext uri="{FF2B5EF4-FFF2-40B4-BE49-F238E27FC236}">
                  <a16:creationId xmlns:a16="http://schemas.microsoft.com/office/drawing/2014/main" id="{A75CA723-E7C4-46E8-B750-13300D48208D}"/>
                </a:ext>
              </a:extLst>
            </p:cNvPr>
            <p:cNvSpPr/>
            <p:nvPr/>
          </p:nvSpPr>
          <p:spPr bwMode="auto">
            <a:xfrm>
              <a:off x="3594360" y="1714735"/>
              <a:ext cx="56769" cy="77794"/>
            </a:xfrm>
            <a:custGeom>
              <a:avLst/>
              <a:gdLst>
                <a:gd name="T0" fmla="*/ 19 w 25"/>
                <a:gd name="T1" fmla="*/ 1 h 34"/>
                <a:gd name="T2" fmla="*/ 13 w 25"/>
                <a:gd name="T3" fmla="*/ 1 h 34"/>
                <a:gd name="T4" fmla="*/ 8 w 25"/>
                <a:gd name="T5" fmla="*/ 5 h 34"/>
                <a:gd name="T6" fmla="*/ 3 w 25"/>
                <a:gd name="T7" fmla="*/ 13 h 34"/>
                <a:gd name="T8" fmla="*/ 1 w 25"/>
                <a:gd name="T9" fmla="*/ 22 h 34"/>
                <a:gd name="T10" fmla="*/ 2 w 25"/>
                <a:gd name="T11" fmla="*/ 29 h 34"/>
                <a:gd name="T12" fmla="*/ 6 w 25"/>
                <a:gd name="T13" fmla="*/ 33 h 34"/>
                <a:gd name="T14" fmla="*/ 11 w 25"/>
                <a:gd name="T15" fmla="*/ 33 h 34"/>
                <a:gd name="T16" fmla="*/ 17 w 25"/>
                <a:gd name="T17" fmla="*/ 31 h 34"/>
                <a:gd name="T18" fmla="*/ 21 w 25"/>
                <a:gd name="T19" fmla="*/ 20 h 34"/>
                <a:gd name="T20" fmla="*/ 13 w 25"/>
                <a:gd name="T21" fmla="*/ 17 h 34"/>
                <a:gd name="T22" fmla="*/ 11 w 25"/>
                <a:gd name="T23" fmla="*/ 20 h 34"/>
                <a:gd name="T24" fmla="*/ 17 w 25"/>
                <a:gd name="T25" fmla="*/ 22 h 34"/>
                <a:gd name="T26" fmla="*/ 15 w 25"/>
                <a:gd name="T27" fmla="*/ 28 h 34"/>
                <a:gd name="T28" fmla="*/ 12 w 25"/>
                <a:gd name="T29" fmla="*/ 29 h 34"/>
                <a:gd name="T30" fmla="*/ 8 w 25"/>
                <a:gd name="T31" fmla="*/ 29 h 34"/>
                <a:gd name="T32" fmla="*/ 5 w 25"/>
                <a:gd name="T33" fmla="*/ 26 h 34"/>
                <a:gd name="T34" fmla="*/ 4 w 25"/>
                <a:gd name="T35" fmla="*/ 21 h 34"/>
                <a:gd name="T36" fmla="*/ 6 w 25"/>
                <a:gd name="T37" fmla="*/ 14 h 34"/>
                <a:gd name="T38" fmla="*/ 9 w 25"/>
                <a:gd name="T39" fmla="*/ 8 h 34"/>
                <a:gd name="T40" fmla="*/ 11 w 25"/>
                <a:gd name="T41" fmla="*/ 5 h 34"/>
                <a:gd name="T42" fmla="*/ 15 w 25"/>
                <a:gd name="T43" fmla="*/ 4 h 34"/>
                <a:gd name="T44" fmla="*/ 18 w 25"/>
                <a:gd name="T45" fmla="*/ 4 h 34"/>
                <a:gd name="T46" fmla="*/ 20 w 25"/>
                <a:gd name="T47" fmla="*/ 6 h 34"/>
                <a:gd name="T48" fmla="*/ 21 w 25"/>
                <a:gd name="T49" fmla="*/ 9 h 34"/>
                <a:gd name="T50" fmla="*/ 21 w 25"/>
                <a:gd name="T51" fmla="*/ 13 h 34"/>
                <a:gd name="T52" fmla="*/ 24 w 25"/>
                <a:gd name="T53" fmla="*/ 13 h 34"/>
                <a:gd name="T54" fmla="*/ 24 w 25"/>
                <a:gd name="T55" fmla="*/ 7 h 34"/>
                <a:gd name="T56" fmla="*/ 23 w 25"/>
                <a:gd name="T57" fmla="*/ 3 h 34"/>
                <a:gd name="T58" fmla="*/ 19 w 25"/>
                <a:gd name="T59" fmla="*/ 1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5" h="34">
                  <a:moveTo>
                    <a:pt x="19" y="1"/>
                  </a:moveTo>
                  <a:cubicBezTo>
                    <a:pt x="18" y="0"/>
                    <a:pt x="15" y="0"/>
                    <a:pt x="13" y="1"/>
                  </a:cubicBezTo>
                  <a:cubicBezTo>
                    <a:pt x="11" y="1"/>
                    <a:pt x="9" y="3"/>
                    <a:pt x="8" y="5"/>
                  </a:cubicBezTo>
                  <a:cubicBezTo>
                    <a:pt x="6" y="7"/>
                    <a:pt x="4" y="10"/>
                    <a:pt x="3" y="13"/>
                  </a:cubicBezTo>
                  <a:cubicBezTo>
                    <a:pt x="2" y="16"/>
                    <a:pt x="1" y="19"/>
                    <a:pt x="1" y="22"/>
                  </a:cubicBezTo>
                  <a:cubicBezTo>
                    <a:pt x="0" y="25"/>
                    <a:pt x="1" y="27"/>
                    <a:pt x="2" y="29"/>
                  </a:cubicBezTo>
                  <a:cubicBezTo>
                    <a:pt x="3" y="31"/>
                    <a:pt x="4" y="32"/>
                    <a:pt x="6" y="33"/>
                  </a:cubicBezTo>
                  <a:cubicBezTo>
                    <a:pt x="8" y="34"/>
                    <a:pt x="9" y="34"/>
                    <a:pt x="11" y="33"/>
                  </a:cubicBezTo>
                  <a:cubicBezTo>
                    <a:pt x="13" y="33"/>
                    <a:pt x="15" y="32"/>
                    <a:pt x="17" y="31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13" y="17"/>
                    <a:pt x="13" y="17"/>
                    <a:pt x="13" y="17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7" y="22"/>
                    <a:pt x="17" y="22"/>
                    <a:pt x="17" y="22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4" y="29"/>
                    <a:pt x="13" y="29"/>
                    <a:pt x="12" y="29"/>
                  </a:cubicBezTo>
                  <a:cubicBezTo>
                    <a:pt x="10" y="30"/>
                    <a:pt x="9" y="30"/>
                    <a:pt x="8" y="29"/>
                  </a:cubicBezTo>
                  <a:cubicBezTo>
                    <a:pt x="6" y="29"/>
                    <a:pt x="5" y="28"/>
                    <a:pt x="5" y="26"/>
                  </a:cubicBezTo>
                  <a:cubicBezTo>
                    <a:pt x="4" y="25"/>
                    <a:pt x="3" y="23"/>
                    <a:pt x="4" y="21"/>
                  </a:cubicBezTo>
                  <a:cubicBezTo>
                    <a:pt x="4" y="19"/>
                    <a:pt x="4" y="17"/>
                    <a:pt x="6" y="14"/>
                  </a:cubicBezTo>
                  <a:cubicBezTo>
                    <a:pt x="7" y="12"/>
                    <a:pt x="8" y="10"/>
                    <a:pt x="9" y="8"/>
                  </a:cubicBezTo>
                  <a:cubicBezTo>
                    <a:pt x="10" y="7"/>
                    <a:pt x="11" y="6"/>
                    <a:pt x="11" y="5"/>
                  </a:cubicBezTo>
                  <a:cubicBezTo>
                    <a:pt x="12" y="5"/>
                    <a:pt x="13" y="4"/>
                    <a:pt x="15" y="4"/>
                  </a:cubicBezTo>
                  <a:cubicBezTo>
                    <a:pt x="16" y="4"/>
                    <a:pt x="17" y="4"/>
                    <a:pt x="18" y="4"/>
                  </a:cubicBezTo>
                  <a:cubicBezTo>
                    <a:pt x="19" y="5"/>
                    <a:pt x="20" y="5"/>
                    <a:pt x="20" y="6"/>
                  </a:cubicBezTo>
                  <a:cubicBezTo>
                    <a:pt x="21" y="7"/>
                    <a:pt x="21" y="8"/>
                    <a:pt x="21" y="9"/>
                  </a:cubicBezTo>
                  <a:cubicBezTo>
                    <a:pt x="22" y="10"/>
                    <a:pt x="21" y="11"/>
                    <a:pt x="21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1"/>
                    <a:pt x="25" y="9"/>
                    <a:pt x="24" y="7"/>
                  </a:cubicBezTo>
                  <a:cubicBezTo>
                    <a:pt x="24" y="6"/>
                    <a:pt x="24" y="4"/>
                    <a:pt x="23" y="3"/>
                  </a:cubicBezTo>
                  <a:cubicBezTo>
                    <a:pt x="22" y="2"/>
                    <a:pt x="21" y="1"/>
                    <a:pt x="19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3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/>
              </a:endParaRPr>
            </a:p>
          </p:txBody>
        </p:sp>
        <p:sp>
          <p:nvSpPr>
            <p:cNvPr id="112" name="ísļîdè">
              <a:extLst>
                <a:ext uri="{FF2B5EF4-FFF2-40B4-BE49-F238E27FC236}">
                  <a16:creationId xmlns:a16="http://schemas.microsoft.com/office/drawing/2014/main" id="{64D0D206-53E3-455D-A472-959181932798}"/>
                </a:ext>
              </a:extLst>
            </p:cNvPr>
            <p:cNvSpPr/>
            <p:nvPr/>
          </p:nvSpPr>
          <p:spPr bwMode="auto">
            <a:xfrm>
              <a:off x="3681266" y="1716837"/>
              <a:ext cx="45555" cy="78495"/>
            </a:xfrm>
            <a:custGeom>
              <a:avLst/>
              <a:gdLst>
                <a:gd name="T0" fmla="*/ 17 w 20"/>
                <a:gd name="T1" fmla="*/ 19 h 34"/>
                <a:gd name="T2" fmla="*/ 15 w 20"/>
                <a:gd name="T3" fmla="*/ 27 h 34"/>
                <a:gd name="T4" fmla="*/ 10 w 20"/>
                <a:gd name="T5" fmla="*/ 30 h 34"/>
                <a:gd name="T6" fmla="*/ 7 w 20"/>
                <a:gd name="T7" fmla="*/ 29 h 34"/>
                <a:gd name="T8" fmla="*/ 4 w 20"/>
                <a:gd name="T9" fmla="*/ 25 h 34"/>
                <a:gd name="T10" fmla="*/ 4 w 20"/>
                <a:gd name="T11" fmla="*/ 19 h 34"/>
                <a:gd name="T12" fmla="*/ 4 w 20"/>
                <a:gd name="T13" fmla="*/ 0 h 34"/>
                <a:gd name="T14" fmla="*/ 0 w 20"/>
                <a:gd name="T15" fmla="*/ 0 h 34"/>
                <a:gd name="T16" fmla="*/ 0 w 20"/>
                <a:gd name="T17" fmla="*/ 19 h 34"/>
                <a:gd name="T18" fmla="*/ 1 w 20"/>
                <a:gd name="T19" fmla="*/ 27 h 34"/>
                <a:gd name="T20" fmla="*/ 5 w 20"/>
                <a:gd name="T21" fmla="*/ 32 h 34"/>
                <a:gd name="T22" fmla="*/ 10 w 20"/>
                <a:gd name="T23" fmla="*/ 34 h 34"/>
                <a:gd name="T24" fmla="*/ 16 w 20"/>
                <a:gd name="T25" fmla="*/ 32 h 34"/>
                <a:gd name="T26" fmla="*/ 19 w 20"/>
                <a:gd name="T27" fmla="*/ 27 h 34"/>
                <a:gd name="T28" fmla="*/ 20 w 20"/>
                <a:gd name="T29" fmla="*/ 19 h 34"/>
                <a:gd name="T30" fmla="*/ 20 w 20"/>
                <a:gd name="T31" fmla="*/ 0 h 34"/>
                <a:gd name="T32" fmla="*/ 17 w 20"/>
                <a:gd name="T33" fmla="*/ 0 h 34"/>
                <a:gd name="T34" fmla="*/ 17 w 20"/>
                <a:gd name="T35" fmla="*/ 19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0" h="34">
                  <a:moveTo>
                    <a:pt x="17" y="19"/>
                  </a:moveTo>
                  <a:cubicBezTo>
                    <a:pt x="17" y="23"/>
                    <a:pt x="16" y="26"/>
                    <a:pt x="15" y="27"/>
                  </a:cubicBezTo>
                  <a:cubicBezTo>
                    <a:pt x="14" y="29"/>
                    <a:pt x="13" y="30"/>
                    <a:pt x="10" y="30"/>
                  </a:cubicBezTo>
                  <a:cubicBezTo>
                    <a:pt x="9" y="30"/>
                    <a:pt x="8" y="29"/>
                    <a:pt x="7" y="29"/>
                  </a:cubicBezTo>
                  <a:cubicBezTo>
                    <a:pt x="6" y="28"/>
                    <a:pt x="5" y="27"/>
                    <a:pt x="4" y="25"/>
                  </a:cubicBezTo>
                  <a:cubicBezTo>
                    <a:pt x="4" y="24"/>
                    <a:pt x="4" y="22"/>
                    <a:pt x="4" y="19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23"/>
                    <a:pt x="1" y="25"/>
                    <a:pt x="1" y="27"/>
                  </a:cubicBezTo>
                  <a:cubicBezTo>
                    <a:pt x="2" y="29"/>
                    <a:pt x="3" y="31"/>
                    <a:pt x="5" y="32"/>
                  </a:cubicBezTo>
                  <a:cubicBezTo>
                    <a:pt x="6" y="33"/>
                    <a:pt x="8" y="34"/>
                    <a:pt x="10" y="34"/>
                  </a:cubicBezTo>
                  <a:cubicBezTo>
                    <a:pt x="13" y="34"/>
                    <a:pt x="15" y="33"/>
                    <a:pt x="16" y="32"/>
                  </a:cubicBezTo>
                  <a:cubicBezTo>
                    <a:pt x="18" y="31"/>
                    <a:pt x="19" y="29"/>
                    <a:pt x="19" y="27"/>
                  </a:cubicBezTo>
                  <a:cubicBezTo>
                    <a:pt x="20" y="25"/>
                    <a:pt x="20" y="22"/>
                    <a:pt x="20" y="19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17" y="0"/>
                    <a:pt x="17" y="0"/>
                    <a:pt x="17" y="0"/>
                  </a:cubicBezTo>
                  <a:lnTo>
                    <a:pt x="17" y="1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3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/>
              </a:endParaRPr>
            </a:p>
          </p:txBody>
        </p:sp>
        <p:sp>
          <p:nvSpPr>
            <p:cNvPr id="113" name="îSlíḋé">
              <a:extLst>
                <a:ext uri="{FF2B5EF4-FFF2-40B4-BE49-F238E27FC236}">
                  <a16:creationId xmlns:a16="http://schemas.microsoft.com/office/drawing/2014/main" id="{C7A17BAC-77F4-45D2-BB08-88603BC65283}"/>
                </a:ext>
              </a:extLst>
            </p:cNvPr>
            <p:cNvSpPr/>
            <p:nvPr/>
          </p:nvSpPr>
          <p:spPr bwMode="auto">
            <a:xfrm>
              <a:off x="3733829" y="1709829"/>
              <a:ext cx="55367" cy="80598"/>
            </a:xfrm>
            <a:custGeom>
              <a:avLst/>
              <a:gdLst>
                <a:gd name="T0" fmla="*/ 53 w 79"/>
                <a:gd name="T1" fmla="*/ 0 h 115"/>
                <a:gd name="T2" fmla="*/ 62 w 79"/>
                <a:gd name="T3" fmla="*/ 86 h 115"/>
                <a:gd name="T4" fmla="*/ 10 w 79"/>
                <a:gd name="T5" fmla="*/ 3 h 115"/>
                <a:gd name="T6" fmla="*/ 0 w 79"/>
                <a:gd name="T7" fmla="*/ 7 h 115"/>
                <a:gd name="T8" fmla="*/ 13 w 79"/>
                <a:gd name="T9" fmla="*/ 115 h 115"/>
                <a:gd name="T10" fmla="*/ 23 w 79"/>
                <a:gd name="T11" fmla="*/ 115 h 115"/>
                <a:gd name="T12" fmla="*/ 13 w 79"/>
                <a:gd name="T13" fmla="*/ 30 h 115"/>
                <a:gd name="T14" fmla="*/ 66 w 79"/>
                <a:gd name="T15" fmla="*/ 109 h 115"/>
                <a:gd name="T16" fmla="*/ 79 w 79"/>
                <a:gd name="T17" fmla="*/ 109 h 115"/>
                <a:gd name="T18" fmla="*/ 62 w 79"/>
                <a:gd name="T19" fmla="*/ 0 h 115"/>
                <a:gd name="T20" fmla="*/ 53 w 79"/>
                <a:gd name="T21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9" h="115">
                  <a:moveTo>
                    <a:pt x="53" y="0"/>
                  </a:moveTo>
                  <a:lnTo>
                    <a:pt x="62" y="86"/>
                  </a:lnTo>
                  <a:lnTo>
                    <a:pt x="10" y="3"/>
                  </a:lnTo>
                  <a:lnTo>
                    <a:pt x="0" y="7"/>
                  </a:lnTo>
                  <a:lnTo>
                    <a:pt x="13" y="115"/>
                  </a:lnTo>
                  <a:lnTo>
                    <a:pt x="23" y="115"/>
                  </a:lnTo>
                  <a:lnTo>
                    <a:pt x="13" y="30"/>
                  </a:lnTo>
                  <a:lnTo>
                    <a:pt x="66" y="109"/>
                  </a:lnTo>
                  <a:lnTo>
                    <a:pt x="79" y="109"/>
                  </a:lnTo>
                  <a:lnTo>
                    <a:pt x="62" y="0"/>
                  </a:lnTo>
                  <a:lnTo>
                    <a:pt x="5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3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/>
              </a:endParaRPr>
            </a:p>
          </p:txBody>
        </p:sp>
        <p:sp>
          <p:nvSpPr>
            <p:cNvPr id="114" name="íŝ1ïḓê">
              <a:extLst>
                <a:ext uri="{FF2B5EF4-FFF2-40B4-BE49-F238E27FC236}">
                  <a16:creationId xmlns:a16="http://schemas.microsoft.com/office/drawing/2014/main" id="{750395B6-DCDC-42E7-AC59-4D24666A5BA4}"/>
                </a:ext>
              </a:extLst>
            </p:cNvPr>
            <p:cNvSpPr/>
            <p:nvPr/>
          </p:nvSpPr>
          <p:spPr bwMode="auto">
            <a:xfrm>
              <a:off x="3782188" y="1695812"/>
              <a:ext cx="32239" cy="76393"/>
            </a:xfrm>
            <a:custGeom>
              <a:avLst/>
              <a:gdLst>
                <a:gd name="T0" fmla="*/ 0 w 46"/>
                <a:gd name="T1" fmla="*/ 4 h 109"/>
                <a:gd name="T2" fmla="*/ 36 w 46"/>
                <a:gd name="T3" fmla="*/ 109 h 109"/>
                <a:gd name="T4" fmla="*/ 46 w 46"/>
                <a:gd name="T5" fmla="*/ 106 h 109"/>
                <a:gd name="T6" fmla="*/ 10 w 46"/>
                <a:gd name="T7" fmla="*/ 0 h 109"/>
                <a:gd name="T8" fmla="*/ 0 w 46"/>
                <a:gd name="T9" fmla="*/ 4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109">
                  <a:moveTo>
                    <a:pt x="0" y="4"/>
                  </a:moveTo>
                  <a:lnTo>
                    <a:pt x="36" y="109"/>
                  </a:lnTo>
                  <a:lnTo>
                    <a:pt x="46" y="106"/>
                  </a:lnTo>
                  <a:lnTo>
                    <a:pt x="10" y="0"/>
                  </a:lnTo>
                  <a:lnTo>
                    <a:pt x="0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3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/>
              </a:endParaRPr>
            </a:p>
          </p:txBody>
        </p:sp>
        <p:sp>
          <p:nvSpPr>
            <p:cNvPr id="115" name="ï$ľíḑè">
              <a:extLst>
                <a:ext uri="{FF2B5EF4-FFF2-40B4-BE49-F238E27FC236}">
                  <a16:creationId xmlns:a16="http://schemas.microsoft.com/office/drawing/2014/main" id="{58AFBF27-B8EE-47A3-B972-70390167E4A3}"/>
                </a:ext>
              </a:extLst>
            </p:cNvPr>
            <p:cNvSpPr/>
            <p:nvPr/>
          </p:nvSpPr>
          <p:spPr bwMode="auto">
            <a:xfrm>
              <a:off x="3793401" y="1679692"/>
              <a:ext cx="55367" cy="83401"/>
            </a:xfrm>
            <a:custGeom>
              <a:avLst/>
              <a:gdLst>
                <a:gd name="T0" fmla="*/ 17 w 24"/>
                <a:gd name="T1" fmla="*/ 1 h 36"/>
                <a:gd name="T2" fmla="*/ 20 w 24"/>
                <a:gd name="T3" fmla="*/ 26 h 36"/>
                <a:gd name="T4" fmla="*/ 21 w 24"/>
                <a:gd name="T5" fmla="*/ 32 h 36"/>
                <a:gd name="T6" fmla="*/ 18 w 24"/>
                <a:gd name="T7" fmla="*/ 27 h 36"/>
                <a:gd name="T8" fmla="*/ 3 w 24"/>
                <a:gd name="T9" fmla="*/ 7 h 36"/>
                <a:gd name="T10" fmla="*/ 0 w 24"/>
                <a:gd name="T11" fmla="*/ 8 h 36"/>
                <a:gd name="T12" fmla="*/ 21 w 24"/>
                <a:gd name="T13" fmla="*/ 36 h 36"/>
                <a:gd name="T14" fmla="*/ 24 w 24"/>
                <a:gd name="T15" fmla="*/ 35 h 36"/>
                <a:gd name="T16" fmla="*/ 19 w 24"/>
                <a:gd name="T17" fmla="*/ 0 h 36"/>
                <a:gd name="T18" fmla="*/ 17 w 24"/>
                <a:gd name="T19" fmla="*/ 1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36">
                  <a:moveTo>
                    <a:pt x="17" y="1"/>
                  </a:moveTo>
                  <a:cubicBezTo>
                    <a:pt x="20" y="26"/>
                    <a:pt x="20" y="26"/>
                    <a:pt x="20" y="26"/>
                  </a:cubicBezTo>
                  <a:cubicBezTo>
                    <a:pt x="20" y="28"/>
                    <a:pt x="21" y="30"/>
                    <a:pt x="21" y="32"/>
                  </a:cubicBezTo>
                  <a:cubicBezTo>
                    <a:pt x="20" y="30"/>
                    <a:pt x="19" y="29"/>
                    <a:pt x="18" y="27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19" y="0"/>
                    <a:pt x="19" y="0"/>
                    <a:pt x="19" y="0"/>
                  </a:cubicBezTo>
                  <a:lnTo>
                    <a:pt x="17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3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/>
              </a:endParaRPr>
            </a:p>
          </p:txBody>
        </p:sp>
        <p:sp>
          <p:nvSpPr>
            <p:cNvPr id="116" name="ïṧ1íḓè">
              <a:extLst>
                <a:ext uri="{FF2B5EF4-FFF2-40B4-BE49-F238E27FC236}">
                  <a16:creationId xmlns:a16="http://schemas.microsoft.com/office/drawing/2014/main" id="{4B782E1E-5ACD-47A8-9659-4A6DBA5F423E}"/>
                </a:ext>
              </a:extLst>
            </p:cNvPr>
            <p:cNvSpPr/>
            <p:nvPr/>
          </p:nvSpPr>
          <p:spPr bwMode="auto">
            <a:xfrm>
              <a:off x="3843863" y="1661470"/>
              <a:ext cx="68683" cy="78495"/>
            </a:xfrm>
            <a:custGeom>
              <a:avLst/>
              <a:gdLst>
                <a:gd name="T0" fmla="*/ 62 w 98"/>
                <a:gd name="T1" fmla="*/ 99 h 112"/>
                <a:gd name="T2" fmla="*/ 40 w 98"/>
                <a:gd name="T3" fmla="*/ 66 h 112"/>
                <a:gd name="T4" fmla="*/ 66 w 98"/>
                <a:gd name="T5" fmla="*/ 49 h 112"/>
                <a:gd name="T6" fmla="*/ 59 w 98"/>
                <a:gd name="T7" fmla="*/ 39 h 112"/>
                <a:gd name="T8" fmla="*/ 33 w 98"/>
                <a:gd name="T9" fmla="*/ 56 h 112"/>
                <a:gd name="T10" fmla="*/ 13 w 98"/>
                <a:gd name="T11" fmla="*/ 26 h 112"/>
                <a:gd name="T12" fmla="*/ 40 w 98"/>
                <a:gd name="T13" fmla="*/ 10 h 112"/>
                <a:gd name="T14" fmla="*/ 33 w 98"/>
                <a:gd name="T15" fmla="*/ 0 h 112"/>
                <a:gd name="T16" fmla="*/ 0 w 98"/>
                <a:gd name="T17" fmla="*/ 20 h 112"/>
                <a:gd name="T18" fmla="*/ 62 w 98"/>
                <a:gd name="T19" fmla="*/ 112 h 112"/>
                <a:gd name="T20" fmla="*/ 98 w 98"/>
                <a:gd name="T21" fmla="*/ 92 h 112"/>
                <a:gd name="T22" fmla="*/ 89 w 98"/>
                <a:gd name="T23" fmla="*/ 79 h 112"/>
                <a:gd name="T24" fmla="*/ 62 w 98"/>
                <a:gd name="T25" fmla="*/ 99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8" h="112">
                  <a:moveTo>
                    <a:pt x="62" y="99"/>
                  </a:moveTo>
                  <a:lnTo>
                    <a:pt x="40" y="66"/>
                  </a:lnTo>
                  <a:lnTo>
                    <a:pt x="66" y="49"/>
                  </a:lnTo>
                  <a:lnTo>
                    <a:pt x="59" y="39"/>
                  </a:lnTo>
                  <a:lnTo>
                    <a:pt x="33" y="56"/>
                  </a:lnTo>
                  <a:lnTo>
                    <a:pt x="13" y="26"/>
                  </a:lnTo>
                  <a:lnTo>
                    <a:pt x="40" y="10"/>
                  </a:lnTo>
                  <a:lnTo>
                    <a:pt x="33" y="0"/>
                  </a:lnTo>
                  <a:lnTo>
                    <a:pt x="0" y="20"/>
                  </a:lnTo>
                  <a:lnTo>
                    <a:pt x="62" y="112"/>
                  </a:lnTo>
                  <a:lnTo>
                    <a:pt x="98" y="92"/>
                  </a:lnTo>
                  <a:lnTo>
                    <a:pt x="89" y="79"/>
                  </a:lnTo>
                  <a:lnTo>
                    <a:pt x="62" y="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3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/>
              </a:endParaRPr>
            </a:p>
          </p:txBody>
        </p:sp>
        <p:sp>
          <p:nvSpPr>
            <p:cNvPr id="117" name="işļïḑê">
              <a:extLst>
                <a:ext uri="{FF2B5EF4-FFF2-40B4-BE49-F238E27FC236}">
                  <a16:creationId xmlns:a16="http://schemas.microsoft.com/office/drawing/2014/main" id="{3239B61C-0776-49E3-A798-22C07F513D45}"/>
                </a:ext>
              </a:extLst>
            </p:cNvPr>
            <p:cNvSpPr/>
            <p:nvPr/>
          </p:nvSpPr>
          <p:spPr bwMode="auto">
            <a:xfrm>
              <a:off x="3876102" y="1636239"/>
              <a:ext cx="82700" cy="78495"/>
            </a:xfrm>
            <a:custGeom>
              <a:avLst/>
              <a:gdLst>
                <a:gd name="T0" fmla="*/ 22 w 36"/>
                <a:gd name="T1" fmla="*/ 16 h 34"/>
                <a:gd name="T2" fmla="*/ 20 w 36"/>
                <a:gd name="T3" fmla="*/ 16 h 34"/>
                <a:gd name="T4" fmla="*/ 22 w 36"/>
                <a:gd name="T5" fmla="*/ 11 h 34"/>
                <a:gd name="T6" fmla="*/ 19 w 36"/>
                <a:gd name="T7" fmla="*/ 5 h 34"/>
                <a:gd name="T8" fmla="*/ 15 w 36"/>
                <a:gd name="T9" fmla="*/ 2 h 34"/>
                <a:gd name="T10" fmla="*/ 12 w 36"/>
                <a:gd name="T11" fmla="*/ 0 h 34"/>
                <a:gd name="T12" fmla="*/ 8 w 36"/>
                <a:gd name="T13" fmla="*/ 2 h 34"/>
                <a:gd name="T14" fmla="*/ 0 w 36"/>
                <a:gd name="T15" fmla="*/ 7 h 34"/>
                <a:gd name="T16" fmla="*/ 21 w 36"/>
                <a:gd name="T17" fmla="*/ 34 h 34"/>
                <a:gd name="T18" fmla="*/ 23 w 36"/>
                <a:gd name="T19" fmla="*/ 33 h 34"/>
                <a:gd name="T20" fmla="*/ 14 w 36"/>
                <a:gd name="T21" fmla="*/ 21 h 34"/>
                <a:gd name="T22" fmla="*/ 16 w 36"/>
                <a:gd name="T23" fmla="*/ 19 h 34"/>
                <a:gd name="T24" fmla="*/ 18 w 36"/>
                <a:gd name="T25" fmla="*/ 18 h 34"/>
                <a:gd name="T26" fmla="*/ 19 w 36"/>
                <a:gd name="T27" fmla="*/ 18 h 34"/>
                <a:gd name="T28" fmla="*/ 22 w 36"/>
                <a:gd name="T29" fmla="*/ 19 h 34"/>
                <a:gd name="T30" fmla="*/ 26 w 36"/>
                <a:gd name="T31" fmla="*/ 22 h 34"/>
                <a:gd name="T32" fmla="*/ 33 w 36"/>
                <a:gd name="T33" fmla="*/ 26 h 34"/>
                <a:gd name="T34" fmla="*/ 36 w 36"/>
                <a:gd name="T35" fmla="*/ 24 h 34"/>
                <a:gd name="T36" fmla="*/ 27 w 36"/>
                <a:gd name="T37" fmla="*/ 19 h 34"/>
                <a:gd name="T38" fmla="*/ 22 w 36"/>
                <a:gd name="T39" fmla="*/ 16 h 34"/>
                <a:gd name="T40" fmla="*/ 18 w 36"/>
                <a:gd name="T41" fmla="*/ 12 h 34"/>
                <a:gd name="T42" fmla="*/ 16 w 36"/>
                <a:gd name="T43" fmla="*/ 14 h 34"/>
                <a:gd name="T44" fmla="*/ 12 w 36"/>
                <a:gd name="T45" fmla="*/ 18 h 34"/>
                <a:gd name="T46" fmla="*/ 5 w 36"/>
                <a:gd name="T47" fmla="*/ 9 h 34"/>
                <a:gd name="T48" fmla="*/ 10 w 36"/>
                <a:gd name="T49" fmla="*/ 5 h 34"/>
                <a:gd name="T50" fmla="*/ 14 w 36"/>
                <a:gd name="T51" fmla="*/ 4 h 34"/>
                <a:gd name="T52" fmla="*/ 17 w 36"/>
                <a:gd name="T53" fmla="*/ 7 h 34"/>
                <a:gd name="T54" fmla="*/ 18 w 36"/>
                <a:gd name="T55" fmla="*/ 10 h 34"/>
                <a:gd name="T56" fmla="*/ 18 w 36"/>
                <a:gd name="T57" fmla="*/ 12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6" h="34">
                  <a:moveTo>
                    <a:pt x="22" y="16"/>
                  </a:moveTo>
                  <a:cubicBezTo>
                    <a:pt x="22" y="16"/>
                    <a:pt x="21" y="16"/>
                    <a:pt x="20" y="16"/>
                  </a:cubicBezTo>
                  <a:cubicBezTo>
                    <a:pt x="21" y="14"/>
                    <a:pt x="22" y="13"/>
                    <a:pt x="22" y="11"/>
                  </a:cubicBezTo>
                  <a:cubicBezTo>
                    <a:pt x="22" y="9"/>
                    <a:pt x="21" y="7"/>
                    <a:pt x="19" y="5"/>
                  </a:cubicBezTo>
                  <a:cubicBezTo>
                    <a:pt x="18" y="4"/>
                    <a:pt x="17" y="3"/>
                    <a:pt x="15" y="2"/>
                  </a:cubicBezTo>
                  <a:cubicBezTo>
                    <a:pt x="14" y="1"/>
                    <a:pt x="13" y="0"/>
                    <a:pt x="12" y="0"/>
                  </a:cubicBezTo>
                  <a:cubicBezTo>
                    <a:pt x="11" y="0"/>
                    <a:pt x="9" y="1"/>
                    <a:pt x="8" y="2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7" y="19"/>
                    <a:pt x="17" y="18"/>
                    <a:pt x="18" y="18"/>
                  </a:cubicBezTo>
                  <a:cubicBezTo>
                    <a:pt x="18" y="18"/>
                    <a:pt x="19" y="18"/>
                    <a:pt x="19" y="18"/>
                  </a:cubicBezTo>
                  <a:cubicBezTo>
                    <a:pt x="20" y="18"/>
                    <a:pt x="21" y="19"/>
                    <a:pt x="22" y="19"/>
                  </a:cubicBezTo>
                  <a:cubicBezTo>
                    <a:pt x="23" y="20"/>
                    <a:pt x="24" y="21"/>
                    <a:pt x="26" y="22"/>
                  </a:cubicBezTo>
                  <a:cubicBezTo>
                    <a:pt x="33" y="26"/>
                    <a:pt x="33" y="26"/>
                    <a:pt x="33" y="26"/>
                  </a:cubicBezTo>
                  <a:cubicBezTo>
                    <a:pt x="36" y="24"/>
                    <a:pt x="36" y="24"/>
                    <a:pt x="36" y="24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5" y="18"/>
                    <a:pt x="24" y="17"/>
                    <a:pt x="22" y="16"/>
                  </a:cubicBezTo>
                  <a:close/>
                  <a:moveTo>
                    <a:pt x="18" y="12"/>
                  </a:moveTo>
                  <a:cubicBezTo>
                    <a:pt x="18" y="13"/>
                    <a:pt x="17" y="14"/>
                    <a:pt x="16" y="14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5" y="9"/>
                    <a:pt x="5" y="9"/>
                    <a:pt x="5" y="9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11" y="4"/>
                    <a:pt x="13" y="4"/>
                    <a:pt x="14" y="4"/>
                  </a:cubicBezTo>
                  <a:cubicBezTo>
                    <a:pt x="15" y="5"/>
                    <a:pt x="16" y="6"/>
                    <a:pt x="17" y="7"/>
                  </a:cubicBezTo>
                  <a:cubicBezTo>
                    <a:pt x="18" y="8"/>
                    <a:pt x="18" y="9"/>
                    <a:pt x="18" y="10"/>
                  </a:cubicBezTo>
                  <a:cubicBezTo>
                    <a:pt x="19" y="11"/>
                    <a:pt x="19" y="11"/>
                    <a:pt x="1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3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/>
              </a:endParaRPr>
            </a:p>
          </p:txBody>
        </p:sp>
        <p:sp>
          <p:nvSpPr>
            <p:cNvPr id="118" name="îŝ1îdé">
              <a:extLst>
                <a:ext uri="{FF2B5EF4-FFF2-40B4-BE49-F238E27FC236}">
                  <a16:creationId xmlns:a16="http://schemas.microsoft.com/office/drawing/2014/main" id="{8879627C-D934-460F-A3B3-8902653D5E50}"/>
                </a:ext>
              </a:extLst>
            </p:cNvPr>
            <p:cNvSpPr/>
            <p:nvPr/>
          </p:nvSpPr>
          <p:spPr bwMode="auto">
            <a:xfrm>
              <a:off x="3915349" y="1611009"/>
              <a:ext cx="77794" cy="61675"/>
            </a:xfrm>
            <a:custGeom>
              <a:avLst/>
              <a:gdLst>
                <a:gd name="T0" fmla="*/ 28 w 34"/>
                <a:gd name="T1" fmla="*/ 10 h 27"/>
                <a:gd name="T2" fmla="*/ 24 w 34"/>
                <a:gd name="T3" fmla="*/ 8 h 27"/>
                <a:gd name="T4" fmla="*/ 19 w 34"/>
                <a:gd name="T5" fmla="*/ 9 h 27"/>
                <a:gd name="T6" fmla="*/ 14 w 34"/>
                <a:gd name="T7" fmla="*/ 12 h 27"/>
                <a:gd name="T8" fmla="*/ 10 w 34"/>
                <a:gd name="T9" fmla="*/ 14 h 27"/>
                <a:gd name="T10" fmla="*/ 7 w 34"/>
                <a:gd name="T11" fmla="*/ 13 h 27"/>
                <a:gd name="T12" fmla="*/ 4 w 34"/>
                <a:gd name="T13" fmla="*/ 10 h 27"/>
                <a:gd name="T14" fmla="*/ 5 w 34"/>
                <a:gd name="T15" fmla="*/ 6 h 27"/>
                <a:gd name="T16" fmla="*/ 9 w 34"/>
                <a:gd name="T17" fmla="*/ 4 h 27"/>
                <a:gd name="T18" fmla="*/ 14 w 34"/>
                <a:gd name="T19" fmla="*/ 5 h 27"/>
                <a:gd name="T20" fmla="*/ 15 w 34"/>
                <a:gd name="T21" fmla="*/ 3 h 27"/>
                <a:gd name="T22" fmla="*/ 10 w 34"/>
                <a:gd name="T23" fmla="*/ 1 h 27"/>
                <a:gd name="T24" fmla="*/ 5 w 34"/>
                <a:gd name="T25" fmla="*/ 1 h 27"/>
                <a:gd name="T26" fmla="*/ 2 w 34"/>
                <a:gd name="T27" fmla="*/ 4 h 27"/>
                <a:gd name="T28" fmla="*/ 0 w 34"/>
                <a:gd name="T29" fmla="*/ 8 h 27"/>
                <a:gd name="T30" fmla="*/ 2 w 34"/>
                <a:gd name="T31" fmla="*/ 13 h 27"/>
                <a:gd name="T32" fmla="*/ 5 w 34"/>
                <a:gd name="T33" fmla="*/ 16 h 27"/>
                <a:gd name="T34" fmla="*/ 9 w 34"/>
                <a:gd name="T35" fmla="*/ 18 h 27"/>
                <a:gd name="T36" fmla="*/ 14 w 34"/>
                <a:gd name="T37" fmla="*/ 17 h 27"/>
                <a:gd name="T38" fmla="*/ 18 w 34"/>
                <a:gd name="T39" fmla="*/ 15 h 27"/>
                <a:gd name="T40" fmla="*/ 21 w 34"/>
                <a:gd name="T41" fmla="*/ 12 h 27"/>
                <a:gd name="T42" fmla="*/ 24 w 34"/>
                <a:gd name="T43" fmla="*/ 11 h 27"/>
                <a:gd name="T44" fmla="*/ 27 w 34"/>
                <a:gd name="T45" fmla="*/ 12 h 27"/>
                <a:gd name="T46" fmla="*/ 29 w 34"/>
                <a:gd name="T47" fmla="*/ 14 h 27"/>
                <a:gd name="T48" fmla="*/ 30 w 34"/>
                <a:gd name="T49" fmla="*/ 17 h 27"/>
                <a:gd name="T50" fmla="*/ 29 w 34"/>
                <a:gd name="T51" fmla="*/ 20 h 27"/>
                <a:gd name="T52" fmla="*/ 26 w 34"/>
                <a:gd name="T53" fmla="*/ 22 h 27"/>
                <a:gd name="T54" fmla="*/ 23 w 34"/>
                <a:gd name="T55" fmla="*/ 23 h 27"/>
                <a:gd name="T56" fmla="*/ 19 w 34"/>
                <a:gd name="T57" fmla="*/ 22 h 27"/>
                <a:gd name="T58" fmla="*/ 17 w 34"/>
                <a:gd name="T59" fmla="*/ 24 h 27"/>
                <a:gd name="T60" fmla="*/ 23 w 34"/>
                <a:gd name="T61" fmla="*/ 26 h 27"/>
                <a:gd name="T62" fmla="*/ 29 w 34"/>
                <a:gd name="T63" fmla="*/ 26 h 27"/>
                <a:gd name="T64" fmla="*/ 33 w 34"/>
                <a:gd name="T65" fmla="*/ 22 h 27"/>
                <a:gd name="T66" fmla="*/ 34 w 34"/>
                <a:gd name="T67" fmla="*/ 18 h 27"/>
                <a:gd name="T68" fmla="*/ 32 w 34"/>
                <a:gd name="T69" fmla="*/ 13 h 27"/>
                <a:gd name="T70" fmla="*/ 28 w 34"/>
                <a:gd name="T71" fmla="*/ 1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4" h="27">
                  <a:moveTo>
                    <a:pt x="28" y="10"/>
                  </a:moveTo>
                  <a:cubicBezTo>
                    <a:pt x="27" y="9"/>
                    <a:pt x="25" y="8"/>
                    <a:pt x="24" y="8"/>
                  </a:cubicBezTo>
                  <a:cubicBezTo>
                    <a:pt x="22" y="8"/>
                    <a:pt x="20" y="8"/>
                    <a:pt x="19" y="9"/>
                  </a:cubicBezTo>
                  <a:cubicBezTo>
                    <a:pt x="18" y="9"/>
                    <a:pt x="16" y="10"/>
                    <a:pt x="14" y="12"/>
                  </a:cubicBezTo>
                  <a:cubicBezTo>
                    <a:pt x="12" y="13"/>
                    <a:pt x="11" y="14"/>
                    <a:pt x="10" y="14"/>
                  </a:cubicBezTo>
                  <a:cubicBezTo>
                    <a:pt x="9" y="14"/>
                    <a:pt x="8" y="14"/>
                    <a:pt x="7" y="13"/>
                  </a:cubicBezTo>
                  <a:cubicBezTo>
                    <a:pt x="5" y="13"/>
                    <a:pt x="5" y="12"/>
                    <a:pt x="4" y="10"/>
                  </a:cubicBezTo>
                  <a:cubicBezTo>
                    <a:pt x="4" y="9"/>
                    <a:pt x="4" y="8"/>
                    <a:pt x="5" y="6"/>
                  </a:cubicBezTo>
                  <a:cubicBezTo>
                    <a:pt x="6" y="5"/>
                    <a:pt x="7" y="4"/>
                    <a:pt x="9" y="4"/>
                  </a:cubicBezTo>
                  <a:cubicBezTo>
                    <a:pt x="10" y="4"/>
                    <a:pt x="12" y="4"/>
                    <a:pt x="14" y="5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3" y="2"/>
                    <a:pt x="12" y="1"/>
                    <a:pt x="10" y="1"/>
                  </a:cubicBezTo>
                  <a:cubicBezTo>
                    <a:pt x="8" y="0"/>
                    <a:pt x="6" y="1"/>
                    <a:pt x="5" y="1"/>
                  </a:cubicBezTo>
                  <a:cubicBezTo>
                    <a:pt x="4" y="2"/>
                    <a:pt x="2" y="3"/>
                    <a:pt x="2" y="4"/>
                  </a:cubicBezTo>
                  <a:cubicBezTo>
                    <a:pt x="1" y="6"/>
                    <a:pt x="0" y="7"/>
                    <a:pt x="0" y="8"/>
                  </a:cubicBezTo>
                  <a:cubicBezTo>
                    <a:pt x="0" y="10"/>
                    <a:pt x="1" y="11"/>
                    <a:pt x="2" y="13"/>
                  </a:cubicBezTo>
                  <a:cubicBezTo>
                    <a:pt x="3" y="14"/>
                    <a:pt x="4" y="15"/>
                    <a:pt x="5" y="16"/>
                  </a:cubicBezTo>
                  <a:cubicBezTo>
                    <a:pt x="7" y="17"/>
                    <a:pt x="8" y="17"/>
                    <a:pt x="9" y="18"/>
                  </a:cubicBezTo>
                  <a:cubicBezTo>
                    <a:pt x="11" y="18"/>
                    <a:pt x="12" y="18"/>
                    <a:pt x="14" y="17"/>
                  </a:cubicBezTo>
                  <a:cubicBezTo>
                    <a:pt x="15" y="17"/>
                    <a:pt x="16" y="16"/>
                    <a:pt x="18" y="15"/>
                  </a:cubicBezTo>
                  <a:cubicBezTo>
                    <a:pt x="20" y="13"/>
                    <a:pt x="21" y="12"/>
                    <a:pt x="21" y="12"/>
                  </a:cubicBezTo>
                  <a:cubicBezTo>
                    <a:pt x="22" y="12"/>
                    <a:pt x="23" y="11"/>
                    <a:pt x="24" y="11"/>
                  </a:cubicBezTo>
                  <a:cubicBezTo>
                    <a:pt x="25" y="11"/>
                    <a:pt x="26" y="12"/>
                    <a:pt x="27" y="12"/>
                  </a:cubicBezTo>
                  <a:cubicBezTo>
                    <a:pt x="28" y="13"/>
                    <a:pt x="29" y="14"/>
                    <a:pt x="29" y="14"/>
                  </a:cubicBezTo>
                  <a:cubicBezTo>
                    <a:pt x="30" y="15"/>
                    <a:pt x="30" y="16"/>
                    <a:pt x="30" y="17"/>
                  </a:cubicBezTo>
                  <a:cubicBezTo>
                    <a:pt x="30" y="18"/>
                    <a:pt x="30" y="19"/>
                    <a:pt x="29" y="20"/>
                  </a:cubicBezTo>
                  <a:cubicBezTo>
                    <a:pt x="28" y="21"/>
                    <a:pt x="27" y="22"/>
                    <a:pt x="26" y="22"/>
                  </a:cubicBezTo>
                  <a:cubicBezTo>
                    <a:pt x="25" y="23"/>
                    <a:pt x="24" y="23"/>
                    <a:pt x="23" y="23"/>
                  </a:cubicBezTo>
                  <a:cubicBezTo>
                    <a:pt x="21" y="23"/>
                    <a:pt x="20" y="22"/>
                    <a:pt x="19" y="22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19" y="25"/>
                    <a:pt x="21" y="26"/>
                    <a:pt x="23" y="26"/>
                  </a:cubicBezTo>
                  <a:cubicBezTo>
                    <a:pt x="25" y="27"/>
                    <a:pt x="27" y="26"/>
                    <a:pt x="29" y="26"/>
                  </a:cubicBezTo>
                  <a:cubicBezTo>
                    <a:pt x="30" y="25"/>
                    <a:pt x="31" y="24"/>
                    <a:pt x="33" y="22"/>
                  </a:cubicBezTo>
                  <a:cubicBezTo>
                    <a:pt x="33" y="21"/>
                    <a:pt x="34" y="19"/>
                    <a:pt x="34" y="18"/>
                  </a:cubicBezTo>
                  <a:cubicBezTo>
                    <a:pt x="34" y="16"/>
                    <a:pt x="33" y="15"/>
                    <a:pt x="32" y="13"/>
                  </a:cubicBezTo>
                  <a:cubicBezTo>
                    <a:pt x="31" y="12"/>
                    <a:pt x="30" y="11"/>
                    <a:pt x="28" y="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3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/>
              </a:endParaRPr>
            </a:p>
          </p:txBody>
        </p:sp>
        <p:sp>
          <p:nvSpPr>
            <p:cNvPr id="119" name="iṩlîḍe">
              <a:extLst>
                <a:ext uri="{FF2B5EF4-FFF2-40B4-BE49-F238E27FC236}">
                  <a16:creationId xmlns:a16="http://schemas.microsoft.com/office/drawing/2014/main" id="{A7A4A252-D490-4E3F-8F80-8AD4291766B6}"/>
                </a:ext>
              </a:extLst>
            </p:cNvPr>
            <p:cNvSpPr/>
            <p:nvPr/>
          </p:nvSpPr>
          <p:spPr bwMode="auto">
            <a:xfrm>
              <a:off x="3940580" y="1585778"/>
              <a:ext cx="75692" cy="43453"/>
            </a:xfrm>
            <a:custGeom>
              <a:avLst/>
              <a:gdLst>
                <a:gd name="T0" fmla="*/ 0 w 108"/>
                <a:gd name="T1" fmla="*/ 9 h 62"/>
                <a:gd name="T2" fmla="*/ 101 w 108"/>
                <a:gd name="T3" fmla="*/ 62 h 62"/>
                <a:gd name="T4" fmla="*/ 108 w 108"/>
                <a:gd name="T5" fmla="*/ 52 h 62"/>
                <a:gd name="T6" fmla="*/ 6 w 108"/>
                <a:gd name="T7" fmla="*/ 0 h 62"/>
                <a:gd name="T8" fmla="*/ 0 w 108"/>
                <a:gd name="T9" fmla="*/ 9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8" h="62">
                  <a:moveTo>
                    <a:pt x="0" y="9"/>
                  </a:moveTo>
                  <a:lnTo>
                    <a:pt x="101" y="62"/>
                  </a:lnTo>
                  <a:lnTo>
                    <a:pt x="108" y="52"/>
                  </a:lnTo>
                  <a:lnTo>
                    <a:pt x="6" y="0"/>
                  </a:ln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3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/>
              </a:endParaRPr>
            </a:p>
          </p:txBody>
        </p:sp>
        <p:sp>
          <p:nvSpPr>
            <p:cNvPr id="120" name="ïṣlíḋe">
              <a:extLst>
                <a:ext uri="{FF2B5EF4-FFF2-40B4-BE49-F238E27FC236}">
                  <a16:creationId xmlns:a16="http://schemas.microsoft.com/office/drawing/2014/main" id="{46722948-E4EA-41BD-ABF1-EAFDD7F63170}"/>
                </a:ext>
              </a:extLst>
            </p:cNvPr>
            <p:cNvSpPr/>
            <p:nvPr/>
          </p:nvSpPr>
          <p:spPr bwMode="auto">
            <a:xfrm>
              <a:off x="3951793" y="1539522"/>
              <a:ext cx="82700" cy="55367"/>
            </a:xfrm>
            <a:custGeom>
              <a:avLst/>
              <a:gdLst>
                <a:gd name="T0" fmla="*/ 39 w 118"/>
                <a:gd name="T1" fmla="*/ 6 h 79"/>
                <a:gd name="T2" fmla="*/ 26 w 118"/>
                <a:gd name="T3" fmla="*/ 0 h 79"/>
                <a:gd name="T4" fmla="*/ 0 w 118"/>
                <a:gd name="T5" fmla="*/ 52 h 79"/>
                <a:gd name="T6" fmla="*/ 13 w 118"/>
                <a:gd name="T7" fmla="*/ 59 h 79"/>
                <a:gd name="T8" fmla="*/ 23 w 118"/>
                <a:gd name="T9" fmla="*/ 36 h 79"/>
                <a:gd name="T10" fmla="*/ 115 w 118"/>
                <a:gd name="T11" fmla="*/ 79 h 79"/>
                <a:gd name="T12" fmla="*/ 118 w 118"/>
                <a:gd name="T13" fmla="*/ 69 h 79"/>
                <a:gd name="T14" fmla="*/ 26 w 118"/>
                <a:gd name="T15" fmla="*/ 29 h 79"/>
                <a:gd name="T16" fmla="*/ 39 w 118"/>
                <a:gd name="T17" fmla="*/ 6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8" h="79">
                  <a:moveTo>
                    <a:pt x="39" y="6"/>
                  </a:moveTo>
                  <a:lnTo>
                    <a:pt x="26" y="0"/>
                  </a:lnTo>
                  <a:lnTo>
                    <a:pt x="0" y="52"/>
                  </a:lnTo>
                  <a:lnTo>
                    <a:pt x="13" y="59"/>
                  </a:lnTo>
                  <a:lnTo>
                    <a:pt x="23" y="36"/>
                  </a:lnTo>
                  <a:lnTo>
                    <a:pt x="115" y="79"/>
                  </a:lnTo>
                  <a:lnTo>
                    <a:pt x="118" y="69"/>
                  </a:lnTo>
                  <a:lnTo>
                    <a:pt x="26" y="29"/>
                  </a:lnTo>
                  <a:lnTo>
                    <a:pt x="39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3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/>
              </a:endParaRPr>
            </a:p>
          </p:txBody>
        </p:sp>
        <p:sp>
          <p:nvSpPr>
            <p:cNvPr id="121" name="ísļiďè">
              <a:extLst>
                <a:ext uri="{FF2B5EF4-FFF2-40B4-BE49-F238E27FC236}">
                  <a16:creationId xmlns:a16="http://schemas.microsoft.com/office/drawing/2014/main" id="{B8D2E2CB-F6A4-47A8-9C7B-F2B62544AD98}"/>
                </a:ext>
              </a:extLst>
            </p:cNvPr>
            <p:cNvSpPr/>
            <p:nvPr/>
          </p:nvSpPr>
          <p:spPr bwMode="auto">
            <a:xfrm>
              <a:off x="3573335" y="1604000"/>
              <a:ext cx="39248" cy="52564"/>
            </a:xfrm>
            <a:custGeom>
              <a:avLst/>
              <a:gdLst>
                <a:gd name="T0" fmla="*/ 17 w 17"/>
                <a:gd name="T1" fmla="*/ 1 h 23"/>
                <a:gd name="T2" fmla="*/ 17 w 17"/>
                <a:gd name="T3" fmla="*/ 0 h 23"/>
                <a:gd name="T4" fmla="*/ 10 w 17"/>
                <a:gd name="T5" fmla="*/ 0 h 23"/>
                <a:gd name="T6" fmla="*/ 10 w 17"/>
                <a:gd name="T7" fmla="*/ 1 h 23"/>
                <a:gd name="T8" fmla="*/ 12 w 17"/>
                <a:gd name="T9" fmla="*/ 1 h 23"/>
                <a:gd name="T10" fmla="*/ 13 w 17"/>
                <a:gd name="T11" fmla="*/ 2 h 23"/>
                <a:gd name="T12" fmla="*/ 13 w 17"/>
                <a:gd name="T13" fmla="*/ 3 h 23"/>
                <a:gd name="T14" fmla="*/ 11 w 17"/>
                <a:gd name="T15" fmla="*/ 5 h 23"/>
                <a:gd name="T16" fmla="*/ 5 w 17"/>
                <a:gd name="T17" fmla="*/ 16 h 23"/>
                <a:gd name="T18" fmla="*/ 3 w 17"/>
                <a:gd name="T19" fmla="*/ 18 h 23"/>
                <a:gd name="T20" fmla="*/ 2 w 17"/>
                <a:gd name="T21" fmla="*/ 19 h 23"/>
                <a:gd name="T22" fmla="*/ 0 w 17"/>
                <a:gd name="T23" fmla="*/ 18 h 23"/>
                <a:gd name="T24" fmla="*/ 0 w 17"/>
                <a:gd name="T25" fmla="*/ 19 h 23"/>
                <a:gd name="T26" fmla="*/ 8 w 17"/>
                <a:gd name="T27" fmla="*/ 23 h 23"/>
                <a:gd name="T28" fmla="*/ 8 w 17"/>
                <a:gd name="T29" fmla="*/ 22 h 23"/>
                <a:gd name="T30" fmla="*/ 6 w 17"/>
                <a:gd name="T31" fmla="*/ 21 h 23"/>
                <a:gd name="T32" fmla="*/ 6 w 17"/>
                <a:gd name="T33" fmla="*/ 20 h 23"/>
                <a:gd name="T34" fmla="*/ 7 w 17"/>
                <a:gd name="T35" fmla="*/ 18 h 23"/>
                <a:gd name="T36" fmla="*/ 17 w 17"/>
                <a:gd name="T37" fmla="*/ 1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" h="23">
                  <a:moveTo>
                    <a:pt x="17" y="1"/>
                  </a:moveTo>
                  <a:cubicBezTo>
                    <a:pt x="17" y="0"/>
                    <a:pt x="17" y="0"/>
                    <a:pt x="17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1" y="1"/>
                    <a:pt x="12" y="1"/>
                    <a:pt x="12" y="1"/>
                  </a:cubicBezTo>
                  <a:cubicBezTo>
                    <a:pt x="12" y="1"/>
                    <a:pt x="13" y="1"/>
                    <a:pt x="13" y="2"/>
                  </a:cubicBezTo>
                  <a:cubicBezTo>
                    <a:pt x="13" y="2"/>
                    <a:pt x="13" y="2"/>
                    <a:pt x="13" y="3"/>
                  </a:cubicBezTo>
                  <a:cubicBezTo>
                    <a:pt x="13" y="3"/>
                    <a:pt x="12" y="4"/>
                    <a:pt x="11" y="5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4" y="18"/>
                    <a:pt x="4" y="18"/>
                    <a:pt x="3" y="18"/>
                  </a:cubicBezTo>
                  <a:cubicBezTo>
                    <a:pt x="3" y="19"/>
                    <a:pt x="3" y="19"/>
                    <a:pt x="2" y="19"/>
                  </a:cubicBezTo>
                  <a:cubicBezTo>
                    <a:pt x="2" y="19"/>
                    <a:pt x="1" y="18"/>
                    <a:pt x="0" y="18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7" y="22"/>
                    <a:pt x="7" y="21"/>
                    <a:pt x="6" y="21"/>
                  </a:cubicBezTo>
                  <a:cubicBezTo>
                    <a:pt x="6" y="21"/>
                    <a:pt x="6" y="20"/>
                    <a:pt x="6" y="20"/>
                  </a:cubicBezTo>
                  <a:cubicBezTo>
                    <a:pt x="6" y="20"/>
                    <a:pt x="7" y="19"/>
                    <a:pt x="7" y="18"/>
                  </a:cubicBezTo>
                  <a:lnTo>
                    <a:pt x="17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3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/>
              </a:endParaRPr>
            </a:p>
          </p:txBody>
        </p:sp>
        <p:sp>
          <p:nvSpPr>
            <p:cNvPr id="122" name="íṡlïde">
              <a:extLst>
                <a:ext uri="{FF2B5EF4-FFF2-40B4-BE49-F238E27FC236}">
                  <a16:creationId xmlns:a16="http://schemas.microsoft.com/office/drawing/2014/main" id="{AB47814B-BB21-4887-94E7-F46908DCD681}"/>
                </a:ext>
              </a:extLst>
            </p:cNvPr>
            <p:cNvSpPr/>
            <p:nvPr/>
          </p:nvSpPr>
          <p:spPr bwMode="auto">
            <a:xfrm>
              <a:off x="3646924" y="1622223"/>
              <a:ext cx="34342" cy="57470"/>
            </a:xfrm>
            <a:custGeom>
              <a:avLst/>
              <a:gdLst>
                <a:gd name="T0" fmla="*/ 9 w 15"/>
                <a:gd name="T1" fmla="*/ 1 h 25"/>
                <a:gd name="T2" fmla="*/ 4 w 15"/>
                <a:gd name="T3" fmla="*/ 2 h 25"/>
                <a:gd name="T4" fmla="*/ 2 w 15"/>
                <a:gd name="T5" fmla="*/ 5 h 25"/>
                <a:gd name="T6" fmla="*/ 2 w 15"/>
                <a:gd name="T7" fmla="*/ 8 h 25"/>
                <a:gd name="T8" fmla="*/ 5 w 15"/>
                <a:gd name="T9" fmla="*/ 12 h 25"/>
                <a:gd name="T10" fmla="*/ 1 w 15"/>
                <a:gd name="T11" fmla="*/ 15 h 25"/>
                <a:gd name="T12" fmla="*/ 0 w 15"/>
                <a:gd name="T13" fmla="*/ 18 h 25"/>
                <a:gd name="T14" fmla="*/ 1 w 15"/>
                <a:gd name="T15" fmla="*/ 22 h 25"/>
                <a:gd name="T16" fmla="*/ 6 w 15"/>
                <a:gd name="T17" fmla="*/ 25 h 25"/>
                <a:gd name="T18" fmla="*/ 11 w 15"/>
                <a:gd name="T19" fmla="*/ 24 h 25"/>
                <a:gd name="T20" fmla="*/ 14 w 15"/>
                <a:gd name="T21" fmla="*/ 20 h 25"/>
                <a:gd name="T22" fmla="*/ 13 w 15"/>
                <a:gd name="T23" fmla="*/ 16 h 25"/>
                <a:gd name="T24" fmla="*/ 9 w 15"/>
                <a:gd name="T25" fmla="*/ 12 h 25"/>
                <a:gd name="T26" fmla="*/ 14 w 15"/>
                <a:gd name="T27" fmla="*/ 9 h 25"/>
                <a:gd name="T28" fmla="*/ 15 w 15"/>
                <a:gd name="T29" fmla="*/ 7 h 25"/>
                <a:gd name="T30" fmla="*/ 14 w 15"/>
                <a:gd name="T31" fmla="*/ 3 h 25"/>
                <a:gd name="T32" fmla="*/ 9 w 15"/>
                <a:gd name="T33" fmla="*/ 1 h 25"/>
                <a:gd name="T34" fmla="*/ 11 w 15"/>
                <a:gd name="T35" fmla="*/ 19 h 25"/>
                <a:gd name="T36" fmla="*/ 11 w 15"/>
                <a:gd name="T37" fmla="*/ 21 h 25"/>
                <a:gd name="T38" fmla="*/ 10 w 15"/>
                <a:gd name="T39" fmla="*/ 23 h 25"/>
                <a:gd name="T40" fmla="*/ 6 w 15"/>
                <a:gd name="T41" fmla="*/ 24 h 25"/>
                <a:gd name="T42" fmla="*/ 3 w 15"/>
                <a:gd name="T43" fmla="*/ 22 h 25"/>
                <a:gd name="T44" fmla="*/ 3 w 15"/>
                <a:gd name="T45" fmla="*/ 18 h 25"/>
                <a:gd name="T46" fmla="*/ 4 w 15"/>
                <a:gd name="T47" fmla="*/ 15 h 25"/>
                <a:gd name="T48" fmla="*/ 6 w 15"/>
                <a:gd name="T49" fmla="*/ 13 h 25"/>
                <a:gd name="T50" fmla="*/ 11 w 15"/>
                <a:gd name="T51" fmla="*/ 19 h 25"/>
                <a:gd name="T52" fmla="*/ 12 w 15"/>
                <a:gd name="T53" fmla="*/ 8 h 25"/>
                <a:gd name="T54" fmla="*/ 8 w 15"/>
                <a:gd name="T55" fmla="*/ 11 h 25"/>
                <a:gd name="T56" fmla="*/ 6 w 15"/>
                <a:gd name="T57" fmla="*/ 8 h 25"/>
                <a:gd name="T58" fmla="*/ 5 w 15"/>
                <a:gd name="T59" fmla="*/ 6 h 25"/>
                <a:gd name="T60" fmla="*/ 5 w 15"/>
                <a:gd name="T61" fmla="*/ 5 h 25"/>
                <a:gd name="T62" fmla="*/ 6 w 15"/>
                <a:gd name="T63" fmla="*/ 2 h 25"/>
                <a:gd name="T64" fmla="*/ 9 w 15"/>
                <a:gd name="T65" fmla="*/ 2 h 25"/>
                <a:gd name="T66" fmla="*/ 12 w 15"/>
                <a:gd name="T67" fmla="*/ 3 h 25"/>
                <a:gd name="T68" fmla="*/ 12 w 15"/>
                <a:gd name="T69" fmla="*/ 6 h 25"/>
                <a:gd name="T70" fmla="*/ 12 w 15"/>
                <a:gd name="T71" fmla="*/ 8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5" h="25">
                  <a:moveTo>
                    <a:pt x="9" y="1"/>
                  </a:moveTo>
                  <a:cubicBezTo>
                    <a:pt x="7" y="0"/>
                    <a:pt x="6" y="1"/>
                    <a:pt x="4" y="2"/>
                  </a:cubicBezTo>
                  <a:cubicBezTo>
                    <a:pt x="3" y="3"/>
                    <a:pt x="2" y="4"/>
                    <a:pt x="2" y="5"/>
                  </a:cubicBezTo>
                  <a:cubicBezTo>
                    <a:pt x="2" y="6"/>
                    <a:pt x="2" y="7"/>
                    <a:pt x="2" y="8"/>
                  </a:cubicBezTo>
                  <a:cubicBezTo>
                    <a:pt x="3" y="9"/>
                    <a:pt x="4" y="11"/>
                    <a:pt x="5" y="12"/>
                  </a:cubicBezTo>
                  <a:cubicBezTo>
                    <a:pt x="4" y="13"/>
                    <a:pt x="2" y="14"/>
                    <a:pt x="1" y="15"/>
                  </a:cubicBezTo>
                  <a:cubicBezTo>
                    <a:pt x="0" y="16"/>
                    <a:pt x="0" y="17"/>
                    <a:pt x="0" y="18"/>
                  </a:cubicBezTo>
                  <a:cubicBezTo>
                    <a:pt x="0" y="19"/>
                    <a:pt x="0" y="21"/>
                    <a:pt x="1" y="22"/>
                  </a:cubicBezTo>
                  <a:cubicBezTo>
                    <a:pt x="2" y="24"/>
                    <a:pt x="4" y="24"/>
                    <a:pt x="6" y="25"/>
                  </a:cubicBezTo>
                  <a:cubicBezTo>
                    <a:pt x="8" y="25"/>
                    <a:pt x="10" y="25"/>
                    <a:pt x="11" y="24"/>
                  </a:cubicBezTo>
                  <a:cubicBezTo>
                    <a:pt x="13" y="23"/>
                    <a:pt x="14" y="21"/>
                    <a:pt x="14" y="20"/>
                  </a:cubicBezTo>
                  <a:cubicBezTo>
                    <a:pt x="14" y="18"/>
                    <a:pt x="14" y="17"/>
                    <a:pt x="13" y="16"/>
                  </a:cubicBezTo>
                  <a:cubicBezTo>
                    <a:pt x="12" y="15"/>
                    <a:pt x="11" y="14"/>
                    <a:pt x="9" y="12"/>
                  </a:cubicBezTo>
                  <a:cubicBezTo>
                    <a:pt x="11" y="11"/>
                    <a:pt x="13" y="10"/>
                    <a:pt x="14" y="9"/>
                  </a:cubicBezTo>
                  <a:cubicBezTo>
                    <a:pt x="14" y="8"/>
                    <a:pt x="15" y="7"/>
                    <a:pt x="15" y="7"/>
                  </a:cubicBezTo>
                  <a:cubicBezTo>
                    <a:pt x="15" y="5"/>
                    <a:pt x="15" y="4"/>
                    <a:pt x="14" y="3"/>
                  </a:cubicBezTo>
                  <a:cubicBezTo>
                    <a:pt x="13" y="2"/>
                    <a:pt x="11" y="1"/>
                    <a:pt x="9" y="1"/>
                  </a:cubicBezTo>
                  <a:close/>
                  <a:moveTo>
                    <a:pt x="11" y="19"/>
                  </a:moveTo>
                  <a:cubicBezTo>
                    <a:pt x="11" y="19"/>
                    <a:pt x="11" y="20"/>
                    <a:pt x="11" y="21"/>
                  </a:cubicBezTo>
                  <a:cubicBezTo>
                    <a:pt x="11" y="22"/>
                    <a:pt x="10" y="23"/>
                    <a:pt x="10" y="23"/>
                  </a:cubicBezTo>
                  <a:cubicBezTo>
                    <a:pt x="9" y="24"/>
                    <a:pt x="8" y="24"/>
                    <a:pt x="6" y="24"/>
                  </a:cubicBezTo>
                  <a:cubicBezTo>
                    <a:pt x="5" y="24"/>
                    <a:pt x="4" y="23"/>
                    <a:pt x="3" y="22"/>
                  </a:cubicBezTo>
                  <a:cubicBezTo>
                    <a:pt x="3" y="21"/>
                    <a:pt x="2" y="20"/>
                    <a:pt x="3" y="18"/>
                  </a:cubicBezTo>
                  <a:cubicBezTo>
                    <a:pt x="3" y="17"/>
                    <a:pt x="3" y="16"/>
                    <a:pt x="4" y="15"/>
                  </a:cubicBezTo>
                  <a:cubicBezTo>
                    <a:pt x="4" y="15"/>
                    <a:pt x="5" y="14"/>
                    <a:pt x="6" y="13"/>
                  </a:cubicBezTo>
                  <a:cubicBezTo>
                    <a:pt x="9" y="15"/>
                    <a:pt x="10" y="17"/>
                    <a:pt x="11" y="19"/>
                  </a:cubicBezTo>
                  <a:close/>
                  <a:moveTo>
                    <a:pt x="12" y="8"/>
                  </a:moveTo>
                  <a:cubicBezTo>
                    <a:pt x="11" y="9"/>
                    <a:pt x="10" y="10"/>
                    <a:pt x="8" y="11"/>
                  </a:cubicBezTo>
                  <a:cubicBezTo>
                    <a:pt x="6" y="8"/>
                    <a:pt x="6" y="8"/>
                    <a:pt x="6" y="8"/>
                  </a:cubicBezTo>
                  <a:cubicBezTo>
                    <a:pt x="5" y="8"/>
                    <a:pt x="5" y="7"/>
                    <a:pt x="5" y="6"/>
                  </a:cubicBezTo>
                  <a:cubicBezTo>
                    <a:pt x="5" y="6"/>
                    <a:pt x="4" y="5"/>
                    <a:pt x="5" y="5"/>
                  </a:cubicBezTo>
                  <a:cubicBezTo>
                    <a:pt x="5" y="4"/>
                    <a:pt x="5" y="3"/>
                    <a:pt x="6" y="2"/>
                  </a:cubicBezTo>
                  <a:cubicBezTo>
                    <a:pt x="7" y="2"/>
                    <a:pt x="8" y="2"/>
                    <a:pt x="9" y="2"/>
                  </a:cubicBezTo>
                  <a:cubicBezTo>
                    <a:pt x="10" y="2"/>
                    <a:pt x="11" y="2"/>
                    <a:pt x="12" y="3"/>
                  </a:cubicBezTo>
                  <a:cubicBezTo>
                    <a:pt x="12" y="4"/>
                    <a:pt x="13" y="5"/>
                    <a:pt x="12" y="6"/>
                  </a:cubicBezTo>
                  <a:cubicBezTo>
                    <a:pt x="12" y="7"/>
                    <a:pt x="12" y="8"/>
                    <a:pt x="12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3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/>
              </a:endParaRPr>
            </a:p>
          </p:txBody>
        </p:sp>
        <p:sp>
          <p:nvSpPr>
            <p:cNvPr id="123" name="iṩlide">
              <a:extLst>
                <a:ext uri="{FF2B5EF4-FFF2-40B4-BE49-F238E27FC236}">
                  <a16:creationId xmlns:a16="http://schemas.microsoft.com/office/drawing/2014/main" id="{591E070F-5DE4-4251-A7B3-F0C3E376A4A1}"/>
                </a:ext>
              </a:extLst>
            </p:cNvPr>
            <p:cNvSpPr/>
            <p:nvPr/>
          </p:nvSpPr>
          <p:spPr bwMode="auto">
            <a:xfrm>
              <a:off x="3717710" y="1622223"/>
              <a:ext cx="37145" cy="60273"/>
            </a:xfrm>
            <a:custGeom>
              <a:avLst/>
              <a:gdLst>
                <a:gd name="T0" fmla="*/ 15 w 16"/>
                <a:gd name="T1" fmla="*/ 16 h 26"/>
                <a:gd name="T2" fmla="*/ 15 w 16"/>
                <a:gd name="T3" fmla="*/ 9 h 26"/>
                <a:gd name="T4" fmla="*/ 12 w 16"/>
                <a:gd name="T5" fmla="*/ 2 h 26"/>
                <a:gd name="T6" fmla="*/ 6 w 16"/>
                <a:gd name="T7" fmla="*/ 1 h 26"/>
                <a:gd name="T8" fmla="*/ 1 w 16"/>
                <a:gd name="T9" fmla="*/ 4 h 26"/>
                <a:gd name="T10" fmla="*/ 0 w 16"/>
                <a:gd name="T11" fmla="*/ 10 h 26"/>
                <a:gd name="T12" fmla="*/ 3 w 16"/>
                <a:gd name="T13" fmla="*/ 15 h 26"/>
                <a:gd name="T14" fmla="*/ 8 w 16"/>
                <a:gd name="T15" fmla="*/ 16 h 26"/>
                <a:gd name="T16" fmla="*/ 12 w 16"/>
                <a:gd name="T17" fmla="*/ 13 h 26"/>
                <a:gd name="T18" fmla="*/ 11 w 16"/>
                <a:gd name="T19" fmla="*/ 19 h 26"/>
                <a:gd name="T20" fmla="*/ 8 w 16"/>
                <a:gd name="T21" fmla="*/ 23 h 26"/>
                <a:gd name="T22" fmla="*/ 4 w 16"/>
                <a:gd name="T23" fmla="*/ 25 h 26"/>
                <a:gd name="T24" fmla="*/ 4 w 16"/>
                <a:gd name="T25" fmla="*/ 26 h 26"/>
                <a:gd name="T26" fmla="*/ 5 w 16"/>
                <a:gd name="T27" fmla="*/ 26 h 26"/>
                <a:gd name="T28" fmla="*/ 11 w 16"/>
                <a:gd name="T29" fmla="*/ 23 h 26"/>
                <a:gd name="T30" fmla="*/ 15 w 16"/>
                <a:gd name="T31" fmla="*/ 16 h 26"/>
                <a:gd name="T32" fmla="*/ 11 w 16"/>
                <a:gd name="T33" fmla="*/ 13 h 26"/>
                <a:gd name="T34" fmla="*/ 9 w 16"/>
                <a:gd name="T35" fmla="*/ 14 h 26"/>
                <a:gd name="T36" fmla="*/ 6 w 16"/>
                <a:gd name="T37" fmla="*/ 13 h 26"/>
                <a:gd name="T38" fmla="*/ 3 w 16"/>
                <a:gd name="T39" fmla="*/ 8 h 26"/>
                <a:gd name="T40" fmla="*/ 3 w 16"/>
                <a:gd name="T41" fmla="*/ 4 h 26"/>
                <a:gd name="T42" fmla="*/ 6 w 16"/>
                <a:gd name="T43" fmla="*/ 2 h 26"/>
                <a:gd name="T44" fmla="*/ 8 w 16"/>
                <a:gd name="T45" fmla="*/ 2 h 26"/>
                <a:gd name="T46" fmla="*/ 11 w 16"/>
                <a:gd name="T47" fmla="*/ 5 h 26"/>
                <a:gd name="T48" fmla="*/ 12 w 16"/>
                <a:gd name="T49" fmla="*/ 8 h 26"/>
                <a:gd name="T50" fmla="*/ 12 w 16"/>
                <a:gd name="T51" fmla="*/ 12 h 26"/>
                <a:gd name="T52" fmla="*/ 11 w 16"/>
                <a:gd name="T53" fmla="*/ 13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6" h="26">
                  <a:moveTo>
                    <a:pt x="15" y="16"/>
                  </a:moveTo>
                  <a:cubicBezTo>
                    <a:pt x="16" y="14"/>
                    <a:pt x="16" y="11"/>
                    <a:pt x="15" y="9"/>
                  </a:cubicBezTo>
                  <a:cubicBezTo>
                    <a:pt x="15" y="6"/>
                    <a:pt x="14" y="4"/>
                    <a:pt x="12" y="2"/>
                  </a:cubicBezTo>
                  <a:cubicBezTo>
                    <a:pt x="10" y="1"/>
                    <a:pt x="8" y="0"/>
                    <a:pt x="6" y="1"/>
                  </a:cubicBezTo>
                  <a:cubicBezTo>
                    <a:pt x="4" y="1"/>
                    <a:pt x="2" y="2"/>
                    <a:pt x="1" y="4"/>
                  </a:cubicBezTo>
                  <a:cubicBezTo>
                    <a:pt x="0" y="6"/>
                    <a:pt x="0" y="8"/>
                    <a:pt x="0" y="10"/>
                  </a:cubicBezTo>
                  <a:cubicBezTo>
                    <a:pt x="1" y="12"/>
                    <a:pt x="1" y="14"/>
                    <a:pt x="3" y="15"/>
                  </a:cubicBezTo>
                  <a:cubicBezTo>
                    <a:pt x="4" y="16"/>
                    <a:pt x="6" y="16"/>
                    <a:pt x="8" y="16"/>
                  </a:cubicBezTo>
                  <a:cubicBezTo>
                    <a:pt x="9" y="16"/>
                    <a:pt x="11" y="15"/>
                    <a:pt x="12" y="13"/>
                  </a:cubicBezTo>
                  <a:cubicBezTo>
                    <a:pt x="12" y="15"/>
                    <a:pt x="12" y="17"/>
                    <a:pt x="11" y="19"/>
                  </a:cubicBezTo>
                  <a:cubicBezTo>
                    <a:pt x="10" y="21"/>
                    <a:pt x="9" y="22"/>
                    <a:pt x="8" y="23"/>
                  </a:cubicBezTo>
                  <a:cubicBezTo>
                    <a:pt x="6" y="24"/>
                    <a:pt x="5" y="25"/>
                    <a:pt x="4" y="25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7" y="25"/>
                    <a:pt x="9" y="24"/>
                    <a:pt x="11" y="23"/>
                  </a:cubicBezTo>
                  <a:cubicBezTo>
                    <a:pt x="13" y="21"/>
                    <a:pt x="14" y="19"/>
                    <a:pt x="15" y="16"/>
                  </a:cubicBezTo>
                  <a:close/>
                  <a:moveTo>
                    <a:pt x="11" y="13"/>
                  </a:moveTo>
                  <a:cubicBezTo>
                    <a:pt x="10" y="14"/>
                    <a:pt x="9" y="14"/>
                    <a:pt x="9" y="14"/>
                  </a:cubicBezTo>
                  <a:cubicBezTo>
                    <a:pt x="8" y="14"/>
                    <a:pt x="7" y="14"/>
                    <a:pt x="6" y="13"/>
                  </a:cubicBezTo>
                  <a:cubicBezTo>
                    <a:pt x="4" y="12"/>
                    <a:pt x="3" y="10"/>
                    <a:pt x="3" y="8"/>
                  </a:cubicBezTo>
                  <a:cubicBezTo>
                    <a:pt x="3" y="6"/>
                    <a:pt x="3" y="5"/>
                    <a:pt x="3" y="4"/>
                  </a:cubicBezTo>
                  <a:cubicBezTo>
                    <a:pt x="4" y="3"/>
                    <a:pt x="5" y="2"/>
                    <a:pt x="6" y="2"/>
                  </a:cubicBezTo>
                  <a:cubicBezTo>
                    <a:pt x="7" y="2"/>
                    <a:pt x="8" y="2"/>
                    <a:pt x="8" y="2"/>
                  </a:cubicBezTo>
                  <a:cubicBezTo>
                    <a:pt x="9" y="3"/>
                    <a:pt x="10" y="4"/>
                    <a:pt x="11" y="5"/>
                  </a:cubicBezTo>
                  <a:cubicBezTo>
                    <a:pt x="11" y="6"/>
                    <a:pt x="12" y="7"/>
                    <a:pt x="12" y="8"/>
                  </a:cubicBezTo>
                  <a:cubicBezTo>
                    <a:pt x="12" y="9"/>
                    <a:pt x="12" y="10"/>
                    <a:pt x="12" y="12"/>
                  </a:cubicBezTo>
                  <a:cubicBezTo>
                    <a:pt x="12" y="13"/>
                    <a:pt x="11" y="13"/>
                    <a:pt x="11" y="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3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/>
              </a:endParaRPr>
            </a:p>
          </p:txBody>
        </p:sp>
        <p:sp>
          <p:nvSpPr>
            <p:cNvPr id="124" name="îs1ïde">
              <a:extLst>
                <a:ext uri="{FF2B5EF4-FFF2-40B4-BE49-F238E27FC236}">
                  <a16:creationId xmlns:a16="http://schemas.microsoft.com/office/drawing/2014/main" id="{72B7F43E-D701-4C65-87C9-08765272CDA2}"/>
                </a:ext>
              </a:extLst>
            </p:cNvPr>
            <p:cNvSpPr/>
            <p:nvPr/>
          </p:nvSpPr>
          <p:spPr bwMode="auto">
            <a:xfrm>
              <a:off x="3782188" y="1613112"/>
              <a:ext cx="32239" cy="57470"/>
            </a:xfrm>
            <a:custGeom>
              <a:avLst/>
              <a:gdLst>
                <a:gd name="T0" fmla="*/ 11 w 14"/>
                <a:gd name="T1" fmla="*/ 24 h 25"/>
                <a:gd name="T2" fmla="*/ 14 w 14"/>
                <a:gd name="T3" fmla="*/ 0 h 25"/>
                <a:gd name="T4" fmla="*/ 14 w 14"/>
                <a:gd name="T5" fmla="*/ 0 h 25"/>
                <a:gd name="T6" fmla="*/ 1 w 14"/>
                <a:gd name="T7" fmla="*/ 2 h 25"/>
                <a:gd name="T8" fmla="*/ 0 w 14"/>
                <a:gd name="T9" fmla="*/ 8 h 25"/>
                <a:gd name="T10" fmla="*/ 0 w 14"/>
                <a:gd name="T11" fmla="*/ 8 h 25"/>
                <a:gd name="T12" fmla="*/ 2 w 14"/>
                <a:gd name="T13" fmla="*/ 5 h 25"/>
                <a:gd name="T14" fmla="*/ 5 w 14"/>
                <a:gd name="T15" fmla="*/ 4 h 25"/>
                <a:gd name="T16" fmla="*/ 12 w 14"/>
                <a:gd name="T17" fmla="*/ 3 h 25"/>
                <a:gd name="T18" fmla="*/ 9 w 14"/>
                <a:gd name="T19" fmla="*/ 25 h 25"/>
                <a:gd name="T20" fmla="*/ 11 w 14"/>
                <a:gd name="T21" fmla="*/ 24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" h="25">
                  <a:moveTo>
                    <a:pt x="11" y="24"/>
                  </a:moveTo>
                  <a:cubicBezTo>
                    <a:pt x="14" y="0"/>
                    <a:pt x="14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1" y="7"/>
                    <a:pt x="1" y="6"/>
                    <a:pt x="2" y="5"/>
                  </a:cubicBezTo>
                  <a:cubicBezTo>
                    <a:pt x="3" y="5"/>
                    <a:pt x="4" y="4"/>
                    <a:pt x="5" y="4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9" y="25"/>
                    <a:pt x="9" y="25"/>
                    <a:pt x="9" y="25"/>
                  </a:cubicBezTo>
                  <a:lnTo>
                    <a:pt x="11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3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/>
              </a:endParaRPr>
            </a:p>
          </p:txBody>
        </p:sp>
        <p:sp>
          <p:nvSpPr>
            <p:cNvPr id="125" name="i$ľïḑe">
              <a:extLst>
                <a:ext uri="{FF2B5EF4-FFF2-40B4-BE49-F238E27FC236}">
                  <a16:creationId xmlns:a16="http://schemas.microsoft.com/office/drawing/2014/main" id="{63AF60DB-7FC7-42D5-96A5-3722F48BC7B5}"/>
                </a:ext>
              </a:extLst>
            </p:cNvPr>
            <p:cNvSpPr/>
            <p:nvPr/>
          </p:nvSpPr>
          <p:spPr bwMode="auto">
            <a:xfrm>
              <a:off x="3349063" y="1294926"/>
              <a:ext cx="34342" cy="23128"/>
            </a:xfrm>
            <a:custGeom>
              <a:avLst/>
              <a:gdLst>
                <a:gd name="T0" fmla="*/ 8 w 15"/>
                <a:gd name="T1" fmla="*/ 7 h 10"/>
                <a:gd name="T2" fmla="*/ 12 w 15"/>
                <a:gd name="T3" fmla="*/ 10 h 10"/>
                <a:gd name="T4" fmla="*/ 14 w 15"/>
                <a:gd name="T5" fmla="*/ 3 h 10"/>
                <a:gd name="T6" fmla="*/ 10 w 15"/>
                <a:gd name="T7" fmla="*/ 0 h 10"/>
                <a:gd name="T8" fmla="*/ 0 w 15"/>
                <a:gd name="T9" fmla="*/ 2 h 10"/>
                <a:gd name="T10" fmla="*/ 8 w 15"/>
                <a:gd name="T11" fmla="*/ 7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0">
                  <a:moveTo>
                    <a:pt x="8" y="7"/>
                  </a:moveTo>
                  <a:cubicBezTo>
                    <a:pt x="12" y="10"/>
                    <a:pt x="12" y="10"/>
                    <a:pt x="12" y="10"/>
                  </a:cubicBezTo>
                  <a:cubicBezTo>
                    <a:pt x="12" y="7"/>
                    <a:pt x="15" y="5"/>
                    <a:pt x="14" y="3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7" y="0"/>
                    <a:pt x="3" y="0"/>
                    <a:pt x="0" y="2"/>
                  </a:cubicBezTo>
                  <a:cubicBezTo>
                    <a:pt x="1" y="4"/>
                    <a:pt x="4" y="8"/>
                    <a:pt x="8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3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/>
              </a:endParaRPr>
            </a:p>
          </p:txBody>
        </p:sp>
        <p:sp>
          <p:nvSpPr>
            <p:cNvPr id="126" name="iŝļíḍè">
              <a:extLst>
                <a:ext uri="{FF2B5EF4-FFF2-40B4-BE49-F238E27FC236}">
                  <a16:creationId xmlns:a16="http://schemas.microsoft.com/office/drawing/2014/main" id="{16894C3E-B152-41AC-A778-A76EFDBE9B90}"/>
                </a:ext>
              </a:extLst>
            </p:cNvPr>
            <p:cNvSpPr/>
            <p:nvPr/>
          </p:nvSpPr>
          <p:spPr bwMode="auto">
            <a:xfrm>
              <a:off x="3378499" y="1327165"/>
              <a:ext cx="27333" cy="18923"/>
            </a:xfrm>
            <a:custGeom>
              <a:avLst/>
              <a:gdLst>
                <a:gd name="T0" fmla="*/ 7 w 12"/>
                <a:gd name="T1" fmla="*/ 7 h 8"/>
                <a:gd name="T2" fmla="*/ 9 w 12"/>
                <a:gd name="T3" fmla="*/ 8 h 8"/>
                <a:gd name="T4" fmla="*/ 12 w 12"/>
                <a:gd name="T5" fmla="*/ 6 h 8"/>
                <a:gd name="T6" fmla="*/ 11 w 12"/>
                <a:gd name="T7" fmla="*/ 2 h 8"/>
                <a:gd name="T8" fmla="*/ 8 w 12"/>
                <a:gd name="T9" fmla="*/ 0 h 8"/>
                <a:gd name="T10" fmla="*/ 0 w 12"/>
                <a:gd name="T11" fmla="*/ 3 h 8"/>
                <a:gd name="T12" fmla="*/ 7 w 12"/>
                <a:gd name="T13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8">
                  <a:moveTo>
                    <a:pt x="7" y="7"/>
                  </a:moveTo>
                  <a:cubicBezTo>
                    <a:pt x="9" y="8"/>
                    <a:pt x="9" y="8"/>
                    <a:pt x="9" y="8"/>
                  </a:cubicBezTo>
                  <a:cubicBezTo>
                    <a:pt x="10" y="8"/>
                    <a:pt x="11" y="6"/>
                    <a:pt x="12" y="6"/>
                  </a:cubicBezTo>
                  <a:cubicBezTo>
                    <a:pt x="12" y="4"/>
                    <a:pt x="11" y="2"/>
                    <a:pt x="11" y="2"/>
                  </a:cubicBezTo>
                  <a:cubicBezTo>
                    <a:pt x="11" y="0"/>
                    <a:pt x="9" y="1"/>
                    <a:pt x="8" y="0"/>
                  </a:cubicBezTo>
                  <a:cubicBezTo>
                    <a:pt x="5" y="1"/>
                    <a:pt x="1" y="0"/>
                    <a:pt x="0" y="3"/>
                  </a:cubicBezTo>
                  <a:cubicBezTo>
                    <a:pt x="2" y="5"/>
                    <a:pt x="5" y="6"/>
                    <a:pt x="7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3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/>
              </a:endParaRPr>
            </a:p>
          </p:txBody>
        </p:sp>
        <p:sp>
          <p:nvSpPr>
            <p:cNvPr id="127" name="íṩḻîḋê">
              <a:extLst>
                <a:ext uri="{FF2B5EF4-FFF2-40B4-BE49-F238E27FC236}">
                  <a16:creationId xmlns:a16="http://schemas.microsoft.com/office/drawing/2014/main" id="{B55C85F1-4CDD-4FEE-BA42-FB9BC2DD3578}"/>
                </a:ext>
              </a:extLst>
            </p:cNvPr>
            <p:cNvSpPr/>
            <p:nvPr/>
          </p:nvSpPr>
          <p:spPr bwMode="auto">
            <a:xfrm>
              <a:off x="3394618" y="1244465"/>
              <a:ext cx="100922" cy="166101"/>
            </a:xfrm>
            <a:custGeom>
              <a:avLst/>
              <a:gdLst>
                <a:gd name="T0" fmla="*/ 9 w 44"/>
                <a:gd name="T1" fmla="*/ 32 h 72"/>
                <a:gd name="T2" fmla="*/ 12 w 44"/>
                <a:gd name="T3" fmla="*/ 31 h 72"/>
                <a:gd name="T4" fmla="*/ 15 w 44"/>
                <a:gd name="T5" fmla="*/ 33 h 72"/>
                <a:gd name="T6" fmla="*/ 13 w 44"/>
                <a:gd name="T7" fmla="*/ 44 h 72"/>
                <a:gd name="T8" fmla="*/ 8 w 44"/>
                <a:gd name="T9" fmla="*/ 41 h 72"/>
                <a:gd name="T10" fmla="*/ 14 w 44"/>
                <a:gd name="T11" fmla="*/ 68 h 72"/>
                <a:gd name="T12" fmla="*/ 26 w 44"/>
                <a:gd name="T13" fmla="*/ 72 h 72"/>
                <a:gd name="T14" fmla="*/ 27 w 44"/>
                <a:gd name="T15" fmla="*/ 69 h 72"/>
                <a:gd name="T16" fmla="*/ 15 w 44"/>
                <a:gd name="T17" fmla="*/ 52 h 72"/>
                <a:gd name="T18" fmla="*/ 21 w 44"/>
                <a:gd name="T19" fmla="*/ 49 h 72"/>
                <a:gd name="T20" fmla="*/ 21 w 44"/>
                <a:gd name="T21" fmla="*/ 40 h 72"/>
                <a:gd name="T22" fmla="*/ 26 w 44"/>
                <a:gd name="T23" fmla="*/ 45 h 72"/>
                <a:gd name="T24" fmla="*/ 19 w 44"/>
                <a:gd name="T25" fmla="*/ 31 h 72"/>
                <a:gd name="T26" fmla="*/ 19 w 44"/>
                <a:gd name="T27" fmla="*/ 21 h 72"/>
                <a:gd name="T28" fmla="*/ 30 w 44"/>
                <a:gd name="T29" fmla="*/ 30 h 72"/>
                <a:gd name="T30" fmla="*/ 26 w 44"/>
                <a:gd name="T31" fmla="*/ 19 h 72"/>
                <a:gd name="T32" fmla="*/ 29 w 44"/>
                <a:gd name="T33" fmla="*/ 16 h 72"/>
                <a:gd name="T34" fmla="*/ 43 w 44"/>
                <a:gd name="T35" fmla="*/ 28 h 72"/>
                <a:gd name="T36" fmla="*/ 29 w 44"/>
                <a:gd name="T37" fmla="*/ 8 h 72"/>
                <a:gd name="T38" fmla="*/ 24 w 44"/>
                <a:gd name="T39" fmla="*/ 6 h 72"/>
                <a:gd name="T40" fmla="*/ 24 w 44"/>
                <a:gd name="T41" fmla="*/ 13 h 72"/>
                <a:gd name="T42" fmla="*/ 17 w 44"/>
                <a:gd name="T43" fmla="*/ 11 h 72"/>
                <a:gd name="T44" fmla="*/ 16 w 44"/>
                <a:gd name="T45" fmla="*/ 0 h 72"/>
                <a:gd name="T46" fmla="*/ 14 w 44"/>
                <a:gd name="T47" fmla="*/ 6 h 72"/>
                <a:gd name="T48" fmla="*/ 9 w 44"/>
                <a:gd name="T49" fmla="*/ 8 h 72"/>
                <a:gd name="T50" fmla="*/ 16 w 44"/>
                <a:gd name="T51" fmla="*/ 16 h 72"/>
                <a:gd name="T52" fmla="*/ 16 w 44"/>
                <a:gd name="T53" fmla="*/ 25 h 72"/>
                <a:gd name="T54" fmla="*/ 11 w 44"/>
                <a:gd name="T55" fmla="*/ 20 h 72"/>
                <a:gd name="T56" fmla="*/ 0 w 44"/>
                <a:gd name="T57" fmla="*/ 19 h 72"/>
                <a:gd name="T58" fmla="*/ 9 w 44"/>
                <a:gd name="T59" fmla="*/ 28 h 72"/>
                <a:gd name="T60" fmla="*/ 9 w 44"/>
                <a:gd name="T61" fmla="*/ 3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4" h="72">
                  <a:moveTo>
                    <a:pt x="9" y="32"/>
                  </a:moveTo>
                  <a:cubicBezTo>
                    <a:pt x="10" y="33"/>
                    <a:pt x="11" y="32"/>
                    <a:pt x="12" y="31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6" y="37"/>
                    <a:pt x="15" y="41"/>
                    <a:pt x="13" y="44"/>
                  </a:cubicBezTo>
                  <a:cubicBezTo>
                    <a:pt x="11" y="46"/>
                    <a:pt x="10" y="42"/>
                    <a:pt x="8" y="41"/>
                  </a:cubicBezTo>
                  <a:cubicBezTo>
                    <a:pt x="10" y="50"/>
                    <a:pt x="15" y="60"/>
                    <a:pt x="14" y="68"/>
                  </a:cubicBezTo>
                  <a:cubicBezTo>
                    <a:pt x="20" y="72"/>
                    <a:pt x="24" y="72"/>
                    <a:pt x="26" y="72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19" y="64"/>
                    <a:pt x="16" y="54"/>
                    <a:pt x="15" y="52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46"/>
                    <a:pt x="20" y="41"/>
                    <a:pt x="21" y="40"/>
                  </a:cubicBezTo>
                  <a:cubicBezTo>
                    <a:pt x="24" y="41"/>
                    <a:pt x="25" y="43"/>
                    <a:pt x="26" y="45"/>
                  </a:cubicBezTo>
                  <a:cubicBezTo>
                    <a:pt x="33" y="42"/>
                    <a:pt x="22" y="36"/>
                    <a:pt x="19" y="31"/>
                  </a:cubicBezTo>
                  <a:cubicBezTo>
                    <a:pt x="19" y="27"/>
                    <a:pt x="19" y="24"/>
                    <a:pt x="19" y="21"/>
                  </a:cubicBezTo>
                  <a:cubicBezTo>
                    <a:pt x="23" y="22"/>
                    <a:pt x="27" y="27"/>
                    <a:pt x="30" y="30"/>
                  </a:cubicBezTo>
                  <a:cubicBezTo>
                    <a:pt x="33" y="27"/>
                    <a:pt x="27" y="23"/>
                    <a:pt x="26" y="19"/>
                  </a:cubicBezTo>
                  <a:cubicBezTo>
                    <a:pt x="25" y="17"/>
                    <a:pt x="27" y="17"/>
                    <a:pt x="29" y="16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4" y="21"/>
                    <a:pt x="34" y="15"/>
                    <a:pt x="29" y="8"/>
                  </a:cubicBezTo>
                  <a:cubicBezTo>
                    <a:pt x="30" y="6"/>
                    <a:pt x="29" y="4"/>
                    <a:pt x="24" y="6"/>
                  </a:cubicBezTo>
                  <a:cubicBezTo>
                    <a:pt x="22" y="6"/>
                    <a:pt x="19" y="7"/>
                    <a:pt x="24" y="13"/>
                  </a:cubicBezTo>
                  <a:cubicBezTo>
                    <a:pt x="21" y="17"/>
                    <a:pt x="19" y="12"/>
                    <a:pt x="17" y="11"/>
                  </a:cubicBezTo>
                  <a:cubicBezTo>
                    <a:pt x="18" y="6"/>
                    <a:pt x="20" y="1"/>
                    <a:pt x="16" y="0"/>
                  </a:cubicBezTo>
                  <a:cubicBezTo>
                    <a:pt x="16" y="2"/>
                    <a:pt x="16" y="4"/>
                    <a:pt x="14" y="6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9" y="10"/>
                    <a:pt x="14" y="13"/>
                    <a:pt x="16" y="16"/>
                  </a:cubicBezTo>
                  <a:cubicBezTo>
                    <a:pt x="17" y="20"/>
                    <a:pt x="16" y="23"/>
                    <a:pt x="16" y="25"/>
                  </a:cubicBezTo>
                  <a:cubicBezTo>
                    <a:pt x="12" y="27"/>
                    <a:pt x="13" y="22"/>
                    <a:pt x="11" y="20"/>
                  </a:cubicBezTo>
                  <a:cubicBezTo>
                    <a:pt x="7" y="17"/>
                    <a:pt x="2" y="18"/>
                    <a:pt x="0" y="19"/>
                  </a:cubicBezTo>
                  <a:cubicBezTo>
                    <a:pt x="9" y="28"/>
                    <a:pt x="9" y="28"/>
                    <a:pt x="9" y="28"/>
                  </a:cubicBezTo>
                  <a:cubicBezTo>
                    <a:pt x="9" y="29"/>
                    <a:pt x="6" y="32"/>
                    <a:pt x="9" y="3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3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/>
              </a:endParaRPr>
            </a:p>
          </p:txBody>
        </p:sp>
        <p:sp>
          <p:nvSpPr>
            <p:cNvPr id="128" name="íṡľiḑê">
              <a:extLst>
                <a:ext uri="{FF2B5EF4-FFF2-40B4-BE49-F238E27FC236}">
                  <a16:creationId xmlns:a16="http://schemas.microsoft.com/office/drawing/2014/main" id="{50FACC87-0893-4050-A8D0-EAB4B8908B71}"/>
                </a:ext>
              </a:extLst>
            </p:cNvPr>
            <p:cNvSpPr/>
            <p:nvPr/>
          </p:nvSpPr>
          <p:spPr bwMode="auto">
            <a:xfrm>
              <a:off x="3589455" y="1092381"/>
              <a:ext cx="30137" cy="30137"/>
            </a:xfrm>
            <a:custGeom>
              <a:avLst/>
              <a:gdLst>
                <a:gd name="T0" fmla="*/ 2 w 13"/>
                <a:gd name="T1" fmla="*/ 13 h 13"/>
                <a:gd name="T2" fmla="*/ 9 w 13"/>
                <a:gd name="T3" fmla="*/ 13 h 13"/>
                <a:gd name="T4" fmla="*/ 3 w 13"/>
                <a:gd name="T5" fmla="*/ 0 h 13"/>
                <a:gd name="T6" fmla="*/ 2 w 13"/>
                <a:gd name="T7" fmla="*/ 8 h 13"/>
                <a:gd name="T8" fmla="*/ 2 w 13"/>
                <a:gd name="T9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3">
                  <a:moveTo>
                    <a:pt x="2" y="13"/>
                  </a:moveTo>
                  <a:cubicBezTo>
                    <a:pt x="4" y="13"/>
                    <a:pt x="6" y="13"/>
                    <a:pt x="9" y="13"/>
                  </a:cubicBezTo>
                  <a:cubicBezTo>
                    <a:pt x="13" y="8"/>
                    <a:pt x="6" y="3"/>
                    <a:pt x="3" y="0"/>
                  </a:cubicBezTo>
                  <a:cubicBezTo>
                    <a:pt x="0" y="1"/>
                    <a:pt x="2" y="6"/>
                    <a:pt x="2" y="8"/>
                  </a:cubicBezTo>
                  <a:cubicBezTo>
                    <a:pt x="2" y="9"/>
                    <a:pt x="1" y="11"/>
                    <a:pt x="2" y="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3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/>
              </a:endParaRPr>
            </a:p>
          </p:txBody>
        </p:sp>
        <p:sp>
          <p:nvSpPr>
            <p:cNvPr id="129" name="iṥļiḓe">
              <a:extLst>
                <a:ext uri="{FF2B5EF4-FFF2-40B4-BE49-F238E27FC236}">
                  <a16:creationId xmlns:a16="http://schemas.microsoft.com/office/drawing/2014/main" id="{84664816-6511-4C67-A1B7-4C4FAC399B69}"/>
                </a:ext>
              </a:extLst>
            </p:cNvPr>
            <p:cNvSpPr/>
            <p:nvPr/>
          </p:nvSpPr>
          <p:spPr bwMode="auto">
            <a:xfrm>
              <a:off x="3578241" y="1138637"/>
              <a:ext cx="18222" cy="25231"/>
            </a:xfrm>
            <a:custGeom>
              <a:avLst/>
              <a:gdLst>
                <a:gd name="T0" fmla="*/ 2 w 8"/>
                <a:gd name="T1" fmla="*/ 11 h 11"/>
                <a:gd name="T2" fmla="*/ 8 w 8"/>
                <a:gd name="T3" fmla="*/ 9 h 11"/>
                <a:gd name="T4" fmla="*/ 7 w 8"/>
                <a:gd name="T5" fmla="*/ 4 h 11"/>
                <a:gd name="T6" fmla="*/ 3 w 8"/>
                <a:gd name="T7" fmla="*/ 0 h 11"/>
                <a:gd name="T8" fmla="*/ 1 w 8"/>
                <a:gd name="T9" fmla="*/ 5 h 11"/>
                <a:gd name="T10" fmla="*/ 2 w 8"/>
                <a:gd name="T11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" h="11">
                  <a:moveTo>
                    <a:pt x="2" y="11"/>
                  </a:moveTo>
                  <a:cubicBezTo>
                    <a:pt x="4" y="11"/>
                    <a:pt x="6" y="10"/>
                    <a:pt x="8" y="9"/>
                  </a:cubicBezTo>
                  <a:cubicBezTo>
                    <a:pt x="8" y="7"/>
                    <a:pt x="8" y="6"/>
                    <a:pt x="7" y="4"/>
                  </a:cubicBezTo>
                  <a:cubicBezTo>
                    <a:pt x="6" y="3"/>
                    <a:pt x="5" y="1"/>
                    <a:pt x="3" y="0"/>
                  </a:cubicBezTo>
                  <a:cubicBezTo>
                    <a:pt x="3" y="0"/>
                    <a:pt x="0" y="1"/>
                    <a:pt x="1" y="5"/>
                  </a:cubicBezTo>
                  <a:cubicBezTo>
                    <a:pt x="2" y="8"/>
                    <a:pt x="2" y="9"/>
                    <a:pt x="2" y="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3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/>
              </a:endParaRPr>
            </a:p>
          </p:txBody>
        </p:sp>
        <p:sp>
          <p:nvSpPr>
            <p:cNvPr id="130" name="iŝ1îḋé">
              <a:extLst>
                <a:ext uri="{FF2B5EF4-FFF2-40B4-BE49-F238E27FC236}">
                  <a16:creationId xmlns:a16="http://schemas.microsoft.com/office/drawing/2014/main" id="{5517A43A-F938-4992-80B9-AD7C3EAC6ED5}"/>
                </a:ext>
              </a:extLst>
            </p:cNvPr>
            <p:cNvSpPr/>
            <p:nvPr/>
          </p:nvSpPr>
          <p:spPr bwMode="auto">
            <a:xfrm>
              <a:off x="3628702" y="1117611"/>
              <a:ext cx="41350" cy="39248"/>
            </a:xfrm>
            <a:custGeom>
              <a:avLst/>
              <a:gdLst>
                <a:gd name="T0" fmla="*/ 5 w 18"/>
                <a:gd name="T1" fmla="*/ 11 h 17"/>
                <a:gd name="T2" fmla="*/ 7 w 18"/>
                <a:gd name="T3" fmla="*/ 11 h 17"/>
                <a:gd name="T4" fmla="*/ 7 w 18"/>
                <a:gd name="T5" fmla="*/ 17 h 17"/>
                <a:gd name="T6" fmla="*/ 8 w 18"/>
                <a:gd name="T7" fmla="*/ 17 h 17"/>
                <a:gd name="T8" fmla="*/ 12 w 18"/>
                <a:gd name="T9" fmla="*/ 14 h 17"/>
                <a:gd name="T10" fmla="*/ 13 w 18"/>
                <a:gd name="T11" fmla="*/ 12 h 17"/>
                <a:gd name="T12" fmla="*/ 17 w 18"/>
                <a:gd name="T13" fmla="*/ 7 h 17"/>
                <a:gd name="T14" fmla="*/ 13 w 18"/>
                <a:gd name="T15" fmla="*/ 0 h 17"/>
                <a:gd name="T16" fmla="*/ 2 w 18"/>
                <a:gd name="T17" fmla="*/ 3 h 17"/>
                <a:gd name="T18" fmla="*/ 5 w 18"/>
                <a:gd name="T19" fmla="*/ 11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8" h="17">
                  <a:moveTo>
                    <a:pt x="5" y="11"/>
                  </a:moveTo>
                  <a:cubicBezTo>
                    <a:pt x="7" y="11"/>
                    <a:pt x="7" y="11"/>
                    <a:pt x="7" y="11"/>
                  </a:cubicBezTo>
                  <a:cubicBezTo>
                    <a:pt x="7" y="13"/>
                    <a:pt x="7" y="15"/>
                    <a:pt x="7" y="17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9" y="15"/>
                    <a:pt x="11" y="15"/>
                    <a:pt x="12" y="14"/>
                  </a:cubicBezTo>
                  <a:cubicBezTo>
                    <a:pt x="13" y="12"/>
                    <a:pt x="13" y="12"/>
                    <a:pt x="13" y="12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18" y="5"/>
                    <a:pt x="17" y="2"/>
                    <a:pt x="13" y="0"/>
                  </a:cubicBezTo>
                  <a:cubicBezTo>
                    <a:pt x="10" y="1"/>
                    <a:pt x="7" y="2"/>
                    <a:pt x="2" y="3"/>
                  </a:cubicBezTo>
                  <a:cubicBezTo>
                    <a:pt x="0" y="7"/>
                    <a:pt x="3" y="10"/>
                    <a:pt x="5" y="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3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/>
              </a:endParaRPr>
            </a:p>
          </p:txBody>
        </p:sp>
        <p:sp>
          <p:nvSpPr>
            <p:cNvPr id="131" name="iṩḷiḓè">
              <a:extLst>
                <a:ext uri="{FF2B5EF4-FFF2-40B4-BE49-F238E27FC236}">
                  <a16:creationId xmlns:a16="http://schemas.microsoft.com/office/drawing/2014/main" id="{A82762AE-EC0C-467C-8F9F-1CE8CEEE0EBF}"/>
                </a:ext>
              </a:extLst>
            </p:cNvPr>
            <p:cNvSpPr/>
            <p:nvPr/>
          </p:nvSpPr>
          <p:spPr bwMode="auto">
            <a:xfrm>
              <a:off x="3628702" y="1154756"/>
              <a:ext cx="38547" cy="29436"/>
            </a:xfrm>
            <a:custGeom>
              <a:avLst/>
              <a:gdLst>
                <a:gd name="T0" fmla="*/ 6 w 17"/>
                <a:gd name="T1" fmla="*/ 13 h 13"/>
                <a:gd name="T2" fmla="*/ 15 w 17"/>
                <a:gd name="T3" fmla="*/ 4 h 13"/>
                <a:gd name="T4" fmla="*/ 16 w 17"/>
                <a:gd name="T5" fmla="*/ 0 h 13"/>
                <a:gd name="T6" fmla="*/ 1 w 17"/>
                <a:gd name="T7" fmla="*/ 5 h 13"/>
                <a:gd name="T8" fmla="*/ 6 w 17"/>
                <a:gd name="T9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3">
                  <a:moveTo>
                    <a:pt x="6" y="13"/>
                  </a:moveTo>
                  <a:cubicBezTo>
                    <a:pt x="9" y="10"/>
                    <a:pt x="13" y="8"/>
                    <a:pt x="15" y="4"/>
                  </a:cubicBezTo>
                  <a:cubicBezTo>
                    <a:pt x="16" y="3"/>
                    <a:pt x="17" y="2"/>
                    <a:pt x="16" y="0"/>
                  </a:cubicBezTo>
                  <a:cubicBezTo>
                    <a:pt x="11" y="0"/>
                    <a:pt x="6" y="5"/>
                    <a:pt x="1" y="5"/>
                  </a:cubicBezTo>
                  <a:cubicBezTo>
                    <a:pt x="0" y="10"/>
                    <a:pt x="4" y="11"/>
                    <a:pt x="6" y="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3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/>
              </a:endParaRPr>
            </a:p>
          </p:txBody>
        </p:sp>
        <p:sp>
          <p:nvSpPr>
            <p:cNvPr id="132" name="îṥ1ïďé">
              <a:extLst>
                <a:ext uri="{FF2B5EF4-FFF2-40B4-BE49-F238E27FC236}">
                  <a16:creationId xmlns:a16="http://schemas.microsoft.com/office/drawing/2014/main" id="{7487ACBC-01EA-4FA4-989F-B8CF52D26E66}"/>
                </a:ext>
              </a:extLst>
            </p:cNvPr>
            <p:cNvSpPr/>
            <p:nvPr/>
          </p:nvSpPr>
          <p:spPr bwMode="auto">
            <a:xfrm>
              <a:off x="3548104" y="1165970"/>
              <a:ext cx="53265" cy="73589"/>
            </a:xfrm>
            <a:custGeom>
              <a:avLst/>
              <a:gdLst>
                <a:gd name="T0" fmla="*/ 7 w 23"/>
                <a:gd name="T1" fmla="*/ 32 h 32"/>
                <a:gd name="T2" fmla="*/ 23 w 23"/>
                <a:gd name="T3" fmla="*/ 0 h 32"/>
                <a:gd name="T4" fmla="*/ 3 w 23"/>
                <a:gd name="T5" fmla="*/ 23 h 32"/>
                <a:gd name="T6" fmla="*/ 7 w 23"/>
                <a:gd name="T7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32">
                  <a:moveTo>
                    <a:pt x="7" y="32"/>
                  </a:moveTo>
                  <a:cubicBezTo>
                    <a:pt x="13" y="23"/>
                    <a:pt x="20" y="11"/>
                    <a:pt x="23" y="0"/>
                  </a:cubicBezTo>
                  <a:cubicBezTo>
                    <a:pt x="17" y="9"/>
                    <a:pt x="11" y="18"/>
                    <a:pt x="3" y="23"/>
                  </a:cubicBezTo>
                  <a:cubicBezTo>
                    <a:pt x="0" y="28"/>
                    <a:pt x="6" y="31"/>
                    <a:pt x="7" y="3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3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/>
              </a:endParaRPr>
            </a:p>
          </p:txBody>
        </p:sp>
        <p:sp>
          <p:nvSpPr>
            <p:cNvPr id="133" name="iSḷiḍé">
              <a:extLst>
                <a:ext uri="{FF2B5EF4-FFF2-40B4-BE49-F238E27FC236}">
                  <a16:creationId xmlns:a16="http://schemas.microsoft.com/office/drawing/2014/main" id="{85E0CC62-9C02-4B92-8F0F-645386D60E7E}"/>
                </a:ext>
              </a:extLst>
            </p:cNvPr>
            <p:cNvSpPr/>
            <p:nvPr/>
          </p:nvSpPr>
          <p:spPr bwMode="auto">
            <a:xfrm>
              <a:off x="3773077" y="1117611"/>
              <a:ext cx="93914" cy="101623"/>
            </a:xfrm>
            <a:custGeom>
              <a:avLst/>
              <a:gdLst>
                <a:gd name="T0" fmla="*/ 9 w 41"/>
                <a:gd name="T1" fmla="*/ 38 h 44"/>
                <a:gd name="T2" fmla="*/ 22 w 41"/>
                <a:gd name="T3" fmla="*/ 33 h 44"/>
                <a:gd name="T4" fmla="*/ 12 w 41"/>
                <a:gd name="T5" fmla="*/ 44 h 44"/>
                <a:gd name="T6" fmla="*/ 29 w 41"/>
                <a:gd name="T7" fmla="*/ 31 h 44"/>
                <a:gd name="T8" fmla="*/ 39 w 41"/>
                <a:gd name="T9" fmla="*/ 26 h 44"/>
                <a:gd name="T10" fmla="*/ 40 w 41"/>
                <a:gd name="T11" fmla="*/ 22 h 44"/>
                <a:gd name="T12" fmla="*/ 39 w 41"/>
                <a:gd name="T13" fmla="*/ 22 h 44"/>
                <a:gd name="T14" fmla="*/ 36 w 41"/>
                <a:gd name="T15" fmla="*/ 24 h 44"/>
                <a:gd name="T16" fmla="*/ 34 w 41"/>
                <a:gd name="T17" fmla="*/ 23 h 44"/>
                <a:gd name="T18" fmla="*/ 37 w 41"/>
                <a:gd name="T19" fmla="*/ 18 h 44"/>
                <a:gd name="T20" fmla="*/ 40 w 41"/>
                <a:gd name="T21" fmla="*/ 14 h 44"/>
                <a:gd name="T22" fmla="*/ 37 w 41"/>
                <a:gd name="T23" fmla="*/ 0 h 44"/>
                <a:gd name="T24" fmla="*/ 29 w 41"/>
                <a:gd name="T25" fmla="*/ 23 h 44"/>
                <a:gd name="T26" fmla="*/ 23 w 41"/>
                <a:gd name="T27" fmla="*/ 27 h 44"/>
                <a:gd name="T28" fmla="*/ 6 w 41"/>
                <a:gd name="T29" fmla="*/ 29 h 44"/>
                <a:gd name="T30" fmla="*/ 4 w 41"/>
                <a:gd name="T31" fmla="*/ 28 h 44"/>
                <a:gd name="T32" fmla="*/ 6 w 41"/>
                <a:gd name="T33" fmla="*/ 37 h 44"/>
                <a:gd name="T34" fmla="*/ 9 w 41"/>
                <a:gd name="T35" fmla="*/ 38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1" h="44">
                  <a:moveTo>
                    <a:pt x="9" y="38"/>
                  </a:moveTo>
                  <a:cubicBezTo>
                    <a:pt x="14" y="36"/>
                    <a:pt x="18" y="33"/>
                    <a:pt x="22" y="33"/>
                  </a:cubicBezTo>
                  <a:cubicBezTo>
                    <a:pt x="22" y="37"/>
                    <a:pt x="15" y="41"/>
                    <a:pt x="12" y="44"/>
                  </a:cubicBezTo>
                  <a:cubicBezTo>
                    <a:pt x="22" y="43"/>
                    <a:pt x="26" y="37"/>
                    <a:pt x="29" y="31"/>
                  </a:cubicBezTo>
                  <a:cubicBezTo>
                    <a:pt x="32" y="28"/>
                    <a:pt x="36" y="27"/>
                    <a:pt x="39" y="26"/>
                  </a:cubicBezTo>
                  <a:cubicBezTo>
                    <a:pt x="40" y="25"/>
                    <a:pt x="41" y="25"/>
                    <a:pt x="40" y="22"/>
                  </a:cubicBezTo>
                  <a:cubicBezTo>
                    <a:pt x="40" y="22"/>
                    <a:pt x="39" y="22"/>
                    <a:pt x="39" y="22"/>
                  </a:cubicBezTo>
                  <a:cubicBezTo>
                    <a:pt x="38" y="23"/>
                    <a:pt x="37" y="24"/>
                    <a:pt x="36" y="24"/>
                  </a:cubicBezTo>
                  <a:cubicBezTo>
                    <a:pt x="35" y="25"/>
                    <a:pt x="33" y="25"/>
                    <a:pt x="34" y="23"/>
                  </a:cubicBezTo>
                  <a:cubicBezTo>
                    <a:pt x="35" y="21"/>
                    <a:pt x="36" y="19"/>
                    <a:pt x="37" y="18"/>
                  </a:cubicBezTo>
                  <a:cubicBezTo>
                    <a:pt x="40" y="14"/>
                    <a:pt x="40" y="14"/>
                    <a:pt x="40" y="14"/>
                  </a:cubicBezTo>
                  <a:cubicBezTo>
                    <a:pt x="40" y="11"/>
                    <a:pt x="40" y="3"/>
                    <a:pt x="37" y="0"/>
                  </a:cubicBezTo>
                  <a:cubicBezTo>
                    <a:pt x="33" y="3"/>
                    <a:pt x="31" y="15"/>
                    <a:pt x="29" y="23"/>
                  </a:cubicBezTo>
                  <a:cubicBezTo>
                    <a:pt x="27" y="27"/>
                    <a:pt x="25" y="27"/>
                    <a:pt x="23" y="27"/>
                  </a:cubicBezTo>
                  <a:cubicBezTo>
                    <a:pt x="18" y="28"/>
                    <a:pt x="10" y="30"/>
                    <a:pt x="6" y="29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0" y="32"/>
                    <a:pt x="5" y="35"/>
                    <a:pt x="6" y="37"/>
                  </a:cubicBezTo>
                  <a:lnTo>
                    <a:pt x="9" y="3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3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/>
              </a:endParaRPr>
            </a:p>
          </p:txBody>
        </p:sp>
        <p:sp>
          <p:nvSpPr>
            <p:cNvPr id="134" name="îşļíďê">
              <a:extLst>
                <a:ext uri="{FF2B5EF4-FFF2-40B4-BE49-F238E27FC236}">
                  <a16:creationId xmlns:a16="http://schemas.microsoft.com/office/drawing/2014/main" id="{7223658F-FEF1-400D-9732-A04932804B6A}"/>
                </a:ext>
              </a:extLst>
            </p:cNvPr>
            <p:cNvSpPr/>
            <p:nvPr/>
          </p:nvSpPr>
          <p:spPr bwMode="auto">
            <a:xfrm>
              <a:off x="3846666" y="1210123"/>
              <a:ext cx="22427" cy="32239"/>
            </a:xfrm>
            <a:custGeom>
              <a:avLst/>
              <a:gdLst>
                <a:gd name="T0" fmla="*/ 4 w 10"/>
                <a:gd name="T1" fmla="*/ 14 h 14"/>
                <a:gd name="T2" fmla="*/ 9 w 10"/>
                <a:gd name="T3" fmla="*/ 12 h 14"/>
                <a:gd name="T4" fmla="*/ 2 w 10"/>
                <a:gd name="T5" fmla="*/ 0 h 14"/>
                <a:gd name="T6" fmla="*/ 1 w 10"/>
                <a:gd name="T7" fmla="*/ 10 h 14"/>
                <a:gd name="T8" fmla="*/ 4 w 10"/>
                <a:gd name="T9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4">
                  <a:moveTo>
                    <a:pt x="4" y="14"/>
                  </a:moveTo>
                  <a:cubicBezTo>
                    <a:pt x="6" y="14"/>
                    <a:pt x="7" y="14"/>
                    <a:pt x="9" y="12"/>
                  </a:cubicBezTo>
                  <a:cubicBezTo>
                    <a:pt x="10" y="7"/>
                    <a:pt x="8" y="2"/>
                    <a:pt x="2" y="0"/>
                  </a:cubicBezTo>
                  <a:cubicBezTo>
                    <a:pt x="0" y="3"/>
                    <a:pt x="2" y="6"/>
                    <a:pt x="1" y="10"/>
                  </a:cubicBezTo>
                  <a:cubicBezTo>
                    <a:pt x="0" y="13"/>
                    <a:pt x="3" y="12"/>
                    <a:pt x="4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3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/>
              </a:endParaRPr>
            </a:p>
          </p:txBody>
        </p:sp>
        <p:sp>
          <p:nvSpPr>
            <p:cNvPr id="135" name="îš1íḍê">
              <a:extLst>
                <a:ext uri="{FF2B5EF4-FFF2-40B4-BE49-F238E27FC236}">
                  <a16:creationId xmlns:a16="http://schemas.microsoft.com/office/drawing/2014/main" id="{229F980D-0870-4CA7-9899-1F53A3142C07}"/>
                </a:ext>
              </a:extLst>
            </p:cNvPr>
            <p:cNvSpPr/>
            <p:nvPr/>
          </p:nvSpPr>
          <p:spPr bwMode="auto">
            <a:xfrm>
              <a:off x="3944785" y="1278806"/>
              <a:ext cx="21025" cy="21025"/>
            </a:xfrm>
            <a:custGeom>
              <a:avLst/>
              <a:gdLst>
                <a:gd name="T0" fmla="*/ 7 w 9"/>
                <a:gd name="T1" fmla="*/ 6 h 9"/>
                <a:gd name="T2" fmla="*/ 8 w 9"/>
                <a:gd name="T3" fmla="*/ 1 h 9"/>
                <a:gd name="T4" fmla="*/ 2 w 9"/>
                <a:gd name="T5" fmla="*/ 2 h 9"/>
                <a:gd name="T6" fmla="*/ 0 w 9"/>
                <a:gd name="T7" fmla="*/ 6 h 9"/>
                <a:gd name="T8" fmla="*/ 7 w 9"/>
                <a:gd name="T9" fmla="*/ 6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9">
                  <a:moveTo>
                    <a:pt x="7" y="6"/>
                  </a:moveTo>
                  <a:cubicBezTo>
                    <a:pt x="8" y="4"/>
                    <a:pt x="9" y="2"/>
                    <a:pt x="8" y="1"/>
                  </a:cubicBezTo>
                  <a:cubicBezTo>
                    <a:pt x="6" y="0"/>
                    <a:pt x="4" y="2"/>
                    <a:pt x="2" y="2"/>
                  </a:cubicBezTo>
                  <a:cubicBezTo>
                    <a:pt x="0" y="3"/>
                    <a:pt x="0" y="5"/>
                    <a:pt x="0" y="6"/>
                  </a:cubicBezTo>
                  <a:cubicBezTo>
                    <a:pt x="1" y="9"/>
                    <a:pt x="4" y="8"/>
                    <a:pt x="7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3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/>
              </a:endParaRPr>
            </a:p>
          </p:txBody>
        </p:sp>
        <p:sp>
          <p:nvSpPr>
            <p:cNvPr id="136" name="íŝliḓê">
              <a:extLst>
                <a:ext uri="{FF2B5EF4-FFF2-40B4-BE49-F238E27FC236}">
                  <a16:creationId xmlns:a16="http://schemas.microsoft.com/office/drawing/2014/main" id="{6312F1A9-AC96-442B-9132-B510DF926A4C}"/>
                </a:ext>
              </a:extLst>
            </p:cNvPr>
            <p:cNvSpPr/>
            <p:nvPr/>
          </p:nvSpPr>
          <p:spPr bwMode="auto">
            <a:xfrm>
              <a:off x="3910443" y="1308943"/>
              <a:ext cx="61675" cy="62376"/>
            </a:xfrm>
            <a:custGeom>
              <a:avLst/>
              <a:gdLst>
                <a:gd name="T0" fmla="*/ 6 w 27"/>
                <a:gd name="T1" fmla="*/ 10 h 27"/>
                <a:gd name="T2" fmla="*/ 14 w 27"/>
                <a:gd name="T3" fmla="*/ 14 h 27"/>
                <a:gd name="T4" fmla="*/ 9 w 27"/>
                <a:gd name="T5" fmla="*/ 18 h 27"/>
                <a:gd name="T6" fmla="*/ 4 w 27"/>
                <a:gd name="T7" fmla="*/ 16 h 27"/>
                <a:gd name="T8" fmla="*/ 2 w 27"/>
                <a:gd name="T9" fmla="*/ 17 h 27"/>
                <a:gd name="T10" fmla="*/ 8 w 27"/>
                <a:gd name="T11" fmla="*/ 27 h 27"/>
                <a:gd name="T12" fmla="*/ 22 w 27"/>
                <a:gd name="T13" fmla="*/ 17 h 27"/>
                <a:gd name="T14" fmla="*/ 25 w 27"/>
                <a:gd name="T15" fmla="*/ 18 h 27"/>
                <a:gd name="T16" fmla="*/ 26 w 27"/>
                <a:gd name="T17" fmla="*/ 16 h 27"/>
                <a:gd name="T18" fmla="*/ 24 w 27"/>
                <a:gd name="T19" fmla="*/ 14 h 27"/>
                <a:gd name="T20" fmla="*/ 24 w 27"/>
                <a:gd name="T21" fmla="*/ 11 h 27"/>
                <a:gd name="T22" fmla="*/ 23 w 27"/>
                <a:gd name="T23" fmla="*/ 9 h 27"/>
                <a:gd name="T24" fmla="*/ 19 w 27"/>
                <a:gd name="T25" fmla="*/ 12 h 27"/>
                <a:gd name="T26" fmla="*/ 11 w 27"/>
                <a:gd name="T27" fmla="*/ 7 h 27"/>
                <a:gd name="T28" fmla="*/ 4 w 27"/>
                <a:gd name="T29" fmla="*/ 2 h 27"/>
                <a:gd name="T30" fmla="*/ 0 w 27"/>
                <a:gd name="T31" fmla="*/ 3 h 27"/>
                <a:gd name="T32" fmla="*/ 6 w 27"/>
                <a:gd name="T33" fmla="*/ 1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7" h="27">
                  <a:moveTo>
                    <a:pt x="6" y="10"/>
                  </a:moveTo>
                  <a:cubicBezTo>
                    <a:pt x="9" y="11"/>
                    <a:pt x="12" y="12"/>
                    <a:pt x="14" y="14"/>
                  </a:cubicBezTo>
                  <a:cubicBezTo>
                    <a:pt x="14" y="15"/>
                    <a:pt x="11" y="17"/>
                    <a:pt x="9" y="18"/>
                  </a:cubicBezTo>
                  <a:cubicBezTo>
                    <a:pt x="7" y="19"/>
                    <a:pt x="6" y="16"/>
                    <a:pt x="4" y="16"/>
                  </a:cubicBezTo>
                  <a:cubicBezTo>
                    <a:pt x="3" y="15"/>
                    <a:pt x="2" y="15"/>
                    <a:pt x="2" y="17"/>
                  </a:cubicBezTo>
                  <a:cubicBezTo>
                    <a:pt x="4" y="20"/>
                    <a:pt x="4" y="25"/>
                    <a:pt x="8" y="27"/>
                  </a:cubicBezTo>
                  <a:cubicBezTo>
                    <a:pt x="13" y="23"/>
                    <a:pt x="17" y="20"/>
                    <a:pt x="22" y="17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6" y="18"/>
                    <a:pt x="27" y="17"/>
                    <a:pt x="26" y="16"/>
                  </a:cubicBezTo>
                  <a:cubicBezTo>
                    <a:pt x="26" y="16"/>
                    <a:pt x="25" y="14"/>
                    <a:pt x="24" y="14"/>
                  </a:cubicBezTo>
                  <a:cubicBezTo>
                    <a:pt x="24" y="11"/>
                    <a:pt x="24" y="11"/>
                    <a:pt x="24" y="11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2" y="10"/>
                    <a:pt x="20" y="11"/>
                    <a:pt x="19" y="12"/>
                  </a:cubicBezTo>
                  <a:cubicBezTo>
                    <a:pt x="16" y="10"/>
                    <a:pt x="13" y="9"/>
                    <a:pt x="11" y="7"/>
                  </a:cubicBezTo>
                  <a:cubicBezTo>
                    <a:pt x="8" y="6"/>
                    <a:pt x="6" y="4"/>
                    <a:pt x="4" y="2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9"/>
                    <a:pt x="3" y="10"/>
                    <a:pt x="6" y="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3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/>
              </a:endParaRPr>
            </a:p>
          </p:txBody>
        </p:sp>
        <p:sp>
          <p:nvSpPr>
            <p:cNvPr id="137" name="iṡļiḍe">
              <a:extLst>
                <a:ext uri="{FF2B5EF4-FFF2-40B4-BE49-F238E27FC236}">
                  <a16:creationId xmlns:a16="http://schemas.microsoft.com/office/drawing/2014/main" id="{34D809A2-78E6-4EF1-8C7D-47377D6568A8}"/>
                </a:ext>
              </a:extLst>
            </p:cNvPr>
            <p:cNvSpPr/>
            <p:nvPr/>
          </p:nvSpPr>
          <p:spPr bwMode="auto">
            <a:xfrm>
              <a:off x="3935674" y="1271798"/>
              <a:ext cx="124051" cy="76393"/>
            </a:xfrm>
            <a:custGeom>
              <a:avLst/>
              <a:gdLst>
                <a:gd name="T0" fmla="*/ 52 w 54"/>
                <a:gd name="T1" fmla="*/ 10 h 33"/>
                <a:gd name="T2" fmla="*/ 41 w 54"/>
                <a:gd name="T3" fmla="*/ 13 h 33"/>
                <a:gd name="T4" fmla="*/ 37 w 54"/>
                <a:gd name="T5" fmla="*/ 11 h 33"/>
                <a:gd name="T6" fmla="*/ 35 w 54"/>
                <a:gd name="T7" fmla="*/ 12 h 33"/>
                <a:gd name="T8" fmla="*/ 29 w 54"/>
                <a:gd name="T9" fmla="*/ 15 h 33"/>
                <a:gd name="T10" fmla="*/ 28 w 54"/>
                <a:gd name="T11" fmla="*/ 13 h 33"/>
                <a:gd name="T12" fmla="*/ 23 w 54"/>
                <a:gd name="T13" fmla="*/ 15 h 33"/>
                <a:gd name="T14" fmla="*/ 19 w 54"/>
                <a:gd name="T15" fmla="*/ 15 h 33"/>
                <a:gd name="T16" fmla="*/ 26 w 54"/>
                <a:gd name="T17" fmla="*/ 0 h 33"/>
                <a:gd name="T18" fmla="*/ 19 w 54"/>
                <a:gd name="T19" fmla="*/ 6 h 33"/>
                <a:gd name="T20" fmla="*/ 14 w 54"/>
                <a:gd name="T21" fmla="*/ 10 h 33"/>
                <a:gd name="T22" fmla="*/ 10 w 54"/>
                <a:gd name="T23" fmla="*/ 15 h 33"/>
                <a:gd name="T24" fmla="*/ 17 w 54"/>
                <a:gd name="T25" fmla="*/ 16 h 33"/>
                <a:gd name="T26" fmla="*/ 24 w 54"/>
                <a:gd name="T27" fmla="*/ 19 h 33"/>
                <a:gd name="T28" fmla="*/ 23 w 54"/>
                <a:gd name="T29" fmla="*/ 23 h 33"/>
                <a:gd name="T30" fmla="*/ 3 w 54"/>
                <a:gd name="T31" fmla="*/ 13 h 33"/>
                <a:gd name="T32" fmla="*/ 0 w 54"/>
                <a:gd name="T33" fmla="*/ 15 h 33"/>
                <a:gd name="T34" fmla="*/ 4 w 54"/>
                <a:gd name="T35" fmla="*/ 21 h 33"/>
                <a:gd name="T36" fmla="*/ 8 w 54"/>
                <a:gd name="T37" fmla="*/ 22 h 33"/>
                <a:gd name="T38" fmla="*/ 24 w 54"/>
                <a:gd name="T39" fmla="*/ 27 h 33"/>
                <a:gd name="T40" fmla="*/ 14 w 54"/>
                <a:gd name="T41" fmla="*/ 26 h 33"/>
                <a:gd name="T42" fmla="*/ 21 w 54"/>
                <a:gd name="T43" fmla="*/ 30 h 33"/>
                <a:gd name="T44" fmla="*/ 29 w 54"/>
                <a:gd name="T45" fmla="*/ 33 h 33"/>
                <a:gd name="T46" fmla="*/ 34 w 54"/>
                <a:gd name="T47" fmla="*/ 28 h 33"/>
                <a:gd name="T48" fmla="*/ 45 w 54"/>
                <a:gd name="T49" fmla="*/ 28 h 33"/>
                <a:gd name="T50" fmla="*/ 46 w 54"/>
                <a:gd name="T51" fmla="*/ 23 h 33"/>
                <a:gd name="T52" fmla="*/ 42 w 54"/>
                <a:gd name="T53" fmla="*/ 19 h 33"/>
                <a:gd name="T54" fmla="*/ 43 w 54"/>
                <a:gd name="T55" fmla="*/ 18 h 33"/>
                <a:gd name="T56" fmla="*/ 50 w 54"/>
                <a:gd name="T57" fmla="*/ 17 h 33"/>
                <a:gd name="T58" fmla="*/ 52 w 54"/>
                <a:gd name="T59" fmla="*/ 10 h 33"/>
                <a:gd name="T60" fmla="*/ 38 w 54"/>
                <a:gd name="T61" fmla="*/ 23 h 33"/>
                <a:gd name="T62" fmla="*/ 30 w 54"/>
                <a:gd name="T63" fmla="*/ 24 h 33"/>
                <a:gd name="T64" fmla="*/ 33 w 54"/>
                <a:gd name="T65" fmla="*/ 23 h 33"/>
                <a:gd name="T66" fmla="*/ 35 w 54"/>
                <a:gd name="T67" fmla="*/ 21 h 33"/>
                <a:gd name="T68" fmla="*/ 31 w 54"/>
                <a:gd name="T69" fmla="*/ 20 h 33"/>
                <a:gd name="T70" fmla="*/ 30 w 54"/>
                <a:gd name="T71" fmla="*/ 19 h 33"/>
                <a:gd name="T72" fmla="*/ 33 w 54"/>
                <a:gd name="T73" fmla="*/ 17 h 33"/>
                <a:gd name="T74" fmla="*/ 37 w 54"/>
                <a:gd name="T75" fmla="*/ 17 h 33"/>
                <a:gd name="T76" fmla="*/ 38 w 54"/>
                <a:gd name="T77" fmla="*/ 2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54" h="33">
                  <a:moveTo>
                    <a:pt x="52" y="10"/>
                  </a:moveTo>
                  <a:cubicBezTo>
                    <a:pt x="49" y="11"/>
                    <a:pt x="45" y="11"/>
                    <a:pt x="41" y="13"/>
                  </a:cubicBezTo>
                  <a:cubicBezTo>
                    <a:pt x="39" y="13"/>
                    <a:pt x="38" y="12"/>
                    <a:pt x="37" y="11"/>
                  </a:cubicBezTo>
                  <a:cubicBezTo>
                    <a:pt x="35" y="11"/>
                    <a:pt x="34" y="11"/>
                    <a:pt x="35" y="12"/>
                  </a:cubicBezTo>
                  <a:cubicBezTo>
                    <a:pt x="33" y="14"/>
                    <a:pt x="31" y="15"/>
                    <a:pt x="29" y="15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5" y="12"/>
                    <a:pt x="25" y="14"/>
                    <a:pt x="23" y="15"/>
                  </a:cubicBezTo>
                  <a:cubicBezTo>
                    <a:pt x="23" y="14"/>
                    <a:pt x="19" y="16"/>
                    <a:pt x="19" y="15"/>
                  </a:cubicBezTo>
                  <a:cubicBezTo>
                    <a:pt x="21" y="11"/>
                    <a:pt x="26" y="5"/>
                    <a:pt x="26" y="0"/>
                  </a:cubicBezTo>
                  <a:cubicBezTo>
                    <a:pt x="23" y="0"/>
                    <a:pt x="22" y="3"/>
                    <a:pt x="19" y="6"/>
                  </a:cubicBezTo>
                  <a:cubicBezTo>
                    <a:pt x="14" y="10"/>
                    <a:pt x="14" y="10"/>
                    <a:pt x="14" y="10"/>
                  </a:cubicBezTo>
                  <a:cubicBezTo>
                    <a:pt x="12" y="12"/>
                    <a:pt x="10" y="13"/>
                    <a:pt x="10" y="15"/>
                  </a:cubicBezTo>
                  <a:cubicBezTo>
                    <a:pt x="12" y="15"/>
                    <a:pt x="14" y="16"/>
                    <a:pt x="17" y="16"/>
                  </a:cubicBezTo>
                  <a:cubicBezTo>
                    <a:pt x="20" y="18"/>
                    <a:pt x="21" y="19"/>
                    <a:pt x="24" y="19"/>
                  </a:cubicBezTo>
                  <a:cubicBezTo>
                    <a:pt x="25" y="21"/>
                    <a:pt x="24" y="22"/>
                    <a:pt x="23" y="23"/>
                  </a:cubicBezTo>
                  <a:cubicBezTo>
                    <a:pt x="16" y="20"/>
                    <a:pt x="9" y="16"/>
                    <a:pt x="3" y="13"/>
                  </a:cubicBezTo>
                  <a:cubicBezTo>
                    <a:pt x="1" y="13"/>
                    <a:pt x="1" y="14"/>
                    <a:pt x="0" y="15"/>
                  </a:cubicBezTo>
                  <a:cubicBezTo>
                    <a:pt x="2" y="17"/>
                    <a:pt x="3" y="20"/>
                    <a:pt x="4" y="21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9" y="22"/>
                    <a:pt x="20" y="25"/>
                    <a:pt x="24" y="27"/>
                  </a:cubicBezTo>
                  <a:cubicBezTo>
                    <a:pt x="23" y="29"/>
                    <a:pt x="15" y="25"/>
                    <a:pt x="14" y="26"/>
                  </a:cubicBezTo>
                  <a:cubicBezTo>
                    <a:pt x="16" y="29"/>
                    <a:pt x="19" y="28"/>
                    <a:pt x="21" y="30"/>
                  </a:cubicBezTo>
                  <a:cubicBezTo>
                    <a:pt x="24" y="31"/>
                    <a:pt x="27" y="32"/>
                    <a:pt x="29" y="33"/>
                  </a:cubicBezTo>
                  <a:cubicBezTo>
                    <a:pt x="31" y="31"/>
                    <a:pt x="32" y="28"/>
                    <a:pt x="34" y="28"/>
                  </a:cubicBezTo>
                  <a:cubicBezTo>
                    <a:pt x="37" y="28"/>
                    <a:pt x="42" y="30"/>
                    <a:pt x="45" y="28"/>
                  </a:cubicBezTo>
                  <a:cubicBezTo>
                    <a:pt x="45" y="26"/>
                    <a:pt x="46" y="24"/>
                    <a:pt x="46" y="23"/>
                  </a:cubicBezTo>
                  <a:cubicBezTo>
                    <a:pt x="45" y="21"/>
                    <a:pt x="42" y="20"/>
                    <a:pt x="42" y="19"/>
                  </a:cubicBezTo>
                  <a:cubicBezTo>
                    <a:pt x="42" y="19"/>
                    <a:pt x="42" y="18"/>
                    <a:pt x="43" y="18"/>
                  </a:cubicBezTo>
                  <a:cubicBezTo>
                    <a:pt x="46" y="18"/>
                    <a:pt x="48" y="18"/>
                    <a:pt x="50" y="17"/>
                  </a:cubicBezTo>
                  <a:cubicBezTo>
                    <a:pt x="51" y="18"/>
                    <a:pt x="54" y="12"/>
                    <a:pt x="52" y="10"/>
                  </a:cubicBezTo>
                  <a:close/>
                  <a:moveTo>
                    <a:pt x="38" y="23"/>
                  </a:moveTo>
                  <a:cubicBezTo>
                    <a:pt x="36" y="24"/>
                    <a:pt x="33" y="24"/>
                    <a:pt x="30" y="24"/>
                  </a:cubicBezTo>
                  <a:cubicBezTo>
                    <a:pt x="29" y="23"/>
                    <a:pt x="32" y="23"/>
                    <a:pt x="33" y="23"/>
                  </a:cubicBezTo>
                  <a:cubicBezTo>
                    <a:pt x="34" y="22"/>
                    <a:pt x="34" y="22"/>
                    <a:pt x="35" y="21"/>
                  </a:cubicBezTo>
                  <a:cubicBezTo>
                    <a:pt x="34" y="20"/>
                    <a:pt x="33" y="19"/>
                    <a:pt x="31" y="20"/>
                  </a:cubicBezTo>
                  <a:cubicBezTo>
                    <a:pt x="30" y="20"/>
                    <a:pt x="29" y="19"/>
                    <a:pt x="30" y="19"/>
                  </a:cubicBezTo>
                  <a:cubicBezTo>
                    <a:pt x="31" y="19"/>
                    <a:pt x="32" y="18"/>
                    <a:pt x="33" y="17"/>
                  </a:cubicBezTo>
                  <a:cubicBezTo>
                    <a:pt x="34" y="17"/>
                    <a:pt x="35" y="17"/>
                    <a:pt x="37" y="17"/>
                  </a:cubicBezTo>
                  <a:cubicBezTo>
                    <a:pt x="37" y="19"/>
                    <a:pt x="39" y="21"/>
                    <a:pt x="38" y="2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3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/>
              </a:endParaRPr>
            </a:p>
          </p:txBody>
        </p:sp>
        <p:sp>
          <p:nvSpPr>
            <p:cNvPr id="138" name="ï$ļïdé">
              <a:extLst>
                <a:ext uri="{FF2B5EF4-FFF2-40B4-BE49-F238E27FC236}">
                  <a16:creationId xmlns:a16="http://schemas.microsoft.com/office/drawing/2014/main" id="{0CB37F2C-A43C-4A1A-971A-3E96BB5168F0}"/>
                </a:ext>
              </a:extLst>
            </p:cNvPr>
            <p:cNvSpPr/>
            <p:nvPr/>
          </p:nvSpPr>
          <p:spPr bwMode="auto">
            <a:xfrm>
              <a:off x="3302807" y="1034911"/>
              <a:ext cx="795464" cy="799669"/>
            </a:xfrm>
            <a:custGeom>
              <a:avLst/>
              <a:gdLst>
                <a:gd name="T0" fmla="*/ 174 w 347"/>
                <a:gd name="T1" fmla="*/ 0 h 347"/>
                <a:gd name="T2" fmla="*/ 0 w 347"/>
                <a:gd name="T3" fmla="*/ 173 h 347"/>
                <a:gd name="T4" fmla="*/ 174 w 347"/>
                <a:gd name="T5" fmla="*/ 347 h 347"/>
                <a:gd name="T6" fmla="*/ 347 w 347"/>
                <a:gd name="T7" fmla="*/ 173 h 347"/>
                <a:gd name="T8" fmla="*/ 174 w 347"/>
                <a:gd name="T9" fmla="*/ 0 h 347"/>
                <a:gd name="T10" fmla="*/ 174 w 347"/>
                <a:gd name="T11" fmla="*/ 343 h 347"/>
                <a:gd name="T12" fmla="*/ 4 w 347"/>
                <a:gd name="T13" fmla="*/ 173 h 347"/>
                <a:gd name="T14" fmla="*/ 174 w 347"/>
                <a:gd name="T15" fmla="*/ 4 h 347"/>
                <a:gd name="T16" fmla="*/ 343 w 347"/>
                <a:gd name="T17" fmla="*/ 173 h 347"/>
                <a:gd name="T18" fmla="*/ 174 w 347"/>
                <a:gd name="T19" fmla="*/ 343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47" h="347">
                  <a:moveTo>
                    <a:pt x="174" y="0"/>
                  </a:moveTo>
                  <a:cubicBezTo>
                    <a:pt x="78" y="0"/>
                    <a:pt x="0" y="78"/>
                    <a:pt x="0" y="173"/>
                  </a:cubicBezTo>
                  <a:cubicBezTo>
                    <a:pt x="0" y="269"/>
                    <a:pt x="78" y="347"/>
                    <a:pt x="174" y="347"/>
                  </a:cubicBezTo>
                  <a:cubicBezTo>
                    <a:pt x="269" y="347"/>
                    <a:pt x="347" y="269"/>
                    <a:pt x="347" y="173"/>
                  </a:cubicBezTo>
                  <a:cubicBezTo>
                    <a:pt x="347" y="78"/>
                    <a:pt x="269" y="0"/>
                    <a:pt x="174" y="0"/>
                  </a:cubicBezTo>
                  <a:close/>
                  <a:moveTo>
                    <a:pt x="174" y="343"/>
                  </a:moveTo>
                  <a:cubicBezTo>
                    <a:pt x="80" y="343"/>
                    <a:pt x="4" y="267"/>
                    <a:pt x="4" y="173"/>
                  </a:cubicBezTo>
                  <a:cubicBezTo>
                    <a:pt x="4" y="80"/>
                    <a:pt x="80" y="4"/>
                    <a:pt x="174" y="4"/>
                  </a:cubicBezTo>
                  <a:cubicBezTo>
                    <a:pt x="267" y="4"/>
                    <a:pt x="343" y="80"/>
                    <a:pt x="343" y="173"/>
                  </a:cubicBezTo>
                  <a:cubicBezTo>
                    <a:pt x="343" y="267"/>
                    <a:pt x="267" y="343"/>
                    <a:pt x="174" y="34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3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/>
              </a:endParaRPr>
            </a:p>
          </p:txBody>
        </p:sp>
        <p:sp>
          <p:nvSpPr>
            <p:cNvPr id="139" name="íšlíḓe">
              <a:extLst>
                <a:ext uri="{FF2B5EF4-FFF2-40B4-BE49-F238E27FC236}">
                  <a16:creationId xmlns:a16="http://schemas.microsoft.com/office/drawing/2014/main" id="{9746FD95-CF7F-489F-B774-C66741CD815D}"/>
                </a:ext>
              </a:extLst>
            </p:cNvPr>
            <p:cNvSpPr/>
            <p:nvPr/>
          </p:nvSpPr>
          <p:spPr bwMode="auto">
            <a:xfrm>
              <a:off x="3481524" y="1212226"/>
              <a:ext cx="440834" cy="377758"/>
            </a:xfrm>
            <a:custGeom>
              <a:avLst/>
              <a:gdLst>
                <a:gd name="T0" fmla="*/ 28 w 192"/>
                <a:gd name="T1" fmla="*/ 164 h 164"/>
                <a:gd name="T2" fmla="*/ 31 w 192"/>
                <a:gd name="T3" fmla="*/ 164 h 164"/>
                <a:gd name="T4" fmla="*/ 2 w 192"/>
                <a:gd name="T5" fmla="*/ 96 h 164"/>
                <a:gd name="T6" fmla="*/ 96 w 192"/>
                <a:gd name="T7" fmla="*/ 2 h 164"/>
                <a:gd name="T8" fmla="*/ 190 w 192"/>
                <a:gd name="T9" fmla="*/ 96 h 164"/>
                <a:gd name="T10" fmla="*/ 160 w 192"/>
                <a:gd name="T11" fmla="*/ 164 h 164"/>
                <a:gd name="T12" fmla="*/ 163 w 192"/>
                <a:gd name="T13" fmla="*/ 164 h 164"/>
                <a:gd name="T14" fmla="*/ 192 w 192"/>
                <a:gd name="T15" fmla="*/ 96 h 164"/>
                <a:gd name="T16" fmla="*/ 96 w 192"/>
                <a:gd name="T17" fmla="*/ 0 h 164"/>
                <a:gd name="T18" fmla="*/ 0 w 192"/>
                <a:gd name="T19" fmla="*/ 96 h 164"/>
                <a:gd name="T20" fmla="*/ 28 w 192"/>
                <a:gd name="T21" fmla="*/ 164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2" h="164">
                  <a:moveTo>
                    <a:pt x="28" y="164"/>
                  </a:moveTo>
                  <a:cubicBezTo>
                    <a:pt x="31" y="164"/>
                    <a:pt x="31" y="164"/>
                    <a:pt x="31" y="164"/>
                  </a:cubicBezTo>
                  <a:cubicBezTo>
                    <a:pt x="13" y="147"/>
                    <a:pt x="2" y="123"/>
                    <a:pt x="2" y="96"/>
                  </a:cubicBezTo>
                  <a:cubicBezTo>
                    <a:pt x="2" y="45"/>
                    <a:pt x="44" y="2"/>
                    <a:pt x="96" y="2"/>
                  </a:cubicBezTo>
                  <a:cubicBezTo>
                    <a:pt x="147" y="2"/>
                    <a:pt x="190" y="45"/>
                    <a:pt x="190" y="96"/>
                  </a:cubicBezTo>
                  <a:cubicBezTo>
                    <a:pt x="190" y="123"/>
                    <a:pt x="178" y="147"/>
                    <a:pt x="160" y="164"/>
                  </a:cubicBezTo>
                  <a:cubicBezTo>
                    <a:pt x="163" y="164"/>
                    <a:pt x="163" y="164"/>
                    <a:pt x="163" y="164"/>
                  </a:cubicBezTo>
                  <a:cubicBezTo>
                    <a:pt x="181" y="147"/>
                    <a:pt x="192" y="123"/>
                    <a:pt x="192" y="96"/>
                  </a:cubicBezTo>
                  <a:cubicBezTo>
                    <a:pt x="192" y="43"/>
                    <a:pt x="148" y="0"/>
                    <a:pt x="96" y="0"/>
                  </a:cubicBezTo>
                  <a:cubicBezTo>
                    <a:pt x="43" y="0"/>
                    <a:pt x="0" y="43"/>
                    <a:pt x="0" y="96"/>
                  </a:cubicBezTo>
                  <a:cubicBezTo>
                    <a:pt x="0" y="123"/>
                    <a:pt x="11" y="147"/>
                    <a:pt x="28" y="1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3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/>
              </a:endParaRPr>
            </a:p>
          </p:txBody>
        </p:sp>
        <p:sp>
          <p:nvSpPr>
            <p:cNvPr id="140" name="ïṣļïḍê">
              <a:extLst>
                <a:ext uri="{FF2B5EF4-FFF2-40B4-BE49-F238E27FC236}">
                  <a16:creationId xmlns:a16="http://schemas.microsoft.com/office/drawing/2014/main" id="{3CB9ADD3-D595-4AA6-AE19-F32EF6BDAE17}"/>
                </a:ext>
              </a:extLst>
            </p:cNvPr>
            <p:cNvSpPr/>
            <p:nvPr/>
          </p:nvSpPr>
          <p:spPr bwMode="auto">
            <a:xfrm>
              <a:off x="3972118" y="1573864"/>
              <a:ext cx="85504" cy="46256"/>
            </a:xfrm>
            <a:custGeom>
              <a:avLst/>
              <a:gdLst>
                <a:gd name="T0" fmla="*/ 36 w 37"/>
                <a:gd name="T1" fmla="*/ 20 h 20"/>
                <a:gd name="T2" fmla="*/ 22 w 37"/>
                <a:gd name="T3" fmla="*/ 16 h 20"/>
                <a:gd name="T4" fmla="*/ 0 w 37"/>
                <a:gd name="T5" fmla="*/ 20 h 20"/>
                <a:gd name="T6" fmla="*/ 1 w 37"/>
                <a:gd name="T7" fmla="*/ 16 h 20"/>
                <a:gd name="T8" fmla="*/ 12 w 37"/>
                <a:gd name="T9" fmla="*/ 14 h 20"/>
                <a:gd name="T10" fmla="*/ 19 w 37"/>
                <a:gd name="T11" fmla="*/ 14 h 20"/>
                <a:gd name="T12" fmla="*/ 13 w 37"/>
                <a:gd name="T13" fmla="*/ 10 h 20"/>
                <a:gd name="T14" fmla="*/ 5 w 37"/>
                <a:gd name="T15" fmla="*/ 3 h 20"/>
                <a:gd name="T16" fmla="*/ 6 w 37"/>
                <a:gd name="T17" fmla="*/ 0 h 20"/>
                <a:gd name="T18" fmla="*/ 23 w 37"/>
                <a:gd name="T19" fmla="*/ 13 h 20"/>
                <a:gd name="T20" fmla="*/ 37 w 37"/>
                <a:gd name="T21" fmla="*/ 17 h 20"/>
                <a:gd name="T22" fmla="*/ 36 w 37"/>
                <a:gd name="T23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7" h="20">
                  <a:moveTo>
                    <a:pt x="36" y="20"/>
                  </a:moveTo>
                  <a:cubicBezTo>
                    <a:pt x="22" y="16"/>
                    <a:pt x="22" y="16"/>
                    <a:pt x="22" y="16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1" y="16"/>
                    <a:pt x="1" y="16"/>
                    <a:pt x="1" y="16"/>
                  </a:cubicBezTo>
                  <a:cubicBezTo>
                    <a:pt x="12" y="14"/>
                    <a:pt x="12" y="14"/>
                    <a:pt x="12" y="14"/>
                  </a:cubicBezTo>
                  <a:cubicBezTo>
                    <a:pt x="14" y="14"/>
                    <a:pt x="17" y="14"/>
                    <a:pt x="19" y="14"/>
                  </a:cubicBezTo>
                  <a:cubicBezTo>
                    <a:pt x="17" y="13"/>
                    <a:pt x="15" y="11"/>
                    <a:pt x="13" y="10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23" y="13"/>
                    <a:pt x="23" y="13"/>
                    <a:pt x="23" y="13"/>
                  </a:cubicBezTo>
                  <a:cubicBezTo>
                    <a:pt x="37" y="17"/>
                    <a:pt x="37" y="17"/>
                    <a:pt x="37" y="17"/>
                  </a:cubicBezTo>
                  <a:lnTo>
                    <a:pt x="36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3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/>
              </a:endParaRPr>
            </a:p>
          </p:txBody>
        </p:sp>
        <p:sp>
          <p:nvSpPr>
            <p:cNvPr id="141" name="ís1íḍe">
              <a:extLst>
                <a:ext uri="{FF2B5EF4-FFF2-40B4-BE49-F238E27FC236}">
                  <a16:creationId xmlns:a16="http://schemas.microsoft.com/office/drawing/2014/main" id="{887333CD-D7F8-458C-824B-FBBEB7C39283}"/>
                </a:ext>
              </a:extLst>
            </p:cNvPr>
            <p:cNvSpPr/>
            <p:nvPr/>
          </p:nvSpPr>
          <p:spPr bwMode="auto">
            <a:xfrm>
              <a:off x="4302919" y="1198209"/>
              <a:ext cx="54666" cy="94615"/>
            </a:xfrm>
            <a:custGeom>
              <a:avLst/>
              <a:gdLst>
                <a:gd name="T0" fmla="*/ 20 w 24"/>
                <a:gd name="T1" fmla="*/ 28 h 41"/>
                <a:gd name="T2" fmla="*/ 14 w 24"/>
                <a:gd name="T3" fmla="*/ 9 h 41"/>
                <a:gd name="T4" fmla="*/ 4 w 24"/>
                <a:gd name="T5" fmla="*/ 10 h 41"/>
                <a:gd name="T6" fmla="*/ 5 w 24"/>
                <a:gd name="T7" fmla="*/ 32 h 41"/>
                <a:gd name="T8" fmla="*/ 20 w 24"/>
                <a:gd name="T9" fmla="*/ 28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1">
                  <a:moveTo>
                    <a:pt x="20" y="28"/>
                  </a:moveTo>
                  <a:cubicBezTo>
                    <a:pt x="24" y="20"/>
                    <a:pt x="14" y="9"/>
                    <a:pt x="14" y="9"/>
                  </a:cubicBezTo>
                  <a:cubicBezTo>
                    <a:pt x="14" y="9"/>
                    <a:pt x="8" y="0"/>
                    <a:pt x="4" y="10"/>
                  </a:cubicBezTo>
                  <a:cubicBezTo>
                    <a:pt x="0" y="20"/>
                    <a:pt x="0" y="23"/>
                    <a:pt x="5" y="32"/>
                  </a:cubicBezTo>
                  <a:cubicBezTo>
                    <a:pt x="9" y="41"/>
                    <a:pt x="16" y="35"/>
                    <a:pt x="20" y="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3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/>
              </a:endParaRPr>
            </a:p>
          </p:txBody>
        </p:sp>
        <p:sp>
          <p:nvSpPr>
            <p:cNvPr id="142" name="íşlïḋe">
              <a:extLst>
                <a:ext uri="{FF2B5EF4-FFF2-40B4-BE49-F238E27FC236}">
                  <a16:creationId xmlns:a16="http://schemas.microsoft.com/office/drawing/2014/main" id="{BE51D723-58D3-490E-864F-9654C16DCA7E}"/>
                </a:ext>
              </a:extLst>
            </p:cNvPr>
            <p:cNvSpPr/>
            <p:nvPr/>
          </p:nvSpPr>
          <p:spPr bwMode="auto">
            <a:xfrm>
              <a:off x="4279791" y="1281610"/>
              <a:ext cx="57470" cy="91811"/>
            </a:xfrm>
            <a:custGeom>
              <a:avLst/>
              <a:gdLst>
                <a:gd name="T0" fmla="*/ 4 w 25"/>
                <a:gd name="T1" fmla="*/ 34 h 40"/>
                <a:gd name="T2" fmla="*/ 13 w 25"/>
                <a:gd name="T3" fmla="*/ 36 h 40"/>
                <a:gd name="T4" fmla="*/ 21 w 25"/>
                <a:gd name="T5" fmla="*/ 17 h 40"/>
                <a:gd name="T6" fmla="*/ 14 w 25"/>
                <a:gd name="T7" fmla="*/ 10 h 40"/>
                <a:gd name="T8" fmla="*/ 10 w 25"/>
                <a:gd name="T9" fmla="*/ 4 h 40"/>
                <a:gd name="T10" fmla="*/ 0 w 25"/>
                <a:gd name="T11" fmla="*/ 13 h 40"/>
                <a:gd name="T12" fmla="*/ 5 w 25"/>
                <a:gd name="T13" fmla="*/ 25 h 40"/>
                <a:gd name="T14" fmla="*/ 4 w 25"/>
                <a:gd name="T15" fmla="*/ 3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" h="40">
                  <a:moveTo>
                    <a:pt x="4" y="34"/>
                  </a:moveTo>
                  <a:cubicBezTo>
                    <a:pt x="4" y="34"/>
                    <a:pt x="2" y="40"/>
                    <a:pt x="13" y="36"/>
                  </a:cubicBezTo>
                  <a:cubicBezTo>
                    <a:pt x="23" y="31"/>
                    <a:pt x="25" y="21"/>
                    <a:pt x="21" y="17"/>
                  </a:cubicBezTo>
                  <a:cubicBezTo>
                    <a:pt x="18" y="12"/>
                    <a:pt x="14" y="10"/>
                    <a:pt x="14" y="10"/>
                  </a:cubicBezTo>
                  <a:cubicBezTo>
                    <a:pt x="14" y="10"/>
                    <a:pt x="11" y="8"/>
                    <a:pt x="10" y="4"/>
                  </a:cubicBezTo>
                  <a:cubicBezTo>
                    <a:pt x="9" y="0"/>
                    <a:pt x="1" y="9"/>
                    <a:pt x="0" y="13"/>
                  </a:cubicBezTo>
                  <a:cubicBezTo>
                    <a:pt x="0" y="18"/>
                    <a:pt x="1" y="20"/>
                    <a:pt x="5" y="25"/>
                  </a:cubicBezTo>
                  <a:cubicBezTo>
                    <a:pt x="8" y="30"/>
                    <a:pt x="4" y="34"/>
                    <a:pt x="4" y="3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3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/>
              </a:endParaRPr>
            </a:p>
          </p:txBody>
        </p:sp>
        <p:sp>
          <p:nvSpPr>
            <p:cNvPr id="143" name="iŝļîḍé">
              <a:extLst>
                <a:ext uri="{FF2B5EF4-FFF2-40B4-BE49-F238E27FC236}">
                  <a16:creationId xmlns:a16="http://schemas.microsoft.com/office/drawing/2014/main" id="{CD432CB2-B0D0-4622-B992-13AA75B01E45}"/>
                </a:ext>
              </a:extLst>
            </p:cNvPr>
            <p:cNvSpPr/>
            <p:nvPr/>
          </p:nvSpPr>
          <p:spPr bwMode="auto">
            <a:xfrm>
              <a:off x="4231432" y="1248670"/>
              <a:ext cx="330100" cy="295058"/>
            </a:xfrm>
            <a:custGeom>
              <a:avLst/>
              <a:gdLst>
                <a:gd name="T0" fmla="*/ 138 w 144"/>
                <a:gd name="T1" fmla="*/ 24 h 128"/>
                <a:gd name="T2" fmla="*/ 135 w 144"/>
                <a:gd name="T3" fmla="*/ 20 h 128"/>
                <a:gd name="T4" fmla="*/ 126 w 144"/>
                <a:gd name="T5" fmla="*/ 23 h 128"/>
                <a:gd name="T6" fmla="*/ 117 w 144"/>
                <a:gd name="T7" fmla="*/ 29 h 128"/>
                <a:gd name="T8" fmla="*/ 120 w 144"/>
                <a:gd name="T9" fmla="*/ 23 h 128"/>
                <a:gd name="T10" fmla="*/ 131 w 144"/>
                <a:gd name="T11" fmla="*/ 15 h 128"/>
                <a:gd name="T12" fmla="*/ 138 w 144"/>
                <a:gd name="T13" fmla="*/ 9 h 128"/>
                <a:gd name="T14" fmla="*/ 127 w 144"/>
                <a:gd name="T15" fmla="*/ 5 h 128"/>
                <a:gd name="T16" fmla="*/ 112 w 144"/>
                <a:gd name="T17" fmla="*/ 5 h 128"/>
                <a:gd name="T18" fmla="*/ 102 w 144"/>
                <a:gd name="T19" fmla="*/ 8 h 128"/>
                <a:gd name="T20" fmla="*/ 100 w 144"/>
                <a:gd name="T21" fmla="*/ 24 h 128"/>
                <a:gd name="T22" fmla="*/ 88 w 144"/>
                <a:gd name="T23" fmla="*/ 33 h 128"/>
                <a:gd name="T24" fmla="*/ 83 w 144"/>
                <a:gd name="T25" fmla="*/ 31 h 128"/>
                <a:gd name="T26" fmla="*/ 91 w 144"/>
                <a:gd name="T27" fmla="*/ 26 h 128"/>
                <a:gd name="T28" fmla="*/ 91 w 144"/>
                <a:gd name="T29" fmla="*/ 21 h 128"/>
                <a:gd name="T30" fmla="*/ 82 w 144"/>
                <a:gd name="T31" fmla="*/ 10 h 128"/>
                <a:gd name="T32" fmla="*/ 70 w 144"/>
                <a:gd name="T33" fmla="*/ 12 h 128"/>
                <a:gd name="T34" fmla="*/ 63 w 144"/>
                <a:gd name="T35" fmla="*/ 30 h 128"/>
                <a:gd name="T36" fmla="*/ 58 w 144"/>
                <a:gd name="T37" fmla="*/ 42 h 128"/>
                <a:gd name="T38" fmla="*/ 58 w 144"/>
                <a:gd name="T39" fmla="*/ 52 h 128"/>
                <a:gd name="T40" fmla="*/ 39 w 144"/>
                <a:gd name="T41" fmla="*/ 61 h 128"/>
                <a:gd name="T42" fmla="*/ 35 w 144"/>
                <a:gd name="T43" fmla="*/ 58 h 128"/>
                <a:gd name="T44" fmla="*/ 9 w 144"/>
                <a:gd name="T45" fmla="*/ 90 h 128"/>
                <a:gd name="T46" fmla="*/ 3 w 144"/>
                <a:gd name="T47" fmla="*/ 115 h 128"/>
                <a:gd name="T48" fmla="*/ 20 w 144"/>
                <a:gd name="T49" fmla="*/ 114 h 128"/>
                <a:gd name="T50" fmla="*/ 33 w 144"/>
                <a:gd name="T51" fmla="*/ 82 h 128"/>
                <a:gd name="T52" fmla="*/ 42 w 144"/>
                <a:gd name="T53" fmla="*/ 80 h 128"/>
                <a:gd name="T54" fmla="*/ 56 w 144"/>
                <a:gd name="T55" fmla="*/ 73 h 128"/>
                <a:gd name="T56" fmla="*/ 58 w 144"/>
                <a:gd name="T57" fmla="*/ 79 h 128"/>
                <a:gd name="T58" fmla="*/ 58 w 144"/>
                <a:gd name="T59" fmla="*/ 89 h 128"/>
                <a:gd name="T60" fmla="*/ 76 w 144"/>
                <a:gd name="T61" fmla="*/ 70 h 128"/>
                <a:gd name="T62" fmla="*/ 77 w 144"/>
                <a:gd name="T63" fmla="*/ 60 h 128"/>
                <a:gd name="T64" fmla="*/ 95 w 144"/>
                <a:gd name="T65" fmla="*/ 42 h 128"/>
                <a:gd name="T66" fmla="*/ 95 w 144"/>
                <a:gd name="T67" fmla="*/ 53 h 128"/>
                <a:gd name="T68" fmla="*/ 96 w 144"/>
                <a:gd name="T69" fmla="*/ 67 h 128"/>
                <a:gd name="T70" fmla="*/ 113 w 144"/>
                <a:gd name="T71" fmla="*/ 50 h 128"/>
                <a:gd name="T72" fmla="*/ 116 w 144"/>
                <a:gd name="T73" fmla="*/ 50 h 128"/>
                <a:gd name="T74" fmla="*/ 117 w 144"/>
                <a:gd name="T75" fmla="*/ 87 h 128"/>
                <a:gd name="T76" fmla="*/ 135 w 144"/>
                <a:gd name="T77" fmla="*/ 66 h 128"/>
                <a:gd name="T78" fmla="*/ 134 w 144"/>
                <a:gd name="T79" fmla="*/ 40 h 128"/>
                <a:gd name="T80" fmla="*/ 144 w 144"/>
                <a:gd name="T81" fmla="*/ 28 h 128"/>
                <a:gd name="T82" fmla="*/ 138 w 144"/>
                <a:gd name="T83" fmla="*/ 24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44" h="128">
                  <a:moveTo>
                    <a:pt x="138" y="24"/>
                  </a:moveTo>
                  <a:cubicBezTo>
                    <a:pt x="138" y="24"/>
                    <a:pt x="135" y="23"/>
                    <a:pt x="135" y="20"/>
                  </a:cubicBezTo>
                  <a:cubicBezTo>
                    <a:pt x="135" y="20"/>
                    <a:pt x="130" y="17"/>
                    <a:pt x="126" y="23"/>
                  </a:cubicBezTo>
                  <a:cubicBezTo>
                    <a:pt x="122" y="28"/>
                    <a:pt x="120" y="30"/>
                    <a:pt x="117" y="29"/>
                  </a:cubicBezTo>
                  <a:cubicBezTo>
                    <a:pt x="114" y="28"/>
                    <a:pt x="118" y="25"/>
                    <a:pt x="120" y="23"/>
                  </a:cubicBezTo>
                  <a:cubicBezTo>
                    <a:pt x="123" y="22"/>
                    <a:pt x="127" y="16"/>
                    <a:pt x="131" y="15"/>
                  </a:cubicBezTo>
                  <a:cubicBezTo>
                    <a:pt x="136" y="14"/>
                    <a:pt x="138" y="14"/>
                    <a:pt x="138" y="9"/>
                  </a:cubicBezTo>
                  <a:cubicBezTo>
                    <a:pt x="138" y="5"/>
                    <a:pt x="137" y="0"/>
                    <a:pt x="127" y="5"/>
                  </a:cubicBezTo>
                  <a:cubicBezTo>
                    <a:pt x="117" y="10"/>
                    <a:pt x="114" y="9"/>
                    <a:pt x="112" y="5"/>
                  </a:cubicBezTo>
                  <a:cubicBezTo>
                    <a:pt x="109" y="0"/>
                    <a:pt x="103" y="1"/>
                    <a:pt x="102" y="8"/>
                  </a:cubicBezTo>
                  <a:cubicBezTo>
                    <a:pt x="102" y="16"/>
                    <a:pt x="100" y="24"/>
                    <a:pt x="100" y="24"/>
                  </a:cubicBezTo>
                  <a:cubicBezTo>
                    <a:pt x="88" y="33"/>
                    <a:pt x="88" y="33"/>
                    <a:pt x="88" y="33"/>
                  </a:cubicBezTo>
                  <a:cubicBezTo>
                    <a:pt x="88" y="33"/>
                    <a:pt x="79" y="34"/>
                    <a:pt x="83" y="31"/>
                  </a:cubicBezTo>
                  <a:cubicBezTo>
                    <a:pt x="87" y="27"/>
                    <a:pt x="91" y="26"/>
                    <a:pt x="91" y="26"/>
                  </a:cubicBezTo>
                  <a:cubicBezTo>
                    <a:pt x="91" y="21"/>
                    <a:pt x="91" y="21"/>
                    <a:pt x="91" y="21"/>
                  </a:cubicBezTo>
                  <a:cubicBezTo>
                    <a:pt x="91" y="21"/>
                    <a:pt x="84" y="15"/>
                    <a:pt x="82" y="10"/>
                  </a:cubicBezTo>
                  <a:cubicBezTo>
                    <a:pt x="80" y="4"/>
                    <a:pt x="71" y="2"/>
                    <a:pt x="70" y="12"/>
                  </a:cubicBezTo>
                  <a:cubicBezTo>
                    <a:pt x="69" y="22"/>
                    <a:pt x="68" y="27"/>
                    <a:pt x="63" y="30"/>
                  </a:cubicBezTo>
                  <a:cubicBezTo>
                    <a:pt x="58" y="34"/>
                    <a:pt x="48" y="39"/>
                    <a:pt x="58" y="42"/>
                  </a:cubicBezTo>
                  <a:cubicBezTo>
                    <a:pt x="67" y="45"/>
                    <a:pt x="61" y="48"/>
                    <a:pt x="58" y="52"/>
                  </a:cubicBezTo>
                  <a:cubicBezTo>
                    <a:pt x="54" y="56"/>
                    <a:pt x="42" y="65"/>
                    <a:pt x="39" y="61"/>
                  </a:cubicBezTo>
                  <a:cubicBezTo>
                    <a:pt x="35" y="58"/>
                    <a:pt x="35" y="58"/>
                    <a:pt x="35" y="58"/>
                  </a:cubicBezTo>
                  <a:cubicBezTo>
                    <a:pt x="35" y="58"/>
                    <a:pt x="18" y="82"/>
                    <a:pt x="9" y="90"/>
                  </a:cubicBezTo>
                  <a:cubicBezTo>
                    <a:pt x="1" y="97"/>
                    <a:pt x="0" y="105"/>
                    <a:pt x="3" y="115"/>
                  </a:cubicBezTo>
                  <a:cubicBezTo>
                    <a:pt x="5" y="126"/>
                    <a:pt x="17" y="128"/>
                    <a:pt x="20" y="114"/>
                  </a:cubicBezTo>
                  <a:cubicBezTo>
                    <a:pt x="22" y="100"/>
                    <a:pt x="29" y="88"/>
                    <a:pt x="33" y="82"/>
                  </a:cubicBezTo>
                  <a:cubicBezTo>
                    <a:pt x="37" y="75"/>
                    <a:pt x="42" y="80"/>
                    <a:pt x="42" y="80"/>
                  </a:cubicBezTo>
                  <a:cubicBezTo>
                    <a:pt x="42" y="80"/>
                    <a:pt x="51" y="80"/>
                    <a:pt x="56" y="73"/>
                  </a:cubicBezTo>
                  <a:cubicBezTo>
                    <a:pt x="60" y="66"/>
                    <a:pt x="60" y="76"/>
                    <a:pt x="58" y="79"/>
                  </a:cubicBezTo>
                  <a:cubicBezTo>
                    <a:pt x="56" y="82"/>
                    <a:pt x="49" y="89"/>
                    <a:pt x="58" y="89"/>
                  </a:cubicBezTo>
                  <a:cubicBezTo>
                    <a:pt x="66" y="89"/>
                    <a:pt x="73" y="80"/>
                    <a:pt x="76" y="70"/>
                  </a:cubicBezTo>
                  <a:cubicBezTo>
                    <a:pt x="77" y="60"/>
                    <a:pt x="77" y="60"/>
                    <a:pt x="77" y="60"/>
                  </a:cubicBezTo>
                  <a:cubicBezTo>
                    <a:pt x="77" y="60"/>
                    <a:pt x="88" y="47"/>
                    <a:pt x="95" y="42"/>
                  </a:cubicBezTo>
                  <a:cubicBezTo>
                    <a:pt x="95" y="53"/>
                    <a:pt x="95" y="53"/>
                    <a:pt x="95" y="53"/>
                  </a:cubicBezTo>
                  <a:cubicBezTo>
                    <a:pt x="95" y="53"/>
                    <a:pt x="86" y="65"/>
                    <a:pt x="96" y="67"/>
                  </a:cubicBezTo>
                  <a:cubicBezTo>
                    <a:pt x="106" y="69"/>
                    <a:pt x="110" y="61"/>
                    <a:pt x="113" y="50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7" y="87"/>
                    <a:pt x="117" y="87"/>
                    <a:pt x="117" y="87"/>
                  </a:cubicBezTo>
                  <a:cubicBezTo>
                    <a:pt x="117" y="87"/>
                    <a:pt x="132" y="87"/>
                    <a:pt x="135" y="66"/>
                  </a:cubicBezTo>
                  <a:cubicBezTo>
                    <a:pt x="134" y="40"/>
                    <a:pt x="134" y="40"/>
                    <a:pt x="134" y="40"/>
                  </a:cubicBezTo>
                  <a:cubicBezTo>
                    <a:pt x="134" y="40"/>
                    <a:pt x="143" y="34"/>
                    <a:pt x="144" y="28"/>
                  </a:cubicBezTo>
                  <a:cubicBezTo>
                    <a:pt x="144" y="23"/>
                    <a:pt x="138" y="24"/>
                    <a:pt x="138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3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/>
              </a:endParaRPr>
            </a:p>
          </p:txBody>
        </p:sp>
        <p:sp>
          <p:nvSpPr>
            <p:cNvPr id="144" name="íṧḷídé">
              <a:extLst>
                <a:ext uri="{FF2B5EF4-FFF2-40B4-BE49-F238E27FC236}">
                  <a16:creationId xmlns:a16="http://schemas.microsoft.com/office/drawing/2014/main" id="{D828B031-5F62-4931-981F-212BE078F3B5}"/>
                </a:ext>
              </a:extLst>
            </p:cNvPr>
            <p:cNvSpPr/>
            <p:nvPr/>
          </p:nvSpPr>
          <p:spPr bwMode="auto">
            <a:xfrm>
              <a:off x="4768283" y="1194004"/>
              <a:ext cx="52564" cy="82700"/>
            </a:xfrm>
            <a:custGeom>
              <a:avLst/>
              <a:gdLst>
                <a:gd name="T0" fmla="*/ 10 w 23"/>
                <a:gd name="T1" fmla="*/ 6 h 36"/>
                <a:gd name="T2" fmla="*/ 3 w 23"/>
                <a:gd name="T3" fmla="*/ 10 h 36"/>
                <a:gd name="T4" fmla="*/ 3 w 23"/>
                <a:gd name="T5" fmla="*/ 30 h 36"/>
                <a:gd name="T6" fmla="*/ 19 w 23"/>
                <a:gd name="T7" fmla="*/ 30 h 36"/>
                <a:gd name="T8" fmla="*/ 18 w 23"/>
                <a:gd name="T9" fmla="*/ 14 h 36"/>
                <a:gd name="T10" fmla="*/ 10 w 23"/>
                <a:gd name="T11" fmla="*/ 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3" h="36">
                  <a:moveTo>
                    <a:pt x="10" y="6"/>
                  </a:moveTo>
                  <a:cubicBezTo>
                    <a:pt x="10" y="6"/>
                    <a:pt x="6" y="0"/>
                    <a:pt x="3" y="10"/>
                  </a:cubicBezTo>
                  <a:cubicBezTo>
                    <a:pt x="0" y="19"/>
                    <a:pt x="4" y="24"/>
                    <a:pt x="3" y="30"/>
                  </a:cubicBezTo>
                  <a:cubicBezTo>
                    <a:pt x="2" y="36"/>
                    <a:pt x="15" y="34"/>
                    <a:pt x="19" y="30"/>
                  </a:cubicBezTo>
                  <a:cubicBezTo>
                    <a:pt x="23" y="27"/>
                    <a:pt x="23" y="18"/>
                    <a:pt x="18" y="14"/>
                  </a:cubicBezTo>
                  <a:cubicBezTo>
                    <a:pt x="12" y="9"/>
                    <a:pt x="10" y="6"/>
                    <a:pt x="10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3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/>
              </a:endParaRPr>
            </a:p>
          </p:txBody>
        </p:sp>
        <p:sp>
          <p:nvSpPr>
            <p:cNvPr id="145" name="îSḻiḋe">
              <a:extLst>
                <a:ext uri="{FF2B5EF4-FFF2-40B4-BE49-F238E27FC236}">
                  <a16:creationId xmlns:a16="http://schemas.microsoft.com/office/drawing/2014/main" id="{8D93F6B1-44C7-45E8-AB04-E2865EBA0988}"/>
                </a:ext>
              </a:extLst>
            </p:cNvPr>
            <p:cNvSpPr/>
            <p:nvPr/>
          </p:nvSpPr>
          <p:spPr bwMode="auto">
            <a:xfrm>
              <a:off x="4726932" y="1285815"/>
              <a:ext cx="61675" cy="80598"/>
            </a:xfrm>
            <a:custGeom>
              <a:avLst/>
              <a:gdLst>
                <a:gd name="T0" fmla="*/ 8 w 27"/>
                <a:gd name="T1" fmla="*/ 31 h 35"/>
                <a:gd name="T2" fmla="*/ 21 w 27"/>
                <a:gd name="T3" fmla="*/ 25 h 35"/>
                <a:gd name="T4" fmla="*/ 16 w 27"/>
                <a:gd name="T5" fmla="*/ 8 h 35"/>
                <a:gd name="T6" fmla="*/ 8 w 27"/>
                <a:gd name="T7" fmla="*/ 4 h 35"/>
                <a:gd name="T8" fmla="*/ 2 w 27"/>
                <a:gd name="T9" fmla="*/ 19 h 35"/>
                <a:gd name="T10" fmla="*/ 8 w 27"/>
                <a:gd name="T11" fmla="*/ 31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7" h="35">
                  <a:moveTo>
                    <a:pt x="8" y="31"/>
                  </a:moveTo>
                  <a:cubicBezTo>
                    <a:pt x="8" y="31"/>
                    <a:pt x="15" y="35"/>
                    <a:pt x="21" y="25"/>
                  </a:cubicBezTo>
                  <a:cubicBezTo>
                    <a:pt x="27" y="14"/>
                    <a:pt x="16" y="8"/>
                    <a:pt x="16" y="8"/>
                  </a:cubicBezTo>
                  <a:cubicBezTo>
                    <a:pt x="16" y="8"/>
                    <a:pt x="13" y="0"/>
                    <a:pt x="8" y="4"/>
                  </a:cubicBezTo>
                  <a:cubicBezTo>
                    <a:pt x="3" y="7"/>
                    <a:pt x="0" y="13"/>
                    <a:pt x="2" y="19"/>
                  </a:cubicBezTo>
                  <a:cubicBezTo>
                    <a:pt x="5" y="25"/>
                    <a:pt x="7" y="23"/>
                    <a:pt x="8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3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/>
              </a:endParaRPr>
            </a:p>
          </p:txBody>
        </p:sp>
        <p:sp>
          <p:nvSpPr>
            <p:cNvPr id="146" name="í$ḻîḓè">
              <a:extLst>
                <a:ext uri="{FF2B5EF4-FFF2-40B4-BE49-F238E27FC236}">
                  <a16:creationId xmlns:a16="http://schemas.microsoft.com/office/drawing/2014/main" id="{9D83C036-5005-4576-9BB0-41DAF431CD46}"/>
                </a:ext>
              </a:extLst>
            </p:cNvPr>
            <p:cNvSpPr/>
            <p:nvPr/>
          </p:nvSpPr>
          <p:spPr bwMode="auto">
            <a:xfrm>
              <a:off x="4635121" y="1341182"/>
              <a:ext cx="160495" cy="198341"/>
            </a:xfrm>
            <a:custGeom>
              <a:avLst/>
              <a:gdLst>
                <a:gd name="T0" fmla="*/ 63 w 70"/>
                <a:gd name="T1" fmla="*/ 12 h 86"/>
                <a:gd name="T2" fmla="*/ 15 w 70"/>
                <a:gd name="T3" fmla="*/ 58 h 86"/>
                <a:gd name="T4" fmla="*/ 17 w 70"/>
                <a:gd name="T5" fmla="*/ 76 h 86"/>
                <a:gd name="T6" fmla="*/ 33 w 70"/>
                <a:gd name="T7" fmla="*/ 73 h 86"/>
                <a:gd name="T8" fmla="*/ 70 w 70"/>
                <a:gd name="T9" fmla="*/ 14 h 86"/>
                <a:gd name="T10" fmla="*/ 70 w 70"/>
                <a:gd name="T11" fmla="*/ 10 h 86"/>
                <a:gd name="T12" fmla="*/ 63 w 70"/>
                <a:gd name="T13" fmla="*/ 12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6">
                  <a:moveTo>
                    <a:pt x="63" y="12"/>
                  </a:moveTo>
                  <a:cubicBezTo>
                    <a:pt x="56" y="25"/>
                    <a:pt x="29" y="52"/>
                    <a:pt x="15" y="58"/>
                  </a:cubicBezTo>
                  <a:cubicBezTo>
                    <a:pt x="0" y="64"/>
                    <a:pt x="17" y="76"/>
                    <a:pt x="17" y="76"/>
                  </a:cubicBezTo>
                  <a:cubicBezTo>
                    <a:pt x="17" y="76"/>
                    <a:pt x="24" y="86"/>
                    <a:pt x="33" y="73"/>
                  </a:cubicBezTo>
                  <a:cubicBezTo>
                    <a:pt x="43" y="60"/>
                    <a:pt x="59" y="40"/>
                    <a:pt x="70" y="14"/>
                  </a:cubicBezTo>
                  <a:cubicBezTo>
                    <a:pt x="70" y="12"/>
                    <a:pt x="70" y="10"/>
                    <a:pt x="70" y="10"/>
                  </a:cubicBezTo>
                  <a:cubicBezTo>
                    <a:pt x="70" y="10"/>
                    <a:pt x="70" y="0"/>
                    <a:pt x="63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3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/>
              </a:endParaRPr>
            </a:p>
          </p:txBody>
        </p:sp>
        <p:sp>
          <p:nvSpPr>
            <p:cNvPr id="147" name="ïŝḷíḍe">
              <a:extLst>
                <a:ext uri="{FF2B5EF4-FFF2-40B4-BE49-F238E27FC236}">
                  <a16:creationId xmlns:a16="http://schemas.microsoft.com/office/drawing/2014/main" id="{BF409861-028C-4A4B-8C86-BE4D2487C441}"/>
                </a:ext>
              </a:extLst>
            </p:cNvPr>
            <p:cNvSpPr/>
            <p:nvPr/>
          </p:nvSpPr>
          <p:spPr bwMode="auto">
            <a:xfrm>
              <a:off x="4850282" y="1255679"/>
              <a:ext cx="119845" cy="108632"/>
            </a:xfrm>
            <a:custGeom>
              <a:avLst/>
              <a:gdLst>
                <a:gd name="T0" fmla="*/ 37 w 52"/>
                <a:gd name="T1" fmla="*/ 2 h 47"/>
                <a:gd name="T2" fmla="*/ 10 w 52"/>
                <a:gd name="T3" fmla="*/ 11 h 47"/>
                <a:gd name="T4" fmla="*/ 6 w 52"/>
                <a:gd name="T5" fmla="*/ 21 h 47"/>
                <a:gd name="T6" fmla="*/ 19 w 52"/>
                <a:gd name="T7" fmla="*/ 29 h 47"/>
                <a:gd name="T8" fmla="*/ 25 w 52"/>
                <a:gd name="T9" fmla="*/ 32 h 47"/>
                <a:gd name="T10" fmla="*/ 20 w 52"/>
                <a:gd name="T11" fmla="*/ 47 h 47"/>
                <a:gd name="T12" fmla="*/ 36 w 52"/>
                <a:gd name="T13" fmla="*/ 41 h 47"/>
                <a:gd name="T14" fmla="*/ 51 w 52"/>
                <a:gd name="T15" fmla="*/ 17 h 47"/>
                <a:gd name="T16" fmla="*/ 37 w 52"/>
                <a:gd name="T17" fmla="*/ 2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" h="47">
                  <a:moveTo>
                    <a:pt x="37" y="2"/>
                  </a:moveTo>
                  <a:cubicBezTo>
                    <a:pt x="27" y="5"/>
                    <a:pt x="10" y="11"/>
                    <a:pt x="10" y="11"/>
                  </a:cubicBezTo>
                  <a:cubicBezTo>
                    <a:pt x="10" y="11"/>
                    <a:pt x="0" y="14"/>
                    <a:pt x="6" y="21"/>
                  </a:cubicBezTo>
                  <a:cubicBezTo>
                    <a:pt x="12" y="28"/>
                    <a:pt x="12" y="33"/>
                    <a:pt x="19" y="29"/>
                  </a:cubicBezTo>
                  <a:cubicBezTo>
                    <a:pt x="27" y="26"/>
                    <a:pt x="27" y="28"/>
                    <a:pt x="25" y="32"/>
                  </a:cubicBezTo>
                  <a:cubicBezTo>
                    <a:pt x="24" y="36"/>
                    <a:pt x="19" y="43"/>
                    <a:pt x="20" y="47"/>
                  </a:cubicBezTo>
                  <a:cubicBezTo>
                    <a:pt x="20" y="47"/>
                    <a:pt x="32" y="46"/>
                    <a:pt x="36" y="41"/>
                  </a:cubicBezTo>
                  <a:cubicBezTo>
                    <a:pt x="39" y="35"/>
                    <a:pt x="50" y="24"/>
                    <a:pt x="51" y="17"/>
                  </a:cubicBezTo>
                  <a:cubicBezTo>
                    <a:pt x="52" y="9"/>
                    <a:pt x="46" y="0"/>
                    <a:pt x="37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3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/>
              </a:endParaRPr>
            </a:p>
          </p:txBody>
        </p:sp>
        <p:sp>
          <p:nvSpPr>
            <p:cNvPr id="148" name="íṩļiḋe">
              <a:extLst>
                <a:ext uri="{FF2B5EF4-FFF2-40B4-BE49-F238E27FC236}">
                  <a16:creationId xmlns:a16="http://schemas.microsoft.com/office/drawing/2014/main" id="{4187BC23-1FA4-4FB9-A8FB-AD7706B65F86}"/>
                </a:ext>
              </a:extLst>
            </p:cNvPr>
            <p:cNvSpPr/>
            <p:nvPr/>
          </p:nvSpPr>
          <p:spPr bwMode="auto">
            <a:xfrm>
              <a:off x="4839068" y="1362208"/>
              <a:ext cx="100922" cy="66581"/>
            </a:xfrm>
            <a:custGeom>
              <a:avLst/>
              <a:gdLst>
                <a:gd name="T0" fmla="*/ 31 w 44"/>
                <a:gd name="T1" fmla="*/ 3 h 29"/>
                <a:gd name="T2" fmla="*/ 8 w 44"/>
                <a:gd name="T3" fmla="*/ 9 h 29"/>
                <a:gd name="T4" fmla="*/ 7 w 44"/>
                <a:gd name="T5" fmla="*/ 20 h 29"/>
                <a:gd name="T6" fmla="*/ 31 w 44"/>
                <a:gd name="T7" fmla="*/ 23 h 29"/>
                <a:gd name="T8" fmla="*/ 44 w 44"/>
                <a:gd name="T9" fmla="*/ 2 h 29"/>
                <a:gd name="T10" fmla="*/ 31 w 44"/>
                <a:gd name="T11" fmla="*/ 3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" h="29">
                  <a:moveTo>
                    <a:pt x="31" y="3"/>
                  </a:moveTo>
                  <a:cubicBezTo>
                    <a:pt x="24" y="6"/>
                    <a:pt x="8" y="9"/>
                    <a:pt x="8" y="9"/>
                  </a:cubicBezTo>
                  <a:cubicBezTo>
                    <a:pt x="8" y="9"/>
                    <a:pt x="0" y="13"/>
                    <a:pt x="7" y="20"/>
                  </a:cubicBezTo>
                  <a:cubicBezTo>
                    <a:pt x="13" y="27"/>
                    <a:pt x="22" y="29"/>
                    <a:pt x="31" y="23"/>
                  </a:cubicBezTo>
                  <a:cubicBezTo>
                    <a:pt x="41" y="17"/>
                    <a:pt x="43" y="13"/>
                    <a:pt x="44" y="2"/>
                  </a:cubicBezTo>
                  <a:cubicBezTo>
                    <a:pt x="44" y="2"/>
                    <a:pt x="38" y="0"/>
                    <a:pt x="31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3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/>
              </a:endParaRPr>
            </a:p>
          </p:txBody>
        </p:sp>
        <p:sp>
          <p:nvSpPr>
            <p:cNvPr id="149" name="îṡlïḍé">
              <a:extLst>
                <a:ext uri="{FF2B5EF4-FFF2-40B4-BE49-F238E27FC236}">
                  <a16:creationId xmlns:a16="http://schemas.microsoft.com/office/drawing/2014/main" id="{3BBC0D06-AB07-47BD-B194-99E2CD4F1F27}"/>
                </a:ext>
              </a:extLst>
            </p:cNvPr>
            <p:cNvSpPr/>
            <p:nvPr/>
          </p:nvSpPr>
          <p:spPr bwMode="auto">
            <a:xfrm>
              <a:off x="5091374" y="1186995"/>
              <a:ext cx="250203" cy="276135"/>
            </a:xfrm>
            <a:custGeom>
              <a:avLst/>
              <a:gdLst>
                <a:gd name="T0" fmla="*/ 108 w 109"/>
                <a:gd name="T1" fmla="*/ 54 h 120"/>
                <a:gd name="T2" fmla="*/ 97 w 109"/>
                <a:gd name="T3" fmla="*/ 52 h 120"/>
                <a:gd name="T4" fmla="*/ 84 w 109"/>
                <a:gd name="T5" fmla="*/ 58 h 120"/>
                <a:gd name="T6" fmla="*/ 89 w 109"/>
                <a:gd name="T7" fmla="*/ 43 h 120"/>
                <a:gd name="T8" fmla="*/ 85 w 109"/>
                <a:gd name="T9" fmla="*/ 10 h 120"/>
                <a:gd name="T10" fmla="*/ 70 w 109"/>
                <a:gd name="T11" fmla="*/ 16 h 120"/>
                <a:gd name="T12" fmla="*/ 68 w 109"/>
                <a:gd name="T13" fmla="*/ 53 h 120"/>
                <a:gd name="T14" fmla="*/ 53 w 109"/>
                <a:gd name="T15" fmla="*/ 72 h 120"/>
                <a:gd name="T16" fmla="*/ 11 w 109"/>
                <a:gd name="T17" fmla="*/ 79 h 120"/>
                <a:gd name="T18" fmla="*/ 2 w 109"/>
                <a:gd name="T19" fmla="*/ 89 h 120"/>
                <a:gd name="T20" fmla="*/ 20 w 109"/>
                <a:gd name="T21" fmla="*/ 100 h 120"/>
                <a:gd name="T22" fmla="*/ 31 w 109"/>
                <a:gd name="T23" fmla="*/ 98 h 120"/>
                <a:gd name="T24" fmla="*/ 41 w 109"/>
                <a:gd name="T25" fmla="*/ 94 h 120"/>
                <a:gd name="T26" fmla="*/ 49 w 109"/>
                <a:gd name="T27" fmla="*/ 90 h 120"/>
                <a:gd name="T28" fmla="*/ 54 w 109"/>
                <a:gd name="T29" fmla="*/ 92 h 120"/>
                <a:gd name="T30" fmla="*/ 32 w 109"/>
                <a:gd name="T31" fmla="*/ 110 h 120"/>
                <a:gd name="T32" fmla="*/ 35 w 109"/>
                <a:gd name="T33" fmla="*/ 119 h 120"/>
                <a:gd name="T34" fmla="*/ 70 w 109"/>
                <a:gd name="T35" fmla="*/ 92 h 120"/>
                <a:gd name="T36" fmla="*/ 89 w 109"/>
                <a:gd name="T37" fmla="*/ 72 h 120"/>
                <a:gd name="T38" fmla="*/ 108 w 109"/>
                <a:gd name="T39" fmla="*/ 54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09" h="120">
                  <a:moveTo>
                    <a:pt x="108" y="54"/>
                  </a:moveTo>
                  <a:cubicBezTo>
                    <a:pt x="109" y="45"/>
                    <a:pt x="101" y="49"/>
                    <a:pt x="97" y="52"/>
                  </a:cubicBezTo>
                  <a:cubicBezTo>
                    <a:pt x="94" y="54"/>
                    <a:pt x="86" y="57"/>
                    <a:pt x="84" y="58"/>
                  </a:cubicBezTo>
                  <a:cubicBezTo>
                    <a:pt x="84" y="58"/>
                    <a:pt x="86" y="48"/>
                    <a:pt x="89" y="43"/>
                  </a:cubicBezTo>
                  <a:cubicBezTo>
                    <a:pt x="92" y="37"/>
                    <a:pt x="96" y="21"/>
                    <a:pt x="85" y="10"/>
                  </a:cubicBezTo>
                  <a:cubicBezTo>
                    <a:pt x="74" y="0"/>
                    <a:pt x="72" y="5"/>
                    <a:pt x="70" y="16"/>
                  </a:cubicBezTo>
                  <a:cubicBezTo>
                    <a:pt x="67" y="26"/>
                    <a:pt x="72" y="36"/>
                    <a:pt x="68" y="53"/>
                  </a:cubicBezTo>
                  <a:cubicBezTo>
                    <a:pt x="64" y="70"/>
                    <a:pt x="64" y="68"/>
                    <a:pt x="53" y="72"/>
                  </a:cubicBezTo>
                  <a:cubicBezTo>
                    <a:pt x="42" y="76"/>
                    <a:pt x="27" y="81"/>
                    <a:pt x="11" y="79"/>
                  </a:cubicBezTo>
                  <a:cubicBezTo>
                    <a:pt x="3" y="78"/>
                    <a:pt x="0" y="75"/>
                    <a:pt x="2" y="89"/>
                  </a:cubicBezTo>
                  <a:cubicBezTo>
                    <a:pt x="2" y="89"/>
                    <a:pt x="4" y="97"/>
                    <a:pt x="20" y="100"/>
                  </a:cubicBezTo>
                  <a:cubicBezTo>
                    <a:pt x="24" y="101"/>
                    <a:pt x="27" y="99"/>
                    <a:pt x="31" y="98"/>
                  </a:cubicBezTo>
                  <a:cubicBezTo>
                    <a:pt x="35" y="98"/>
                    <a:pt x="38" y="96"/>
                    <a:pt x="41" y="94"/>
                  </a:cubicBezTo>
                  <a:cubicBezTo>
                    <a:pt x="46" y="92"/>
                    <a:pt x="49" y="90"/>
                    <a:pt x="49" y="90"/>
                  </a:cubicBezTo>
                  <a:cubicBezTo>
                    <a:pt x="49" y="90"/>
                    <a:pt x="55" y="89"/>
                    <a:pt x="54" y="92"/>
                  </a:cubicBezTo>
                  <a:cubicBezTo>
                    <a:pt x="53" y="95"/>
                    <a:pt x="47" y="104"/>
                    <a:pt x="32" y="110"/>
                  </a:cubicBezTo>
                  <a:cubicBezTo>
                    <a:pt x="17" y="116"/>
                    <a:pt x="29" y="120"/>
                    <a:pt x="35" y="119"/>
                  </a:cubicBezTo>
                  <a:cubicBezTo>
                    <a:pt x="40" y="118"/>
                    <a:pt x="61" y="116"/>
                    <a:pt x="70" y="92"/>
                  </a:cubicBezTo>
                  <a:cubicBezTo>
                    <a:pt x="80" y="69"/>
                    <a:pt x="89" y="72"/>
                    <a:pt x="89" y="72"/>
                  </a:cubicBezTo>
                  <a:cubicBezTo>
                    <a:pt x="89" y="72"/>
                    <a:pt x="107" y="63"/>
                    <a:pt x="108" y="5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3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/>
              </a:endParaRPr>
            </a:p>
          </p:txBody>
        </p:sp>
        <p:sp>
          <p:nvSpPr>
            <p:cNvPr id="150" name="iS1îḓè">
              <a:extLst>
                <a:ext uri="{FF2B5EF4-FFF2-40B4-BE49-F238E27FC236}">
                  <a16:creationId xmlns:a16="http://schemas.microsoft.com/office/drawing/2014/main" id="{52FD45E1-E0E9-4862-9373-4589A2865D40}"/>
                </a:ext>
              </a:extLst>
            </p:cNvPr>
            <p:cNvSpPr/>
            <p:nvPr/>
          </p:nvSpPr>
          <p:spPr bwMode="auto">
            <a:xfrm>
              <a:off x="5288313" y="1394447"/>
              <a:ext cx="71487" cy="82700"/>
            </a:xfrm>
            <a:custGeom>
              <a:avLst/>
              <a:gdLst>
                <a:gd name="T0" fmla="*/ 17 w 31"/>
                <a:gd name="T1" fmla="*/ 6 h 36"/>
                <a:gd name="T2" fmla="*/ 3 w 31"/>
                <a:gd name="T3" fmla="*/ 7 h 36"/>
                <a:gd name="T4" fmla="*/ 9 w 31"/>
                <a:gd name="T5" fmla="*/ 27 h 36"/>
                <a:gd name="T6" fmla="*/ 12 w 31"/>
                <a:gd name="T7" fmla="*/ 36 h 36"/>
                <a:gd name="T8" fmla="*/ 26 w 31"/>
                <a:gd name="T9" fmla="*/ 17 h 36"/>
                <a:gd name="T10" fmla="*/ 17 w 31"/>
                <a:gd name="T11" fmla="*/ 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" h="36">
                  <a:moveTo>
                    <a:pt x="17" y="6"/>
                  </a:moveTo>
                  <a:cubicBezTo>
                    <a:pt x="17" y="6"/>
                    <a:pt x="6" y="0"/>
                    <a:pt x="3" y="7"/>
                  </a:cubicBezTo>
                  <a:cubicBezTo>
                    <a:pt x="0" y="14"/>
                    <a:pt x="6" y="23"/>
                    <a:pt x="9" y="27"/>
                  </a:cubicBezTo>
                  <a:cubicBezTo>
                    <a:pt x="12" y="31"/>
                    <a:pt x="5" y="36"/>
                    <a:pt x="12" y="36"/>
                  </a:cubicBezTo>
                  <a:cubicBezTo>
                    <a:pt x="20" y="36"/>
                    <a:pt x="31" y="33"/>
                    <a:pt x="26" y="17"/>
                  </a:cubicBezTo>
                  <a:cubicBezTo>
                    <a:pt x="23" y="10"/>
                    <a:pt x="17" y="6"/>
                    <a:pt x="17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3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/>
              </a:endParaRPr>
            </a:p>
          </p:txBody>
        </p:sp>
        <p:sp>
          <p:nvSpPr>
            <p:cNvPr id="151" name="íṡḷiḑê">
              <a:extLst>
                <a:ext uri="{FF2B5EF4-FFF2-40B4-BE49-F238E27FC236}">
                  <a16:creationId xmlns:a16="http://schemas.microsoft.com/office/drawing/2014/main" id="{E691A876-345F-4701-81CB-BD37AC60EF36}"/>
                </a:ext>
              </a:extLst>
            </p:cNvPr>
            <p:cNvSpPr/>
            <p:nvPr/>
          </p:nvSpPr>
          <p:spPr bwMode="auto">
            <a:xfrm>
              <a:off x="5490157" y="1294926"/>
              <a:ext cx="41350" cy="64478"/>
            </a:xfrm>
            <a:custGeom>
              <a:avLst/>
              <a:gdLst>
                <a:gd name="T0" fmla="*/ 11 w 18"/>
                <a:gd name="T1" fmla="*/ 27 h 28"/>
                <a:gd name="T2" fmla="*/ 17 w 18"/>
                <a:gd name="T3" fmla="*/ 10 h 28"/>
                <a:gd name="T4" fmla="*/ 14 w 18"/>
                <a:gd name="T5" fmla="*/ 4 h 28"/>
                <a:gd name="T6" fmla="*/ 8 w 18"/>
                <a:gd name="T7" fmla="*/ 0 h 28"/>
                <a:gd name="T8" fmla="*/ 1 w 18"/>
                <a:gd name="T9" fmla="*/ 12 h 28"/>
                <a:gd name="T10" fmla="*/ 11 w 18"/>
                <a:gd name="T11" fmla="*/ 27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28">
                  <a:moveTo>
                    <a:pt x="11" y="27"/>
                  </a:moveTo>
                  <a:cubicBezTo>
                    <a:pt x="15" y="25"/>
                    <a:pt x="18" y="21"/>
                    <a:pt x="17" y="10"/>
                  </a:cubicBezTo>
                  <a:cubicBezTo>
                    <a:pt x="16" y="7"/>
                    <a:pt x="15" y="6"/>
                    <a:pt x="14" y="4"/>
                  </a:cubicBezTo>
                  <a:cubicBezTo>
                    <a:pt x="11" y="2"/>
                    <a:pt x="9" y="0"/>
                    <a:pt x="8" y="0"/>
                  </a:cubicBezTo>
                  <a:cubicBezTo>
                    <a:pt x="6" y="0"/>
                    <a:pt x="0" y="2"/>
                    <a:pt x="1" y="12"/>
                  </a:cubicBezTo>
                  <a:cubicBezTo>
                    <a:pt x="2" y="21"/>
                    <a:pt x="7" y="28"/>
                    <a:pt x="11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3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/>
              </a:endParaRPr>
            </a:p>
          </p:txBody>
        </p:sp>
        <p:sp>
          <p:nvSpPr>
            <p:cNvPr id="152" name="iṩ1íḓê">
              <a:extLst>
                <a:ext uri="{FF2B5EF4-FFF2-40B4-BE49-F238E27FC236}">
                  <a16:creationId xmlns:a16="http://schemas.microsoft.com/office/drawing/2014/main" id="{3A9BCC3F-C22C-476C-BB6C-4DF2BD2F2633}"/>
                </a:ext>
              </a:extLst>
            </p:cNvPr>
            <p:cNvSpPr/>
            <p:nvPr/>
          </p:nvSpPr>
          <p:spPr bwMode="auto">
            <a:xfrm>
              <a:off x="5464927" y="1142842"/>
              <a:ext cx="275434" cy="373553"/>
            </a:xfrm>
            <a:custGeom>
              <a:avLst/>
              <a:gdLst>
                <a:gd name="T0" fmla="*/ 100 w 120"/>
                <a:gd name="T1" fmla="*/ 60 h 162"/>
                <a:gd name="T2" fmla="*/ 107 w 120"/>
                <a:gd name="T3" fmla="*/ 27 h 162"/>
                <a:gd name="T4" fmla="*/ 95 w 120"/>
                <a:gd name="T5" fmla="*/ 23 h 162"/>
                <a:gd name="T6" fmla="*/ 91 w 120"/>
                <a:gd name="T7" fmla="*/ 3 h 162"/>
                <a:gd name="T8" fmla="*/ 84 w 120"/>
                <a:gd name="T9" fmla="*/ 9 h 162"/>
                <a:gd name="T10" fmla="*/ 77 w 120"/>
                <a:gd name="T11" fmla="*/ 19 h 162"/>
                <a:gd name="T12" fmla="*/ 69 w 120"/>
                <a:gd name="T13" fmla="*/ 19 h 162"/>
                <a:gd name="T14" fmla="*/ 56 w 120"/>
                <a:gd name="T15" fmla="*/ 28 h 162"/>
                <a:gd name="T16" fmla="*/ 60 w 120"/>
                <a:gd name="T17" fmla="*/ 33 h 162"/>
                <a:gd name="T18" fmla="*/ 59 w 120"/>
                <a:gd name="T19" fmla="*/ 43 h 162"/>
                <a:gd name="T20" fmla="*/ 50 w 120"/>
                <a:gd name="T21" fmla="*/ 52 h 162"/>
                <a:gd name="T22" fmla="*/ 52 w 120"/>
                <a:gd name="T23" fmla="*/ 60 h 162"/>
                <a:gd name="T24" fmla="*/ 48 w 120"/>
                <a:gd name="T25" fmla="*/ 56 h 162"/>
                <a:gd name="T26" fmla="*/ 32 w 120"/>
                <a:gd name="T27" fmla="*/ 37 h 162"/>
                <a:gd name="T28" fmla="*/ 26 w 120"/>
                <a:gd name="T29" fmla="*/ 50 h 162"/>
                <a:gd name="T30" fmla="*/ 33 w 120"/>
                <a:gd name="T31" fmla="*/ 76 h 162"/>
                <a:gd name="T32" fmla="*/ 45 w 120"/>
                <a:gd name="T33" fmla="*/ 77 h 162"/>
                <a:gd name="T34" fmla="*/ 58 w 120"/>
                <a:gd name="T35" fmla="*/ 72 h 162"/>
                <a:gd name="T36" fmla="*/ 62 w 120"/>
                <a:gd name="T37" fmla="*/ 75 h 162"/>
                <a:gd name="T38" fmla="*/ 22 w 120"/>
                <a:gd name="T39" fmla="*/ 101 h 162"/>
                <a:gd name="T40" fmla="*/ 25 w 120"/>
                <a:gd name="T41" fmla="*/ 111 h 162"/>
                <a:gd name="T42" fmla="*/ 55 w 120"/>
                <a:gd name="T43" fmla="*/ 100 h 162"/>
                <a:gd name="T44" fmla="*/ 59 w 120"/>
                <a:gd name="T45" fmla="*/ 103 h 162"/>
                <a:gd name="T46" fmla="*/ 39 w 120"/>
                <a:gd name="T47" fmla="*/ 119 h 162"/>
                <a:gd name="T48" fmla="*/ 12 w 120"/>
                <a:gd name="T49" fmla="*/ 128 h 162"/>
                <a:gd name="T50" fmla="*/ 7 w 120"/>
                <a:gd name="T51" fmla="*/ 136 h 162"/>
                <a:gd name="T52" fmla="*/ 30 w 120"/>
                <a:gd name="T53" fmla="*/ 141 h 162"/>
                <a:gd name="T54" fmla="*/ 55 w 120"/>
                <a:gd name="T55" fmla="*/ 136 h 162"/>
                <a:gd name="T56" fmla="*/ 43 w 120"/>
                <a:gd name="T57" fmla="*/ 148 h 162"/>
                <a:gd name="T58" fmla="*/ 50 w 120"/>
                <a:gd name="T59" fmla="*/ 158 h 162"/>
                <a:gd name="T60" fmla="*/ 71 w 120"/>
                <a:gd name="T61" fmla="*/ 149 h 162"/>
                <a:gd name="T62" fmla="*/ 71 w 120"/>
                <a:gd name="T63" fmla="*/ 125 h 162"/>
                <a:gd name="T64" fmla="*/ 79 w 120"/>
                <a:gd name="T65" fmla="*/ 120 h 162"/>
                <a:gd name="T66" fmla="*/ 75 w 120"/>
                <a:gd name="T67" fmla="*/ 102 h 162"/>
                <a:gd name="T68" fmla="*/ 96 w 120"/>
                <a:gd name="T69" fmla="*/ 86 h 162"/>
                <a:gd name="T70" fmla="*/ 102 w 120"/>
                <a:gd name="T71" fmla="*/ 75 h 162"/>
                <a:gd name="T72" fmla="*/ 100 w 120"/>
                <a:gd name="T73" fmla="*/ 60 h 162"/>
                <a:gd name="T74" fmla="*/ 90 w 120"/>
                <a:gd name="T75" fmla="*/ 49 h 162"/>
                <a:gd name="T76" fmla="*/ 86 w 120"/>
                <a:gd name="T77" fmla="*/ 53 h 162"/>
                <a:gd name="T78" fmla="*/ 83 w 120"/>
                <a:gd name="T79" fmla="*/ 53 h 162"/>
                <a:gd name="T80" fmla="*/ 80 w 120"/>
                <a:gd name="T81" fmla="*/ 48 h 162"/>
                <a:gd name="T82" fmla="*/ 89 w 120"/>
                <a:gd name="T83" fmla="*/ 44 h 162"/>
                <a:gd name="T84" fmla="*/ 90 w 120"/>
                <a:gd name="T85" fmla="*/ 49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20" h="162">
                  <a:moveTo>
                    <a:pt x="100" y="60"/>
                  </a:moveTo>
                  <a:cubicBezTo>
                    <a:pt x="108" y="50"/>
                    <a:pt x="120" y="40"/>
                    <a:pt x="107" y="27"/>
                  </a:cubicBezTo>
                  <a:cubicBezTo>
                    <a:pt x="107" y="27"/>
                    <a:pt x="105" y="24"/>
                    <a:pt x="95" y="23"/>
                  </a:cubicBezTo>
                  <a:cubicBezTo>
                    <a:pt x="95" y="23"/>
                    <a:pt x="105" y="8"/>
                    <a:pt x="91" y="3"/>
                  </a:cubicBezTo>
                  <a:cubicBezTo>
                    <a:pt x="91" y="3"/>
                    <a:pt x="88" y="0"/>
                    <a:pt x="84" y="9"/>
                  </a:cubicBezTo>
                  <a:cubicBezTo>
                    <a:pt x="80" y="17"/>
                    <a:pt x="77" y="17"/>
                    <a:pt x="77" y="19"/>
                  </a:cubicBezTo>
                  <a:cubicBezTo>
                    <a:pt x="77" y="21"/>
                    <a:pt x="74" y="21"/>
                    <a:pt x="69" y="19"/>
                  </a:cubicBezTo>
                  <a:cubicBezTo>
                    <a:pt x="64" y="17"/>
                    <a:pt x="56" y="19"/>
                    <a:pt x="56" y="28"/>
                  </a:cubicBezTo>
                  <a:cubicBezTo>
                    <a:pt x="56" y="28"/>
                    <a:pt x="56" y="31"/>
                    <a:pt x="60" y="33"/>
                  </a:cubicBezTo>
                  <a:cubicBezTo>
                    <a:pt x="63" y="36"/>
                    <a:pt x="66" y="37"/>
                    <a:pt x="59" y="43"/>
                  </a:cubicBezTo>
                  <a:cubicBezTo>
                    <a:pt x="53" y="49"/>
                    <a:pt x="50" y="40"/>
                    <a:pt x="50" y="52"/>
                  </a:cubicBezTo>
                  <a:cubicBezTo>
                    <a:pt x="50" y="52"/>
                    <a:pt x="57" y="57"/>
                    <a:pt x="52" y="60"/>
                  </a:cubicBezTo>
                  <a:cubicBezTo>
                    <a:pt x="47" y="63"/>
                    <a:pt x="48" y="59"/>
                    <a:pt x="48" y="56"/>
                  </a:cubicBezTo>
                  <a:cubicBezTo>
                    <a:pt x="48" y="59"/>
                    <a:pt x="43" y="42"/>
                    <a:pt x="32" y="37"/>
                  </a:cubicBezTo>
                  <a:cubicBezTo>
                    <a:pt x="30" y="37"/>
                    <a:pt x="24" y="37"/>
                    <a:pt x="26" y="50"/>
                  </a:cubicBezTo>
                  <a:cubicBezTo>
                    <a:pt x="28" y="63"/>
                    <a:pt x="32" y="66"/>
                    <a:pt x="33" y="76"/>
                  </a:cubicBezTo>
                  <a:cubicBezTo>
                    <a:pt x="33" y="87"/>
                    <a:pt x="43" y="82"/>
                    <a:pt x="45" y="77"/>
                  </a:cubicBezTo>
                  <a:cubicBezTo>
                    <a:pt x="46" y="72"/>
                    <a:pt x="58" y="72"/>
                    <a:pt x="58" y="72"/>
                  </a:cubicBezTo>
                  <a:cubicBezTo>
                    <a:pt x="58" y="72"/>
                    <a:pt x="68" y="71"/>
                    <a:pt x="62" y="75"/>
                  </a:cubicBezTo>
                  <a:cubicBezTo>
                    <a:pt x="56" y="80"/>
                    <a:pt x="22" y="101"/>
                    <a:pt x="22" y="101"/>
                  </a:cubicBezTo>
                  <a:cubicBezTo>
                    <a:pt x="22" y="101"/>
                    <a:pt x="9" y="108"/>
                    <a:pt x="25" y="111"/>
                  </a:cubicBezTo>
                  <a:cubicBezTo>
                    <a:pt x="42" y="113"/>
                    <a:pt x="55" y="100"/>
                    <a:pt x="55" y="100"/>
                  </a:cubicBezTo>
                  <a:cubicBezTo>
                    <a:pt x="55" y="100"/>
                    <a:pt x="61" y="95"/>
                    <a:pt x="59" y="103"/>
                  </a:cubicBezTo>
                  <a:cubicBezTo>
                    <a:pt x="56" y="111"/>
                    <a:pt x="39" y="119"/>
                    <a:pt x="39" y="119"/>
                  </a:cubicBezTo>
                  <a:cubicBezTo>
                    <a:pt x="39" y="119"/>
                    <a:pt x="23" y="125"/>
                    <a:pt x="12" y="128"/>
                  </a:cubicBezTo>
                  <a:cubicBezTo>
                    <a:pt x="0" y="130"/>
                    <a:pt x="4" y="130"/>
                    <a:pt x="7" y="136"/>
                  </a:cubicBezTo>
                  <a:cubicBezTo>
                    <a:pt x="10" y="143"/>
                    <a:pt x="21" y="147"/>
                    <a:pt x="30" y="141"/>
                  </a:cubicBezTo>
                  <a:cubicBezTo>
                    <a:pt x="38" y="135"/>
                    <a:pt x="56" y="129"/>
                    <a:pt x="55" y="136"/>
                  </a:cubicBezTo>
                  <a:cubicBezTo>
                    <a:pt x="55" y="143"/>
                    <a:pt x="54" y="145"/>
                    <a:pt x="43" y="148"/>
                  </a:cubicBezTo>
                  <a:cubicBezTo>
                    <a:pt x="32" y="152"/>
                    <a:pt x="37" y="154"/>
                    <a:pt x="50" y="158"/>
                  </a:cubicBezTo>
                  <a:cubicBezTo>
                    <a:pt x="63" y="162"/>
                    <a:pt x="71" y="157"/>
                    <a:pt x="71" y="149"/>
                  </a:cubicBezTo>
                  <a:cubicBezTo>
                    <a:pt x="71" y="140"/>
                    <a:pt x="71" y="125"/>
                    <a:pt x="71" y="125"/>
                  </a:cubicBezTo>
                  <a:cubicBezTo>
                    <a:pt x="71" y="125"/>
                    <a:pt x="76" y="121"/>
                    <a:pt x="79" y="120"/>
                  </a:cubicBezTo>
                  <a:cubicBezTo>
                    <a:pt x="82" y="119"/>
                    <a:pt x="85" y="103"/>
                    <a:pt x="75" y="102"/>
                  </a:cubicBezTo>
                  <a:cubicBezTo>
                    <a:pt x="75" y="102"/>
                    <a:pt x="81" y="90"/>
                    <a:pt x="96" y="86"/>
                  </a:cubicBezTo>
                  <a:cubicBezTo>
                    <a:pt x="96" y="86"/>
                    <a:pt x="102" y="84"/>
                    <a:pt x="102" y="75"/>
                  </a:cubicBezTo>
                  <a:cubicBezTo>
                    <a:pt x="102" y="66"/>
                    <a:pt x="91" y="70"/>
                    <a:pt x="100" y="60"/>
                  </a:cubicBezTo>
                  <a:close/>
                  <a:moveTo>
                    <a:pt x="90" y="49"/>
                  </a:moveTo>
                  <a:cubicBezTo>
                    <a:pt x="88" y="51"/>
                    <a:pt x="86" y="53"/>
                    <a:pt x="86" y="53"/>
                  </a:cubicBezTo>
                  <a:cubicBezTo>
                    <a:pt x="85" y="59"/>
                    <a:pt x="85" y="55"/>
                    <a:pt x="83" y="53"/>
                  </a:cubicBezTo>
                  <a:cubicBezTo>
                    <a:pt x="80" y="51"/>
                    <a:pt x="80" y="48"/>
                    <a:pt x="80" y="48"/>
                  </a:cubicBezTo>
                  <a:cubicBezTo>
                    <a:pt x="81" y="38"/>
                    <a:pt x="89" y="44"/>
                    <a:pt x="89" y="44"/>
                  </a:cubicBezTo>
                  <a:cubicBezTo>
                    <a:pt x="89" y="44"/>
                    <a:pt x="92" y="48"/>
                    <a:pt x="90" y="4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3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/>
              </a:endParaRPr>
            </a:p>
          </p:txBody>
        </p:sp>
        <p:sp>
          <p:nvSpPr>
            <p:cNvPr id="153" name="ïşľïďé">
              <a:extLst>
                <a:ext uri="{FF2B5EF4-FFF2-40B4-BE49-F238E27FC236}">
                  <a16:creationId xmlns:a16="http://schemas.microsoft.com/office/drawing/2014/main" id="{C7856B17-8346-44AC-B882-2039D9BC5ED8}"/>
                </a:ext>
              </a:extLst>
            </p:cNvPr>
            <p:cNvSpPr/>
            <p:nvPr/>
          </p:nvSpPr>
          <p:spPr bwMode="auto">
            <a:xfrm>
              <a:off x="4199193" y="1624325"/>
              <a:ext cx="73589" cy="92512"/>
            </a:xfrm>
            <a:custGeom>
              <a:avLst/>
              <a:gdLst>
                <a:gd name="T0" fmla="*/ 0 w 105"/>
                <a:gd name="T1" fmla="*/ 132 h 132"/>
                <a:gd name="T2" fmla="*/ 0 w 105"/>
                <a:gd name="T3" fmla="*/ 109 h 132"/>
                <a:gd name="T4" fmla="*/ 69 w 105"/>
                <a:gd name="T5" fmla="*/ 23 h 132"/>
                <a:gd name="T6" fmla="*/ 7 w 105"/>
                <a:gd name="T7" fmla="*/ 23 h 132"/>
                <a:gd name="T8" fmla="*/ 7 w 105"/>
                <a:gd name="T9" fmla="*/ 0 h 132"/>
                <a:gd name="T10" fmla="*/ 102 w 105"/>
                <a:gd name="T11" fmla="*/ 0 h 132"/>
                <a:gd name="T12" fmla="*/ 102 w 105"/>
                <a:gd name="T13" fmla="*/ 23 h 132"/>
                <a:gd name="T14" fmla="*/ 33 w 105"/>
                <a:gd name="T15" fmla="*/ 112 h 132"/>
                <a:gd name="T16" fmla="*/ 105 w 105"/>
                <a:gd name="T17" fmla="*/ 112 h 132"/>
                <a:gd name="T18" fmla="*/ 105 w 105"/>
                <a:gd name="T19" fmla="*/ 132 h 132"/>
                <a:gd name="T20" fmla="*/ 0 w 105"/>
                <a:gd name="T21" fmla="*/ 13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5" h="132">
                  <a:moveTo>
                    <a:pt x="0" y="132"/>
                  </a:moveTo>
                  <a:lnTo>
                    <a:pt x="0" y="109"/>
                  </a:lnTo>
                  <a:lnTo>
                    <a:pt x="69" y="23"/>
                  </a:lnTo>
                  <a:lnTo>
                    <a:pt x="7" y="23"/>
                  </a:lnTo>
                  <a:lnTo>
                    <a:pt x="7" y="0"/>
                  </a:lnTo>
                  <a:lnTo>
                    <a:pt x="102" y="0"/>
                  </a:lnTo>
                  <a:lnTo>
                    <a:pt x="102" y="23"/>
                  </a:lnTo>
                  <a:lnTo>
                    <a:pt x="33" y="112"/>
                  </a:lnTo>
                  <a:lnTo>
                    <a:pt x="105" y="112"/>
                  </a:lnTo>
                  <a:lnTo>
                    <a:pt x="105" y="132"/>
                  </a:lnTo>
                  <a:lnTo>
                    <a:pt x="0" y="1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3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/>
              </a:endParaRPr>
            </a:p>
          </p:txBody>
        </p:sp>
        <p:sp>
          <p:nvSpPr>
            <p:cNvPr id="154" name="ïśḷïḍê">
              <a:extLst>
                <a:ext uri="{FF2B5EF4-FFF2-40B4-BE49-F238E27FC236}">
                  <a16:creationId xmlns:a16="http://schemas.microsoft.com/office/drawing/2014/main" id="{5400AE71-211C-434C-9D64-092243D22274}"/>
                </a:ext>
              </a:extLst>
            </p:cNvPr>
            <p:cNvSpPr/>
            <p:nvPr/>
          </p:nvSpPr>
          <p:spPr bwMode="auto">
            <a:xfrm>
              <a:off x="4291004" y="1624325"/>
              <a:ext cx="73589" cy="92512"/>
            </a:xfrm>
            <a:custGeom>
              <a:avLst/>
              <a:gdLst>
                <a:gd name="T0" fmla="*/ 0 w 105"/>
                <a:gd name="T1" fmla="*/ 132 h 132"/>
                <a:gd name="T2" fmla="*/ 0 w 105"/>
                <a:gd name="T3" fmla="*/ 0 h 132"/>
                <a:gd name="T4" fmla="*/ 30 w 105"/>
                <a:gd name="T5" fmla="*/ 0 h 132"/>
                <a:gd name="T6" fmla="*/ 30 w 105"/>
                <a:gd name="T7" fmla="*/ 53 h 132"/>
                <a:gd name="T8" fmla="*/ 79 w 105"/>
                <a:gd name="T9" fmla="*/ 53 h 132"/>
                <a:gd name="T10" fmla="*/ 79 w 105"/>
                <a:gd name="T11" fmla="*/ 0 h 132"/>
                <a:gd name="T12" fmla="*/ 105 w 105"/>
                <a:gd name="T13" fmla="*/ 0 h 132"/>
                <a:gd name="T14" fmla="*/ 105 w 105"/>
                <a:gd name="T15" fmla="*/ 132 h 132"/>
                <a:gd name="T16" fmla="*/ 79 w 105"/>
                <a:gd name="T17" fmla="*/ 132 h 132"/>
                <a:gd name="T18" fmla="*/ 79 w 105"/>
                <a:gd name="T19" fmla="*/ 76 h 132"/>
                <a:gd name="T20" fmla="*/ 30 w 105"/>
                <a:gd name="T21" fmla="*/ 76 h 132"/>
                <a:gd name="T22" fmla="*/ 30 w 105"/>
                <a:gd name="T23" fmla="*/ 132 h 132"/>
                <a:gd name="T24" fmla="*/ 0 w 105"/>
                <a:gd name="T25" fmla="*/ 13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5" h="132">
                  <a:moveTo>
                    <a:pt x="0" y="132"/>
                  </a:moveTo>
                  <a:lnTo>
                    <a:pt x="0" y="0"/>
                  </a:lnTo>
                  <a:lnTo>
                    <a:pt x="30" y="0"/>
                  </a:lnTo>
                  <a:lnTo>
                    <a:pt x="30" y="53"/>
                  </a:lnTo>
                  <a:lnTo>
                    <a:pt x="79" y="53"/>
                  </a:lnTo>
                  <a:lnTo>
                    <a:pt x="79" y="0"/>
                  </a:lnTo>
                  <a:lnTo>
                    <a:pt x="105" y="0"/>
                  </a:lnTo>
                  <a:lnTo>
                    <a:pt x="105" y="132"/>
                  </a:lnTo>
                  <a:lnTo>
                    <a:pt x="79" y="132"/>
                  </a:lnTo>
                  <a:lnTo>
                    <a:pt x="79" y="76"/>
                  </a:lnTo>
                  <a:lnTo>
                    <a:pt x="30" y="76"/>
                  </a:lnTo>
                  <a:lnTo>
                    <a:pt x="30" y="132"/>
                  </a:lnTo>
                  <a:lnTo>
                    <a:pt x="0" y="1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3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/>
              </a:endParaRPr>
            </a:p>
          </p:txBody>
        </p:sp>
        <p:sp>
          <p:nvSpPr>
            <p:cNvPr id="155" name="ïṡḷíḑé">
              <a:extLst>
                <a:ext uri="{FF2B5EF4-FFF2-40B4-BE49-F238E27FC236}">
                  <a16:creationId xmlns:a16="http://schemas.microsoft.com/office/drawing/2014/main" id="{26E537EA-7059-4AF6-BEA2-BD6C229DB864}"/>
                </a:ext>
              </a:extLst>
            </p:cNvPr>
            <p:cNvSpPr/>
            <p:nvPr/>
          </p:nvSpPr>
          <p:spPr bwMode="auto">
            <a:xfrm>
              <a:off x="4391926" y="1624325"/>
              <a:ext cx="68683" cy="92512"/>
            </a:xfrm>
            <a:custGeom>
              <a:avLst/>
              <a:gdLst>
                <a:gd name="T0" fmla="*/ 0 w 98"/>
                <a:gd name="T1" fmla="*/ 132 h 132"/>
                <a:gd name="T2" fmla="*/ 0 w 98"/>
                <a:gd name="T3" fmla="*/ 0 h 132"/>
                <a:gd name="T4" fmla="*/ 95 w 98"/>
                <a:gd name="T5" fmla="*/ 0 h 132"/>
                <a:gd name="T6" fmla="*/ 95 w 98"/>
                <a:gd name="T7" fmla="*/ 23 h 132"/>
                <a:gd name="T8" fmla="*/ 26 w 98"/>
                <a:gd name="T9" fmla="*/ 23 h 132"/>
                <a:gd name="T10" fmla="*/ 26 w 98"/>
                <a:gd name="T11" fmla="*/ 53 h 132"/>
                <a:gd name="T12" fmla="*/ 92 w 98"/>
                <a:gd name="T13" fmla="*/ 53 h 132"/>
                <a:gd name="T14" fmla="*/ 92 w 98"/>
                <a:gd name="T15" fmla="*/ 76 h 132"/>
                <a:gd name="T16" fmla="*/ 26 w 98"/>
                <a:gd name="T17" fmla="*/ 76 h 132"/>
                <a:gd name="T18" fmla="*/ 26 w 98"/>
                <a:gd name="T19" fmla="*/ 112 h 132"/>
                <a:gd name="T20" fmla="*/ 98 w 98"/>
                <a:gd name="T21" fmla="*/ 112 h 132"/>
                <a:gd name="T22" fmla="*/ 98 w 98"/>
                <a:gd name="T23" fmla="*/ 132 h 132"/>
                <a:gd name="T24" fmla="*/ 0 w 98"/>
                <a:gd name="T25" fmla="*/ 13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8" h="132">
                  <a:moveTo>
                    <a:pt x="0" y="132"/>
                  </a:moveTo>
                  <a:lnTo>
                    <a:pt x="0" y="0"/>
                  </a:lnTo>
                  <a:lnTo>
                    <a:pt x="95" y="0"/>
                  </a:lnTo>
                  <a:lnTo>
                    <a:pt x="95" y="23"/>
                  </a:lnTo>
                  <a:lnTo>
                    <a:pt x="26" y="23"/>
                  </a:lnTo>
                  <a:lnTo>
                    <a:pt x="26" y="53"/>
                  </a:lnTo>
                  <a:lnTo>
                    <a:pt x="92" y="53"/>
                  </a:lnTo>
                  <a:lnTo>
                    <a:pt x="92" y="76"/>
                  </a:lnTo>
                  <a:lnTo>
                    <a:pt x="26" y="76"/>
                  </a:lnTo>
                  <a:lnTo>
                    <a:pt x="26" y="112"/>
                  </a:lnTo>
                  <a:lnTo>
                    <a:pt x="98" y="112"/>
                  </a:lnTo>
                  <a:lnTo>
                    <a:pt x="98" y="132"/>
                  </a:lnTo>
                  <a:lnTo>
                    <a:pt x="0" y="1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3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/>
              </a:endParaRPr>
            </a:p>
          </p:txBody>
        </p:sp>
        <p:sp>
          <p:nvSpPr>
            <p:cNvPr id="156" name="iśḻíde">
              <a:extLst>
                <a:ext uri="{FF2B5EF4-FFF2-40B4-BE49-F238E27FC236}">
                  <a16:creationId xmlns:a16="http://schemas.microsoft.com/office/drawing/2014/main" id="{1976890C-E464-49D7-8A56-6F5595DF2F19}"/>
                </a:ext>
              </a:extLst>
            </p:cNvPr>
            <p:cNvSpPr/>
            <p:nvPr/>
          </p:nvSpPr>
          <p:spPr bwMode="auto">
            <a:xfrm>
              <a:off x="4476729" y="1624325"/>
              <a:ext cx="59572" cy="94615"/>
            </a:xfrm>
            <a:custGeom>
              <a:avLst/>
              <a:gdLst>
                <a:gd name="T0" fmla="*/ 18 w 26"/>
                <a:gd name="T1" fmla="*/ 0 h 41"/>
                <a:gd name="T2" fmla="*/ 26 w 26"/>
                <a:gd name="T3" fmla="*/ 0 h 41"/>
                <a:gd name="T4" fmla="*/ 26 w 26"/>
                <a:gd name="T5" fmla="*/ 26 h 41"/>
                <a:gd name="T6" fmla="*/ 25 w 26"/>
                <a:gd name="T7" fmla="*/ 33 h 41"/>
                <a:gd name="T8" fmla="*/ 20 w 26"/>
                <a:gd name="T9" fmla="*/ 39 h 41"/>
                <a:gd name="T10" fmla="*/ 12 w 26"/>
                <a:gd name="T11" fmla="*/ 41 h 41"/>
                <a:gd name="T12" fmla="*/ 3 w 26"/>
                <a:gd name="T13" fmla="*/ 38 h 41"/>
                <a:gd name="T14" fmla="*/ 0 w 26"/>
                <a:gd name="T15" fmla="*/ 28 h 41"/>
                <a:gd name="T16" fmla="*/ 8 w 26"/>
                <a:gd name="T17" fmla="*/ 27 h 41"/>
                <a:gd name="T18" fmla="*/ 9 w 26"/>
                <a:gd name="T19" fmla="*/ 32 h 41"/>
                <a:gd name="T20" fmla="*/ 13 w 26"/>
                <a:gd name="T21" fmla="*/ 34 h 41"/>
                <a:gd name="T22" fmla="*/ 16 w 26"/>
                <a:gd name="T23" fmla="*/ 33 h 41"/>
                <a:gd name="T24" fmla="*/ 18 w 26"/>
                <a:gd name="T25" fmla="*/ 26 h 41"/>
                <a:gd name="T26" fmla="*/ 18 w 26"/>
                <a:gd name="T27" fmla="*/ 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6" h="41">
                  <a:moveTo>
                    <a:pt x="18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26"/>
                    <a:pt x="26" y="26"/>
                    <a:pt x="26" y="26"/>
                  </a:cubicBezTo>
                  <a:cubicBezTo>
                    <a:pt x="26" y="29"/>
                    <a:pt x="25" y="32"/>
                    <a:pt x="25" y="33"/>
                  </a:cubicBezTo>
                  <a:cubicBezTo>
                    <a:pt x="24" y="36"/>
                    <a:pt x="23" y="37"/>
                    <a:pt x="20" y="39"/>
                  </a:cubicBezTo>
                  <a:cubicBezTo>
                    <a:pt x="18" y="40"/>
                    <a:pt x="16" y="41"/>
                    <a:pt x="12" y="41"/>
                  </a:cubicBezTo>
                  <a:cubicBezTo>
                    <a:pt x="8" y="41"/>
                    <a:pt x="5" y="40"/>
                    <a:pt x="3" y="38"/>
                  </a:cubicBezTo>
                  <a:cubicBezTo>
                    <a:pt x="1" y="35"/>
                    <a:pt x="0" y="32"/>
                    <a:pt x="0" y="28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8" y="29"/>
                    <a:pt x="8" y="31"/>
                    <a:pt x="9" y="32"/>
                  </a:cubicBezTo>
                  <a:cubicBezTo>
                    <a:pt x="10" y="33"/>
                    <a:pt x="11" y="34"/>
                    <a:pt x="13" y="34"/>
                  </a:cubicBezTo>
                  <a:cubicBezTo>
                    <a:pt x="14" y="34"/>
                    <a:pt x="16" y="34"/>
                    <a:pt x="16" y="33"/>
                  </a:cubicBezTo>
                  <a:cubicBezTo>
                    <a:pt x="17" y="32"/>
                    <a:pt x="18" y="29"/>
                    <a:pt x="18" y="26"/>
                  </a:cubicBezTo>
                  <a:lnTo>
                    <a:pt x="1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3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/>
              </a:endParaRPr>
            </a:p>
          </p:txBody>
        </p:sp>
        <p:sp>
          <p:nvSpPr>
            <p:cNvPr id="157" name="í$ḻîdê">
              <a:extLst>
                <a:ext uri="{FF2B5EF4-FFF2-40B4-BE49-F238E27FC236}">
                  <a16:creationId xmlns:a16="http://schemas.microsoft.com/office/drawing/2014/main" id="{EE37FCC0-BA3E-46AB-AA25-E8A852E64BA4}"/>
                </a:ext>
              </a:extLst>
            </p:cNvPr>
            <p:cNvSpPr/>
            <p:nvPr/>
          </p:nvSpPr>
          <p:spPr bwMode="auto">
            <a:xfrm>
              <a:off x="4561532" y="1624325"/>
              <a:ext cx="18222" cy="9251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3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/>
              </a:endParaRPr>
            </a:p>
          </p:txBody>
        </p:sp>
        <p:sp>
          <p:nvSpPr>
            <p:cNvPr id="158" name="iṩḷídé">
              <a:extLst>
                <a:ext uri="{FF2B5EF4-FFF2-40B4-BE49-F238E27FC236}">
                  <a16:creationId xmlns:a16="http://schemas.microsoft.com/office/drawing/2014/main" id="{55021612-2C18-4DB5-BF13-3A7FB1DDF245}"/>
                </a:ext>
              </a:extLst>
            </p:cNvPr>
            <p:cNvSpPr/>
            <p:nvPr/>
          </p:nvSpPr>
          <p:spPr bwMode="auto">
            <a:xfrm>
              <a:off x="4595874" y="1624325"/>
              <a:ext cx="91811" cy="92512"/>
            </a:xfrm>
            <a:custGeom>
              <a:avLst/>
              <a:gdLst>
                <a:gd name="T0" fmla="*/ 131 w 131"/>
                <a:gd name="T1" fmla="*/ 132 h 132"/>
                <a:gd name="T2" fmla="*/ 102 w 131"/>
                <a:gd name="T3" fmla="*/ 132 h 132"/>
                <a:gd name="T4" fmla="*/ 92 w 131"/>
                <a:gd name="T5" fmla="*/ 102 h 132"/>
                <a:gd name="T6" fmla="*/ 40 w 131"/>
                <a:gd name="T7" fmla="*/ 102 h 132"/>
                <a:gd name="T8" fmla="*/ 26 w 131"/>
                <a:gd name="T9" fmla="*/ 132 h 132"/>
                <a:gd name="T10" fmla="*/ 0 w 131"/>
                <a:gd name="T11" fmla="*/ 132 h 132"/>
                <a:gd name="T12" fmla="*/ 49 w 131"/>
                <a:gd name="T13" fmla="*/ 0 h 132"/>
                <a:gd name="T14" fmla="*/ 79 w 131"/>
                <a:gd name="T15" fmla="*/ 0 h 132"/>
                <a:gd name="T16" fmla="*/ 131 w 131"/>
                <a:gd name="T17" fmla="*/ 132 h 132"/>
                <a:gd name="T18" fmla="*/ 131 w 131"/>
                <a:gd name="T19" fmla="*/ 132 h 132"/>
                <a:gd name="T20" fmla="*/ 82 w 131"/>
                <a:gd name="T21" fmla="*/ 83 h 132"/>
                <a:gd name="T22" fmla="*/ 66 w 131"/>
                <a:gd name="T23" fmla="*/ 33 h 132"/>
                <a:gd name="T24" fmla="*/ 46 w 131"/>
                <a:gd name="T25" fmla="*/ 83 h 132"/>
                <a:gd name="T26" fmla="*/ 82 w 131"/>
                <a:gd name="T27" fmla="*/ 8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31" h="132">
                  <a:moveTo>
                    <a:pt x="131" y="132"/>
                  </a:moveTo>
                  <a:lnTo>
                    <a:pt x="102" y="132"/>
                  </a:lnTo>
                  <a:lnTo>
                    <a:pt x="92" y="102"/>
                  </a:lnTo>
                  <a:lnTo>
                    <a:pt x="40" y="102"/>
                  </a:lnTo>
                  <a:lnTo>
                    <a:pt x="26" y="132"/>
                  </a:lnTo>
                  <a:lnTo>
                    <a:pt x="0" y="132"/>
                  </a:lnTo>
                  <a:lnTo>
                    <a:pt x="49" y="0"/>
                  </a:lnTo>
                  <a:lnTo>
                    <a:pt x="79" y="0"/>
                  </a:lnTo>
                  <a:lnTo>
                    <a:pt x="131" y="132"/>
                  </a:lnTo>
                  <a:lnTo>
                    <a:pt x="131" y="132"/>
                  </a:lnTo>
                  <a:close/>
                  <a:moveTo>
                    <a:pt x="82" y="83"/>
                  </a:moveTo>
                  <a:lnTo>
                    <a:pt x="66" y="33"/>
                  </a:lnTo>
                  <a:lnTo>
                    <a:pt x="46" y="83"/>
                  </a:lnTo>
                  <a:lnTo>
                    <a:pt x="82" y="8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3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/>
              </a:endParaRPr>
            </a:p>
          </p:txBody>
        </p:sp>
        <p:sp>
          <p:nvSpPr>
            <p:cNvPr id="159" name="iślíḓè">
              <a:extLst>
                <a:ext uri="{FF2B5EF4-FFF2-40B4-BE49-F238E27FC236}">
                  <a16:creationId xmlns:a16="http://schemas.microsoft.com/office/drawing/2014/main" id="{BA342C8F-EA49-4FD0-992E-5818AA259DC2}"/>
                </a:ext>
              </a:extLst>
            </p:cNvPr>
            <p:cNvSpPr/>
            <p:nvPr/>
          </p:nvSpPr>
          <p:spPr bwMode="auto">
            <a:xfrm>
              <a:off x="4703805" y="1624325"/>
              <a:ext cx="73589" cy="92512"/>
            </a:xfrm>
            <a:custGeom>
              <a:avLst/>
              <a:gdLst>
                <a:gd name="T0" fmla="*/ 0 w 105"/>
                <a:gd name="T1" fmla="*/ 132 h 132"/>
                <a:gd name="T2" fmla="*/ 0 w 105"/>
                <a:gd name="T3" fmla="*/ 0 h 132"/>
                <a:gd name="T4" fmla="*/ 26 w 105"/>
                <a:gd name="T5" fmla="*/ 0 h 132"/>
                <a:gd name="T6" fmla="*/ 82 w 105"/>
                <a:gd name="T7" fmla="*/ 89 h 132"/>
                <a:gd name="T8" fmla="*/ 82 w 105"/>
                <a:gd name="T9" fmla="*/ 0 h 132"/>
                <a:gd name="T10" fmla="*/ 105 w 105"/>
                <a:gd name="T11" fmla="*/ 0 h 132"/>
                <a:gd name="T12" fmla="*/ 105 w 105"/>
                <a:gd name="T13" fmla="*/ 132 h 132"/>
                <a:gd name="T14" fmla="*/ 79 w 105"/>
                <a:gd name="T15" fmla="*/ 132 h 132"/>
                <a:gd name="T16" fmla="*/ 26 w 105"/>
                <a:gd name="T17" fmla="*/ 46 h 132"/>
                <a:gd name="T18" fmla="*/ 26 w 105"/>
                <a:gd name="T19" fmla="*/ 132 h 132"/>
                <a:gd name="T20" fmla="*/ 0 w 105"/>
                <a:gd name="T21" fmla="*/ 13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5" h="132">
                  <a:moveTo>
                    <a:pt x="0" y="132"/>
                  </a:moveTo>
                  <a:lnTo>
                    <a:pt x="0" y="0"/>
                  </a:lnTo>
                  <a:lnTo>
                    <a:pt x="26" y="0"/>
                  </a:lnTo>
                  <a:lnTo>
                    <a:pt x="82" y="89"/>
                  </a:lnTo>
                  <a:lnTo>
                    <a:pt x="82" y="0"/>
                  </a:lnTo>
                  <a:lnTo>
                    <a:pt x="105" y="0"/>
                  </a:lnTo>
                  <a:lnTo>
                    <a:pt x="105" y="132"/>
                  </a:lnTo>
                  <a:lnTo>
                    <a:pt x="79" y="132"/>
                  </a:lnTo>
                  <a:lnTo>
                    <a:pt x="26" y="46"/>
                  </a:lnTo>
                  <a:lnTo>
                    <a:pt x="26" y="132"/>
                  </a:lnTo>
                  <a:lnTo>
                    <a:pt x="0" y="1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3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/>
              </a:endParaRPr>
            </a:p>
          </p:txBody>
        </p:sp>
        <p:sp>
          <p:nvSpPr>
            <p:cNvPr id="160" name="îṥ1ïḋe">
              <a:extLst>
                <a:ext uri="{FF2B5EF4-FFF2-40B4-BE49-F238E27FC236}">
                  <a16:creationId xmlns:a16="http://schemas.microsoft.com/office/drawing/2014/main" id="{D9688026-21B5-4EE4-B1B3-8C8D1B3B2402}"/>
                </a:ext>
              </a:extLst>
            </p:cNvPr>
            <p:cNvSpPr/>
            <p:nvPr/>
          </p:nvSpPr>
          <p:spPr bwMode="auto">
            <a:xfrm>
              <a:off x="4799821" y="1624325"/>
              <a:ext cx="87606" cy="94615"/>
            </a:xfrm>
            <a:custGeom>
              <a:avLst/>
              <a:gdLst>
                <a:gd name="T0" fmla="*/ 20 w 38"/>
                <a:gd name="T1" fmla="*/ 26 h 41"/>
                <a:gd name="T2" fmla="*/ 20 w 38"/>
                <a:gd name="T3" fmla="*/ 19 h 41"/>
                <a:gd name="T4" fmla="*/ 38 w 38"/>
                <a:gd name="T5" fmla="*/ 19 h 41"/>
                <a:gd name="T6" fmla="*/ 38 w 38"/>
                <a:gd name="T7" fmla="*/ 35 h 41"/>
                <a:gd name="T8" fmla="*/ 30 w 38"/>
                <a:gd name="T9" fmla="*/ 39 h 41"/>
                <a:gd name="T10" fmla="*/ 21 w 38"/>
                <a:gd name="T11" fmla="*/ 41 h 41"/>
                <a:gd name="T12" fmla="*/ 10 w 38"/>
                <a:gd name="T13" fmla="*/ 38 h 41"/>
                <a:gd name="T14" fmla="*/ 3 w 38"/>
                <a:gd name="T15" fmla="*/ 31 h 41"/>
                <a:gd name="T16" fmla="*/ 0 w 38"/>
                <a:gd name="T17" fmla="*/ 20 h 41"/>
                <a:gd name="T18" fmla="*/ 3 w 38"/>
                <a:gd name="T19" fmla="*/ 9 h 41"/>
                <a:gd name="T20" fmla="*/ 11 w 38"/>
                <a:gd name="T21" fmla="*/ 2 h 41"/>
                <a:gd name="T22" fmla="*/ 20 w 38"/>
                <a:gd name="T23" fmla="*/ 0 h 41"/>
                <a:gd name="T24" fmla="*/ 32 w 38"/>
                <a:gd name="T25" fmla="*/ 3 h 41"/>
                <a:gd name="T26" fmla="*/ 37 w 38"/>
                <a:gd name="T27" fmla="*/ 11 h 41"/>
                <a:gd name="T28" fmla="*/ 29 w 38"/>
                <a:gd name="T29" fmla="*/ 13 h 41"/>
                <a:gd name="T30" fmla="*/ 26 w 38"/>
                <a:gd name="T31" fmla="*/ 8 h 41"/>
                <a:gd name="T32" fmla="*/ 20 w 38"/>
                <a:gd name="T33" fmla="*/ 7 h 41"/>
                <a:gd name="T34" fmla="*/ 12 w 38"/>
                <a:gd name="T35" fmla="*/ 10 h 41"/>
                <a:gd name="T36" fmla="*/ 9 w 38"/>
                <a:gd name="T37" fmla="*/ 20 h 41"/>
                <a:gd name="T38" fmla="*/ 12 w 38"/>
                <a:gd name="T39" fmla="*/ 31 h 41"/>
                <a:gd name="T40" fmla="*/ 20 w 38"/>
                <a:gd name="T41" fmla="*/ 34 h 41"/>
                <a:gd name="T42" fmla="*/ 25 w 38"/>
                <a:gd name="T43" fmla="*/ 33 h 41"/>
                <a:gd name="T44" fmla="*/ 29 w 38"/>
                <a:gd name="T45" fmla="*/ 31 h 41"/>
                <a:gd name="T46" fmla="*/ 29 w 38"/>
                <a:gd name="T47" fmla="*/ 26 h 41"/>
                <a:gd name="T48" fmla="*/ 20 w 38"/>
                <a:gd name="T49" fmla="*/ 26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38" h="41">
                  <a:moveTo>
                    <a:pt x="20" y="26"/>
                  </a:moveTo>
                  <a:cubicBezTo>
                    <a:pt x="20" y="19"/>
                    <a:pt x="20" y="19"/>
                    <a:pt x="20" y="19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8" y="35"/>
                    <a:pt x="38" y="35"/>
                    <a:pt x="38" y="35"/>
                  </a:cubicBezTo>
                  <a:cubicBezTo>
                    <a:pt x="36" y="36"/>
                    <a:pt x="33" y="38"/>
                    <a:pt x="30" y="39"/>
                  </a:cubicBezTo>
                  <a:cubicBezTo>
                    <a:pt x="27" y="40"/>
                    <a:pt x="24" y="41"/>
                    <a:pt x="21" y="41"/>
                  </a:cubicBezTo>
                  <a:cubicBezTo>
                    <a:pt x="16" y="41"/>
                    <a:pt x="13" y="40"/>
                    <a:pt x="10" y="38"/>
                  </a:cubicBezTo>
                  <a:cubicBezTo>
                    <a:pt x="6" y="37"/>
                    <a:pt x="4" y="34"/>
                    <a:pt x="3" y="31"/>
                  </a:cubicBezTo>
                  <a:cubicBezTo>
                    <a:pt x="1" y="28"/>
                    <a:pt x="0" y="24"/>
                    <a:pt x="0" y="20"/>
                  </a:cubicBezTo>
                  <a:cubicBezTo>
                    <a:pt x="0" y="16"/>
                    <a:pt x="1" y="12"/>
                    <a:pt x="3" y="9"/>
                  </a:cubicBezTo>
                  <a:cubicBezTo>
                    <a:pt x="5" y="6"/>
                    <a:pt x="7" y="3"/>
                    <a:pt x="11" y="2"/>
                  </a:cubicBezTo>
                  <a:cubicBezTo>
                    <a:pt x="13" y="0"/>
                    <a:pt x="16" y="0"/>
                    <a:pt x="20" y="0"/>
                  </a:cubicBezTo>
                  <a:cubicBezTo>
                    <a:pt x="25" y="0"/>
                    <a:pt x="29" y="1"/>
                    <a:pt x="32" y="3"/>
                  </a:cubicBezTo>
                  <a:cubicBezTo>
                    <a:pt x="34" y="5"/>
                    <a:pt x="36" y="8"/>
                    <a:pt x="37" y="11"/>
                  </a:cubicBezTo>
                  <a:cubicBezTo>
                    <a:pt x="29" y="13"/>
                    <a:pt x="29" y="13"/>
                    <a:pt x="29" y="13"/>
                  </a:cubicBezTo>
                  <a:cubicBezTo>
                    <a:pt x="29" y="11"/>
                    <a:pt x="27" y="9"/>
                    <a:pt x="26" y="8"/>
                  </a:cubicBezTo>
                  <a:cubicBezTo>
                    <a:pt x="24" y="7"/>
                    <a:pt x="22" y="7"/>
                    <a:pt x="20" y="7"/>
                  </a:cubicBezTo>
                  <a:cubicBezTo>
                    <a:pt x="17" y="7"/>
                    <a:pt x="14" y="8"/>
                    <a:pt x="12" y="10"/>
                  </a:cubicBezTo>
                  <a:cubicBezTo>
                    <a:pt x="10" y="12"/>
                    <a:pt x="9" y="16"/>
                    <a:pt x="9" y="20"/>
                  </a:cubicBezTo>
                  <a:cubicBezTo>
                    <a:pt x="9" y="25"/>
                    <a:pt x="10" y="28"/>
                    <a:pt x="12" y="31"/>
                  </a:cubicBezTo>
                  <a:cubicBezTo>
                    <a:pt x="14" y="33"/>
                    <a:pt x="17" y="34"/>
                    <a:pt x="20" y="34"/>
                  </a:cubicBezTo>
                  <a:cubicBezTo>
                    <a:pt x="22" y="34"/>
                    <a:pt x="23" y="34"/>
                    <a:pt x="25" y="33"/>
                  </a:cubicBezTo>
                  <a:cubicBezTo>
                    <a:pt x="27" y="32"/>
                    <a:pt x="28" y="32"/>
                    <a:pt x="29" y="31"/>
                  </a:cubicBezTo>
                  <a:cubicBezTo>
                    <a:pt x="29" y="26"/>
                    <a:pt x="29" y="26"/>
                    <a:pt x="29" y="26"/>
                  </a:cubicBezTo>
                  <a:lnTo>
                    <a:pt x="20" y="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3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/>
              </a:endParaRPr>
            </a:p>
          </p:txBody>
        </p:sp>
        <p:sp>
          <p:nvSpPr>
            <p:cNvPr id="161" name="iṧḷídè">
              <a:extLst>
                <a:ext uri="{FF2B5EF4-FFF2-40B4-BE49-F238E27FC236}">
                  <a16:creationId xmlns:a16="http://schemas.microsoft.com/office/drawing/2014/main" id="{5621242B-F02B-4E41-A48E-A16AC5DB5CCB}"/>
                </a:ext>
              </a:extLst>
            </p:cNvPr>
            <p:cNvSpPr/>
            <p:nvPr/>
          </p:nvSpPr>
          <p:spPr bwMode="auto">
            <a:xfrm>
              <a:off x="4937888" y="1624325"/>
              <a:ext cx="72888" cy="94615"/>
            </a:xfrm>
            <a:custGeom>
              <a:avLst/>
              <a:gdLst>
                <a:gd name="T0" fmla="*/ 0 w 32"/>
                <a:gd name="T1" fmla="*/ 0 h 41"/>
                <a:gd name="T2" fmla="*/ 9 w 32"/>
                <a:gd name="T3" fmla="*/ 0 h 41"/>
                <a:gd name="T4" fmla="*/ 9 w 32"/>
                <a:gd name="T5" fmla="*/ 22 h 41"/>
                <a:gd name="T6" fmla="*/ 9 w 32"/>
                <a:gd name="T7" fmla="*/ 29 h 41"/>
                <a:gd name="T8" fmla="*/ 11 w 32"/>
                <a:gd name="T9" fmla="*/ 33 h 41"/>
                <a:gd name="T10" fmla="*/ 17 w 32"/>
                <a:gd name="T11" fmla="*/ 34 h 41"/>
                <a:gd name="T12" fmla="*/ 22 w 32"/>
                <a:gd name="T13" fmla="*/ 33 h 41"/>
                <a:gd name="T14" fmla="*/ 24 w 32"/>
                <a:gd name="T15" fmla="*/ 29 h 41"/>
                <a:gd name="T16" fmla="*/ 24 w 32"/>
                <a:gd name="T17" fmla="*/ 22 h 41"/>
                <a:gd name="T18" fmla="*/ 24 w 32"/>
                <a:gd name="T19" fmla="*/ 0 h 41"/>
                <a:gd name="T20" fmla="*/ 32 w 32"/>
                <a:gd name="T21" fmla="*/ 0 h 41"/>
                <a:gd name="T22" fmla="*/ 32 w 32"/>
                <a:gd name="T23" fmla="*/ 21 h 41"/>
                <a:gd name="T24" fmla="*/ 32 w 32"/>
                <a:gd name="T25" fmla="*/ 32 h 41"/>
                <a:gd name="T26" fmla="*/ 29 w 32"/>
                <a:gd name="T27" fmla="*/ 37 h 41"/>
                <a:gd name="T28" fmla="*/ 25 w 32"/>
                <a:gd name="T29" fmla="*/ 40 h 41"/>
                <a:gd name="T30" fmla="*/ 17 w 32"/>
                <a:gd name="T31" fmla="*/ 41 h 41"/>
                <a:gd name="T32" fmla="*/ 8 w 32"/>
                <a:gd name="T33" fmla="*/ 40 h 41"/>
                <a:gd name="T34" fmla="*/ 4 w 32"/>
                <a:gd name="T35" fmla="*/ 36 h 41"/>
                <a:gd name="T36" fmla="*/ 1 w 32"/>
                <a:gd name="T37" fmla="*/ 32 h 41"/>
                <a:gd name="T38" fmla="*/ 0 w 32"/>
                <a:gd name="T39" fmla="*/ 22 h 41"/>
                <a:gd name="T40" fmla="*/ 0 w 32"/>
                <a:gd name="T41" fmla="*/ 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2" h="41">
                  <a:moveTo>
                    <a:pt x="0" y="0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9" y="25"/>
                    <a:pt x="9" y="28"/>
                    <a:pt x="9" y="29"/>
                  </a:cubicBezTo>
                  <a:cubicBezTo>
                    <a:pt x="9" y="30"/>
                    <a:pt x="10" y="32"/>
                    <a:pt x="11" y="33"/>
                  </a:cubicBezTo>
                  <a:cubicBezTo>
                    <a:pt x="13" y="34"/>
                    <a:pt x="14" y="34"/>
                    <a:pt x="17" y="34"/>
                  </a:cubicBezTo>
                  <a:cubicBezTo>
                    <a:pt x="19" y="34"/>
                    <a:pt x="21" y="34"/>
                    <a:pt x="22" y="33"/>
                  </a:cubicBezTo>
                  <a:cubicBezTo>
                    <a:pt x="23" y="32"/>
                    <a:pt x="24" y="31"/>
                    <a:pt x="24" y="29"/>
                  </a:cubicBezTo>
                  <a:cubicBezTo>
                    <a:pt x="24" y="28"/>
                    <a:pt x="24" y="26"/>
                    <a:pt x="24" y="22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21"/>
                    <a:pt x="32" y="21"/>
                    <a:pt x="32" y="21"/>
                  </a:cubicBezTo>
                  <a:cubicBezTo>
                    <a:pt x="32" y="26"/>
                    <a:pt x="32" y="30"/>
                    <a:pt x="32" y="32"/>
                  </a:cubicBezTo>
                  <a:cubicBezTo>
                    <a:pt x="31" y="34"/>
                    <a:pt x="30" y="35"/>
                    <a:pt x="29" y="37"/>
                  </a:cubicBezTo>
                  <a:cubicBezTo>
                    <a:pt x="28" y="38"/>
                    <a:pt x="27" y="39"/>
                    <a:pt x="25" y="40"/>
                  </a:cubicBezTo>
                  <a:cubicBezTo>
                    <a:pt x="23" y="41"/>
                    <a:pt x="20" y="41"/>
                    <a:pt x="17" y="41"/>
                  </a:cubicBezTo>
                  <a:cubicBezTo>
                    <a:pt x="13" y="41"/>
                    <a:pt x="10" y="41"/>
                    <a:pt x="8" y="40"/>
                  </a:cubicBezTo>
                  <a:cubicBezTo>
                    <a:pt x="6" y="39"/>
                    <a:pt x="5" y="38"/>
                    <a:pt x="4" y="36"/>
                  </a:cubicBezTo>
                  <a:cubicBezTo>
                    <a:pt x="2" y="35"/>
                    <a:pt x="2" y="33"/>
                    <a:pt x="1" y="32"/>
                  </a:cubicBezTo>
                  <a:cubicBezTo>
                    <a:pt x="1" y="30"/>
                    <a:pt x="0" y="26"/>
                    <a:pt x="0" y="22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3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/>
              </a:endParaRPr>
            </a:p>
          </p:txBody>
        </p:sp>
        <p:sp>
          <p:nvSpPr>
            <p:cNvPr id="162" name="ïṩḷíḍé">
              <a:extLst>
                <a:ext uri="{FF2B5EF4-FFF2-40B4-BE49-F238E27FC236}">
                  <a16:creationId xmlns:a16="http://schemas.microsoft.com/office/drawing/2014/main" id="{F5C0AAD8-6A7A-4C9F-B763-5DC0FCA73DC5}"/>
                </a:ext>
              </a:extLst>
            </p:cNvPr>
            <p:cNvSpPr/>
            <p:nvPr/>
          </p:nvSpPr>
          <p:spPr bwMode="auto">
            <a:xfrm>
              <a:off x="5038810" y="1624325"/>
              <a:ext cx="72888" cy="92512"/>
            </a:xfrm>
            <a:custGeom>
              <a:avLst/>
              <a:gdLst>
                <a:gd name="T0" fmla="*/ 0 w 104"/>
                <a:gd name="T1" fmla="*/ 132 h 132"/>
                <a:gd name="T2" fmla="*/ 0 w 104"/>
                <a:gd name="T3" fmla="*/ 0 h 132"/>
                <a:gd name="T4" fmla="*/ 26 w 104"/>
                <a:gd name="T5" fmla="*/ 0 h 132"/>
                <a:gd name="T6" fmla="*/ 78 w 104"/>
                <a:gd name="T7" fmla="*/ 89 h 132"/>
                <a:gd name="T8" fmla="*/ 78 w 104"/>
                <a:gd name="T9" fmla="*/ 0 h 132"/>
                <a:gd name="T10" fmla="*/ 104 w 104"/>
                <a:gd name="T11" fmla="*/ 0 h 132"/>
                <a:gd name="T12" fmla="*/ 104 w 104"/>
                <a:gd name="T13" fmla="*/ 132 h 132"/>
                <a:gd name="T14" fmla="*/ 78 w 104"/>
                <a:gd name="T15" fmla="*/ 132 h 132"/>
                <a:gd name="T16" fmla="*/ 23 w 104"/>
                <a:gd name="T17" fmla="*/ 46 h 132"/>
                <a:gd name="T18" fmla="*/ 23 w 104"/>
                <a:gd name="T19" fmla="*/ 132 h 132"/>
                <a:gd name="T20" fmla="*/ 0 w 104"/>
                <a:gd name="T21" fmla="*/ 13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4" h="132">
                  <a:moveTo>
                    <a:pt x="0" y="132"/>
                  </a:moveTo>
                  <a:lnTo>
                    <a:pt x="0" y="0"/>
                  </a:lnTo>
                  <a:lnTo>
                    <a:pt x="26" y="0"/>
                  </a:lnTo>
                  <a:lnTo>
                    <a:pt x="78" y="89"/>
                  </a:lnTo>
                  <a:lnTo>
                    <a:pt x="78" y="0"/>
                  </a:lnTo>
                  <a:lnTo>
                    <a:pt x="104" y="0"/>
                  </a:lnTo>
                  <a:lnTo>
                    <a:pt x="104" y="132"/>
                  </a:lnTo>
                  <a:lnTo>
                    <a:pt x="78" y="132"/>
                  </a:lnTo>
                  <a:lnTo>
                    <a:pt x="23" y="46"/>
                  </a:lnTo>
                  <a:lnTo>
                    <a:pt x="23" y="132"/>
                  </a:lnTo>
                  <a:lnTo>
                    <a:pt x="0" y="1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3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/>
              </a:endParaRPr>
            </a:p>
          </p:txBody>
        </p:sp>
        <p:sp>
          <p:nvSpPr>
            <p:cNvPr id="163" name="ï$liḓê">
              <a:extLst>
                <a:ext uri="{FF2B5EF4-FFF2-40B4-BE49-F238E27FC236}">
                  <a16:creationId xmlns:a16="http://schemas.microsoft.com/office/drawing/2014/main" id="{DBB63E19-B164-4D6C-A8D1-1442DCE5E414}"/>
                </a:ext>
              </a:extLst>
            </p:cNvPr>
            <p:cNvSpPr/>
            <p:nvPr/>
          </p:nvSpPr>
          <p:spPr bwMode="auto">
            <a:xfrm>
              <a:off x="5136929" y="1624325"/>
              <a:ext cx="18923" cy="9251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3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/>
              </a:endParaRPr>
            </a:p>
          </p:txBody>
        </p:sp>
        <p:sp>
          <p:nvSpPr>
            <p:cNvPr id="164" name="iṩlidè">
              <a:extLst>
                <a:ext uri="{FF2B5EF4-FFF2-40B4-BE49-F238E27FC236}">
                  <a16:creationId xmlns:a16="http://schemas.microsoft.com/office/drawing/2014/main" id="{DB01E386-8469-48C4-986D-D71EFAA6AE72}"/>
                </a:ext>
              </a:extLst>
            </p:cNvPr>
            <p:cNvSpPr/>
            <p:nvPr/>
          </p:nvSpPr>
          <p:spPr bwMode="auto">
            <a:xfrm>
              <a:off x="5171271" y="1624325"/>
              <a:ext cx="84803" cy="92512"/>
            </a:xfrm>
            <a:custGeom>
              <a:avLst/>
              <a:gdLst>
                <a:gd name="T0" fmla="*/ 46 w 121"/>
                <a:gd name="T1" fmla="*/ 132 h 132"/>
                <a:gd name="T2" fmla="*/ 0 w 121"/>
                <a:gd name="T3" fmla="*/ 0 h 132"/>
                <a:gd name="T4" fmla="*/ 30 w 121"/>
                <a:gd name="T5" fmla="*/ 0 h 132"/>
                <a:gd name="T6" fmla="*/ 63 w 121"/>
                <a:gd name="T7" fmla="*/ 99 h 132"/>
                <a:gd name="T8" fmla="*/ 92 w 121"/>
                <a:gd name="T9" fmla="*/ 0 h 132"/>
                <a:gd name="T10" fmla="*/ 121 w 121"/>
                <a:gd name="T11" fmla="*/ 0 h 132"/>
                <a:gd name="T12" fmla="*/ 76 w 121"/>
                <a:gd name="T13" fmla="*/ 132 h 132"/>
                <a:gd name="T14" fmla="*/ 46 w 121"/>
                <a:gd name="T15" fmla="*/ 13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1" h="132">
                  <a:moveTo>
                    <a:pt x="46" y="132"/>
                  </a:moveTo>
                  <a:lnTo>
                    <a:pt x="0" y="0"/>
                  </a:lnTo>
                  <a:lnTo>
                    <a:pt x="30" y="0"/>
                  </a:lnTo>
                  <a:lnTo>
                    <a:pt x="63" y="99"/>
                  </a:lnTo>
                  <a:lnTo>
                    <a:pt x="92" y="0"/>
                  </a:lnTo>
                  <a:lnTo>
                    <a:pt x="121" y="0"/>
                  </a:lnTo>
                  <a:lnTo>
                    <a:pt x="76" y="132"/>
                  </a:lnTo>
                  <a:lnTo>
                    <a:pt x="46" y="1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3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/>
              </a:endParaRPr>
            </a:p>
          </p:txBody>
        </p:sp>
        <p:sp>
          <p:nvSpPr>
            <p:cNvPr id="165" name="íṧļîḓé">
              <a:extLst>
                <a:ext uri="{FF2B5EF4-FFF2-40B4-BE49-F238E27FC236}">
                  <a16:creationId xmlns:a16="http://schemas.microsoft.com/office/drawing/2014/main" id="{9B9DF8C8-DB75-40D8-974B-F1B08107D066}"/>
                </a:ext>
              </a:extLst>
            </p:cNvPr>
            <p:cNvSpPr/>
            <p:nvPr/>
          </p:nvSpPr>
          <p:spPr bwMode="auto">
            <a:xfrm>
              <a:off x="5272193" y="1624325"/>
              <a:ext cx="71487" cy="92512"/>
            </a:xfrm>
            <a:custGeom>
              <a:avLst/>
              <a:gdLst>
                <a:gd name="T0" fmla="*/ 0 w 102"/>
                <a:gd name="T1" fmla="*/ 132 h 132"/>
                <a:gd name="T2" fmla="*/ 0 w 102"/>
                <a:gd name="T3" fmla="*/ 0 h 132"/>
                <a:gd name="T4" fmla="*/ 99 w 102"/>
                <a:gd name="T5" fmla="*/ 0 h 132"/>
                <a:gd name="T6" fmla="*/ 99 w 102"/>
                <a:gd name="T7" fmla="*/ 23 h 132"/>
                <a:gd name="T8" fmla="*/ 27 w 102"/>
                <a:gd name="T9" fmla="*/ 23 h 132"/>
                <a:gd name="T10" fmla="*/ 27 w 102"/>
                <a:gd name="T11" fmla="*/ 53 h 132"/>
                <a:gd name="T12" fmla="*/ 92 w 102"/>
                <a:gd name="T13" fmla="*/ 53 h 132"/>
                <a:gd name="T14" fmla="*/ 92 w 102"/>
                <a:gd name="T15" fmla="*/ 76 h 132"/>
                <a:gd name="T16" fmla="*/ 27 w 102"/>
                <a:gd name="T17" fmla="*/ 76 h 132"/>
                <a:gd name="T18" fmla="*/ 27 w 102"/>
                <a:gd name="T19" fmla="*/ 112 h 132"/>
                <a:gd name="T20" fmla="*/ 102 w 102"/>
                <a:gd name="T21" fmla="*/ 112 h 132"/>
                <a:gd name="T22" fmla="*/ 102 w 102"/>
                <a:gd name="T23" fmla="*/ 132 h 132"/>
                <a:gd name="T24" fmla="*/ 0 w 102"/>
                <a:gd name="T25" fmla="*/ 13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2" h="132">
                  <a:moveTo>
                    <a:pt x="0" y="132"/>
                  </a:moveTo>
                  <a:lnTo>
                    <a:pt x="0" y="0"/>
                  </a:lnTo>
                  <a:lnTo>
                    <a:pt x="99" y="0"/>
                  </a:lnTo>
                  <a:lnTo>
                    <a:pt x="99" y="23"/>
                  </a:lnTo>
                  <a:lnTo>
                    <a:pt x="27" y="23"/>
                  </a:lnTo>
                  <a:lnTo>
                    <a:pt x="27" y="53"/>
                  </a:lnTo>
                  <a:lnTo>
                    <a:pt x="92" y="53"/>
                  </a:lnTo>
                  <a:lnTo>
                    <a:pt x="92" y="76"/>
                  </a:lnTo>
                  <a:lnTo>
                    <a:pt x="27" y="76"/>
                  </a:lnTo>
                  <a:lnTo>
                    <a:pt x="27" y="112"/>
                  </a:lnTo>
                  <a:lnTo>
                    <a:pt x="102" y="112"/>
                  </a:lnTo>
                  <a:lnTo>
                    <a:pt x="102" y="132"/>
                  </a:lnTo>
                  <a:lnTo>
                    <a:pt x="0" y="1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3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/>
              </a:endParaRPr>
            </a:p>
          </p:txBody>
        </p:sp>
        <p:sp>
          <p:nvSpPr>
            <p:cNvPr id="166" name="iṩḻîḑè">
              <a:extLst>
                <a:ext uri="{FF2B5EF4-FFF2-40B4-BE49-F238E27FC236}">
                  <a16:creationId xmlns:a16="http://schemas.microsoft.com/office/drawing/2014/main" id="{7FAFC254-A06D-45D9-A667-A57F351CCA48}"/>
                </a:ext>
              </a:extLst>
            </p:cNvPr>
            <p:cNvSpPr/>
            <p:nvPr/>
          </p:nvSpPr>
          <p:spPr bwMode="auto">
            <a:xfrm>
              <a:off x="5366808" y="1624325"/>
              <a:ext cx="79897" cy="92512"/>
            </a:xfrm>
            <a:custGeom>
              <a:avLst/>
              <a:gdLst>
                <a:gd name="T0" fmla="*/ 0 w 35"/>
                <a:gd name="T1" fmla="*/ 40 h 40"/>
                <a:gd name="T2" fmla="*/ 0 w 35"/>
                <a:gd name="T3" fmla="*/ 0 h 40"/>
                <a:gd name="T4" fmla="*/ 17 w 35"/>
                <a:gd name="T5" fmla="*/ 0 h 40"/>
                <a:gd name="T6" fmla="*/ 26 w 35"/>
                <a:gd name="T7" fmla="*/ 1 h 40"/>
                <a:gd name="T8" fmla="*/ 30 w 35"/>
                <a:gd name="T9" fmla="*/ 5 h 40"/>
                <a:gd name="T10" fmla="*/ 32 w 35"/>
                <a:gd name="T11" fmla="*/ 12 h 40"/>
                <a:gd name="T12" fmla="*/ 30 w 35"/>
                <a:gd name="T13" fmla="*/ 19 h 40"/>
                <a:gd name="T14" fmla="*/ 22 w 35"/>
                <a:gd name="T15" fmla="*/ 23 h 40"/>
                <a:gd name="T16" fmla="*/ 26 w 35"/>
                <a:gd name="T17" fmla="*/ 26 h 40"/>
                <a:gd name="T18" fmla="*/ 31 w 35"/>
                <a:gd name="T19" fmla="*/ 33 h 40"/>
                <a:gd name="T20" fmla="*/ 35 w 35"/>
                <a:gd name="T21" fmla="*/ 40 h 40"/>
                <a:gd name="T22" fmla="*/ 26 w 35"/>
                <a:gd name="T23" fmla="*/ 40 h 40"/>
                <a:gd name="T24" fmla="*/ 20 w 35"/>
                <a:gd name="T25" fmla="*/ 32 h 40"/>
                <a:gd name="T26" fmla="*/ 16 w 35"/>
                <a:gd name="T27" fmla="*/ 26 h 40"/>
                <a:gd name="T28" fmla="*/ 13 w 35"/>
                <a:gd name="T29" fmla="*/ 24 h 40"/>
                <a:gd name="T30" fmla="*/ 9 w 35"/>
                <a:gd name="T31" fmla="*/ 24 h 40"/>
                <a:gd name="T32" fmla="*/ 8 w 35"/>
                <a:gd name="T33" fmla="*/ 24 h 40"/>
                <a:gd name="T34" fmla="*/ 8 w 35"/>
                <a:gd name="T35" fmla="*/ 40 h 40"/>
                <a:gd name="T36" fmla="*/ 0 w 35"/>
                <a:gd name="T37" fmla="*/ 40 h 40"/>
                <a:gd name="T38" fmla="*/ 8 w 35"/>
                <a:gd name="T39" fmla="*/ 17 h 40"/>
                <a:gd name="T40" fmla="*/ 14 w 35"/>
                <a:gd name="T41" fmla="*/ 17 h 40"/>
                <a:gd name="T42" fmla="*/ 21 w 35"/>
                <a:gd name="T43" fmla="*/ 17 h 40"/>
                <a:gd name="T44" fmla="*/ 23 w 35"/>
                <a:gd name="T45" fmla="*/ 15 h 40"/>
                <a:gd name="T46" fmla="*/ 24 w 35"/>
                <a:gd name="T47" fmla="*/ 12 h 40"/>
                <a:gd name="T48" fmla="*/ 23 w 35"/>
                <a:gd name="T49" fmla="*/ 9 h 40"/>
                <a:gd name="T50" fmla="*/ 20 w 35"/>
                <a:gd name="T51" fmla="*/ 7 h 40"/>
                <a:gd name="T52" fmla="*/ 14 w 35"/>
                <a:gd name="T53" fmla="*/ 7 h 40"/>
                <a:gd name="T54" fmla="*/ 8 w 35"/>
                <a:gd name="T55" fmla="*/ 7 h 40"/>
                <a:gd name="T56" fmla="*/ 8 w 35"/>
                <a:gd name="T57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5" h="40">
                  <a:moveTo>
                    <a:pt x="0" y="4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21" y="0"/>
                    <a:pt x="24" y="1"/>
                    <a:pt x="26" y="1"/>
                  </a:cubicBezTo>
                  <a:cubicBezTo>
                    <a:pt x="28" y="2"/>
                    <a:pt x="29" y="3"/>
                    <a:pt x="30" y="5"/>
                  </a:cubicBezTo>
                  <a:cubicBezTo>
                    <a:pt x="32" y="7"/>
                    <a:pt x="32" y="9"/>
                    <a:pt x="32" y="12"/>
                  </a:cubicBezTo>
                  <a:cubicBezTo>
                    <a:pt x="32" y="15"/>
                    <a:pt x="31" y="17"/>
                    <a:pt x="30" y="19"/>
                  </a:cubicBezTo>
                  <a:cubicBezTo>
                    <a:pt x="28" y="21"/>
                    <a:pt x="25" y="22"/>
                    <a:pt x="22" y="23"/>
                  </a:cubicBezTo>
                  <a:cubicBezTo>
                    <a:pt x="23" y="24"/>
                    <a:pt x="25" y="25"/>
                    <a:pt x="26" y="26"/>
                  </a:cubicBezTo>
                  <a:cubicBezTo>
                    <a:pt x="27" y="27"/>
                    <a:pt x="29" y="29"/>
                    <a:pt x="31" y="33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26" y="40"/>
                    <a:pt x="26" y="40"/>
                    <a:pt x="26" y="40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18" y="29"/>
                    <a:pt x="17" y="27"/>
                    <a:pt x="16" y="26"/>
                  </a:cubicBezTo>
                  <a:cubicBezTo>
                    <a:pt x="15" y="25"/>
                    <a:pt x="14" y="24"/>
                    <a:pt x="13" y="24"/>
                  </a:cubicBezTo>
                  <a:cubicBezTo>
                    <a:pt x="12" y="24"/>
                    <a:pt x="11" y="24"/>
                    <a:pt x="9" y="24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8" y="40"/>
                    <a:pt x="8" y="40"/>
                    <a:pt x="8" y="40"/>
                  </a:cubicBezTo>
                  <a:cubicBezTo>
                    <a:pt x="0" y="40"/>
                    <a:pt x="0" y="40"/>
                    <a:pt x="0" y="40"/>
                  </a:cubicBezTo>
                  <a:close/>
                  <a:moveTo>
                    <a:pt x="8" y="17"/>
                  </a:moveTo>
                  <a:cubicBezTo>
                    <a:pt x="14" y="17"/>
                    <a:pt x="14" y="17"/>
                    <a:pt x="14" y="17"/>
                  </a:cubicBezTo>
                  <a:cubicBezTo>
                    <a:pt x="17" y="17"/>
                    <a:pt x="20" y="17"/>
                    <a:pt x="21" y="17"/>
                  </a:cubicBezTo>
                  <a:cubicBezTo>
                    <a:pt x="22" y="16"/>
                    <a:pt x="23" y="16"/>
                    <a:pt x="23" y="15"/>
                  </a:cubicBezTo>
                  <a:cubicBezTo>
                    <a:pt x="24" y="14"/>
                    <a:pt x="24" y="13"/>
                    <a:pt x="24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7" y="7"/>
                    <a:pt x="14" y="7"/>
                  </a:cubicBezTo>
                  <a:cubicBezTo>
                    <a:pt x="8" y="7"/>
                    <a:pt x="8" y="7"/>
                    <a:pt x="8" y="7"/>
                  </a:cubicBezTo>
                  <a:lnTo>
                    <a:pt x="8" y="1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3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/>
              </a:endParaRPr>
            </a:p>
          </p:txBody>
        </p:sp>
        <p:sp>
          <p:nvSpPr>
            <p:cNvPr id="167" name="ïṣľíḑé">
              <a:extLst>
                <a:ext uri="{FF2B5EF4-FFF2-40B4-BE49-F238E27FC236}">
                  <a16:creationId xmlns:a16="http://schemas.microsoft.com/office/drawing/2014/main" id="{C53AED53-52AD-4727-9D20-6EBDD347D342}"/>
                </a:ext>
              </a:extLst>
            </p:cNvPr>
            <p:cNvSpPr/>
            <p:nvPr/>
          </p:nvSpPr>
          <p:spPr bwMode="auto">
            <a:xfrm>
              <a:off x="5460722" y="1624325"/>
              <a:ext cx="72888" cy="94615"/>
            </a:xfrm>
            <a:custGeom>
              <a:avLst/>
              <a:gdLst>
                <a:gd name="T0" fmla="*/ 0 w 32"/>
                <a:gd name="T1" fmla="*/ 27 h 41"/>
                <a:gd name="T2" fmla="*/ 8 w 32"/>
                <a:gd name="T3" fmla="*/ 27 h 41"/>
                <a:gd name="T4" fmla="*/ 11 w 32"/>
                <a:gd name="T5" fmla="*/ 32 h 41"/>
                <a:gd name="T6" fmla="*/ 16 w 32"/>
                <a:gd name="T7" fmla="*/ 34 h 41"/>
                <a:gd name="T8" fmla="*/ 22 w 32"/>
                <a:gd name="T9" fmla="*/ 33 h 41"/>
                <a:gd name="T10" fmla="*/ 24 w 32"/>
                <a:gd name="T11" fmla="*/ 29 h 41"/>
                <a:gd name="T12" fmla="*/ 23 w 32"/>
                <a:gd name="T13" fmla="*/ 26 h 41"/>
                <a:gd name="T14" fmla="*/ 21 w 32"/>
                <a:gd name="T15" fmla="*/ 25 h 41"/>
                <a:gd name="T16" fmla="*/ 14 w 32"/>
                <a:gd name="T17" fmla="*/ 23 h 41"/>
                <a:gd name="T18" fmla="*/ 5 w 32"/>
                <a:gd name="T19" fmla="*/ 19 h 41"/>
                <a:gd name="T20" fmla="*/ 1 w 32"/>
                <a:gd name="T21" fmla="*/ 11 h 41"/>
                <a:gd name="T22" fmla="*/ 3 w 32"/>
                <a:gd name="T23" fmla="*/ 5 h 41"/>
                <a:gd name="T24" fmla="*/ 8 w 32"/>
                <a:gd name="T25" fmla="*/ 1 h 41"/>
                <a:gd name="T26" fmla="*/ 16 w 32"/>
                <a:gd name="T27" fmla="*/ 0 h 41"/>
                <a:gd name="T28" fmla="*/ 27 w 32"/>
                <a:gd name="T29" fmla="*/ 3 h 41"/>
                <a:gd name="T30" fmla="*/ 31 w 32"/>
                <a:gd name="T31" fmla="*/ 12 h 41"/>
                <a:gd name="T32" fmla="*/ 23 w 32"/>
                <a:gd name="T33" fmla="*/ 12 h 41"/>
                <a:gd name="T34" fmla="*/ 21 w 32"/>
                <a:gd name="T35" fmla="*/ 8 h 41"/>
                <a:gd name="T36" fmla="*/ 16 w 32"/>
                <a:gd name="T37" fmla="*/ 6 h 41"/>
                <a:gd name="T38" fmla="*/ 10 w 32"/>
                <a:gd name="T39" fmla="*/ 8 h 41"/>
                <a:gd name="T40" fmla="*/ 9 w 32"/>
                <a:gd name="T41" fmla="*/ 10 h 41"/>
                <a:gd name="T42" fmla="*/ 10 w 32"/>
                <a:gd name="T43" fmla="*/ 13 h 41"/>
                <a:gd name="T44" fmla="*/ 18 w 32"/>
                <a:gd name="T45" fmla="*/ 15 h 41"/>
                <a:gd name="T46" fmla="*/ 26 w 32"/>
                <a:gd name="T47" fmla="*/ 18 h 41"/>
                <a:gd name="T48" fmla="*/ 31 w 32"/>
                <a:gd name="T49" fmla="*/ 22 h 41"/>
                <a:gd name="T50" fmla="*/ 32 w 32"/>
                <a:gd name="T51" fmla="*/ 29 h 41"/>
                <a:gd name="T52" fmla="*/ 30 w 32"/>
                <a:gd name="T53" fmla="*/ 35 h 41"/>
                <a:gd name="T54" fmla="*/ 25 w 32"/>
                <a:gd name="T55" fmla="*/ 40 h 41"/>
                <a:gd name="T56" fmla="*/ 16 w 32"/>
                <a:gd name="T57" fmla="*/ 41 h 41"/>
                <a:gd name="T58" fmla="*/ 5 w 32"/>
                <a:gd name="T59" fmla="*/ 38 h 41"/>
                <a:gd name="T60" fmla="*/ 0 w 32"/>
                <a:gd name="T61" fmla="*/ 27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32" h="41">
                  <a:moveTo>
                    <a:pt x="0" y="27"/>
                  </a:moveTo>
                  <a:cubicBezTo>
                    <a:pt x="8" y="27"/>
                    <a:pt x="8" y="27"/>
                    <a:pt x="8" y="27"/>
                  </a:cubicBezTo>
                  <a:cubicBezTo>
                    <a:pt x="8" y="29"/>
                    <a:pt x="9" y="31"/>
                    <a:pt x="11" y="32"/>
                  </a:cubicBezTo>
                  <a:cubicBezTo>
                    <a:pt x="12" y="34"/>
                    <a:pt x="14" y="34"/>
                    <a:pt x="16" y="34"/>
                  </a:cubicBezTo>
                  <a:cubicBezTo>
                    <a:pt x="19" y="34"/>
                    <a:pt x="21" y="34"/>
                    <a:pt x="22" y="33"/>
                  </a:cubicBezTo>
                  <a:cubicBezTo>
                    <a:pt x="24" y="31"/>
                    <a:pt x="24" y="30"/>
                    <a:pt x="24" y="29"/>
                  </a:cubicBezTo>
                  <a:cubicBezTo>
                    <a:pt x="24" y="28"/>
                    <a:pt x="24" y="27"/>
                    <a:pt x="23" y="26"/>
                  </a:cubicBezTo>
                  <a:cubicBezTo>
                    <a:pt x="23" y="26"/>
                    <a:pt x="22" y="25"/>
                    <a:pt x="21" y="25"/>
                  </a:cubicBezTo>
                  <a:cubicBezTo>
                    <a:pt x="20" y="24"/>
                    <a:pt x="17" y="24"/>
                    <a:pt x="14" y="23"/>
                  </a:cubicBezTo>
                  <a:cubicBezTo>
                    <a:pt x="10" y="22"/>
                    <a:pt x="7" y="20"/>
                    <a:pt x="5" y="19"/>
                  </a:cubicBezTo>
                  <a:cubicBezTo>
                    <a:pt x="3" y="17"/>
                    <a:pt x="1" y="14"/>
                    <a:pt x="1" y="11"/>
                  </a:cubicBezTo>
                  <a:cubicBezTo>
                    <a:pt x="1" y="9"/>
                    <a:pt x="2" y="7"/>
                    <a:pt x="3" y="5"/>
                  </a:cubicBezTo>
                  <a:cubicBezTo>
                    <a:pt x="4" y="3"/>
                    <a:pt x="6" y="2"/>
                    <a:pt x="8" y="1"/>
                  </a:cubicBezTo>
                  <a:cubicBezTo>
                    <a:pt x="10" y="0"/>
                    <a:pt x="13" y="0"/>
                    <a:pt x="16" y="0"/>
                  </a:cubicBezTo>
                  <a:cubicBezTo>
                    <a:pt x="21" y="0"/>
                    <a:pt x="25" y="1"/>
                    <a:pt x="27" y="3"/>
                  </a:cubicBezTo>
                  <a:cubicBezTo>
                    <a:pt x="30" y="5"/>
                    <a:pt x="31" y="8"/>
                    <a:pt x="31" y="12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3" y="10"/>
                    <a:pt x="22" y="9"/>
                    <a:pt x="21" y="8"/>
                  </a:cubicBezTo>
                  <a:cubicBezTo>
                    <a:pt x="20" y="7"/>
                    <a:pt x="18" y="6"/>
                    <a:pt x="16" y="6"/>
                  </a:cubicBezTo>
                  <a:cubicBezTo>
                    <a:pt x="13" y="6"/>
                    <a:pt x="12" y="7"/>
                    <a:pt x="10" y="8"/>
                  </a:cubicBezTo>
                  <a:cubicBezTo>
                    <a:pt x="9" y="8"/>
                    <a:pt x="9" y="9"/>
                    <a:pt x="9" y="10"/>
                  </a:cubicBezTo>
                  <a:cubicBezTo>
                    <a:pt x="9" y="11"/>
                    <a:pt x="9" y="12"/>
                    <a:pt x="10" y="13"/>
                  </a:cubicBezTo>
                  <a:cubicBezTo>
                    <a:pt x="11" y="14"/>
                    <a:pt x="14" y="14"/>
                    <a:pt x="18" y="15"/>
                  </a:cubicBezTo>
                  <a:cubicBezTo>
                    <a:pt x="22" y="16"/>
                    <a:pt x="24" y="17"/>
                    <a:pt x="26" y="18"/>
                  </a:cubicBezTo>
                  <a:cubicBezTo>
                    <a:pt x="28" y="19"/>
                    <a:pt x="30" y="21"/>
                    <a:pt x="31" y="22"/>
                  </a:cubicBezTo>
                  <a:cubicBezTo>
                    <a:pt x="32" y="24"/>
                    <a:pt x="32" y="26"/>
                    <a:pt x="32" y="29"/>
                  </a:cubicBezTo>
                  <a:cubicBezTo>
                    <a:pt x="32" y="31"/>
                    <a:pt x="32" y="33"/>
                    <a:pt x="30" y="35"/>
                  </a:cubicBezTo>
                  <a:cubicBezTo>
                    <a:pt x="29" y="37"/>
                    <a:pt x="27" y="39"/>
                    <a:pt x="25" y="40"/>
                  </a:cubicBezTo>
                  <a:cubicBezTo>
                    <a:pt x="23" y="41"/>
                    <a:pt x="20" y="41"/>
                    <a:pt x="16" y="41"/>
                  </a:cubicBezTo>
                  <a:cubicBezTo>
                    <a:pt x="11" y="41"/>
                    <a:pt x="7" y="40"/>
                    <a:pt x="5" y="38"/>
                  </a:cubicBezTo>
                  <a:cubicBezTo>
                    <a:pt x="2" y="35"/>
                    <a:pt x="0" y="32"/>
                    <a:pt x="0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3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/>
              </a:endParaRPr>
            </a:p>
          </p:txBody>
        </p:sp>
        <p:sp>
          <p:nvSpPr>
            <p:cNvPr id="168" name="îşḻîḑè">
              <a:extLst>
                <a:ext uri="{FF2B5EF4-FFF2-40B4-BE49-F238E27FC236}">
                  <a16:creationId xmlns:a16="http://schemas.microsoft.com/office/drawing/2014/main" id="{391C165E-D96B-42A5-991B-DA54E0F158D1}"/>
                </a:ext>
              </a:extLst>
            </p:cNvPr>
            <p:cNvSpPr/>
            <p:nvPr/>
          </p:nvSpPr>
          <p:spPr bwMode="auto">
            <a:xfrm>
              <a:off x="5556738" y="1624325"/>
              <a:ext cx="18222" cy="9251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3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/>
              </a:endParaRPr>
            </a:p>
          </p:txBody>
        </p:sp>
        <p:sp>
          <p:nvSpPr>
            <p:cNvPr id="169" name="iṣḷiḓê">
              <a:extLst>
                <a:ext uri="{FF2B5EF4-FFF2-40B4-BE49-F238E27FC236}">
                  <a16:creationId xmlns:a16="http://schemas.microsoft.com/office/drawing/2014/main" id="{852C5921-DC03-4D98-A173-C094AAF62B62}"/>
                </a:ext>
              </a:extLst>
            </p:cNvPr>
            <p:cNvSpPr/>
            <p:nvPr/>
          </p:nvSpPr>
          <p:spPr bwMode="auto">
            <a:xfrm>
              <a:off x="5593182" y="1624325"/>
              <a:ext cx="73589" cy="92512"/>
            </a:xfrm>
            <a:custGeom>
              <a:avLst/>
              <a:gdLst>
                <a:gd name="T0" fmla="*/ 40 w 105"/>
                <a:gd name="T1" fmla="*/ 132 h 132"/>
                <a:gd name="T2" fmla="*/ 40 w 105"/>
                <a:gd name="T3" fmla="*/ 23 h 132"/>
                <a:gd name="T4" fmla="*/ 0 w 105"/>
                <a:gd name="T5" fmla="*/ 23 h 132"/>
                <a:gd name="T6" fmla="*/ 0 w 105"/>
                <a:gd name="T7" fmla="*/ 0 h 132"/>
                <a:gd name="T8" fmla="*/ 105 w 105"/>
                <a:gd name="T9" fmla="*/ 0 h 132"/>
                <a:gd name="T10" fmla="*/ 105 w 105"/>
                <a:gd name="T11" fmla="*/ 23 h 132"/>
                <a:gd name="T12" fmla="*/ 66 w 105"/>
                <a:gd name="T13" fmla="*/ 23 h 132"/>
                <a:gd name="T14" fmla="*/ 66 w 105"/>
                <a:gd name="T15" fmla="*/ 132 h 132"/>
                <a:gd name="T16" fmla="*/ 40 w 105"/>
                <a:gd name="T17" fmla="*/ 13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5" h="132">
                  <a:moveTo>
                    <a:pt x="40" y="132"/>
                  </a:moveTo>
                  <a:lnTo>
                    <a:pt x="40" y="23"/>
                  </a:lnTo>
                  <a:lnTo>
                    <a:pt x="0" y="23"/>
                  </a:lnTo>
                  <a:lnTo>
                    <a:pt x="0" y="0"/>
                  </a:lnTo>
                  <a:lnTo>
                    <a:pt x="105" y="0"/>
                  </a:lnTo>
                  <a:lnTo>
                    <a:pt x="105" y="23"/>
                  </a:lnTo>
                  <a:lnTo>
                    <a:pt x="66" y="23"/>
                  </a:lnTo>
                  <a:lnTo>
                    <a:pt x="66" y="132"/>
                  </a:lnTo>
                  <a:lnTo>
                    <a:pt x="40" y="1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3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/>
              </a:endParaRPr>
            </a:p>
          </p:txBody>
        </p:sp>
        <p:sp>
          <p:nvSpPr>
            <p:cNvPr id="170" name="işļídè">
              <a:extLst>
                <a:ext uri="{FF2B5EF4-FFF2-40B4-BE49-F238E27FC236}">
                  <a16:creationId xmlns:a16="http://schemas.microsoft.com/office/drawing/2014/main" id="{4314AFA1-12FD-4E68-81E1-375E0CD37C54}"/>
                </a:ext>
              </a:extLst>
            </p:cNvPr>
            <p:cNvSpPr/>
            <p:nvPr/>
          </p:nvSpPr>
          <p:spPr bwMode="auto">
            <a:xfrm>
              <a:off x="5675882" y="1624325"/>
              <a:ext cx="84803" cy="92512"/>
            </a:xfrm>
            <a:custGeom>
              <a:avLst/>
              <a:gdLst>
                <a:gd name="T0" fmla="*/ 46 w 121"/>
                <a:gd name="T1" fmla="*/ 132 h 132"/>
                <a:gd name="T2" fmla="*/ 46 w 121"/>
                <a:gd name="T3" fmla="*/ 79 h 132"/>
                <a:gd name="T4" fmla="*/ 0 w 121"/>
                <a:gd name="T5" fmla="*/ 0 h 132"/>
                <a:gd name="T6" fmla="*/ 30 w 121"/>
                <a:gd name="T7" fmla="*/ 0 h 132"/>
                <a:gd name="T8" fmla="*/ 62 w 121"/>
                <a:gd name="T9" fmla="*/ 53 h 132"/>
                <a:gd name="T10" fmla="*/ 92 w 121"/>
                <a:gd name="T11" fmla="*/ 0 h 132"/>
                <a:gd name="T12" fmla="*/ 121 w 121"/>
                <a:gd name="T13" fmla="*/ 0 h 132"/>
                <a:gd name="T14" fmla="*/ 75 w 121"/>
                <a:gd name="T15" fmla="*/ 79 h 132"/>
                <a:gd name="T16" fmla="*/ 75 w 121"/>
                <a:gd name="T17" fmla="*/ 132 h 132"/>
                <a:gd name="T18" fmla="*/ 46 w 121"/>
                <a:gd name="T19" fmla="*/ 13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1" h="132">
                  <a:moveTo>
                    <a:pt x="46" y="132"/>
                  </a:moveTo>
                  <a:lnTo>
                    <a:pt x="46" y="79"/>
                  </a:lnTo>
                  <a:lnTo>
                    <a:pt x="0" y="0"/>
                  </a:lnTo>
                  <a:lnTo>
                    <a:pt x="30" y="0"/>
                  </a:lnTo>
                  <a:lnTo>
                    <a:pt x="62" y="53"/>
                  </a:lnTo>
                  <a:lnTo>
                    <a:pt x="92" y="0"/>
                  </a:lnTo>
                  <a:lnTo>
                    <a:pt x="121" y="0"/>
                  </a:lnTo>
                  <a:lnTo>
                    <a:pt x="75" y="79"/>
                  </a:lnTo>
                  <a:lnTo>
                    <a:pt x="75" y="132"/>
                  </a:lnTo>
                  <a:lnTo>
                    <a:pt x="46" y="1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3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07800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文本框 5"/>
          <p:cNvSpPr txBox="1">
            <a:spLocks noChangeArrowheads="1"/>
          </p:cNvSpPr>
          <p:nvPr/>
        </p:nvSpPr>
        <p:spPr bwMode="auto">
          <a:xfrm>
            <a:off x="3546465" y="413024"/>
            <a:ext cx="233910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800" b="1" dirty="0">
                <a:solidFill>
                  <a:schemeClr val="accent1"/>
                </a:solidFill>
                <a:latin typeface="+mj-ea"/>
                <a:ea typeface="+mj-ea"/>
              </a:rPr>
              <a:t>科学文献工具</a:t>
            </a:r>
            <a:endParaRPr lang="en-US" altLang="zh-CN" sz="2800" b="1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72" name="灯片编号占位符 1">
            <a:extLst>
              <a:ext uri="{FF2B5EF4-FFF2-40B4-BE49-F238E27FC236}">
                <a16:creationId xmlns:a16="http://schemas.microsoft.com/office/drawing/2014/main" id="{CD63876E-AB3C-4B1E-B80D-1DD5AC4A2FDE}"/>
              </a:ext>
            </a:extLst>
          </p:cNvPr>
          <p:cNvSpPr txBox="1">
            <a:spLocks/>
          </p:cNvSpPr>
          <p:nvPr/>
        </p:nvSpPr>
        <p:spPr>
          <a:xfrm>
            <a:off x="6855639" y="4784300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CBECEF1-1935-4692-9C86-5FD89D9EDF46}" type="slidenum">
              <a:rPr lang="zh-CN" altLang="en-US" smtClean="0"/>
              <a:pPr/>
              <a:t>2</a:t>
            </a:fld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B7EC01E-20D0-4F38-B702-ECC9957E98EC}"/>
              </a:ext>
            </a:extLst>
          </p:cNvPr>
          <p:cNvSpPr txBox="1"/>
          <p:nvPr/>
        </p:nvSpPr>
        <p:spPr>
          <a:xfrm>
            <a:off x="827584" y="1059582"/>
            <a:ext cx="60486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官网：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https://www.zotero.org/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华军软件网：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4"/>
              </a:rPr>
              <a:t>https://www.onlinedown.net/soft/1227487.htm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DD2C1A9-16A6-41B1-9307-A8F32115E9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5503" y="1763746"/>
            <a:ext cx="4184481" cy="266341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7C1A7D84-9433-41D7-B828-CEAB6BD210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6016" y="1763746"/>
            <a:ext cx="4252481" cy="2780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29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文本框 5"/>
          <p:cNvSpPr txBox="1">
            <a:spLocks noChangeArrowheads="1"/>
          </p:cNvSpPr>
          <p:nvPr/>
        </p:nvSpPr>
        <p:spPr bwMode="auto">
          <a:xfrm>
            <a:off x="1862220" y="123478"/>
            <a:ext cx="541956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800" b="1" dirty="0">
                <a:solidFill>
                  <a:schemeClr val="accent1"/>
                </a:solidFill>
                <a:latin typeface="+mj-ea"/>
                <a:ea typeface="+mj-ea"/>
              </a:rPr>
              <a:t>第一个任务：导入</a:t>
            </a:r>
            <a:r>
              <a:rPr lang="en-US" altLang="zh-CN" sz="2800" b="1" dirty="0">
                <a:solidFill>
                  <a:schemeClr val="accent1"/>
                </a:solidFill>
                <a:latin typeface="+mj-ea"/>
                <a:ea typeface="+mj-ea"/>
              </a:rPr>
              <a:t>10</a:t>
            </a:r>
            <a:r>
              <a:rPr lang="zh-CN" altLang="en-US" sz="2800" b="1" dirty="0">
                <a:solidFill>
                  <a:schemeClr val="accent1"/>
                </a:solidFill>
                <a:latin typeface="+mj-ea"/>
                <a:ea typeface="+mj-ea"/>
              </a:rPr>
              <a:t>个研究条目</a:t>
            </a:r>
            <a:endParaRPr lang="en-US" altLang="zh-CN" sz="2800" b="1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72" name="灯片编号占位符 1">
            <a:extLst>
              <a:ext uri="{FF2B5EF4-FFF2-40B4-BE49-F238E27FC236}">
                <a16:creationId xmlns:a16="http://schemas.microsoft.com/office/drawing/2014/main" id="{CD63876E-AB3C-4B1E-B80D-1DD5AC4A2FDE}"/>
              </a:ext>
            </a:extLst>
          </p:cNvPr>
          <p:cNvSpPr txBox="1">
            <a:spLocks/>
          </p:cNvSpPr>
          <p:nvPr/>
        </p:nvSpPr>
        <p:spPr>
          <a:xfrm>
            <a:off x="6855639" y="4784300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CBECEF1-1935-4692-9C86-5FD89D9EDF46}" type="slidenum">
              <a:rPr lang="zh-CN" altLang="en-US" smtClean="0"/>
              <a:pPr/>
              <a:t>3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F229DE7-D614-4381-9590-5CA96768CA5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7991" b="9962"/>
          <a:stretch/>
        </p:blipFill>
        <p:spPr>
          <a:xfrm>
            <a:off x="251520" y="951150"/>
            <a:ext cx="4139240" cy="32412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77B63B84-979B-43D2-A1E6-FB24B8BB7C4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5536" b="14036"/>
          <a:stretch/>
        </p:blipFill>
        <p:spPr>
          <a:xfrm>
            <a:off x="4571996" y="1023998"/>
            <a:ext cx="4457115" cy="316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3892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文本框 5"/>
          <p:cNvSpPr txBox="1">
            <a:spLocks noChangeArrowheads="1"/>
          </p:cNvSpPr>
          <p:nvPr/>
        </p:nvSpPr>
        <p:spPr bwMode="auto">
          <a:xfrm>
            <a:off x="2145697" y="123478"/>
            <a:ext cx="485261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800" b="1" dirty="0">
                <a:solidFill>
                  <a:schemeClr val="accent1"/>
                </a:solidFill>
                <a:latin typeface="+mj-ea"/>
                <a:ea typeface="+mj-ea"/>
              </a:rPr>
              <a:t>第二个任务：软件中查阅文献</a:t>
            </a:r>
            <a:endParaRPr lang="en-US" altLang="zh-CN" sz="2800" b="1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72" name="灯片编号占位符 1">
            <a:extLst>
              <a:ext uri="{FF2B5EF4-FFF2-40B4-BE49-F238E27FC236}">
                <a16:creationId xmlns:a16="http://schemas.microsoft.com/office/drawing/2014/main" id="{CD63876E-AB3C-4B1E-B80D-1DD5AC4A2FDE}"/>
              </a:ext>
            </a:extLst>
          </p:cNvPr>
          <p:cNvSpPr txBox="1">
            <a:spLocks/>
          </p:cNvSpPr>
          <p:nvPr/>
        </p:nvSpPr>
        <p:spPr>
          <a:xfrm>
            <a:off x="6855639" y="4784300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CBECEF1-1935-4692-9C86-5FD89D9EDF46}" type="slidenum">
              <a:rPr lang="zh-CN" altLang="en-US" smtClean="0"/>
              <a:pPr/>
              <a:t>4</a:t>
            </a:fld>
            <a:endParaRPr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85C698FC-AACF-4BC2-9E11-0AE4D6D922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784" y="771550"/>
            <a:ext cx="8460432" cy="3000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64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文本框 5"/>
          <p:cNvSpPr txBox="1">
            <a:spLocks noChangeArrowheads="1"/>
          </p:cNvSpPr>
          <p:nvPr/>
        </p:nvSpPr>
        <p:spPr bwMode="auto">
          <a:xfrm>
            <a:off x="2183716" y="123478"/>
            <a:ext cx="477656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800" b="1" dirty="0">
                <a:solidFill>
                  <a:schemeClr val="accent1"/>
                </a:solidFill>
                <a:latin typeface="+mj-ea"/>
                <a:ea typeface="+mj-ea"/>
              </a:rPr>
              <a:t>第三个任务：</a:t>
            </a:r>
            <a:r>
              <a:rPr lang="en-US" altLang="zh-CN" sz="2800" b="1" dirty="0">
                <a:solidFill>
                  <a:schemeClr val="accent1"/>
                </a:solidFill>
                <a:latin typeface="+mj-ea"/>
                <a:ea typeface="+mj-ea"/>
              </a:rPr>
              <a:t>Word</a:t>
            </a:r>
            <a:r>
              <a:rPr lang="zh-CN" altLang="en-US" sz="2800" b="1" dirty="0">
                <a:solidFill>
                  <a:schemeClr val="accent1"/>
                </a:solidFill>
                <a:latin typeface="+mj-ea"/>
                <a:ea typeface="+mj-ea"/>
              </a:rPr>
              <a:t>插件使用</a:t>
            </a:r>
            <a:endParaRPr lang="en-US" altLang="zh-CN" sz="2800" b="1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72" name="灯片编号占位符 1">
            <a:extLst>
              <a:ext uri="{FF2B5EF4-FFF2-40B4-BE49-F238E27FC236}">
                <a16:creationId xmlns:a16="http://schemas.microsoft.com/office/drawing/2014/main" id="{CD63876E-AB3C-4B1E-B80D-1DD5AC4A2FDE}"/>
              </a:ext>
            </a:extLst>
          </p:cNvPr>
          <p:cNvSpPr txBox="1">
            <a:spLocks/>
          </p:cNvSpPr>
          <p:nvPr/>
        </p:nvSpPr>
        <p:spPr>
          <a:xfrm>
            <a:off x="6855639" y="4784300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CBECEF1-1935-4692-9C86-5FD89D9EDF46}" type="slidenum">
              <a:rPr lang="zh-CN" altLang="en-US" smtClean="0"/>
              <a:pPr/>
              <a:t>5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815EC82-10E0-4676-9DE0-ED9036535B4C}"/>
              </a:ext>
            </a:extLst>
          </p:cNvPr>
          <p:cNvSpPr txBox="1"/>
          <p:nvPr/>
        </p:nvSpPr>
        <p:spPr>
          <a:xfrm>
            <a:off x="611560" y="516863"/>
            <a:ext cx="60486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设置引用格式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41384A0-94B8-4157-98B6-F388ADD6A1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52" y="855224"/>
            <a:ext cx="4608512" cy="3138331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2C5BC8F9-80D9-4058-827E-D1912C1302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982" y="756531"/>
            <a:ext cx="3784969" cy="4164691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55EA963E-395E-44AC-B38E-2A309BA563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2114" y="1356394"/>
            <a:ext cx="5868198" cy="3451619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7DCF1076-FBE3-4B50-9E79-F8A473491889}"/>
              </a:ext>
            </a:extLst>
          </p:cNvPr>
          <p:cNvSpPr/>
          <p:nvPr/>
        </p:nvSpPr>
        <p:spPr>
          <a:xfrm>
            <a:off x="1763688" y="3723878"/>
            <a:ext cx="3168352" cy="2301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4167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文本框 5"/>
          <p:cNvSpPr txBox="1">
            <a:spLocks noChangeArrowheads="1"/>
          </p:cNvSpPr>
          <p:nvPr/>
        </p:nvSpPr>
        <p:spPr bwMode="auto">
          <a:xfrm>
            <a:off x="3260932" y="123478"/>
            <a:ext cx="262212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800" b="1" dirty="0">
                <a:solidFill>
                  <a:schemeClr val="accent1"/>
                </a:solidFill>
                <a:latin typeface="+mj-ea"/>
                <a:ea typeface="+mj-ea"/>
              </a:rPr>
              <a:t>Word</a:t>
            </a:r>
            <a:r>
              <a:rPr lang="zh-CN" altLang="en-US" sz="2800" b="1" dirty="0">
                <a:solidFill>
                  <a:schemeClr val="accent1"/>
                </a:solidFill>
                <a:latin typeface="+mj-ea"/>
                <a:ea typeface="+mj-ea"/>
              </a:rPr>
              <a:t>插件使用</a:t>
            </a:r>
            <a:endParaRPr lang="en-US" altLang="zh-CN" sz="2800" b="1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72" name="灯片编号占位符 1">
            <a:extLst>
              <a:ext uri="{FF2B5EF4-FFF2-40B4-BE49-F238E27FC236}">
                <a16:creationId xmlns:a16="http://schemas.microsoft.com/office/drawing/2014/main" id="{CD63876E-AB3C-4B1E-B80D-1DD5AC4A2FDE}"/>
              </a:ext>
            </a:extLst>
          </p:cNvPr>
          <p:cNvSpPr txBox="1">
            <a:spLocks/>
          </p:cNvSpPr>
          <p:nvPr/>
        </p:nvSpPr>
        <p:spPr>
          <a:xfrm>
            <a:off x="6855639" y="4784300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CBECEF1-1935-4692-9C86-5FD89D9EDF46}" type="slidenum">
              <a:rPr lang="zh-CN" altLang="en-US" smtClean="0"/>
              <a:pPr/>
              <a:t>6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815EC82-10E0-4676-9DE0-ED9036535B4C}"/>
              </a:ext>
            </a:extLst>
          </p:cNvPr>
          <p:cNvSpPr txBox="1"/>
          <p:nvPr/>
        </p:nvSpPr>
        <p:spPr>
          <a:xfrm>
            <a:off x="611560" y="587415"/>
            <a:ext cx="60486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插入脚注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0873662A-DC12-4DD1-8F88-311CD408FFC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6100"/>
          <a:stretch/>
        </p:blipFill>
        <p:spPr>
          <a:xfrm>
            <a:off x="611560" y="1014442"/>
            <a:ext cx="4061346" cy="156738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7D652276-5B78-4290-AC22-7FC8224909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8546" y="1480569"/>
            <a:ext cx="4860032" cy="183721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FC049226-8298-4326-A2F6-5CED807BB7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3648" y="1205610"/>
            <a:ext cx="6192688" cy="3715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122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文本框 5"/>
          <p:cNvSpPr txBox="1">
            <a:spLocks noChangeArrowheads="1"/>
          </p:cNvSpPr>
          <p:nvPr/>
        </p:nvSpPr>
        <p:spPr bwMode="auto">
          <a:xfrm>
            <a:off x="3260932" y="123478"/>
            <a:ext cx="262212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800" b="1" dirty="0">
                <a:solidFill>
                  <a:schemeClr val="accent1"/>
                </a:solidFill>
                <a:latin typeface="+mj-ea"/>
                <a:ea typeface="+mj-ea"/>
              </a:rPr>
              <a:t>Word</a:t>
            </a:r>
            <a:r>
              <a:rPr lang="zh-CN" altLang="en-US" sz="2800" b="1" dirty="0">
                <a:solidFill>
                  <a:schemeClr val="accent1"/>
                </a:solidFill>
                <a:latin typeface="+mj-ea"/>
                <a:ea typeface="+mj-ea"/>
              </a:rPr>
              <a:t>插件使用</a:t>
            </a:r>
            <a:endParaRPr lang="en-US" altLang="zh-CN" sz="2800" b="1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72" name="灯片编号占位符 1">
            <a:extLst>
              <a:ext uri="{FF2B5EF4-FFF2-40B4-BE49-F238E27FC236}">
                <a16:creationId xmlns:a16="http://schemas.microsoft.com/office/drawing/2014/main" id="{CD63876E-AB3C-4B1E-B80D-1DD5AC4A2FDE}"/>
              </a:ext>
            </a:extLst>
          </p:cNvPr>
          <p:cNvSpPr txBox="1">
            <a:spLocks/>
          </p:cNvSpPr>
          <p:nvPr/>
        </p:nvSpPr>
        <p:spPr>
          <a:xfrm>
            <a:off x="6855639" y="4784300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CBECEF1-1935-4692-9C86-5FD89D9EDF46}" type="slidenum">
              <a:rPr lang="zh-CN" altLang="en-US" smtClean="0"/>
              <a:pPr/>
              <a:t>7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815EC82-10E0-4676-9DE0-ED9036535B4C}"/>
              </a:ext>
            </a:extLst>
          </p:cNvPr>
          <p:cNvSpPr txBox="1"/>
          <p:nvPr/>
        </p:nvSpPr>
        <p:spPr>
          <a:xfrm>
            <a:off x="611560" y="516863"/>
            <a:ext cx="60486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插入引文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411B140-B948-4CC1-97D7-9929AD98978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9763"/>
          <a:stretch/>
        </p:blipFill>
        <p:spPr>
          <a:xfrm>
            <a:off x="611560" y="915566"/>
            <a:ext cx="5508104" cy="2664135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A417CA81-BC07-4D22-B9CD-B1296145FC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7904" y="708844"/>
            <a:ext cx="5590893" cy="335453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FFAF559-C352-4D41-B43A-EEDC4CB7BB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7704" y="1353901"/>
            <a:ext cx="5904656" cy="3542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2187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C51EA1-DEE9-4D40-B84F-DC392BAF7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3718"/>
            <a:ext cx="8229600" cy="857250"/>
          </a:xfrm>
        </p:spPr>
        <p:txBody>
          <a:bodyPr/>
          <a:lstStyle/>
          <a:p>
            <a:r>
              <a:rPr lang="zh-CN" altLang="en-US" dirty="0"/>
              <a:t>谢谢</a:t>
            </a:r>
          </a:p>
        </p:txBody>
      </p:sp>
    </p:spTree>
    <p:extLst>
      <p:ext uri="{BB962C8B-B14F-4D97-AF65-F5344CB8AC3E}">
        <p14:creationId xmlns:p14="http://schemas.microsoft.com/office/powerpoint/2010/main" val="4138369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0">
        <p:fade/>
      </p:transition>
    </mc:Choice>
    <mc:Fallback xmlns="">
      <p:transition spd="med" advTm="0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第一PPT模板网-WWW.1PPT.COM"/>
  <p:tag name="ISPRING_FIRST_PUBLI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heme/theme1.xml><?xml version="1.0" encoding="utf-8"?>
<a:theme xmlns:a="http://schemas.openxmlformats.org/drawingml/2006/main" name="第一PPT，www.1ppt.com">
  <a:themeElements>
    <a:clrScheme name="自定义 237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3B4761"/>
      </a:accent1>
      <a:accent2>
        <a:srgbClr val="D68464"/>
      </a:accent2>
      <a:accent3>
        <a:srgbClr val="3B4761"/>
      </a:accent3>
      <a:accent4>
        <a:srgbClr val="D68567"/>
      </a:accent4>
      <a:accent5>
        <a:srgbClr val="3B4761"/>
      </a:accent5>
      <a:accent6>
        <a:srgbClr val="D88769"/>
      </a:accent6>
      <a:hlink>
        <a:srgbClr val="3B4761"/>
      </a:hlink>
      <a:folHlink>
        <a:srgbClr val="DE8764"/>
      </a:folHlink>
    </a:clrScheme>
    <a:fontScheme name="hzvo2i2a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sz="1200" dirty="0" smtClean="0">
            <a:solidFill>
              <a:schemeClr val="tx1">
                <a:lumMod val="75000"/>
                <a:lumOff val="25000"/>
              </a:schemeClr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自定义 237">
    <a:dk1>
      <a:srgbClr val="000000"/>
    </a:dk1>
    <a:lt1>
      <a:srgbClr val="FFFFFF"/>
    </a:lt1>
    <a:dk2>
      <a:srgbClr val="1F497D"/>
    </a:dk2>
    <a:lt2>
      <a:srgbClr val="EEECE1"/>
    </a:lt2>
    <a:accent1>
      <a:srgbClr val="3B4761"/>
    </a:accent1>
    <a:accent2>
      <a:srgbClr val="D68464"/>
    </a:accent2>
    <a:accent3>
      <a:srgbClr val="3B4761"/>
    </a:accent3>
    <a:accent4>
      <a:srgbClr val="D68567"/>
    </a:accent4>
    <a:accent5>
      <a:srgbClr val="3B4761"/>
    </a:accent5>
    <a:accent6>
      <a:srgbClr val="D88769"/>
    </a:accent6>
    <a:hlink>
      <a:srgbClr val="3B4761"/>
    </a:hlink>
    <a:folHlink>
      <a:srgbClr val="DE8764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2637</TotalTime>
  <Words>94</Words>
  <Application>Microsoft Office PowerPoint</Application>
  <PresentationFormat>全屏显示(16:9)</PresentationFormat>
  <Paragraphs>27</Paragraphs>
  <Slides>8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3" baseType="lpstr">
      <vt:lpstr>微软雅黑</vt:lpstr>
      <vt:lpstr>Arial</vt:lpstr>
      <vt:lpstr>Calibri</vt:lpstr>
      <vt:lpstr>Calibri Light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谢谢</vt:lpstr>
    </vt:vector>
  </TitlesOfParts>
  <Company>第一PPT，www.1ppt.com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毕业答辩</dc:title>
  <dc:creator>第一PPT</dc:creator>
  <cp:keywords>第一PPT模板网-WWW.1PPT.COM</cp:keywords>
  <dc:description>www.1ppt.com</dc:description>
  <cp:lastModifiedBy>Michael Ma</cp:lastModifiedBy>
  <cp:revision>202</cp:revision>
  <dcterms:created xsi:type="dcterms:W3CDTF">2015-12-11T17:46:17Z</dcterms:created>
  <dcterms:modified xsi:type="dcterms:W3CDTF">2024-05-27T02:14:33Z</dcterms:modified>
</cp:coreProperties>
</file>