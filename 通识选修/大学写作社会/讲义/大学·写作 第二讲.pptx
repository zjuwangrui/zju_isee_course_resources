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8" r:id="rId5"/>
    <p:sldId id="259" r:id="rId6"/>
    <p:sldId id="260" r:id="rId7"/>
    <p:sldId id="261" r:id="rId8"/>
    <p:sldId id="262" r:id="rId9"/>
    <p:sldId id="265" r:id="rId10"/>
    <p:sldId id="257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8429F3-AC00-46AF-A247-CAB6BF85F61F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A2B857-C97E-4F11-8A04-6FEE0010B7F6}">
      <dgm:prSet/>
      <dgm:spPr/>
      <dgm:t>
        <a:bodyPr/>
        <a:lstStyle/>
        <a:p>
          <a:r>
            <a:rPr lang="zh-CN"/>
            <a:t>上课回顾与答疑</a:t>
          </a:r>
          <a:endParaRPr lang="en-US"/>
        </a:p>
      </dgm:t>
    </dgm:pt>
    <dgm:pt modelId="{13AD2A69-AE68-4846-8743-25E9EF6D7870}" type="parTrans" cxnId="{C71C6BF4-062D-4C3D-80EF-8D1052A0E906}">
      <dgm:prSet/>
      <dgm:spPr/>
      <dgm:t>
        <a:bodyPr/>
        <a:lstStyle/>
        <a:p>
          <a:endParaRPr lang="en-US"/>
        </a:p>
      </dgm:t>
    </dgm:pt>
    <dgm:pt modelId="{9CA427E2-671E-4FA3-84C0-B933F23E1497}" type="sibTrans" cxnId="{C71C6BF4-062D-4C3D-80EF-8D1052A0E906}">
      <dgm:prSet/>
      <dgm:spPr/>
      <dgm:t>
        <a:bodyPr/>
        <a:lstStyle/>
        <a:p>
          <a:endParaRPr lang="en-US"/>
        </a:p>
      </dgm:t>
    </dgm:pt>
    <dgm:pt modelId="{69E705F5-29E6-47BA-8C76-1778E19B0242}">
      <dgm:prSet/>
      <dgm:spPr/>
      <dgm:t>
        <a:bodyPr/>
        <a:lstStyle/>
        <a:p>
          <a:r>
            <a:rPr lang="zh-CN"/>
            <a:t>上手大语言模型</a:t>
          </a:r>
          <a:endParaRPr lang="en-US"/>
        </a:p>
      </dgm:t>
    </dgm:pt>
    <dgm:pt modelId="{AB515CD9-1FF5-4FFD-A692-658CFE1436BD}" type="parTrans" cxnId="{F6193D14-C4A3-4F42-A49C-A96E573B4247}">
      <dgm:prSet/>
      <dgm:spPr/>
      <dgm:t>
        <a:bodyPr/>
        <a:lstStyle/>
        <a:p>
          <a:endParaRPr lang="en-US"/>
        </a:p>
      </dgm:t>
    </dgm:pt>
    <dgm:pt modelId="{D83EA6DB-9ABD-47F3-B649-39C72F5A167D}" type="sibTrans" cxnId="{F6193D14-C4A3-4F42-A49C-A96E573B4247}">
      <dgm:prSet/>
      <dgm:spPr/>
      <dgm:t>
        <a:bodyPr/>
        <a:lstStyle/>
        <a:p>
          <a:endParaRPr lang="en-US"/>
        </a:p>
      </dgm:t>
    </dgm:pt>
    <dgm:pt modelId="{B9B294DE-1F5D-44EE-A326-0789BCA37EF3}">
      <dgm:prSet/>
      <dgm:spPr/>
      <dgm:t>
        <a:bodyPr/>
        <a:lstStyle/>
        <a:p>
          <a:r>
            <a:rPr lang="zh-CN" dirty="0"/>
            <a:t>比较中国与美国</a:t>
          </a:r>
          <a:endParaRPr lang="en-US" dirty="0"/>
        </a:p>
      </dgm:t>
    </dgm:pt>
    <dgm:pt modelId="{8CCC0F87-3650-4A22-986D-FD50D6224C53}" type="parTrans" cxnId="{FDF60586-C741-4E3B-9814-12D530BEFA35}">
      <dgm:prSet/>
      <dgm:spPr/>
      <dgm:t>
        <a:bodyPr/>
        <a:lstStyle/>
        <a:p>
          <a:endParaRPr lang="en-US"/>
        </a:p>
      </dgm:t>
    </dgm:pt>
    <dgm:pt modelId="{F81C7B02-65EB-4C70-92E1-80BC32858B5B}" type="sibTrans" cxnId="{FDF60586-C741-4E3B-9814-12D530BEFA35}">
      <dgm:prSet/>
      <dgm:spPr/>
      <dgm:t>
        <a:bodyPr/>
        <a:lstStyle/>
        <a:p>
          <a:endParaRPr lang="en-US"/>
        </a:p>
      </dgm:t>
    </dgm:pt>
    <dgm:pt modelId="{6069783B-7A8C-4C09-B15C-F3DBDF88BE75}">
      <dgm:prSet/>
      <dgm:spPr/>
      <dgm:t>
        <a:bodyPr/>
        <a:lstStyle/>
        <a:p>
          <a:r>
            <a:rPr lang="zh-CN"/>
            <a:t>小组讨论与实操</a:t>
          </a:r>
          <a:endParaRPr lang="en-US"/>
        </a:p>
      </dgm:t>
    </dgm:pt>
    <dgm:pt modelId="{DAD5BF1C-BEF8-4B7C-8AD1-30D0A96538E7}" type="parTrans" cxnId="{D6DE05F1-2401-4C03-BF84-15107E186A69}">
      <dgm:prSet/>
      <dgm:spPr/>
      <dgm:t>
        <a:bodyPr/>
        <a:lstStyle/>
        <a:p>
          <a:endParaRPr lang="en-US"/>
        </a:p>
      </dgm:t>
    </dgm:pt>
    <dgm:pt modelId="{B4321790-482E-4F02-A3B0-C7BEBFABE80E}" type="sibTrans" cxnId="{D6DE05F1-2401-4C03-BF84-15107E186A69}">
      <dgm:prSet/>
      <dgm:spPr/>
      <dgm:t>
        <a:bodyPr/>
        <a:lstStyle/>
        <a:p>
          <a:endParaRPr lang="en-US"/>
        </a:p>
      </dgm:t>
    </dgm:pt>
    <dgm:pt modelId="{5DE718EF-B6FC-4FBB-BDCB-C427826A38C5}" type="pres">
      <dgm:prSet presAssocID="{338429F3-AC00-46AF-A247-CAB6BF85F61F}" presName="linear" presStyleCnt="0">
        <dgm:presLayoutVars>
          <dgm:dir/>
          <dgm:animLvl val="lvl"/>
          <dgm:resizeHandles val="exact"/>
        </dgm:presLayoutVars>
      </dgm:prSet>
      <dgm:spPr/>
    </dgm:pt>
    <dgm:pt modelId="{41D13D72-A19C-4E6E-98C7-1B01F504F6DB}" type="pres">
      <dgm:prSet presAssocID="{33A2B857-C97E-4F11-8A04-6FEE0010B7F6}" presName="parentLin" presStyleCnt="0"/>
      <dgm:spPr/>
    </dgm:pt>
    <dgm:pt modelId="{A908DD11-FAAF-4CE0-A338-4391E323AE1D}" type="pres">
      <dgm:prSet presAssocID="{33A2B857-C97E-4F11-8A04-6FEE0010B7F6}" presName="parentLeftMargin" presStyleLbl="node1" presStyleIdx="0" presStyleCnt="4"/>
      <dgm:spPr/>
    </dgm:pt>
    <dgm:pt modelId="{0C838CDD-DD65-4032-9C29-E11E562FF23D}" type="pres">
      <dgm:prSet presAssocID="{33A2B857-C97E-4F11-8A04-6FEE0010B7F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FB961A-2BBB-46F4-BD4A-01C65450A038}" type="pres">
      <dgm:prSet presAssocID="{33A2B857-C97E-4F11-8A04-6FEE0010B7F6}" presName="negativeSpace" presStyleCnt="0"/>
      <dgm:spPr/>
    </dgm:pt>
    <dgm:pt modelId="{03424CF2-BE29-4012-BD44-B3A062854C39}" type="pres">
      <dgm:prSet presAssocID="{33A2B857-C97E-4F11-8A04-6FEE0010B7F6}" presName="childText" presStyleLbl="conFgAcc1" presStyleIdx="0" presStyleCnt="4">
        <dgm:presLayoutVars>
          <dgm:bulletEnabled val="1"/>
        </dgm:presLayoutVars>
      </dgm:prSet>
      <dgm:spPr/>
    </dgm:pt>
    <dgm:pt modelId="{66486AFA-1903-4A36-9B18-64E7C7966C9E}" type="pres">
      <dgm:prSet presAssocID="{9CA427E2-671E-4FA3-84C0-B933F23E1497}" presName="spaceBetweenRectangles" presStyleCnt="0"/>
      <dgm:spPr/>
    </dgm:pt>
    <dgm:pt modelId="{2D9E31DF-6D80-4E64-9423-D3DD7A93876F}" type="pres">
      <dgm:prSet presAssocID="{69E705F5-29E6-47BA-8C76-1778E19B0242}" presName="parentLin" presStyleCnt="0"/>
      <dgm:spPr/>
    </dgm:pt>
    <dgm:pt modelId="{06EA9CA7-87AD-46EE-942A-EB96A44F7568}" type="pres">
      <dgm:prSet presAssocID="{69E705F5-29E6-47BA-8C76-1778E19B0242}" presName="parentLeftMargin" presStyleLbl="node1" presStyleIdx="0" presStyleCnt="4"/>
      <dgm:spPr/>
    </dgm:pt>
    <dgm:pt modelId="{9C76F3B3-D702-4431-9464-8E62C323313E}" type="pres">
      <dgm:prSet presAssocID="{69E705F5-29E6-47BA-8C76-1778E19B02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CE5C34-4F63-4001-BCBB-196032E5ED36}" type="pres">
      <dgm:prSet presAssocID="{69E705F5-29E6-47BA-8C76-1778E19B0242}" presName="negativeSpace" presStyleCnt="0"/>
      <dgm:spPr/>
    </dgm:pt>
    <dgm:pt modelId="{15E6E4CC-FB40-4F31-BCD7-121B785C4371}" type="pres">
      <dgm:prSet presAssocID="{69E705F5-29E6-47BA-8C76-1778E19B0242}" presName="childText" presStyleLbl="conFgAcc1" presStyleIdx="1" presStyleCnt="4">
        <dgm:presLayoutVars>
          <dgm:bulletEnabled val="1"/>
        </dgm:presLayoutVars>
      </dgm:prSet>
      <dgm:spPr/>
    </dgm:pt>
    <dgm:pt modelId="{603C55F5-DAC8-453F-84C4-EB6F70AD0AC8}" type="pres">
      <dgm:prSet presAssocID="{D83EA6DB-9ABD-47F3-B649-39C72F5A167D}" presName="spaceBetweenRectangles" presStyleCnt="0"/>
      <dgm:spPr/>
    </dgm:pt>
    <dgm:pt modelId="{1BB860AF-DA3A-4CAA-B3E3-38D6F9883F6F}" type="pres">
      <dgm:prSet presAssocID="{B9B294DE-1F5D-44EE-A326-0789BCA37EF3}" presName="parentLin" presStyleCnt="0"/>
      <dgm:spPr/>
    </dgm:pt>
    <dgm:pt modelId="{3F8C4960-2B18-40F6-955F-D5DB80A29084}" type="pres">
      <dgm:prSet presAssocID="{B9B294DE-1F5D-44EE-A326-0789BCA37EF3}" presName="parentLeftMargin" presStyleLbl="node1" presStyleIdx="1" presStyleCnt="4"/>
      <dgm:spPr/>
    </dgm:pt>
    <dgm:pt modelId="{4D3AEEAA-8807-4142-BCD3-E86AB3D439F2}" type="pres">
      <dgm:prSet presAssocID="{B9B294DE-1F5D-44EE-A326-0789BCA37E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E1EA7B-635F-4030-A3F5-B768F8A8C315}" type="pres">
      <dgm:prSet presAssocID="{B9B294DE-1F5D-44EE-A326-0789BCA37EF3}" presName="negativeSpace" presStyleCnt="0"/>
      <dgm:spPr/>
    </dgm:pt>
    <dgm:pt modelId="{15EC3E91-2296-4BBA-B326-D58AFFEEE492}" type="pres">
      <dgm:prSet presAssocID="{B9B294DE-1F5D-44EE-A326-0789BCA37EF3}" presName="childText" presStyleLbl="conFgAcc1" presStyleIdx="2" presStyleCnt="4">
        <dgm:presLayoutVars>
          <dgm:bulletEnabled val="1"/>
        </dgm:presLayoutVars>
      </dgm:prSet>
      <dgm:spPr/>
    </dgm:pt>
    <dgm:pt modelId="{B412C7EE-E870-4FC1-9062-9727F851C26B}" type="pres">
      <dgm:prSet presAssocID="{F81C7B02-65EB-4C70-92E1-80BC32858B5B}" presName="spaceBetweenRectangles" presStyleCnt="0"/>
      <dgm:spPr/>
    </dgm:pt>
    <dgm:pt modelId="{390A6167-FC1C-46B9-9D01-02484FBA07CF}" type="pres">
      <dgm:prSet presAssocID="{6069783B-7A8C-4C09-B15C-F3DBDF88BE75}" presName="parentLin" presStyleCnt="0"/>
      <dgm:spPr/>
    </dgm:pt>
    <dgm:pt modelId="{FCB89EA7-A4EA-4581-8EDD-DC43B02C1953}" type="pres">
      <dgm:prSet presAssocID="{6069783B-7A8C-4C09-B15C-F3DBDF88BE75}" presName="parentLeftMargin" presStyleLbl="node1" presStyleIdx="2" presStyleCnt="4"/>
      <dgm:spPr/>
    </dgm:pt>
    <dgm:pt modelId="{330577F8-6CA9-415A-80E5-8D196C3FDA8C}" type="pres">
      <dgm:prSet presAssocID="{6069783B-7A8C-4C09-B15C-F3DBDF88BE7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6CA200C-7E45-466D-9F33-7363C754B6F1}" type="pres">
      <dgm:prSet presAssocID="{6069783B-7A8C-4C09-B15C-F3DBDF88BE75}" presName="negativeSpace" presStyleCnt="0"/>
      <dgm:spPr/>
    </dgm:pt>
    <dgm:pt modelId="{FD2D2DA4-EBFE-4652-86AA-B3C3F9E48CD9}" type="pres">
      <dgm:prSet presAssocID="{6069783B-7A8C-4C09-B15C-F3DBDF88BE7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B11D902-1255-447F-8AE3-A796821DE2D8}" type="presOf" srcId="{6069783B-7A8C-4C09-B15C-F3DBDF88BE75}" destId="{FCB89EA7-A4EA-4581-8EDD-DC43B02C1953}" srcOrd="0" destOrd="0" presId="urn:microsoft.com/office/officeart/2005/8/layout/list1"/>
    <dgm:cxn modelId="{F6193D14-C4A3-4F42-A49C-A96E573B4247}" srcId="{338429F3-AC00-46AF-A247-CAB6BF85F61F}" destId="{69E705F5-29E6-47BA-8C76-1778E19B0242}" srcOrd="1" destOrd="0" parTransId="{AB515CD9-1FF5-4FFD-A692-658CFE1436BD}" sibTransId="{D83EA6DB-9ABD-47F3-B649-39C72F5A167D}"/>
    <dgm:cxn modelId="{01440F27-C466-4FB2-80B8-D01394266F3E}" type="presOf" srcId="{6069783B-7A8C-4C09-B15C-F3DBDF88BE75}" destId="{330577F8-6CA9-415A-80E5-8D196C3FDA8C}" srcOrd="1" destOrd="0" presId="urn:microsoft.com/office/officeart/2005/8/layout/list1"/>
    <dgm:cxn modelId="{22474339-E796-4ED7-A841-50887698DF0B}" type="presOf" srcId="{B9B294DE-1F5D-44EE-A326-0789BCA37EF3}" destId="{4D3AEEAA-8807-4142-BCD3-E86AB3D439F2}" srcOrd="1" destOrd="0" presId="urn:microsoft.com/office/officeart/2005/8/layout/list1"/>
    <dgm:cxn modelId="{985C7C3F-F192-4093-A98B-7D1F3F738D23}" type="presOf" srcId="{338429F3-AC00-46AF-A247-CAB6BF85F61F}" destId="{5DE718EF-B6FC-4FBB-BDCB-C427826A38C5}" srcOrd="0" destOrd="0" presId="urn:microsoft.com/office/officeart/2005/8/layout/list1"/>
    <dgm:cxn modelId="{A88CB643-B7DE-4DFF-ABCA-CE320B988565}" type="presOf" srcId="{69E705F5-29E6-47BA-8C76-1778E19B0242}" destId="{9C76F3B3-D702-4431-9464-8E62C323313E}" srcOrd="1" destOrd="0" presId="urn:microsoft.com/office/officeart/2005/8/layout/list1"/>
    <dgm:cxn modelId="{28EB9A7B-5C15-4A26-9DDB-2C807362C53E}" type="presOf" srcId="{B9B294DE-1F5D-44EE-A326-0789BCA37EF3}" destId="{3F8C4960-2B18-40F6-955F-D5DB80A29084}" srcOrd="0" destOrd="0" presId="urn:microsoft.com/office/officeart/2005/8/layout/list1"/>
    <dgm:cxn modelId="{FDF60586-C741-4E3B-9814-12D530BEFA35}" srcId="{338429F3-AC00-46AF-A247-CAB6BF85F61F}" destId="{B9B294DE-1F5D-44EE-A326-0789BCA37EF3}" srcOrd="2" destOrd="0" parTransId="{8CCC0F87-3650-4A22-986D-FD50D6224C53}" sibTransId="{F81C7B02-65EB-4C70-92E1-80BC32858B5B}"/>
    <dgm:cxn modelId="{4C09E9B1-4743-4F01-8458-5D4A8346069E}" type="presOf" srcId="{33A2B857-C97E-4F11-8A04-6FEE0010B7F6}" destId="{A908DD11-FAAF-4CE0-A338-4391E323AE1D}" srcOrd="0" destOrd="0" presId="urn:microsoft.com/office/officeart/2005/8/layout/list1"/>
    <dgm:cxn modelId="{404438BC-B412-4F02-BE06-7A29F7FE61CC}" type="presOf" srcId="{69E705F5-29E6-47BA-8C76-1778E19B0242}" destId="{06EA9CA7-87AD-46EE-942A-EB96A44F7568}" srcOrd="0" destOrd="0" presId="urn:microsoft.com/office/officeart/2005/8/layout/list1"/>
    <dgm:cxn modelId="{A2A579D3-062A-4968-9818-16DFBC8365E2}" type="presOf" srcId="{33A2B857-C97E-4F11-8A04-6FEE0010B7F6}" destId="{0C838CDD-DD65-4032-9C29-E11E562FF23D}" srcOrd="1" destOrd="0" presId="urn:microsoft.com/office/officeart/2005/8/layout/list1"/>
    <dgm:cxn modelId="{D6DE05F1-2401-4C03-BF84-15107E186A69}" srcId="{338429F3-AC00-46AF-A247-CAB6BF85F61F}" destId="{6069783B-7A8C-4C09-B15C-F3DBDF88BE75}" srcOrd="3" destOrd="0" parTransId="{DAD5BF1C-BEF8-4B7C-8AD1-30D0A96538E7}" sibTransId="{B4321790-482E-4F02-A3B0-C7BEBFABE80E}"/>
    <dgm:cxn modelId="{C71C6BF4-062D-4C3D-80EF-8D1052A0E906}" srcId="{338429F3-AC00-46AF-A247-CAB6BF85F61F}" destId="{33A2B857-C97E-4F11-8A04-6FEE0010B7F6}" srcOrd="0" destOrd="0" parTransId="{13AD2A69-AE68-4846-8743-25E9EF6D7870}" sibTransId="{9CA427E2-671E-4FA3-84C0-B933F23E1497}"/>
    <dgm:cxn modelId="{40C9BB5F-F7F8-4C3B-A3C3-2B4FCBFDC755}" type="presParOf" srcId="{5DE718EF-B6FC-4FBB-BDCB-C427826A38C5}" destId="{41D13D72-A19C-4E6E-98C7-1B01F504F6DB}" srcOrd="0" destOrd="0" presId="urn:microsoft.com/office/officeart/2005/8/layout/list1"/>
    <dgm:cxn modelId="{936A1B52-4D5B-439F-9C1F-F35DC3C9A9C1}" type="presParOf" srcId="{41D13D72-A19C-4E6E-98C7-1B01F504F6DB}" destId="{A908DD11-FAAF-4CE0-A338-4391E323AE1D}" srcOrd="0" destOrd="0" presId="urn:microsoft.com/office/officeart/2005/8/layout/list1"/>
    <dgm:cxn modelId="{1D4A4D03-1A5D-45A7-B2FC-E8ED377A11E8}" type="presParOf" srcId="{41D13D72-A19C-4E6E-98C7-1B01F504F6DB}" destId="{0C838CDD-DD65-4032-9C29-E11E562FF23D}" srcOrd="1" destOrd="0" presId="urn:microsoft.com/office/officeart/2005/8/layout/list1"/>
    <dgm:cxn modelId="{F1C0490A-B383-4919-82D9-C807D8B447AE}" type="presParOf" srcId="{5DE718EF-B6FC-4FBB-BDCB-C427826A38C5}" destId="{14FB961A-2BBB-46F4-BD4A-01C65450A038}" srcOrd="1" destOrd="0" presId="urn:microsoft.com/office/officeart/2005/8/layout/list1"/>
    <dgm:cxn modelId="{64A53008-47AD-4B59-AF1A-DBDDCB5ABC50}" type="presParOf" srcId="{5DE718EF-B6FC-4FBB-BDCB-C427826A38C5}" destId="{03424CF2-BE29-4012-BD44-B3A062854C39}" srcOrd="2" destOrd="0" presId="urn:microsoft.com/office/officeart/2005/8/layout/list1"/>
    <dgm:cxn modelId="{25A8D512-5999-435F-8EE6-0AF4260F201F}" type="presParOf" srcId="{5DE718EF-B6FC-4FBB-BDCB-C427826A38C5}" destId="{66486AFA-1903-4A36-9B18-64E7C7966C9E}" srcOrd="3" destOrd="0" presId="urn:microsoft.com/office/officeart/2005/8/layout/list1"/>
    <dgm:cxn modelId="{39F5552B-7EEA-4606-841E-BBB578EA58D2}" type="presParOf" srcId="{5DE718EF-B6FC-4FBB-BDCB-C427826A38C5}" destId="{2D9E31DF-6D80-4E64-9423-D3DD7A93876F}" srcOrd="4" destOrd="0" presId="urn:microsoft.com/office/officeart/2005/8/layout/list1"/>
    <dgm:cxn modelId="{B3107A47-C937-4BEF-9F22-D77591701567}" type="presParOf" srcId="{2D9E31DF-6D80-4E64-9423-D3DD7A93876F}" destId="{06EA9CA7-87AD-46EE-942A-EB96A44F7568}" srcOrd="0" destOrd="0" presId="urn:microsoft.com/office/officeart/2005/8/layout/list1"/>
    <dgm:cxn modelId="{4F5D021D-5EA8-4FB2-B8D0-ADC86C882728}" type="presParOf" srcId="{2D9E31DF-6D80-4E64-9423-D3DD7A93876F}" destId="{9C76F3B3-D702-4431-9464-8E62C323313E}" srcOrd="1" destOrd="0" presId="urn:microsoft.com/office/officeart/2005/8/layout/list1"/>
    <dgm:cxn modelId="{BC7FDF65-52BB-4303-B58A-488F763989AE}" type="presParOf" srcId="{5DE718EF-B6FC-4FBB-BDCB-C427826A38C5}" destId="{4ECE5C34-4F63-4001-BCBB-196032E5ED36}" srcOrd="5" destOrd="0" presId="urn:microsoft.com/office/officeart/2005/8/layout/list1"/>
    <dgm:cxn modelId="{51D238B5-14D4-426A-B3E6-37F683C85012}" type="presParOf" srcId="{5DE718EF-B6FC-4FBB-BDCB-C427826A38C5}" destId="{15E6E4CC-FB40-4F31-BCD7-121B785C4371}" srcOrd="6" destOrd="0" presId="urn:microsoft.com/office/officeart/2005/8/layout/list1"/>
    <dgm:cxn modelId="{70B82AD9-1D36-4FDD-8B13-F3C896E04443}" type="presParOf" srcId="{5DE718EF-B6FC-4FBB-BDCB-C427826A38C5}" destId="{603C55F5-DAC8-453F-84C4-EB6F70AD0AC8}" srcOrd="7" destOrd="0" presId="urn:microsoft.com/office/officeart/2005/8/layout/list1"/>
    <dgm:cxn modelId="{8DFC831F-E939-4EA2-9482-E7BDC30C8BD4}" type="presParOf" srcId="{5DE718EF-B6FC-4FBB-BDCB-C427826A38C5}" destId="{1BB860AF-DA3A-4CAA-B3E3-38D6F9883F6F}" srcOrd="8" destOrd="0" presId="urn:microsoft.com/office/officeart/2005/8/layout/list1"/>
    <dgm:cxn modelId="{787880C9-842A-4F52-BADA-15008165E84A}" type="presParOf" srcId="{1BB860AF-DA3A-4CAA-B3E3-38D6F9883F6F}" destId="{3F8C4960-2B18-40F6-955F-D5DB80A29084}" srcOrd="0" destOrd="0" presId="urn:microsoft.com/office/officeart/2005/8/layout/list1"/>
    <dgm:cxn modelId="{DC21D241-A6A7-431F-82B7-D7405C896B8B}" type="presParOf" srcId="{1BB860AF-DA3A-4CAA-B3E3-38D6F9883F6F}" destId="{4D3AEEAA-8807-4142-BCD3-E86AB3D439F2}" srcOrd="1" destOrd="0" presId="urn:microsoft.com/office/officeart/2005/8/layout/list1"/>
    <dgm:cxn modelId="{905B03B3-3542-4772-BE32-38837DB8FD6C}" type="presParOf" srcId="{5DE718EF-B6FC-4FBB-BDCB-C427826A38C5}" destId="{51E1EA7B-635F-4030-A3F5-B768F8A8C315}" srcOrd="9" destOrd="0" presId="urn:microsoft.com/office/officeart/2005/8/layout/list1"/>
    <dgm:cxn modelId="{A0A3345E-2BBA-4C11-B683-FCE507F51A7E}" type="presParOf" srcId="{5DE718EF-B6FC-4FBB-BDCB-C427826A38C5}" destId="{15EC3E91-2296-4BBA-B326-D58AFFEEE492}" srcOrd="10" destOrd="0" presId="urn:microsoft.com/office/officeart/2005/8/layout/list1"/>
    <dgm:cxn modelId="{477F6B81-9780-4442-B484-2F1AC30D50EE}" type="presParOf" srcId="{5DE718EF-B6FC-4FBB-BDCB-C427826A38C5}" destId="{B412C7EE-E870-4FC1-9062-9727F851C26B}" srcOrd="11" destOrd="0" presId="urn:microsoft.com/office/officeart/2005/8/layout/list1"/>
    <dgm:cxn modelId="{B4B7FCAA-8B41-4173-8427-530CA6A69C6F}" type="presParOf" srcId="{5DE718EF-B6FC-4FBB-BDCB-C427826A38C5}" destId="{390A6167-FC1C-46B9-9D01-02484FBA07CF}" srcOrd="12" destOrd="0" presId="urn:microsoft.com/office/officeart/2005/8/layout/list1"/>
    <dgm:cxn modelId="{65E2CFF4-6EA3-4752-B178-4F261B4F62D2}" type="presParOf" srcId="{390A6167-FC1C-46B9-9D01-02484FBA07CF}" destId="{FCB89EA7-A4EA-4581-8EDD-DC43B02C1953}" srcOrd="0" destOrd="0" presId="urn:microsoft.com/office/officeart/2005/8/layout/list1"/>
    <dgm:cxn modelId="{9BE717D7-FD67-44A9-BBE5-DD41C0915339}" type="presParOf" srcId="{390A6167-FC1C-46B9-9D01-02484FBA07CF}" destId="{330577F8-6CA9-415A-80E5-8D196C3FDA8C}" srcOrd="1" destOrd="0" presId="urn:microsoft.com/office/officeart/2005/8/layout/list1"/>
    <dgm:cxn modelId="{33A7FFCF-49EB-4436-ACF9-0BB79942D52E}" type="presParOf" srcId="{5DE718EF-B6FC-4FBB-BDCB-C427826A38C5}" destId="{36CA200C-7E45-466D-9F33-7363C754B6F1}" srcOrd="13" destOrd="0" presId="urn:microsoft.com/office/officeart/2005/8/layout/list1"/>
    <dgm:cxn modelId="{2D422DF6-1563-4B3E-8E94-C5312BC524CF}" type="presParOf" srcId="{5DE718EF-B6FC-4FBB-BDCB-C427826A38C5}" destId="{FD2D2DA4-EBFE-4652-86AA-B3C3F9E48CD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90EF6B-5EA1-4181-94D1-1E13418CEF9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DAF1D5E-D55B-43E8-B58B-E743944D2407}">
      <dgm:prSet/>
      <dgm:spPr/>
      <dgm:t>
        <a:bodyPr/>
        <a:lstStyle/>
        <a:p>
          <a:r>
            <a:rPr lang="zh-CN" altLang="en-US" dirty="0"/>
            <a:t>重点</a:t>
          </a:r>
          <a:r>
            <a:rPr lang="zh-CN" dirty="0"/>
            <a:t>反馈：本课程的评分标准</a:t>
          </a:r>
          <a:endParaRPr lang="en-US" dirty="0"/>
        </a:p>
      </dgm:t>
    </dgm:pt>
    <dgm:pt modelId="{B0E23F86-4564-41FD-9CD8-9E6E5C5374F3}" type="parTrans" cxnId="{31F74AC6-6F9E-44CB-B516-B93F876B4666}">
      <dgm:prSet/>
      <dgm:spPr/>
      <dgm:t>
        <a:bodyPr/>
        <a:lstStyle/>
        <a:p>
          <a:endParaRPr lang="en-US"/>
        </a:p>
      </dgm:t>
    </dgm:pt>
    <dgm:pt modelId="{7AF3379B-12EB-43E9-AE31-657144C3F228}" type="sibTrans" cxnId="{31F74AC6-6F9E-44CB-B516-B93F876B4666}">
      <dgm:prSet/>
      <dgm:spPr/>
      <dgm:t>
        <a:bodyPr/>
        <a:lstStyle/>
        <a:p>
          <a:endParaRPr lang="en-US"/>
        </a:p>
      </dgm:t>
    </dgm:pt>
    <dgm:pt modelId="{85BBFFAD-A557-46A4-859E-867EB1364E1F}">
      <dgm:prSet/>
      <dgm:spPr/>
      <dgm:t>
        <a:bodyPr/>
        <a:lstStyle/>
        <a:p>
          <a:r>
            <a:rPr lang="zh-CN"/>
            <a:t>基础课程总分为</a:t>
          </a:r>
          <a:r>
            <a:rPr lang="en-US"/>
            <a:t>40</a:t>
          </a:r>
          <a:r>
            <a:rPr lang="zh-CN"/>
            <a:t>分，由综合规则计分；</a:t>
          </a:r>
          <a:endParaRPr lang="en-US"/>
        </a:p>
      </dgm:t>
    </dgm:pt>
    <dgm:pt modelId="{1EF428BD-9371-4E27-B01F-8C752F5C7DB0}" type="parTrans" cxnId="{0D0FE68B-1B22-4B4B-943D-B5BCD4128018}">
      <dgm:prSet/>
      <dgm:spPr/>
      <dgm:t>
        <a:bodyPr/>
        <a:lstStyle/>
        <a:p>
          <a:endParaRPr lang="en-US"/>
        </a:p>
      </dgm:t>
    </dgm:pt>
    <dgm:pt modelId="{21D037A8-0EDD-49D9-9234-4A238D01D32A}" type="sibTrans" cxnId="{0D0FE68B-1B22-4B4B-943D-B5BCD4128018}">
      <dgm:prSet/>
      <dgm:spPr/>
      <dgm:t>
        <a:bodyPr/>
        <a:lstStyle/>
        <a:p>
          <a:endParaRPr lang="en-US"/>
        </a:p>
      </dgm:t>
    </dgm:pt>
    <dgm:pt modelId="{780AD3FC-DF9D-4E00-BD29-51C474A712F5}">
      <dgm:prSet/>
      <dgm:spPr/>
      <dgm:t>
        <a:bodyPr/>
        <a:lstStyle/>
        <a:p>
          <a:r>
            <a:rPr lang="zh-CN"/>
            <a:t>专题课程总分为</a:t>
          </a:r>
          <a:r>
            <a:rPr lang="en-US"/>
            <a:t>60</a:t>
          </a:r>
          <a:r>
            <a:rPr lang="zh-CN"/>
            <a:t>分，其中文献综述</a:t>
          </a:r>
          <a:r>
            <a:rPr lang="en-US"/>
            <a:t>30</a:t>
          </a:r>
          <a:r>
            <a:rPr lang="zh-CN"/>
            <a:t>分，读书报告</a:t>
          </a:r>
          <a:r>
            <a:rPr lang="en-US"/>
            <a:t>24</a:t>
          </a:r>
          <a:r>
            <a:rPr lang="zh-CN"/>
            <a:t>分，出勤</a:t>
          </a:r>
          <a:r>
            <a:rPr lang="en-US"/>
            <a:t>6</a:t>
          </a:r>
          <a:r>
            <a:rPr lang="zh-CN"/>
            <a:t>分。</a:t>
          </a:r>
          <a:endParaRPr lang="en-US"/>
        </a:p>
      </dgm:t>
    </dgm:pt>
    <dgm:pt modelId="{8B512CAD-EA5E-4682-B7A7-DDBEECFAE79B}" type="parTrans" cxnId="{109D332A-A127-4AE4-B234-0AE219789854}">
      <dgm:prSet/>
      <dgm:spPr/>
      <dgm:t>
        <a:bodyPr/>
        <a:lstStyle/>
        <a:p>
          <a:endParaRPr lang="en-US"/>
        </a:p>
      </dgm:t>
    </dgm:pt>
    <dgm:pt modelId="{078596C6-C869-4202-A192-E96B6C0B95E8}" type="sibTrans" cxnId="{109D332A-A127-4AE4-B234-0AE219789854}">
      <dgm:prSet/>
      <dgm:spPr/>
      <dgm:t>
        <a:bodyPr/>
        <a:lstStyle/>
        <a:p>
          <a:endParaRPr lang="en-US"/>
        </a:p>
      </dgm:t>
    </dgm:pt>
    <dgm:pt modelId="{3A87A646-B775-487A-8562-971B8AFA309D}">
      <dgm:prSet/>
      <dgm:spPr/>
      <dgm:t>
        <a:bodyPr/>
        <a:lstStyle/>
        <a:p>
          <a:r>
            <a:rPr lang="zh-CN"/>
            <a:t>文献综述（个人报告，独立计分）</a:t>
          </a:r>
          <a:endParaRPr lang="en-US"/>
        </a:p>
      </dgm:t>
    </dgm:pt>
    <dgm:pt modelId="{A4F5D9B7-A2A4-4757-B87A-8497EE98B17E}" type="parTrans" cxnId="{E8EAE65C-0DB2-4802-87AA-C9C5B88C92F5}">
      <dgm:prSet/>
      <dgm:spPr/>
      <dgm:t>
        <a:bodyPr/>
        <a:lstStyle/>
        <a:p>
          <a:endParaRPr lang="en-US"/>
        </a:p>
      </dgm:t>
    </dgm:pt>
    <dgm:pt modelId="{56967DC4-4EEF-4C20-AB28-99F4BA3B1127}" type="sibTrans" cxnId="{E8EAE65C-0DB2-4802-87AA-C9C5B88C92F5}">
      <dgm:prSet/>
      <dgm:spPr/>
      <dgm:t>
        <a:bodyPr/>
        <a:lstStyle/>
        <a:p>
          <a:endParaRPr lang="en-US"/>
        </a:p>
      </dgm:t>
    </dgm:pt>
    <dgm:pt modelId="{3E2587D6-0E81-45F2-A40B-0E8F1136586E}">
      <dgm:prSet/>
      <dgm:spPr/>
      <dgm:t>
        <a:bodyPr/>
        <a:lstStyle/>
        <a:p>
          <a:r>
            <a:rPr lang="zh-CN"/>
            <a:t>优秀等级（</a:t>
          </a:r>
          <a:r>
            <a:rPr lang="en-US"/>
            <a:t>90-100</a:t>
          </a:r>
          <a:r>
            <a:rPr lang="zh-CN"/>
            <a:t>）：提炼一个核心观点，然后围绕着这个观点形成若干争辩性论述。</a:t>
          </a:r>
          <a:endParaRPr lang="en-US"/>
        </a:p>
      </dgm:t>
    </dgm:pt>
    <dgm:pt modelId="{95CAAA34-5184-439A-9FB7-2FC661A093CC}" type="parTrans" cxnId="{3D9F95ED-EEC2-4014-8F82-4FB0769B8F16}">
      <dgm:prSet/>
      <dgm:spPr/>
      <dgm:t>
        <a:bodyPr/>
        <a:lstStyle/>
        <a:p>
          <a:endParaRPr lang="en-US"/>
        </a:p>
      </dgm:t>
    </dgm:pt>
    <dgm:pt modelId="{84B46D66-D280-463E-858A-D961E3C80C14}" type="sibTrans" cxnId="{3D9F95ED-EEC2-4014-8F82-4FB0769B8F16}">
      <dgm:prSet/>
      <dgm:spPr/>
      <dgm:t>
        <a:bodyPr/>
        <a:lstStyle/>
        <a:p>
          <a:endParaRPr lang="en-US"/>
        </a:p>
      </dgm:t>
    </dgm:pt>
    <dgm:pt modelId="{5D88FDB9-12C5-4869-B7C3-DDB61E9FB24D}">
      <dgm:prSet/>
      <dgm:spPr/>
      <dgm:t>
        <a:bodyPr/>
        <a:lstStyle/>
        <a:p>
          <a:r>
            <a:rPr lang="zh-CN"/>
            <a:t>良好等级（</a:t>
          </a:r>
          <a:r>
            <a:rPr lang="en-US"/>
            <a:t>75-90</a:t>
          </a:r>
          <a:r>
            <a:rPr lang="zh-CN"/>
            <a:t>）：对现有资料进行有效分类，按照分门别类的方式进行总结阐述。</a:t>
          </a:r>
          <a:endParaRPr lang="en-US"/>
        </a:p>
      </dgm:t>
    </dgm:pt>
    <dgm:pt modelId="{43674A13-2C30-4566-9E24-ADC8D2E5C42E}" type="parTrans" cxnId="{39DE219E-6BC9-4A53-9622-32658ECAC919}">
      <dgm:prSet/>
      <dgm:spPr/>
      <dgm:t>
        <a:bodyPr/>
        <a:lstStyle/>
        <a:p>
          <a:endParaRPr lang="en-US"/>
        </a:p>
      </dgm:t>
    </dgm:pt>
    <dgm:pt modelId="{1FBDC240-8DB0-498E-98F5-5BBEC2D87636}" type="sibTrans" cxnId="{39DE219E-6BC9-4A53-9622-32658ECAC919}">
      <dgm:prSet/>
      <dgm:spPr/>
      <dgm:t>
        <a:bodyPr/>
        <a:lstStyle/>
        <a:p>
          <a:endParaRPr lang="en-US"/>
        </a:p>
      </dgm:t>
    </dgm:pt>
    <dgm:pt modelId="{91D26968-230E-4407-BDE9-8B7CC7B0864E}">
      <dgm:prSet/>
      <dgm:spPr/>
      <dgm:t>
        <a:bodyPr/>
        <a:lstStyle/>
        <a:p>
          <a:r>
            <a:rPr lang="zh-CN"/>
            <a:t>合格等级（</a:t>
          </a:r>
          <a:r>
            <a:rPr lang="en-US"/>
            <a:t>60-75</a:t>
          </a:r>
          <a:r>
            <a:rPr lang="zh-CN"/>
            <a:t>）：在读书报告基础上，对至少</a:t>
          </a:r>
          <a:r>
            <a:rPr lang="en-US"/>
            <a:t>10</a:t>
          </a:r>
          <a:r>
            <a:rPr lang="zh-CN"/>
            <a:t>篇学术论文分别进行独立分析。</a:t>
          </a:r>
          <a:endParaRPr lang="en-US"/>
        </a:p>
      </dgm:t>
    </dgm:pt>
    <dgm:pt modelId="{E65D601B-601C-4B5F-9C64-DE4741878F3B}" type="parTrans" cxnId="{A4C8A0DD-8614-4EC9-98D1-FAD960F34C14}">
      <dgm:prSet/>
      <dgm:spPr/>
      <dgm:t>
        <a:bodyPr/>
        <a:lstStyle/>
        <a:p>
          <a:endParaRPr lang="en-US"/>
        </a:p>
      </dgm:t>
    </dgm:pt>
    <dgm:pt modelId="{7978AE3F-0081-4055-9149-0C593C090C4B}" type="sibTrans" cxnId="{A4C8A0DD-8614-4EC9-98D1-FAD960F34C14}">
      <dgm:prSet/>
      <dgm:spPr/>
      <dgm:t>
        <a:bodyPr/>
        <a:lstStyle/>
        <a:p>
          <a:endParaRPr lang="en-US"/>
        </a:p>
      </dgm:t>
    </dgm:pt>
    <dgm:pt modelId="{5D76EC44-6A9B-4D22-BA51-DDAB9948B4A1}">
      <dgm:prSet/>
      <dgm:spPr/>
      <dgm:t>
        <a:bodyPr/>
        <a:lstStyle/>
        <a:p>
          <a:r>
            <a:rPr lang="zh-CN"/>
            <a:t>不合格等级（</a:t>
          </a:r>
          <a:r>
            <a:rPr lang="en-US"/>
            <a:t>60</a:t>
          </a:r>
          <a:r>
            <a:rPr lang="zh-CN"/>
            <a:t>以下）：不交作业、作业抄袭等严重行为。</a:t>
          </a:r>
          <a:endParaRPr lang="en-US"/>
        </a:p>
      </dgm:t>
    </dgm:pt>
    <dgm:pt modelId="{075FD934-D0E0-40A3-9DDD-35E70ABF8F65}" type="parTrans" cxnId="{9DEC4327-D53B-4284-B87B-894828E8CA03}">
      <dgm:prSet/>
      <dgm:spPr/>
      <dgm:t>
        <a:bodyPr/>
        <a:lstStyle/>
        <a:p>
          <a:endParaRPr lang="en-US"/>
        </a:p>
      </dgm:t>
    </dgm:pt>
    <dgm:pt modelId="{A2707549-2A74-4A03-9916-6DE1C4CFA5C5}" type="sibTrans" cxnId="{9DEC4327-D53B-4284-B87B-894828E8CA03}">
      <dgm:prSet/>
      <dgm:spPr/>
      <dgm:t>
        <a:bodyPr/>
        <a:lstStyle/>
        <a:p>
          <a:endParaRPr lang="en-US"/>
        </a:p>
      </dgm:t>
    </dgm:pt>
    <dgm:pt modelId="{722D68AA-974F-48AD-B5DD-5BBCDE648216}" type="pres">
      <dgm:prSet presAssocID="{8790EF6B-5EA1-4181-94D1-1E13418CEF9D}" presName="linear" presStyleCnt="0">
        <dgm:presLayoutVars>
          <dgm:dir/>
          <dgm:animLvl val="lvl"/>
          <dgm:resizeHandles val="exact"/>
        </dgm:presLayoutVars>
      </dgm:prSet>
      <dgm:spPr/>
    </dgm:pt>
    <dgm:pt modelId="{601077BE-8E2B-4DAC-9998-FA6ABF8BB40B}" type="pres">
      <dgm:prSet presAssocID="{FDAF1D5E-D55B-43E8-B58B-E743944D2407}" presName="parentLin" presStyleCnt="0"/>
      <dgm:spPr/>
    </dgm:pt>
    <dgm:pt modelId="{6924050A-D161-4637-B1B5-0ADDEDBCF3CD}" type="pres">
      <dgm:prSet presAssocID="{FDAF1D5E-D55B-43E8-B58B-E743944D2407}" presName="parentLeftMargin" presStyleLbl="node1" presStyleIdx="0" presStyleCnt="2"/>
      <dgm:spPr/>
    </dgm:pt>
    <dgm:pt modelId="{3958C06E-CEBD-451F-91B5-0390927ECDD5}" type="pres">
      <dgm:prSet presAssocID="{FDAF1D5E-D55B-43E8-B58B-E743944D24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8DE2F4-05D6-4C8E-A1AD-A607CEEBD95D}" type="pres">
      <dgm:prSet presAssocID="{FDAF1D5E-D55B-43E8-B58B-E743944D2407}" presName="negativeSpace" presStyleCnt="0"/>
      <dgm:spPr/>
    </dgm:pt>
    <dgm:pt modelId="{DB891A17-8F34-413F-A880-2791FDA53F37}" type="pres">
      <dgm:prSet presAssocID="{FDAF1D5E-D55B-43E8-B58B-E743944D2407}" presName="childText" presStyleLbl="conFgAcc1" presStyleIdx="0" presStyleCnt="2">
        <dgm:presLayoutVars>
          <dgm:bulletEnabled val="1"/>
        </dgm:presLayoutVars>
      </dgm:prSet>
      <dgm:spPr/>
    </dgm:pt>
    <dgm:pt modelId="{FF247F76-DA20-4D22-BA89-0D405C775321}" type="pres">
      <dgm:prSet presAssocID="{7AF3379B-12EB-43E9-AE31-657144C3F228}" presName="spaceBetweenRectangles" presStyleCnt="0"/>
      <dgm:spPr/>
    </dgm:pt>
    <dgm:pt modelId="{E13F9AA1-6BF3-4A39-912C-5B2080DF11E9}" type="pres">
      <dgm:prSet presAssocID="{3A87A646-B775-487A-8562-971B8AFA309D}" presName="parentLin" presStyleCnt="0"/>
      <dgm:spPr/>
    </dgm:pt>
    <dgm:pt modelId="{427E87A4-19F9-4A6A-82A7-B4E4418D4B9F}" type="pres">
      <dgm:prSet presAssocID="{3A87A646-B775-487A-8562-971B8AFA309D}" presName="parentLeftMargin" presStyleLbl="node1" presStyleIdx="0" presStyleCnt="2"/>
      <dgm:spPr/>
    </dgm:pt>
    <dgm:pt modelId="{7A346AA6-4C6A-4719-80F0-D38981B228E8}" type="pres">
      <dgm:prSet presAssocID="{3A87A646-B775-487A-8562-971B8AFA309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E1327-448E-4159-98C6-C03058A70860}" type="pres">
      <dgm:prSet presAssocID="{3A87A646-B775-487A-8562-971B8AFA309D}" presName="negativeSpace" presStyleCnt="0"/>
      <dgm:spPr/>
    </dgm:pt>
    <dgm:pt modelId="{8DDEB32B-C4EE-40BA-879D-3D2C3213155F}" type="pres">
      <dgm:prSet presAssocID="{3A87A646-B775-487A-8562-971B8AFA309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DEC4327-D53B-4284-B87B-894828E8CA03}" srcId="{3A87A646-B775-487A-8562-971B8AFA309D}" destId="{5D76EC44-6A9B-4D22-BA51-DDAB9948B4A1}" srcOrd="3" destOrd="0" parTransId="{075FD934-D0E0-40A3-9DDD-35E70ABF8F65}" sibTransId="{A2707549-2A74-4A03-9916-6DE1C4CFA5C5}"/>
    <dgm:cxn modelId="{109D332A-A127-4AE4-B234-0AE219789854}" srcId="{FDAF1D5E-D55B-43E8-B58B-E743944D2407}" destId="{780AD3FC-DF9D-4E00-BD29-51C474A712F5}" srcOrd="1" destOrd="0" parTransId="{8B512CAD-EA5E-4682-B7A7-DDBEECFAE79B}" sibTransId="{078596C6-C869-4202-A192-E96B6C0B95E8}"/>
    <dgm:cxn modelId="{45DED42A-F00A-48D2-AB0C-BE5777501441}" type="presOf" srcId="{5D88FDB9-12C5-4869-B7C3-DDB61E9FB24D}" destId="{8DDEB32B-C4EE-40BA-879D-3D2C3213155F}" srcOrd="0" destOrd="1" presId="urn:microsoft.com/office/officeart/2005/8/layout/list1"/>
    <dgm:cxn modelId="{2B68A62B-1B68-4463-AB95-DE267A63F41A}" type="presOf" srcId="{3A87A646-B775-487A-8562-971B8AFA309D}" destId="{7A346AA6-4C6A-4719-80F0-D38981B228E8}" srcOrd="1" destOrd="0" presId="urn:microsoft.com/office/officeart/2005/8/layout/list1"/>
    <dgm:cxn modelId="{83207631-5713-4615-BF9E-57604B8EDF95}" type="presOf" srcId="{91D26968-230E-4407-BDE9-8B7CC7B0864E}" destId="{8DDEB32B-C4EE-40BA-879D-3D2C3213155F}" srcOrd="0" destOrd="2" presId="urn:microsoft.com/office/officeart/2005/8/layout/list1"/>
    <dgm:cxn modelId="{E8EAE65C-0DB2-4802-87AA-C9C5B88C92F5}" srcId="{8790EF6B-5EA1-4181-94D1-1E13418CEF9D}" destId="{3A87A646-B775-487A-8562-971B8AFA309D}" srcOrd="1" destOrd="0" parTransId="{A4F5D9B7-A2A4-4757-B87A-8497EE98B17E}" sibTransId="{56967DC4-4EEF-4C20-AB28-99F4BA3B1127}"/>
    <dgm:cxn modelId="{F8B15A81-094F-4862-BBA4-90D13295E450}" type="presOf" srcId="{5D76EC44-6A9B-4D22-BA51-DDAB9948B4A1}" destId="{8DDEB32B-C4EE-40BA-879D-3D2C3213155F}" srcOrd="0" destOrd="3" presId="urn:microsoft.com/office/officeart/2005/8/layout/list1"/>
    <dgm:cxn modelId="{0D0FE68B-1B22-4B4B-943D-B5BCD4128018}" srcId="{FDAF1D5E-D55B-43E8-B58B-E743944D2407}" destId="{85BBFFAD-A557-46A4-859E-867EB1364E1F}" srcOrd="0" destOrd="0" parTransId="{1EF428BD-9371-4E27-B01F-8C752F5C7DB0}" sibTransId="{21D037A8-0EDD-49D9-9234-4A238D01D32A}"/>
    <dgm:cxn modelId="{39DE219E-6BC9-4A53-9622-32658ECAC919}" srcId="{3A87A646-B775-487A-8562-971B8AFA309D}" destId="{5D88FDB9-12C5-4869-B7C3-DDB61E9FB24D}" srcOrd="1" destOrd="0" parTransId="{43674A13-2C30-4566-9E24-ADC8D2E5C42E}" sibTransId="{1FBDC240-8DB0-498E-98F5-5BBEC2D87636}"/>
    <dgm:cxn modelId="{20C74AA6-84A0-4C77-B2AB-7E364CA936D8}" type="presOf" srcId="{85BBFFAD-A557-46A4-859E-867EB1364E1F}" destId="{DB891A17-8F34-413F-A880-2791FDA53F37}" srcOrd="0" destOrd="0" presId="urn:microsoft.com/office/officeart/2005/8/layout/list1"/>
    <dgm:cxn modelId="{526153AF-B06C-44B9-B92B-FBEB0F2D6672}" type="presOf" srcId="{FDAF1D5E-D55B-43E8-B58B-E743944D2407}" destId="{3958C06E-CEBD-451F-91B5-0390927ECDD5}" srcOrd="1" destOrd="0" presId="urn:microsoft.com/office/officeart/2005/8/layout/list1"/>
    <dgm:cxn modelId="{42AA18BD-E369-4F6D-A73C-7996E7F13AA0}" type="presOf" srcId="{3A87A646-B775-487A-8562-971B8AFA309D}" destId="{427E87A4-19F9-4A6A-82A7-B4E4418D4B9F}" srcOrd="0" destOrd="0" presId="urn:microsoft.com/office/officeart/2005/8/layout/list1"/>
    <dgm:cxn modelId="{31F74AC6-6F9E-44CB-B516-B93F876B4666}" srcId="{8790EF6B-5EA1-4181-94D1-1E13418CEF9D}" destId="{FDAF1D5E-D55B-43E8-B58B-E743944D2407}" srcOrd="0" destOrd="0" parTransId="{B0E23F86-4564-41FD-9CD8-9E6E5C5374F3}" sibTransId="{7AF3379B-12EB-43E9-AE31-657144C3F228}"/>
    <dgm:cxn modelId="{FBDF30CD-F93A-4364-8F47-B7A1EEF9CECA}" type="presOf" srcId="{8790EF6B-5EA1-4181-94D1-1E13418CEF9D}" destId="{722D68AA-974F-48AD-B5DD-5BBCDE648216}" srcOrd="0" destOrd="0" presId="urn:microsoft.com/office/officeart/2005/8/layout/list1"/>
    <dgm:cxn modelId="{F991DBD8-D092-45E4-A26A-E54A4DA8494B}" type="presOf" srcId="{780AD3FC-DF9D-4E00-BD29-51C474A712F5}" destId="{DB891A17-8F34-413F-A880-2791FDA53F37}" srcOrd="0" destOrd="1" presId="urn:microsoft.com/office/officeart/2005/8/layout/list1"/>
    <dgm:cxn modelId="{ADD4B8DC-60B0-4926-A2BA-73BFC766037C}" type="presOf" srcId="{3E2587D6-0E81-45F2-A40B-0E8F1136586E}" destId="{8DDEB32B-C4EE-40BA-879D-3D2C3213155F}" srcOrd="0" destOrd="0" presId="urn:microsoft.com/office/officeart/2005/8/layout/list1"/>
    <dgm:cxn modelId="{A4C8A0DD-8614-4EC9-98D1-FAD960F34C14}" srcId="{3A87A646-B775-487A-8562-971B8AFA309D}" destId="{91D26968-230E-4407-BDE9-8B7CC7B0864E}" srcOrd="2" destOrd="0" parTransId="{E65D601B-601C-4B5F-9C64-DE4741878F3B}" sibTransId="{7978AE3F-0081-4055-9149-0C593C090C4B}"/>
    <dgm:cxn modelId="{3D9F95ED-EEC2-4014-8F82-4FB0769B8F16}" srcId="{3A87A646-B775-487A-8562-971B8AFA309D}" destId="{3E2587D6-0E81-45F2-A40B-0E8F1136586E}" srcOrd="0" destOrd="0" parTransId="{95CAAA34-5184-439A-9FB7-2FC661A093CC}" sibTransId="{84B46D66-D280-463E-858A-D961E3C80C14}"/>
    <dgm:cxn modelId="{49D16EFD-3847-4DBE-B7F0-1D3C8E1A74B7}" type="presOf" srcId="{FDAF1D5E-D55B-43E8-B58B-E743944D2407}" destId="{6924050A-D161-4637-B1B5-0ADDEDBCF3CD}" srcOrd="0" destOrd="0" presId="urn:microsoft.com/office/officeart/2005/8/layout/list1"/>
    <dgm:cxn modelId="{76C61F5B-2B04-42D1-A6E9-57DC6D76613D}" type="presParOf" srcId="{722D68AA-974F-48AD-B5DD-5BBCDE648216}" destId="{601077BE-8E2B-4DAC-9998-FA6ABF8BB40B}" srcOrd="0" destOrd="0" presId="urn:microsoft.com/office/officeart/2005/8/layout/list1"/>
    <dgm:cxn modelId="{AC82242B-4787-4EFD-B594-3C98018FA4A4}" type="presParOf" srcId="{601077BE-8E2B-4DAC-9998-FA6ABF8BB40B}" destId="{6924050A-D161-4637-B1B5-0ADDEDBCF3CD}" srcOrd="0" destOrd="0" presId="urn:microsoft.com/office/officeart/2005/8/layout/list1"/>
    <dgm:cxn modelId="{F75AA6B2-4A49-4DC0-A822-CFC3EEE73B91}" type="presParOf" srcId="{601077BE-8E2B-4DAC-9998-FA6ABF8BB40B}" destId="{3958C06E-CEBD-451F-91B5-0390927ECDD5}" srcOrd="1" destOrd="0" presId="urn:microsoft.com/office/officeart/2005/8/layout/list1"/>
    <dgm:cxn modelId="{4EF2B9BD-0CE3-4E26-B207-E2B96E2C8684}" type="presParOf" srcId="{722D68AA-974F-48AD-B5DD-5BBCDE648216}" destId="{2F8DE2F4-05D6-4C8E-A1AD-A607CEEBD95D}" srcOrd="1" destOrd="0" presId="urn:microsoft.com/office/officeart/2005/8/layout/list1"/>
    <dgm:cxn modelId="{6A0DFB2D-5B70-4983-AEF3-E07B4E741151}" type="presParOf" srcId="{722D68AA-974F-48AD-B5DD-5BBCDE648216}" destId="{DB891A17-8F34-413F-A880-2791FDA53F37}" srcOrd="2" destOrd="0" presId="urn:microsoft.com/office/officeart/2005/8/layout/list1"/>
    <dgm:cxn modelId="{991365BA-B202-4EFC-9C6A-CA581BA2BB0C}" type="presParOf" srcId="{722D68AA-974F-48AD-B5DD-5BBCDE648216}" destId="{FF247F76-DA20-4D22-BA89-0D405C775321}" srcOrd="3" destOrd="0" presId="urn:microsoft.com/office/officeart/2005/8/layout/list1"/>
    <dgm:cxn modelId="{3F474A20-705F-4369-AA8C-8254C502AD8B}" type="presParOf" srcId="{722D68AA-974F-48AD-B5DD-5BBCDE648216}" destId="{E13F9AA1-6BF3-4A39-912C-5B2080DF11E9}" srcOrd="4" destOrd="0" presId="urn:microsoft.com/office/officeart/2005/8/layout/list1"/>
    <dgm:cxn modelId="{ECE0D57D-1BE9-4D7E-8101-5A1B004947E3}" type="presParOf" srcId="{E13F9AA1-6BF3-4A39-912C-5B2080DF11E9}" destId="{427E87A4-19F9-4A6A-82A7-B4E4418D4B9F}" srcOrd="0" destOrd="0" presId="urn:microsoft.com/office/officeart/2005/8/layout/list1"/>
    <dgm:cxn modelId="{80A038DE-27F4-45AC-9258-509BEDD97240}" type="presParOf" srcId="{E13F9AA1-6BF3-4A39-912C-5B2080DF11E9}" destId="{7A346AA6-4C6A-4719-80F0-D38981B228E8}" srcOrd="1" destOrd="0" presId="urn:microsoft.com/office/officeart/2005/8/layout/list1"/>
    <dgm:cxn modelId="{C38D5ABB-269A-4BD7-A924-369ED82E8432}" type="presParOf" srcId="{722D68AA-974F-48AD-B5DD-5BBCDE648216}" destId="{E6BE1327-448E-4159-98C6-C03058A70860}" srcOrd="5" destOrd="0" presId="urn:microsoft.com/office/officeart/2005/8/layout/list1"/>
    <dgm:cxn modelId="{5DC5899A-4A46-42F8-A123-DB180EFB9C83}" type="presParOf" srcId="{722D68AA-974F-48AD-B5DD-5BBCDE648216}" destId="{8DDEB32B-C4EE-40BA-879D-3D2C3213155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F7165-B6E4-4316-82A4-BC088941A7B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E004B8-B229-4401-9209-05B51010EA6E}">
      <dgm:prSet/>
      <dgm:spPr/>
      <dgm:t>
        <a:bodyPr/>
        <a:lstStyle/>
        <a:p>
          <a:r>
            <a:rPr lang="zh-CN" dirty="0"/>
            <a:t>按书组队（共</a:t>
          </a:r>
          <a:r>
            <a:rPr lang="en-US" dirty="0"/>
            <a:t>6</a:t>
          </a:r>
          <a:r>
            <a:rPr lang="zh-CN" dirty="0"/>
            <a:t>队），</a:t>
          </a:r>
          <a:r>
            <a:rPr lang="zh-CN" altLang="en-US" dirty="0"/>
            <a:t>取一个</a:t>
          </a:r>
          <a:r>
            <a:rPr lang="zh-CN" dirty="0"/>
            <a:t>组名；</a:t>
          </a:r>
          <a:endParaRPr lang="en-US" dirty="0"/>
        </a:p>
      </dgm:t>
    </dgm:pt>
    <dgm:pt modelId="{9EC711FA-6B66-4AC5-8041-03FA74242A62}" type="parTrans" cxnId="{7421067F-9BAA-483F-875A-F058A9EB66EB}">
      <dgm:prSet/>
      <dgm:spPr/>
      <dgm:t>
        <a:bodyPr/>
        <a:lstStyle/>
        <a:p>
          <a:endParaRPr lang="en-US"/>
        </a:p>
      </dgm:t>
    </dgm:pt>
    <dgm:pt modelId="{2D6F0C7B-64D1-4904-8F08-A2D387771FF6}" type="sibTrans" cxnId="{7421067F-9BAA-483F-875A-F058A9EB66EB}">
      <dgm:prSet/>
      <dgm:spPr/>
      <dgm:t>
        <a:bodyPr/>
        <a:lstStyle/>
        <a:p>
          <a:endParaRPr lang="en-US"/>
        </a:p>
      </dgm:t>
    </dgm:pt>
    <dgm:pt modelId="{C69B83CE-D048-4AD1-9B33-AC7467326D75}">
      <dgm:prSet/>
      <dgm:spPr/>
      <dgm:t>
        <a:bodyPr/>
        <a:lstStyle/>
        <a:p>
          <a:r>
            <a:rPr lang="zh-CN"/>
            <a:t>每组自己分工自行阅读书籍；</a:t>
          </a:r>
          <a:endParaRPr lang="en-US"/>
        </a:p>
      </dgm:t>
    </dgm:pt>
    <dgm:pt modelId="{CEAB8F46-2633-4A30-ABCC-C6A0C9EA4FEB}" type="parTrans" cxnId="{9960E926-8EE4-4B87-BDE1-6F17CEFBEA36}">
      <dgm:prSet/>
      <dgm:spPr/>
      <dgm:t>
        <a:bodyPr/>
        <a:lstStyle/>
        <a:p>
          <a:endParaRPr lang="en-US"/>
        </a:p>
      </dgm:t>
    </dgm:pt>
    <dgm:pt modelId="{1CE0A892-D5A3-411B-8B06-585B3B45113C}" type="sibTrans" cxnId="{9960E926-8EE4-4B87-BDE1-6F17CEFBEA36}">
      <dgm:prSet/>
      <dgm:spPr/>
      <dgm:t>
        <a:bodyPr/>
        <a:lstStyle/>
        <a:p>
          <a:endParaRPr lang="en-US"/>
        </a:p>
      </dgm:t>
    </dgm:pt>
    <dgm:pt modelId="{384D335A-D281-4F3D-A9B4-76665648A5AE}">
      <dgm:prSet/>
      <dgm:spPr/>
      <dgm:t>
        <a:bodyPr/>
        <a:lstStyle/>
        <a:p>
          <a:r>
            <a:rPr lang="zh-CN"/>
            <a:t>按组整体组织读书报告讨论；</a:t>
          </a:r>
          <a:endParaRPr lang="en-US"/>
        </a:p>
      </dgm:t>
    </dgm:pt>
    <dgm:pt modelId="{CCE27774-FC3A-4F84-992A-F85915482F79}" type="parTrans" cxnId="{A57341C1-62BF-48F4-979C-B14867EB1AC1}">
      <dgm:prSet/>
      <dgm:spPr/>
      <dgm:t>
        <a:bodyPr/>
        <a:lstStyle/>
        <a:p>
          <a:endParaRPr lang="en-US"/>
        </a:p>
      </dgm:t>
    </dgm:pt>
    <dgm:pt modelId="{2D82EDDA-79DE-4093-95AD-D3F068B27AF3}" type="sibTrans" cxnId="{A57341C1-62BF-48F4-979C-B14867EB1AC1}">
      <dgm:prSet/>
      <dgm:spPr/>
      <dgm:t>
        <a:bodyPr/>
        <a:lstStyle/>
        <a:p>
          <a:endParaRPr lang="en-US"/>
        </a:p>
      </dgm:t>
    </dgm:pt>
    <dgm:pt modelId="{946F3BB5-B72D-43CF-AC81-33F8DA14E4AE}">
      <dgm:prSet/>
      <dgm:spPr/>
      <dgm:t>
        <a:bodyPr/>
        <a:lstStyle/>
        <a:p>
          <a:r>
            <a:rPr lang="zh-CN"/>
            <a:t>所有小组阅读时间均为两周；</a:t>
          </a:r>
          <a:endParaRPr lang="en-US"/>
        </a:p>
      </dgm:t>
    </dgm:pt>
    <dgm:pt modelId="{C639A8D1-1E22-4AA6-88CB-B8A9163AD370}" type="parTrans" cxnId="{FCAC10DC-02A0-47B0-9184-C7A9D976F600}">
      <dgm:prSet/>
      <dgm:spPr/>
      <dgm:t>
        <a:bodyPr/>
        <a:lstStyle/>
        <a:p>
          <a:endParaRPr lang="en-US"/>
        </a:p>
      </dgm:t>
    </dgm:pt>
    <dgm:pt modelId="{ED82E56D-EAAF-4BF3-80EC-10D383E7E568}" type="sibTrans" cxnId="{FCAC10DC-02A0-47B0-9184-C7A9D976F600}">
      <dgm:prSet/>
      <dgm:spPr/>
      <dgm:t>
        <a:bodyPr/>
        <a:lstStyle/>
        <a:p>
          <a:endParaRPr lang="en-US"/>
        </a:p>
      </dgm:t>
    </dgm:pt>
    <dgm:pt modelId="{662A325C-18F9-4EA0-A383-D60B06AFBB0C}">
      <dgm:prSet/>
      <dgm:spPr/>
      <dgm:t>
        <a:bodyPr/>
        <a:lstStyle/>
        <a:p>
          <a:r>
            <a:rPr lang="zh-CN"/>
            <a:t>本课程第四周开始小组汇报，假如课上时间不够，则顺延至第五周，但读书报告统一时间提交；</a:t>
          </a:r>
          <a:endParaRPr lang="en-US"/>
        </a:p>
      </dgm:t>
    </dgm:pt>
    <dgm:pt modelId="{99A39E35-8456-4D91-B6D6-B140F26BE79F}" type="parTrans" cxnId="{046AF007-083A-4ED2-8E03-8E3E16793EDD}">
      <dgm:prSet/>
      <dgm:spPr/>
      <dgm:t>
        <a:bodyPr/>
        <a:lstStyle/>
        <a:p>
          <a:endParaRPr lang="en-US"/>
        </a:p>
      </dgm:t>
    </dgm:pt>
    <dgm:pt modelId="{C859CD7C-65D6-4A28-B76D-48EB99DB6C49}" type="sibTrans" cxnId="{046AF007-083A-4ED2-8E03-8E3E16793EDD}">
      <dgm:prSet/>
      <dgm:spPr/>
      <dgm:t>
        <a:bodyPr/>
        <a:lstStyle/>
        <a:p>
          <a:endParaRPr lang="en-US"/>
        </a:p>
      </dgm:t>
    </dgm:pt>
    <dgm:pt modelId="{984FB3E3-D83C-4AD4-941B-D95E40DE0FE4}">
      <dgm:prSet/>
      <dgm:spPr/>
      <dgm:t>
        <a:bodyPr/>
        <a:lstStyle/>
        <a:p>
          <a:r>
            <a:rPr lang="zh-CN"/>
            <a:t>评分方式由老师和助教计分。</a:t>
          </a:r>
          <a:endParaRPr lang="en-US"/>
        </a:p>
      </dgm:t>
    </dgm:pt>
    <dgm:pt modelId="{836BFA48-E617-4012-ADC9-0EF17CBF1B8F}" type="parTrans" cxnId="{3D4DE847-7036-477E-BA55-A838516B5597}">
      <dgm:prSet/>
      <dgm:spPr/>
      <dgm:t>
        <a:bodyPr/>
        <a:lstStyle/>
        <a:p>
          <a:endParaRPr lang="en-US"/>
        </a:p>
      </dgm:t>
    </dgm:pt>
    <dgm:pt modelId="{49A22B9A-0B22-4622-BDCA-F145898F5DA9}" type="sibTrans" cxnId="{3D4DE847-7036-477E-BA55-A838516B5597}">
      <dgm:prSet/>
      <dgm:spPr/>
      <dgm:t>
        <a:bodyPr/>
        <a:lstStyle/>
        <a:p>
          <a:endParaRPr lang="en-US"/>
        </a:p>
      </dgm:t>
    </dgm:pt>
    <dgm:pt modelId="{A90AE2D4-7B22-4D09-AFBE-679CCFB23466}" type="pres">
      <dgm:prSet presAssocID="{622F7165-B6E4-4316-82A4-BC088941A7B8}" presName="vert0" presStyleCnt="0">
        <dgm:presLayoutVars>
          <dgm:dir/>
          <dgm:animOne val="branch"/>
          <dgm:animLvl val="lvl"/>
        </dgm:presLayoutVars>
      </dgm:prSet>
      <dgm:spPr/>
    </dgm:pt>
    <dgm:pt modelId="{2856AEE9-700E-4D37-876C-B9A38340C5B5}" type="pres">
      <dgm:prSet presAssocID="{30E004B8-B229-4401-9209-05B51010EA6E}" presName="thickLine" presStyleLbl="alignNode1" presStyleIdx="0" presStyleCnt="6"/>
      <dgm:spPr/>
    </dgm:pt>
    <dgm:pt modelId="{2C3662C2-ACEA-46C9-9F4B-D735FC5EDC18}" type="pres">
      <dgm:prSet presAssocID="{30E004B8-B229-4401-9209-05B51010EA6E}" presName="horz1" presStyleCnt="0"/>
      <dgm:spPr/>
    </dgm:pt>
    <dgm:pt modelId="{F30C98D3-A74D-4D2A-A1A4-84F4AEF888CE}" type="pres">
      <dgm:prSet presAssocID="{30E004B8-B229-4401-9209-05B51010EA6E}" presName="tx1" presStyleLbl="revTx" presStyleIdx="0" presStyleCnt="6"/>
      <dgm:spPr/>
    </dgm:pt>
    <dgm:pt modelId="{29733A58-33CF-4CD3-A47C-F8FA0CD78959}" type="pres">
      <dgm:prSet presAssocID="{30E004B8-B229-4401-9209-05B51010EA6E}" presName="vert1" presStyleCnt="0"/>
      <dgm:spPr/>
    </dgm:pt>
    <dgm:pt modelId="{950BA12D-6780-48A2-B351-1DDEA8FC68E6}" type="pres">
      <dgm:prSet presAssocID="{C69B83CE-D048-4AD1-9B33-AC7467326D75}" presName="thickLine" presStyleLbl="alignNode1" presStyleIdx="1" presStyleCnt="6"/>
      <dgm:spPr/>
    </dgm:pt>
    <dgm:pt modelId="{3EC9717C-9BBD-42EF-A2DB-00E290C2B76E}" type="pres">
      <dgm:prSet presAssocID="{C69B83CE-D048-4AD1-9B33-AC7467326D75}" presName="horz1" presStyleCnt="0"/>
      <dgm:spPr/>
    </dgm:pt>
    <dgm:pt modelId="{908922FE-708E-4D2B-BC11-23E5DBD3B214}" type="pres">
      <dgm:prSet presAssocID="{C69B83CE-D048-4AD1-9B33-AC7467326D75}" presName="tx1" presStyleLbl="revTx" presStyleIdx="1" presStyleCnt="6"/>
      <dgm:spPr/>
    </dgm:pt>
    <dgm:pt modelId="{7BC3601A-C126-45EF-A4B5-539380AC5F52}" type="pres">
      <dgm:prSet presAssocID="{C69B83CE-D048-4AD1-9B33-AC7467326D75}" presName="vert1" presStyleCnt="0"/>
      <dgm:spPr/>
    </dgm:pt>
    <dgm:pt modelId="{A7E7BF4B-1AB3-4DE6-8C02-753C62787048}" type="pres">
      <dgm:prSet presAssocID="{384D335A-D281-4F3D-A9B4-76665648A5AE}" presName="thickLine" presStyleLbl="alignNode1" presStyleIdx="2" presStyleCnt="6"/>
      <dgm:spPr/>
    </dgm:pt>
    <dgm:pt modelId="{80310EA7-0F1A-4E59-8280-22407DE68A93}" type="pres">
      <dgm:prSet presAssocID="{384D335A-D281-4F3D-A9B4-76665648A5AE}" presName="horz1" presStyleCnt="0"/>
      <dgm:spPr/>
    </dgm:pt>
    <dgm:pt modelId="{16C4DA18-3C11-430D-948C-21CD2495D740}" type="pres">
      <dgm:prSet presAssocID="{384D335A-D281-4F3D-A9B4-76665648A5AE}" presName="tx1" presStyleLbl="revTx" presStyleIdx="2" presStyleCnt="6"/>
      <dgm:spPr/>
    </dgm:pt>
    <dgm:pt modelId="{06B3DBBA-2B4B-4095-B2A2-0D23F00118A6}" type="pres">
      <dgm:prSet presAssocID="{384D335A-D281-4F3D-A9B4-76665648A5AE}" presName="vert1" presStyleCnt="0"/>
      <dgm:spPr/>
    </dgm:pt>
    <dgm:pt modelId="{3F9A382D-4242-4485-B5D9-5D9F4FF9E41F}" type="pres">
      <dgm:prSet presAssocID="{946F3BB5-B72D-43CF-AC81-33F8DA14E4AE}" presName="thickLine" presStyleLbl="alignNode1" presStyleIdx="3" presStyleCnt="6"/>
      <dgm:spPr/>
    </dgm:pt>
    <dgm:pt modelId="{15D83A27-8541-4E62-96B4-BD298A3FB427}" type="pres">
      <dgm:prSet presAssocID="{946F3BB5-B72D-43CF-AC81-33F8DA14E4AE}" presName="horz1" presStyleCnt="0"/>
      <dgm:spPr/>
    </dgm:pt>
    <dgm:pt modelId="{34C88EA7-A19F-41DD-AADD-8DB2306BB2A3}" type="pres">
      <dgm:prSet presAssocID="{946F3BB5-B72D-43CF-AC81-33F8DA14E4AE}" presName="tx1" presStyleLbl="revTx" presStyleIdx="3" presStyleCnt="6"/>
      <dgm:spPr/>
    </dgm:pt>
    <dgm:pt modelId="{2CB19918-A617-4F35-92F3-4FD4C0F4180C}" type="pres">
      <dgm:prSet presAssocID="{946F3BB5-B72D-43CF-AC81-33F8DA14E4AE}" presName="vert1" presStyleCnt="0"/>
      <dgm:spPr/>
    </dgm:pt>
    <dgm:pt modelId="{8F45CFD2-0749-4674-A8FF-64E2DB10C9B6}" type="pres">
      <dgm:prSet presAssocID="{662A325C-18F9-4EA0-A383-D60B06AFBB0C}" presName="thickLine" presStyleLbl="alignNode1" presStyleIdx="4" presStyleCnt="6"/>
      <dgm:spPr/>
    </dgm:pt>
    <dgm:pt modelId="{5D90A7C7-5002-440E-9A43-F953D10F3179}" type="pres">
      <dgm:prSet presAssocID="{662A325C-18F9-4EA0-A383-D60B06AFBB0C}" presName="horz1" presStyleCnt="0"/>
      <dgm:spPr/>
    </dgm:pt>
    <dgm:pt modelId="{AD511CBA-D8BF-4BF7-A195-AF019C5084E7}" type="pres">
      <dgm:prSet presAssocID="{662A325C-18F9-4EA0-A383-D60B06AFBB0C}" presName="tx1" presStyleLbl="revTx" presStyleIdx="4" presStyleCnt="6"/>
      <dgm:spPr/>
    </dgm:pt>
    <dgm:pt modelId="{3AED58FF-1060-455A-ADE1-D6EBE4AB38B2}" type="pres">
      <dgm:prSet presAssocID="{662A325C-18F9-4EA0-A383-D60B06AFBB0C}" presName="vert1" presStyleCnt="0"/>
      <dgm:spPr/>
    </dgm:pt>
    <dgm:pt modelId="{3416B2A7-4A4D-4B1D-8A21-DD07C23FC8AA}" type="pres">
      <dgm:prSet presAssocID="{984FB3E3-D83C-4AD4-941B-D95E40DE0FE4}" presName="thickLine" presStyleLbl="alignNode1" presStyleIdx="5" presStyleCnt="6"/>
      <dgm:spPr/>
    </dgm:pt>
    <dgm:pt modelId="{1D2935E1-A3AB-4668-A1C2-CCAAA06C181C}" type="pres">
      <dgm:prSet presAssocID="{984FB3E3-D83C-4AD4-941B-D95E40DE0FE4}" presName="horz1" presStyleCnt="0"/>
      <dgm:spPr/>
    </dgm:pt>
    <dgm:pt modelId="{B4A1599C-5AE6-4A16-A046-D6816F05E6B7}" type="pres">
      <dgm:prSet presAssocID="{984FB3E3-D83C-4AD4-941B-D95E40DE0FE4}" presName="tx1" presStyleLbl="revTx" presStyleIdx="5" presStyleCnt="6"/>
      <dgm:spPr/>
    </dgm:pt>
    <dgm:pt modelId="{6C02C594-41E4-424B-A734-2999570EC8BA}" type="pres">
      <dgm:prSet presAssocID="{984FB3E3-D83C-4AD4-941B-D95E40DE0FE4}" presName="vert1" presStyleCnt="0"/>
      <dgm:spPr/>
    </dgm:pt>
  </dgm:ptLst>
  <dgm:cxnLst>
    <dgm:cxn modelId="{046AF007-083A-4ED2-8E03-8E3E16793EDD}" srcId="{622F7165-B6E4-4316-82A4-BC088941A7B8}" destId="{662A325C-18F9-4EA0-A383-D60B06AFBB0C}" srcOrd="4" destOrd="0" parTransId="{99A39E35-8456-4D91-B6D6-B140F26BE79F}" sibTransId="{C859CD7C-65D6-4A28-B76D-48EB99DB6C49}"/>
    <dgm:cxn modelId="{9960E926-8EE4-4B87-BDE1-6F17CEFBEA36}" srcId="{622F7165-B6E4-4316-82A4-BC088941A7B8}" destId="{C69B83CE-D048-4AD1-9B33-AC7467326D75}" srcOrd="1" destOrd="0" parTransId="{CEAB8F46-2633-4A30-ABCC-C6A0C9EA4FEB}" sibTransId="{1CE0A892-D5A3-411B-8B06-585B3B45113C}"/>
    <dgm:cxn modelId="{ED5C5834-11B9-4268-A7EF-630E1B5A87DD}" type="presOf" srcId="{984FB3E3-D83C-4AD4-941B-D95E40DE0FE4}" destId="{B4A1599C-5AE6-4A16-A046-D6816F05E6B7}" srcOrd="0" destOrd="0" presId="urn:microsoft.com/office/officeart/2008/layout/LinedList"/>
    <dgm:cxn modelId="{A81EB73F-73F2-4BF0-8B4C-E142B19597AD}" type="presOf" srcId="{C69B83CE-D048-4AD1-9B33-AC7467326D75}" destId="{908922FE-708E-4D2B-BC11-23E5DBD3B214}" srcOrd="0" destOrd="0" presId="urn:microsoft.com/office/officeart/2008/layout/LinedList"/>
    <dgm:cxn modelId="{949D6867-8AEB-4733-B4F2-1A331D3FE45C}" type="presOf" srcId="{946F3BB5-B72D-43CF-AC81-33F8DA14E4AE}" destId="{34C88EA7-A19F-41DD-AADD-8DB2306BB2A3}" srcOrd="0" destOrd="0" presId="urn:microsoft.com/office/officeart/2008/layout/LinedList"/>
    <dgm:cxn modelId="{3D4DE847-7036-477E-BA55-A838516B5597}" srcId="{622F7165-B6E4-4316-82A4-BC088941A7B8}" destId="{984FB3E3-D83C-4AD4-941B-D95E40DE0FE4}" srcOrd="5" destOrd="0" parTransId="{836BFA48-E617-4012-ADC9-0EF17CBF1B8F}" sibTransId="{49A22B9A-0B22-4622-BDCA-F145898F5DA9}"/>
    <dgm:cxn modelId="{7421067F-9BAA-483F-875A-F058A9EB66EB}" srcId="{622F7165-B6E4-4316-82A4-BC088941A7B8}" destId="{30E004B8-B229-4401-9209-05B51010EA6E}" srcOrd="0" destOrd="0" parTransId="{9EC711FA-6B66-4AC5-8041-03FA74242A62}" sibTransId="{2D6F0C7B-64D1-4904-8F08-A2D387771FF6}"/>
    <dgm:cxn modelId="{D555C08B-4D92-4DD9-AD76-B4ABBBBE5145}" type="presOf" srcId="{384D335A-D281-4F3D-A9B4-76665648A5AE}" destId="{16C4DA18-3C11-430D-948C-21CD2495D740}" srcOrd="0" destOrd="0" presId="urn:microsoft.com/office/officeart/2008/layout/LinedList"/>
    <dgm:cxn modelId="{A964D995-05DF-46A5-A5EF-6A2A8065C124}" type="presOf" srcId="{662A325C-18F9-4EA0-A383-D60B06AFBB0C}" destId="{AD511CBA-D8BF-4BF7-A195-AF019C5084E7}" srcOrd="0" destOrd="0" presId="urn:microsoft.com/office/officeart/2008/layout/LinedList"/>
    <dgm:cxn modelId="{20CFD598-5A01-4748-9963-FF32378FEA78}" type="presOf" srcId="{622F7165-B6E4-4316-82A4-BC088941A7B8}" destId="{A90AE2D4-7B22-4D09-AFBE-679CCFB23466}" srcOrd="0" destOrd="0" presId="urn:microsoft.com/office/officeart/2008/layout/LinedList"/>
    <dgm:cxn modelId="{A57341C1-62BF-48F4-979C-B14867EB1AC1}" srcId="{622F7165-B6E4-4316-82A4-BC088941A7B8}" destId="{384D335A-D281-4F3D-A9B4-76665648A5AE}" srcOrd="2" destOrd="0" parTransId="{CCE27774-FC3A-4F84-992A-F85915482F79}" sibTransId="{2D82EDDA-79DE-4093-95AD-D3F068B27AF3}"/>
    <dgm:cxn modelId="{FCAC10DC-02A0-47B0-9184-C7A9D976F600}" srcId="{622F7165-B6E4-4316-82A4-BC088941A7B8}" destId="{946F3BB5-B72D-43CF-AC81-33F8DA14E4AE}" srcOrd="3" destOrd="0" parTransId="{C639A8D1-1E22-4AA6-88CB-B8A9163AD370}" sibTransId="{ED82E56D-EAAF-4BF3-80EC-10D383E7E568}"/>
    <dgm:cxn modelId="{D2A94BFA-D29A-4345-A13A-73F9FE3D4D88}" type="presOf" srcId="{30E004B8-B229-4401-9209-05B51010EA6E}" destId="{F30C98D3-A74D-4D2A-A1A4-84F4AEF888CE}" srcOrd="0" destOrd="0" presId="urn:microsoft.com/office/officeart/2008/layout/LinedList"/>
    <dgm:cxn modelId="{C950D304-1DA3-4BEC-B0FD-A3922730D137}" type="presParOf" srcId="{A90AE2D4-7B22-4D09-AFBE-679CCFB23466}" destId="{2856AEE9-700E-4D37-876C-B9A38340C5B5}" srcOrd="0" destOrd="0" presId="urn:microsoft.com/office/officeart/2008/layout/LinedList"/>
    <dgm:cxn modelId="{E3C8E3FD-D447-4CD4-BD09-BAE9C255C2C8}" type="presParOf" srcId="{A90AE2D4-7B22-4D09-AFBE-679CCFB23466}" destId="{2C3662C2-ACEA-46C9-9F4B-D735FC5EDC18}" srcOrd="1" destOrd="0" presId="urn:microsoft.com/office/officeart/2008/layout/LinedList"/>
    <dgm:cxn modelId="{30DAD9C9-CB6B-4DC1-A467-8864687FFB76}" type="presParOf" srcId="{2C3662C2-ACEA-46C9-9F4B-D735FC5EDC18}" destId="{F30C98D3-A74D-4D2A-A1A4-84F4AEF888CE}" srcOrd="0" destOrd="0" presId="urn:microsoft.com/office/officeart/2008/layout/LinedList"/>
    <dgm:cxn modelId="{481E25BE-D0A7-4CC1-9A6D-C58702A051C2}" type="presParOf" srcId="{2C3662C2-ACEA-46C9-9F4B-D735FC5EDC18}" destId="{29733A58-33CF-4CD3-A47C-F8FA0CD78959}" srcOrd="1" destOrd="0" presId="urn:microsoft.com/office/officeart/2008/layout/LinedList"/>
    <dgm:cxn modelId="{BFC730A7-FCB7-41B0-964D-1EDB018D8DA0}" type="presParOf" srcId="{A90AE2D4-7B22-4D09-AFBE-679CCFB23466}" destId="{950BA12D-6780-48A2-B351-1DDEA8FC68E6}" srcOrd="2" destOrd="0" presId="urn:microsoft.com/office/officeart/2008/layout/LinedList"/>
    <dgm:cxn modelId="{B1432851-7146-4AC3-8010-3CA930FED084}" type="presParOf" srcId="{A90AE2D4-7B22-4D09-AFBE-679CCFB23466}" destId="{3EC9717C-9BBD-42EF-A2DB-00E290C2B76E}" srcOrd="3" destOrd="0" presId="urn:microsoft.com/office/officeart/2008/layout/LinedList"/>
    <dgm:cxn modelId="{DBF51213-B0CF-42C8-9C02-ADD16AD9E287}" type="presParOf" srcId="{3EC9717C-9BBD-42EF-A2DB-00E290C2B76E}" destId="{908922FE-708E-4D2B-BC11-23E5DBD3B214}" srcOrd="0" destOrd="0" presId="urn:microsoft.com/office/officeart/2008/layout/LinedList"/>
    <dgm:cxn modelId="{32971F3A-DE08-4CCC-863E-5D24DDD7EBE9}" type="presParOf" srcId="{3EC9717C-9BBD-42EF-A2DB-00E290C2B76E}" destId="{7BC3601A-C126-45EF-A4B5-539380AC5F52}" srcOrd="1" destOrd="0" presId="urn:microsoft.com/office/officeart/2008/layout/LinedList"/>
    <dgm:cxn modelId="{7B6F1981-7023-43FD-84F9-7FF3DD62ACEF}" type="presParOf" srcId="{A90AE2D4-7B22-4D09-AFBE-679CCFB23466}" destId="{A7E7BF4B-1AB3-4DE6-8C02-753C62787048}" srcOrd="4" destOrd="0" presId="urn:microsoft.com/office/officeart/2008/layout/LinedList"/>
    <dgm:cxn modelId="{60E76F9C-3272-4FCC-A7DE-AEFEE9547773}" type="presParOf" srcId="{A90AE2D4-7B22-4D09-AFBE-679CCFB23466}" destId="{80310EA7-0F1A-4E59-8280-22407DE68A93}" srcOrd="5" destOrd="0" presId="urn:microsoft.com/office/officeart/2008/layout/LinedList"/>
    <dgm:cxn modelId="{968BC5EF-B327-407C-9745-B5AD3308A079}" type="presParOf" srcId="{80310EA7-0F1A-4E59-8280-22407DE68A93}" destId="{16C4DA18-3C11-430D-948C-21CD2495D740}" srcOrd="0" destOrd="0" presId="urn:microsoft.com/office/officeart/2008/layout/LinedList"/>
    <dgm:cxn modelId="{47A2BD31-6177-4001-BF03-DE7A60A7ECD6}" type="presParOf" srcId="{80310EA7-0F1A-4E59-8280-22407DE68A93}" destId="{06B3DBBA-2B4B-4095-B2A2-0D23F00118A6}" srcOrd="1" destOrd="0" presId="urn:microsoft.com/office/officeart/2008/layout/LinedList"/>
    <dgm:cxn modelId="{D53D2E5A-CD0D-45C9-BD1D-D0BF9DD46DD8}" type="presParOf" srcId="{A90AE2D4-7B22-4D09-AFBE-679CCFB23466}" destId="{3F9A382D-4242-4485-B5D9-5D9F4FF9E41F}" srcOrd="6" destOrd="0" presId="urn:microsoft.com/office/officeart/2008/layout/LinedList"/>
    <dgm:cxn modelId="{4F1C4301-1EF4-4E43-8AF4-EB751A7EBF6D}" type="presParOf" srcId="{A90AE2D4-7B22-4D09-AFBE-679CCFB23466}" destId="{15D83A27-8541-4E62-96B4-BD298A3FB427}" srcOrd="7" destOrd="0" presId="urn:microsoft.com/office/officeart/2008/layout/LinedList"/>
    <dgm:cxn modelId="{A36027AF-68AB-41AF-9D30-D70F83AFE911}" type="presParOf" srcId="{15D83A27-8541-4E62-96B4-BD298A3FB427}" destId="{34C88EA7-A19F-41DD-AADD-8DB2306BB2A3}" srcOrd="0" destOrd="0" presId="urn:microsoft.com/office/officeart/2008/layout/LinedList"/>
    <dgm:cxn modelId="{7558CA5E-6A3F-4D2A-A72F-E37C623D7431}" type="presParOf" srcId="{15D83A27-8541-4E62-96B4-BD298A3FB427}" destId="{2CB19918-A617-4F35-92F3-4FD4C0F4180C}" srcOrd="1" destOrd="0" presId="urn:microsoft.com/office/officeart/2008/layout/LinedList"/>
    <dgm:cxn modelId="{3D2F1D4F-1647-4ECE-8E11-D81D1B96BFB1}" type="presParOf" srcId="{A90AE2D4-7B22-4D09-AFBE-679CCFB23466}" destId="{8F45CFD2-0749-4674-A8FF-64E2DB10C9B6}" srcOrd="8" destOrd="0" presId="urn:microsoft.com/office/officeart/2008/layout/LinedList"/>
    <dgm:cxn modelId="{067084C8-7BDF-4FA8-A2C2-B43E5330FB80}" type="presParOf" srcId="{A90AE2D4-7B22-4D09-AFBE-679CCFB23466}" destId="{5D90A7C7-5002-440E-9A43-F953D10F3179}" srcOrd="9" destOrd="0" presId="urn:microsoft.com/office/officeart/2008/layout/LinedList"/>
    <dgm:cxn modelId="{0067F24D-E68B-464C-98D4-91D63C9DEEA7}" type="presParOf" srcId="{5D90A7C7-5002-440E-9A43-F953D10F3179}" destId="{AD511CBA-D8BF-4BF7-A195-AF019C5084E7}" srcOrd="0" destOrd="0" presId="urn:microsoft.com/office/officeart/2008/layout/LinedList"/>
    <dgm:cxn modelId="{8C8D19A2-B8F6-4B5D-AC15-38354A7797BB}" type="presParOf" srcId="{5D90A7C7-5002-440E-9A43-F953D10F3179}" destId="{3AED58FF-1060-455A-ADE1-D6EBE4AB38B2}" srcOrd="1" destOrd="0" presId="urn:microsoft.com/office/officeart/2008/layout/LinedList"/>
    <dgm:cxn modelId="{992CA39E-72F1-4E28-AFAB-778B5876372C}" type="presParOf" srcId="{A90AE2D4-7B22-4D09-AFBE-679CCFB23466}" destId="{3416B2A7-4A4D-4B1D-8A21-DD07C23FC8AA}" srcOrd="10" destOrd="0" presId="urn:microsoft.com/office/officeart/2008/layout/LinedList"/>
    <dgm:cxn modelId="{3E014C06-9EF3-4971-B51B-E520781ADCA5}" type="presParOf" srcId="{A90AE2D4-7B22-4D09-AFBE-679CCFB23466}" destId="{1D2935E1-A3AB-4668-A1C2-CCAAA06C181C}" srcOrd="11" destOrd="0" presId="urn:microsoft.com/office/officeart/2008/layout/LinedList"/>
    <dgm:cxn modelId="{A1397625-687F-44EF-B5F0-A2FC61DA7587}" type="presParOf" srcId="{1D2935E1-A3AB-4668-A1C2-CCAAA06C181C}" destId="{B4A1599C-5AE6-4A16-A046-D6816F05E6B7}" srcOrd="0" destOrd="0" presId="urn:microsoft.com/office/officeart/2008/layout/LinedList"/>
    <dgm:cxn modelId="{C99590F5-ABA7-480A-BA38-57F9AE749900}" type="presParOf" srcId="{1D2935E1-A3AB-4668-A1C2-CCAAA06C181C}" destId="{6C02C594-41E4-424B-A734-2999570EC8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B8E863-154A-4791-9B83-498A423A726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C6E49B-142E-444A-A732-3A4D6180D0F6}">
      <dgm:prSet/>
      <dgm:spPr/>
      <dgm:t>
        <a:bodyPr/>
        <a:lstStyle/>
        <a:p>
          <a:r>
            <a:rPr lang="zh-CN"/>
            <a:t>课程组织的核心目标</a:t>
          </a:r>
          <a:endParaRPr lang="en-US"/>
        </a:p>
      </dgm:t>
    </dgm:pt>
    <dgm:pt modelId="{1236FE58-8D1E-43B4-8C50-FC5D808657FC}" type="parTrans" cxnId="{EA3059F7-73DB-4526-9697-53F555E06E7A}">
      <dgm:prSet/>
      <dgm:spPr/>
      <dgm:t>
        <a:bodyPr/>
        <a:lstStyle/>
        <a:p>
          <a:endParaRPr lang="en-US"/>
        </a:p>
      </dgm:t>
    </dgm:pt>
    <dgm:pt modelId="{2D56199F-7D7C-401B-A27F-8E9FCB295E4A}" type="sibTrans" cxnId="{EA3059F7-73DB-4526-9697-53F555E06E7A}">
      <dgm:prSet/>
      <dgm:spPr/>
      <dgm:t>
        <a:bodyPr/>
        <a:lstStyle/>
        <a:p>
          <a:endParaRPr lang="en-US"/>
        </a:p>
      </dgm:t>
    </dgm:pt>
    <dgm:pt modelId="{84F5727E-3490-45FB-AC5F-7C00664F838C}">
      <dgm:prSet/>
      <dgm:spPr/>
      <dgm:t>
        <a:bodyPr/>
        <a:lstStyle/>
        <a:p>
          <a:r>
            <a:rPr lang="zh-CN"/>
            <a:t>第一，利用小组讨论推动学习使用人工智能的训练模式；</a:t>
          </a:r>
          <a:endParaRPr lang="en-US"/>
        </a:p>
      </dgm:t>
    </dgm:pt>
    <dgm:pt modelId="{5EE5382B-9FB4-4B6D-BB1B-CAA12F5606AB}" type="parTrans" cxnId="{ADEA199B-6E30-4E23-A959-C1A050B84938}">
      <dgm:prSet/>
      <dgm:spPr/>
      <dgm:t>
        <a:bodyPr/>
        <a:lstStyle/>
        <a:p>
          <a:endParaRPr lang="en-US"/>
        </a:p>
      </dgm:t>
    </dgm:pt>
    <dgm:pt modelId="{A68F5D30-2129-48E3-A781-CD70389FAE0A}" type="sibTrans" cxnId="{ADEA199B-6E30-4E23-A959-C1A050B84938}">
      <dgm:prSet/>
      <dgm:spPr/>
      <dgm:t>
        <a:bodyPr/>
        <a:lstStyle/>
        <a:p>
          <a:endParaRPr lang="en-US"/>
        </a:p>
      </dgm:t>
    </dgm:pt>
    <dgm:pt modelId="{3542A01A-93F8-46CD-8FEA-91B20043A850}">
      <dgm:prSet/>
      <dgm:spPr/>
      <dgm:t>
        <a:bodyPr/>
        <a:lstStyle/>
        <a:p>
          <a:r>
            <a:rPr lang="zh-CN"/>
            <a:t>第二，利用小组讨论加深科学研究的团队合作精神，收获新的友谊；</a:t>
          </a:r>
          <a:endParaRPr lang="en-US"/>
        </a:p>
      </dgm:t>
    </dgm:pt>
    <dgm:pt modelId="{8B5B18C1-C88D-4DBA-B833-E020443C6A63}" type="parTrans" cxnId="{38FD3118-B330-4032-8083-36A9CFA0A735}">
      <dgm:prSet/>
      <dgm:spPr/>
      <dgm:t>
        <a:bodyPr/>
        <a:lstStyle/>
        <a:p>
          <a:endParaRPr lang="en-US"/>
        </a:p>
      </dgm:t>
    </dgm:pt>
    <dgm:pt modelId="{685DD90C-3678-42E2-BB8A-9C7F58E19B76}" type="sibTrans" cxnId="{38FD3118-B330-4032-8083-36A9CFA0A735}">
      <dgm:prSet/>
      <dgm:spPr/>
      <dgm:t>
        <a:bodyPr/>
        <a:lstStyle/>
        <a:p>
          <a:endParaRPr lang="en-US"/>
        </a:p>
      </dgm:t>
    </dgm:pt>
    <dgm:pt modelId="{8B4F2042-91FF-460E-8290-C09B05AB931B}">
      <dgm:prSet/>
      <dgm:spPr/>
      <dgm:t>
        <a:bodyPr/>
        <a:lstStyle/>
        <a:p>
          <a:r>
            <a:rPr lang="zh-CN"/>
            <a:t>第三，利用小组讨论活跃课程气氛，让大家知道你们才是课堂的主人；</a:t>
          </a:r>
          <a:endParaRPr lang="en-US"/>
        </a:p>
      </dgm:t>
    </dgm:pt>
    <dgm:pt modelId="{208CC00A-B92E-49B7-ADD9-E48E6872A7DB}" type="parTrans" cxnId="{2BD65D04-8B5E-4F58-86F2-6DECC29AE619}">
      <dgm:prSet/>
      <dgm:spPr/>
      <dgm:t>
        <a:bodyPr/>
        <a:lstStyle/>
        <a:p>
          <a:endParaRPr lang="en-US"/>
        </a:p>
      </dgm:t>
    </dgm:pt>
    <dgm:pt modelId="{A0BC8A10-6ACF-46A8-A76E-F34A4E02295C}" type="sibTrans" cxnId="{2BD65D04-8B5E-4F58-86F2-6DECC29AE619}">
      <dgm:prSet/>
      <dgm:spPr/>
      <dgm:t>
        <a:bodyPr/>
        <a:lstStyle/>
        <a:p>
          <a:endParaRPr lang="en-US"/>
        </a:p>
      </dgm:t>
    </dgm:pt>
    <dgm:pt modelId="{5D2D658C-B22C-4BFA-BFCB-4A77BC8D352D}">
      <dgm:prSet/>
      <dgm:spPr/>
      <dgm:t>
        <a:bodyPr/>
        <a:lstStyle/>
        <a:p>
          <a:r>
            <a:rPr lang="zh-CN"/>
            <a:t>读书报告的评估规则</a:t>
          </a:r>
          <a:endParaRPr lang="en-US"/>
        </a:p>
      </dgm:t>
    </dgm:pt>
    <dgm:pt modelId="{8E01A2CD-4EE9-45AB-8CD8-D051B5792B52}" type="parTrans" cxnId="{B3D51E71-F599-41EA-92AF-B6083E1DF649}">
      <dgm:prSet/>
      <dgm:spPr/>
      <dgm:t>
        <a:bodyPr/>
        <a:lstStyle/>
        <a:p>
          <a:endParaRPr lang="en-US"/>
        </a:p>
      </dgm:t>
    </dgm:pt>
    <dgm:pt modelId="{115B6C8D-64D0-4DE0-8E8B-FA9B0AE8C71A}" type="sibTrans" cxnId="{B3D51E71-F599-41EA-92AF-B6083E1DF649}">
      <dgm:prSet/>
      <dgm:spPr/>
      <dgm:t>
        <a:bodyPr/>
        <a:lstStyle/>
        <a:p>
          <a:endParaRPr lang="en-US"/>
        </a:p>
      </dgm:t>
    </dgm:pt>
    <dgm:pt modelId="{58EE1DA9-8460-4BC9-AD63-EF816AF7B22E}">
      <dgm:prSet/>
      <dgm:spPr/>
      <dgm:t>
        <a:bodyPr/>
        <a:lstStyle/>
        <a:p>
          <a:r>
            <a:rPr lang="zh-CN"/>
            <a:t>评分人：我与助教两人</a:t>
          </a:r>
          <a:endParaRPr lang="en-US"/>
        </a:p>
      </dgm:t>
    </dgm:pt>
    <dgm:pt modelId="{534A6EA5-A0BA-4E5D-BA96-33341560AC00}" type="parTrans" cxnId="{B994585D-BB88-40DD-A617-95C213F2D177}">
      <dgm:prSet/>
      <dgm:spPr/>
      <dgm:t>
        <a:bodyPr/>
        <a:lstStyle/>
        <a:p>
          <a:endParaRPr lang="en-US"/>
        </a:p>
      </dgm:t>
    </dgm:pt>
    <dgm:pt modelId="{8B3CA065-EE6A-4E1E-8CCF-E6CE70BCCE49}" type="sibTrans" cxnId="{B994585D-BB88-40DD-A617-95C213F2D177}">
      <dgm:prSet/>
      <dgm:spPr/>
      <dgm:t>
        <a:bodyPr/>
        <a:lstStyle/>
        <a:p>
          <a:endParaRPr lang="en-US"/>
        </a:p>
      </dgm:t>
    </dgm:pt>
    <dgm:pt modelId="{DC616DA7-EA72-4699-B006-D9904D1827EF}">
      <dgm:prSet/>
      <dgm:spPr/>
      <dgm:t>
        <a:bodyPr/>
        <a:lstStyle/>
        <a:p>
          <a:r>
            <a:rPr lang="zh-CN"/>
            <a:t>评估内容：课堂展示与整体读书报告</a:t>
          </a:r>
          <a:endParaRPr lang="en-US"/>
        </a:p>
      </dgm:t>
    </dgm:pt>
    <dgm:pt modelId="{38F0E5D9-6800-441E-9487-A0CC2E5B394F}" type="parTrans" cxnId="{2307C243-4C06-4A01-B726-994E1AA9DA16}">
      <dgm:prSet/>
      <dgm:spPr/>
      <dgm:t>
        <a:bodyPr/>
        <a:lstStyle/>
        <a:p>
          <a:endParaRPr lang="en-US"/>
        </a:p>
      </dgm:t>
    </dgm:pt>
    <dgm:pt modelId="{CC614634-2469-4B6B-9122-38CD05DF469A}" type="sibTrans" cxnId="{2307C243-4C06-4A01-B726-994E1AA9DA16}">
      <dgm:prSet/>
      <dgm:spPr/>
      <dgm:t>
        <a:bodyPr/>
        <a:lstStyle/>
        <a:p>
          <a:endParaRPr lang="en-US"/>
        </a:p>
      </dgm:t>
    </dgm:pt>
    <dgm:pt modelId="{364588F5-2420-4155-AB6B-A82C2798F9A2}">
      <dgm:prSet/>
      <dgm:spPr/>
      <dgm:t>
        <a:bodyPr/>
        <a:lstStyle/>
        <a:p>
          <a:r>
            <a:rPr lang="zh-CN"/>
            <a:t>评估标准：思路统一，逻辑连贯，合作紧密，文字顺畅</a:t>
          </a:r>
          <a:endParaRPr lang="en-US"/>
        </a:p>
      </dgm:t>
    </dgm:pt>
    <dgm:pt modelId="{BEBB617E-9BA7-4B50-9314-F482F3C94728}" type="parTrans" cxnId="{B7367482-7054-4606-A68E-1329CBD6ACEF}">
      <dgm:prSet/>
      <dgm:spPr/>
      <dgm:t>
        <a:bodyPr/>
        <a:lstStyle/>
        <a:p>
          <a:endParaRPr lang="en-US"/>
        </a:p>
      </dgm:t>
    </dgm:pt>
    <dgm:pt modelId="{A4262929-752B-43FC-BC7C-7844C59FD050}" type="sibTrans" cxnId="{B7367482-7054-4606-A68E-1329CBD6ACEF}">
      <dgm:prSet/>
      <dgm:spPr/>
      <dgm:t>
        <a:bodyPr/>
        <a:lstStyle/>
        <a:p>
          <a:endParaRPr lang="en-US"/>
        </a:p>
      </dgm:t>
    </dgm:pt>
    <dgm:pt modelId="{CA0044A3-FA55-4FD2-9FAA-69FAB53B94F8}">
      <dgm:prSet/>
      <dgm:spPr/>
      <dgm:t>
        <a:bodyPr/>
        <a:lstStyle/>
        <a:p>
          <a:r>
            <a:rPr lang="zh-CN"/>
            <a:t>评估分数：团队总得分，不设个人分</a:t>
          </a:r>
          <a:r>
            <a:rPr lang="zh-CN" b="1"/>
            <a:t>（如何防止“南郭先生”）</a:t>
          </a:r>
          <a:endParaRPr lang="en-US"/>
        </a:p>
      </dgm:t>
    </dgm:pt>
    <dgm:pt modelId="{E004BA21-C934-47C8-8F49-F2586576F963}" type="parTrans" cxnId="{A7000999-676D-4B2C-A03F-292BBD6D8257}">
      <dgm:prSet/>
      <dgm:spPr/>
      <dgm:t>
        <a:bodyPr/>
        <a:lstStyle/>
        <a:p>
          <a:endParaRPr lang="en-US"/>
        </a:p>
      </dgm:t>
    </dgm:pt>
    <dgm:pt modelId="{C3F3BF78-D93E-4B3C-BA66-61470BCAD5BE}" type="sibTrans" cxnId="{A7000999-676D-4B2C-A03F-292BBD6D8257}">
      <dgm:prSet/>
      <dgm:spPr/>
      <dgm:t>
        <a:bodyPr/>
        <a:lstStyle/>
        <a:p>
          <a:endParaRPr lang="en-US"/>
        </a:p>
      </dgm:t>
    </dgm:pt>
    <dgm:pt modelId="{91A51207-BB12-46C1-802B-61EA9563E53E}">
      <dgm:prSet/>
      <dgm:spPr/>
      <dgm:t>
        <a:bodyPr/>
        <a:lstStyle/>
        <a:p>
          <a:r>
            <a:rPr lang="zh-CN"/>
            <a:t>负面清单：</a:t>
          </a:r>
          <a:r>
            <a:rPr lang="en-US"/>
            <a:t>1. </a:t>
          </a:r>
          <a:r>
            <a:rPr lang="zh-CN"/>
            <a:t>无团队合作，各自为战；</a:t>
          </a:r>
          <a:r>
            <a:rPr lang="en-US"/>
            <a:t>2. </a:t>
          </a:r>
          <a:r>
            <a:rPr lang="zh-CN"/>
            <a:t>无主题深度，人云亦云；</a:t>
          </a:r>
          <a:r>
            <a:rPr lang="en-US"/>
            <a:t>3. </a:t>
          </a:r>
          <a:r>
            <a:rPr lang="zh-CN"/>
            <a:t>无作文体系，格式不清。</a:t>
          </a:r>
          <a:endParaRPr lang="en-US"/>
        </a:p>
      </dgm:t>
    </dgm:pt>
    <dgm:pt modelId="{22C1E1B1-3D09-472A-9231-303C27CAEAD5}" type="parTrans" cxnId="{055D2526-218B-465C-AEF2-A3F79F5C6729}">
      <dgm:prSet/>
      <dgm:spPr/>
      <dgm:t>
        <a:bodyPr/>
        <a:lstStyle/>
        <a:p>
          <a:endParaRPr lang="en-US"/>
        </a:p>
      </dgm:t>
    </dgm:pt>
    <dgm:pt modelId="{96055242-5AE1-4E24-971C-B846E4F2DBDF}" type="sibTrans" cxnId="{055D2526-218B-465C-AEF2-A3F79F5C6729}">
      <dgm:prSet/>
      <dgm:spPr/>
      <dgm:t>
        <a:bodyPr/>
        <a:lstStyle/>
        <a:p>
          <a:endParaRPr lang="en-US"/>
        </a:p>
      </dgm:t>
    </dgm:pt>
    <dgm:pt modelId="{4CAC71F4-3FC3-414B-8DA9-32D2A38C321C}" type="pres">
      <dgm:prSet presAssocID="{D0B8E863-154A-4791-9B83-498A423A7267}" presName="linear" presStyleCnt="0">
        <dgm:presLayoutVars>
          <dgm:animLvl val="lvl"/>
          <dgm:resizeHandles val="exact"/>
        </dgm:presLayoutVars>
      </dgm:prSet>
      <dgm:spPr/>
    </dgm:pt>
    <dgm:pt modelId="{AC16A5BF-F51B-4DE2-AF1F-F68D12BF1A82}" type="pres">
      <dgm:prSet presAssocID="{BCC6E49B-142E-444A-A732-3A4D6180D0F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CA6EB4B-4C9D-4EA6-B456-B28B9F4C70D1}" type="pres">
      <dgm:prSet presAssocID="{BCC6E49B-142E-444A-A732-3A4D6180D0F6}" presName="childText" presStyleLbl="revTx" presStyleIdx="0" presStyleCnt="2">
        <dgm:presLayoutVars>
          <dgm:bulletEnabled val="1"/>
        </dgm:presLayoutVars>
      </dgm:prSet>
      <dgm:spPr/>
    </dgm:pt>
    <dgm:pt modelId="{3BC89ABF-FC7F-457E-B346-4A65C234EA02}" type="pres">
      <dgm:prSet presAssocID="{5D2D658C-B22C-4BFA-BFCB-4A77BC8D35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EA88737-8F01-4FA7-8819-143A241230A0}" type="pres">
      <dgm:prSet presAssocID="{5D2D658C-B22C-4BFA-BFCB-4A77BC8D352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BD65D04-8B5E-4F58-86F2-6DECC29AE619}" srcId="{BCC6E49B-142E-444A-A732-3A4D6180D0F6}" destId="{8B4F2042-91FF-460E-8290-C09B05AB931B}" srcOrd="2" destOrd="0" parTransId="{208CC00A-B92E-49B7-ADD9-E48E6872A7DB}" sibTransId="{A0BC8A10-6ACF-46A8-A76E-F34A4E02295C}"/>
    <dgm:cxn modelId="{38FD3118-B330-4032-8083-36A9CFA0A735}" srcId="{BCC6E49B-142E-444A-A732-3A4D6180D0F6}" destId="{3542A01A-93F8-46CD-8FEA-91B20043A850}" srcOrd="1" destOrd="0" parTransId="{8B5B18C1-C88D-4DBA-B833-E020443C6A63}" sibTransId="{685DD90C-3678-42E2-BB8A-9C7F58E19B76}"/>
    <dgm:cxn modelId="{055D2526-218B-465C-AEF2-A3F79F5C6729}" srcId="{5D2D658C-B22C-4BFA-BFCB-4A77BC8D352D}" destId="{91A51207-BB12-46C1-802B-61EA9563E53E}" srcOrd="4" destOrd="0" parTransId="{22C1E1B1-3D09-472A-9231-303C27CAEAD5}" sibTransId="{96055242-5AE1-4E24-971C-B846E4F2DBDF}"/>
    <dgm:cxn modelId="{E822F227-0B03-4E91-8EF4-CCFEBFE4B7B9}" type="presOf" srcId="{8B4F2042-91FF-460E-8290-C09B05AB931B}" destId="{DCA6EB4B-4C9D-4EA6-B456-B28B9F4C70D1}" srcOrd="0" destOrd="2" presId="urn:microsoft.com/office/officeart/2005/8/layout/vList2"/>
    <dgm:cxn modelId="{B03B522D-66E7-4900-AED0-D65737A9CC7F}" type="presOf" srcId="{D0B8E863-154A-4791-9B83-498A423A7267}" destId="{4CAC71F4-3FC3-414B-8DA9-32D2A38C321C}" srcOrd="0" destOrd="0" presId="urn:microsoft.com/office/officeart/2005/8/layout/vList2"/>
    <dgm:cxn modelId="{4A2E9B2E-E21F-4432-AEE7-CF7F6B35A8A8}" type="presOf" srcId="{DC616DA7-EA72-4699-B006-D9904D1827EF}" destId="{1EA88737-8F01-4FA7-8819-143A241230A0}" srcOrd="0" destOrd="1" presId="urn:microsoft.com/office/officeart/2005/8/layout/vList2"/>
    <dgm:cxn modelId="{B994585D-BB88-40DD-A617-95C213F2D177}" srcId="{5D2D658C-B22C-4BFA-BFCB-4A77BC8D352D}" destId="{58EE1DA9-8460-4BC9-AD63-EF816AF7B22E}" srcOrd="0" destOrd="0" parTransId="{534A6EA5-A0BA-4E5D-BA96-33341560AC00}" sibTransId="{8B3CA065-EE6A-4E1E-8CCF-E6CE70BCCE49}"/>
    <dgm:cxn modelId="{EB6A5763-FB0F-4A03-8776-022D88270D71}" type="presOf" srcId="{5D2D658C-B22C-4BFA-BFCB-4A77BC8D352D}" destId="{3BC89ABF-FC7F-457E-B346-4A65C234EA02}" srcOrd="0" destOrd="0" presId="urn:microsoft.com/office/officeart/2005/8/layout/vList2"/>
    <dgm:cxn modelId="{2307C243-4C06-4A01-B726-994E1AA9DA16}" srcId="{5D2D658C-B22C-4BFA-BFCB-4A77BC8D352D}" destId="{DC616DA7-EA72-4699-B006-D9904D1827EF}" srcOrd="1" destOrd="0" parTransId="{38F0E5D9-6800-441E-9487-A0CC2E5B394F}" sibTransId="{CC614634-2469-4B6B-9122-38CD05DF469A}"/>
    <dgm:cxn modelId="{D0F5FD70-2C98-4402-8F0E-82622BB94110}" type="presOf" srcId="{3542A01A-93F8-46CD-8FEA-91B20043A850}" destId="{DCA6EB4B-4C9D-4EA6-B456-B28B9F4C70D1}" srcOrd="0" destOrd="1" presId="urn:microsoft.com/office/officeart/2005/8/layout/vList2"/>
    <dgm:cxn modelId="{B3D51E71-F599-41EA-92AF-B6083E1DF649}" srcId="{D0B8E863-154A-4791-9B83-498A423A7267}" destId="{5D2D658C-B22C-4BFA-BFCB-4A77BC8D352D}" srcOrd="1" destOrd="0" parTransId="{8E01A2CD-4EE9-45AB-8CD8-D051B5792B52}" sibTransId="{115B6C8D-64D0-4DE0-8E8B-FA9B0AE8C71A}"/>
    <dgm:cxn modelId="{E4087E7D-B6B1-44B4-B7CD-3B5823F3A84D}" type="presOf" srcId="{CA0044A3-FA55-4FD2-9FAA-69FAB53B94F8}" destId="{1EA88737-8F01-4FA7-8819-143A241230A0}" srcOrd="0" destOrd="3" presId="urn:microsoft.com/office/officeart/2005/8/layout/vList2"/>
    <dgm:cxn modelId="{B7367482-7054-4606-A68E-1329CBD6ACEF}" srcId="{5D2D658C-B22C-4BFA-BFCB-4A77BC8D352D}" destId="{364588F5-2420-4155-AB6B-A82C2798F9A2}" srcOrd="2" destOrd="0" parTransId="{BEBB617E-9BA7-4B50-9314-F482F3C94728}" sibTransId="{A4262929-752B-43FC-BC7C-7844C59FD050}"/>
    <dgm:cxn modelId="{A7000999-676D-4B2C-A03F-292BBD6D8257}" srcId="{5D2D658C-B22C-4BFA-BFCB-4A77BC8D352D}" destId="{CA0044A3-FA55-4FD2-9FAA-69FAB53B94F8}" srcOrd="3" destOrd="0" parTransId="{E004BA21-C934-47C8-8F49-F2586576F963}" sibTransId="{C3F3BF78-D93E-4B3C-BA66-61470BCAD5BE}"/>
    <dgm:cxn modelId="{ADEA199B-6E30-4E23-A959-C1A050B84938}" srcId="{BCC6E49B-142E-444A-A732-3A4D6180D0F6}" destId="{84F5727E-3490-45FB-AC5F-7C00664F838C}" srcOrd="0" destOrd="0" parTransId="{5EE5382B-9FB4-4B6D-BB1B-CAA12F5606AB}" sibTransId="{A68F5D30-2129-48E3-A781-CD70389FAE0A}"/>
    <dgm:cxn modelId="{B2248AC7-09BD-48ED-A1DD-4FFD89765352}" type="presOf" srcId="{91A51207-BB12-46C1-802B-61EA9563E53E}" destId="{1EA88737-8F01-4FA7-8819-143A241230A0}" srcOrd="0" destOrd="4" presId="urn:microsoft.com/office/officeart/2005/8/layout/vList2"/>
    <dgm:cxn modelId="{6C27F8CC-0A93-4220-915E-C5DED4FFDD24}" type="presOf" srcId="{364588F5-2420-4155-AB6B-A82C2798F9A2}" destId="{1EA88737-8F01-4FA7-8819-143A241230A0}" srcOrd="0" destOrd="2" presId="urn:microsoft.com/office/officeart/2005/8/layout/vList2"/>
    <dgm:cxn modelId="{DD59BBD9-0C01-4535-AAE6-45D2077E26C6}" type="presOf" srcId="{58EE1DA9-8460-4BC9-AD63-EF816AF7B22E}" destId="{1EA88737-8F01-4FA7-8819-143A241230A0}" srcOrd="0" destOrd="0" presId="urn:microsoft.com/office/officeart/2005/8/layout/vList2"/>
    <dgm:cxn modelId="{0B880BDC-9A9C-4951-A18F-2D8C448DC28C}" type="presOf" srcId="{84F5727E-3490-45FB-AC5F-7C00664F838C}" destId="{DCA6EB4B-4C9D-4EA6-B456-B28B9F4C70D1}" srcOrd="0" destOrd="0" presId="urn:microsoft.com/office/officeart/2005/8/layout/vList2"/>
    <dgm:cxn modelId="{0A20A4E0-B432-44C9-A151-4F87729F5CE6}" type="presOf" srcId="{BCC6E49B-142E-444A-A732-3A4D6180D0F6}" destId="{AC16A5BF-F51B-4DE2-AF1F-F68D12BF1A82}" srcOrd="0" destOrd="0" presId="urn:microsoft.com/office/officeart/2005/8/layout/vList2"/>
    <dgm:cxn modelId="{EA3059F7-73DB-4526-9697-53F555E06E7A}" srcId="{D0B8E863-154A-4791-9B83-498A423A7267}" destId="{BCC6E49B-142E-444A-A732-3A4D6180D0F6}" srcOrd="0" destOrd="0" parTransId="{1236FE58-8D1E-43B4-8C50-FC5D808657FC}" sibTransId="{2D56199F-7D7C-401B-A27F-8E9FCB295E4A}"/>
    <dgm:cxn modelId="{8605F279-E890-4355-AD11-F0651C9328FC}" type="presParOf" srcId="{4CAC71F4-3FC3-414B-8DA9-32D2A38C321C}" destId="{AC16A5BF-F51B-4DE2-AF1F-F68D12BF1A82}" srcOrd="0" destOrd="0" presId="urn:microsoft.com/office/officeart/2005/8/layout/vList2"/>
    <dgm:cxn modelId="{D2E7FD09-0FC2-445B-9B0A-D6312A3372C7}" type="presParOf" srcId="{4CAC71F4-3FC3-414B-8DA9-32D2A38C321C}" destId="{DCA6EB4B-4C9D-4EA6-B456-B28B9F4C70D1}" srcOrd="1" destOrd="0" presId="urn:microsoft.com/office/officeart/2005/8/layout/vList2"/>
    <dgm:cxn modelId="{F976ACE4-9D2E-475A-94D5-4467B206257B}" type="presParOf" srcId="{4CAC71F4-3FC3-414B-8DA9-32D2A38C321C}" destId="{3BC89ABF-FC7F-457E-B346-4A65C234EA02}" srcOrd="2" destOrd="0" presId="urn:microsoft.com/office/officeart/2005/8/layout/vList2"/>
    <dgm:cxn modelId="{D57C8E2E-7C9E-4F49-9599-9CE2D3336843}" type="presParOf" srcId="{4CAC71F4-3FC3-414B-8DA9-32D2A38C321C}" destId="{1EA88737-8F01-4FA7-8819-143A241230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F6E291-ABA1-43AD-A0A3-2522ACE792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338E7A-FEC1-4621-A9F4-2D3FDB119004}">
      <dgm:prSet/>
      <dgm:spPr/>
      <dgm:t>
        <a:bodyPr/>
        <a:lstStyle/>
        <a:p>
          <a:r>
            <a:rPr lang="zh-CN"/>
            <a:t>第一部分：总体叙述（引言）</a:t>
          </a:r>
          <a:endParaRPr lang="en-US"/>
        </a:p>
      </dgm:t>
    </dgm:pt>
    <dgm:pt modelId="{ED4866EE-E3D6-47E5-BDF9-FCE2037ED595}" type="parTrans" cxnId="{A5084ABE-DEC8-47EE-822D-118E46FAB250}">
      <dgm:prSet/>
      <dgm:spPr/>
      <dgm:t>
        <a:bodyPr/>
        <a:lstStyle/>
        <a:p>
          <a:endParaRPr lang="en-US"/>
        </a:p>
      </dgm:t>
    </dgm:pt>
    <dgm:pt modelId="{06C60EEA-5961-4CF9-B716-44916FD0A62C}" type="sibTrans" cxnId="{A5084ABE-DEC8-47EE-822D-118E46FAB250}">
      <dgm:prSet/>
      <dgm:spPr/>
      <dgm:t>
        <a:bodyPr/>
        <a:lstStyle/>
        <a:p>
          <a:endParaRPr lang="en-US"/>
        </a:p>
      </dgm:t>
    </dgm:pt>
    <dgm:pt modelId="{C8CB716C-633F-4A69-9323-ED8A9FF6CB8E}">
      <dgm:prSet/>
      <dgm:spPr/>
      <dgm:t>
        <a:bodyPr/>
        <a:lstStyle/>
        <a:p>
          <a:r>
            <a:rPr lang="zh-CN"/>
            <a:t>该部分交代本读书报告关切的核心问题，且整本书里面关于该核心问题的描述，以及我们小组如何试图分析这个问题。（</a:t>
          </a:r>
          <a:r>
            <a:rPr lang="en-US"/>
            <a:t>500</a:t>
          </a:r>
          <a:r>
            <a:rPr lang="zh-CN"/>
            <a:t>字左右）</a:t>
          </a:r>
          <a:endParaRPr lang="en-US"/>
        </a:p>
      </dgm:t>
    </dgm:pt>
    <dgm:pt modelId="{639E66A5-160E-4920-9808-79CA2B80D96D}" type="parTrans" cxnId="{9F54F213-4A54-4AAE-8865-C9D126D09E29}">
      <dgm:prSet/>
      <dgm:spPr/>
      <dgm:t>
        <a:bodyPr/>
        <a:lstStyle/>
        <a:p>
          <a:endParaRPr lang="en-US"/>
        </a:p>
      </dgm:t>
    </dgm:pt>
    <dgm:pt modelId="{68BFAB91-5DFF-4365-8411-D3D625DD499D}" type="sibTrans" cxnId="{9F54F213-4A54-4AAE-8865-C9D126D09E29}">
      <dgm:prSet/>
      <dgm:spPr/>
      <dgm:t>
        <a:bodyPr/>
        <a:lstStyle/>
        <a:p>
          <a:endParaRPr lang="en-US"/>
        </a:p>
      </dgm:t>
    </dgm:pt>
    <dgm:pt modelId="{4F6FEFF6-3036-4AA4-AAF7-820605DE2080}">
      <dgm:prSet/>
      <dgm:spPr/>
      <dgm:t>
        <a:bodyPr/>
        <a:lstStyle/>
        <a:p>
          <a:r>
            <a:rPr lang="zh-CN"/>
            <a:t>第二部分：专题分析（正文）</a:t>
          </a:r>
          <a:endParaRPr lang="en-US"/>
        </a:p>
      </dgm:t>
    </dgm:pt>
    <dgm:pt modelId="{4CBBBB7D-2FF5-4807-AB3C-18F019B1AEAE}" type="parTrans" cxnId="{D230EC80-6306-47F5-B3EA-10D5BE1A563A}">
      <dgm:prSet/>
      <dgm:spPr/>
      <dgm:t>
        <a:bodyPr/>
        <a:lstStyle/>
        <a:p>
          <a:endParaRPr lang="en-US"/>
        </a:p>
      </dgm:t>
    </dgm:pt>
    <dgm:pt modelId="{A8DA314E-5A2E-4B8A-864F-5599CE8F6F0D}" type="sibTrans" cxnId="{D230EC80-6306-47F5-B3EA-10D5BE1A563A}">
      <dgm:prSet/>
      <dgm:spPr/>
      <dgm:t>
        <a:bodyPr/>
        <a:lstStyle/>
        <a:p>
          <a:endParaRPr lang="en-US"/>
        </a:p>
      </dgm:t>
    </dgm:pt>
    <dgm:pt modelId="{855ABCC4-2C87-4BA2-8985-80B5E1220228}">
      <dgm:prSet/>
      <dgm:spPr/>
      <dgm:t>
        <a:bodyPr/>
        <a:lstStyle/>
        <a:p>
          <a:r>
            <a:rPr lang="zh-CN"/>
            <a:t>按照团队分工，各人将自己所负责的部分进行归纳分析，并提出与总体叙述相关联的内容，切忌各自为战。（每部分</a:t>
          </a:r>
          <a:r>
            <a:rPr lang="en-US"/>
            <a:t>500</a:t>
          </a:r>
          <a:r>
            <a:rPr lang="zh-CN"/>
            <a:t>字左右）</a:t>
          </a:r>
          <a:endParaRPr lang="en-US"/>
        </a:p>
      </dgm:t>
    </dgm:pt>
    <dgm:pt modelId="{1B8F3214-E108-4AB1-8208-A748F64E5314}" type="parTrans" cxnId="{816B0636-F237-4B16-A36C-47FFC8C43E12}">
      <dgm:prSet/>
      <dgm:spPr/>
      <dgm:t>
        <a:bodyPr/>
        <a:lstStyle/>
        <a:p>
          <a:endParaRPr lang="en-US"/>
        </a:p>
      </dgm:t>
    </dgm:pt>
    <dgm:pt modelId="{6F69C22A-A3A0-4E5B-8DA7-70514F6B025D}" type="sibTrans" cxnId="{816B0636-F237-4B16-A36C-47FFC8C43E12}">
      <dgm:prSet/>
      <dgm:spPr/>
      <dgm:t>
        <a:bodyPr/>
        <a:lstStyle/>
        <a:p>
          <a:endParaRPr lang="en-US"/>
        </a:p>
      </dgm:t>
    </dgm:pt>
    <dgm:pt modelId="{10E61D52-3852-49AA-936C-C5F325C805A7}">
      <dgm:prSet/>
      <dgm:spPr/>
      <dgm:t>
        <a:bodyPr/>
        <a:lstStyle/>
        <a:p>
          <a:r>
            <a:rPr lang="zh-CN"/>
            <a:t>第三部分：总结展望（结论）</a:t>
          </a:r>
          <a:endParaRPr lang="en-US"/>
        </a:p>
      </dgm:t>
    </dgm:pt>
    <dgm:pt modelId="{7B7C3FF1-6EA3-48C6-B5E9-4049D71C3C15}" type="parTrans" cxnId="{8A85D45D-EC5B-444A-9144-0BEEC7C93C4B}">
      <dgm:prSet/>
      <dgm:spPr/>
      <dgm:t>
        <a:bodyPr/>
        <a:lstStyle/>
        <a:p>
          <a:endParaRPr lang="en-US"/>
        </a:p>
      </dgm:t>
    </dgm:pt>
    <dgm:pt modelId="{A452466B-6AFE-47C0-B1B1-A67345519E1B}" type="sibTrans" cxnId="{8A85D45D-EC5B-444A-9144-0BEEC7C93C4B}">
      <dgm:prSet/>
      <dgm:spPr/>
      <dgm:t>
        <a:bodyPr/>
        <a:lstStyle/>
        <a:p>
          <a:endParaRPr lang="en-US"/>
        </a:p>
      </dgm:t>
    </dgm:pt>
    <dgm:pt modelId="{5E8ECB38-5C1E-4A5F-8029-29C73AB25B0A}">
      <dgm:prSet/>
      <dgm:spPr/>
      <dgm:t>
        <a:bodyPr/>
        <a:lstStyle/>
        <a:p>
          <a:r>
            <a:rPr lang="zh-CN"/>
            <a:t>这个部分要根据专题分析，重新回望总体叙述提出的问题，并提出书中的见解，和你们自己的思考。同时，这部分还要注意提出书中所遗漏的问题，为自己的文献综述铺平道路。（</a:t>
          </a:r>
          <a:r>
            <a:rPr lang="en-US"/>
            <a:t>500</a:t>
          </a:r>
          <a:r>
            <a:rPr lang="zh-CN"/>
            <a:t>字左右）</a:t>
          </a:r>
          <a:endParaRPr lang="en-US"/>
        </a:p>
      </dgm:t>
    </dgm:pt>
    <dgm:pt modelId="{59CCD38E-6EAA-4829-BE74-29EDCE5C4F51}" type="parTrans" cxnId="{64CC671A-672E-4D28-8CBC-3AF52CB20014}">
      <dgm:prSet/>
      <dgm:spPr/>
      <dgm:t>
        <a:bodyPr/>
        <a:lstStyle/>
        <a:p>
          <a:endParaRPr lang="en-US"/>
        </a:p>
      </dgm:t>
    </dgm:pt>
    <dgm:pt modelId="{5AA773AD-00C0-4648-B5C1-209921DECF6F}" type="sibTrans" cxnId="{64CC671A-672E-4D28-8CBC-3AF52CB20014}">
      <dgm:prSet/>
      <dgm:spPr/>
      <dgm:t>
        <a:bodyPr/>
        <a:lstStyle/>
        <a:p>
          <a:endParaRPr lang="en-US"/>
        </a:p>
      </dgm:t>
    </dgm:pt>
    <dgm:pt modelId="{71835663-C08C-4984-B7B9-0F33042CD984}" type="pres">
      <dgm:prSet presAssocID="{91F6E291-ABA1-43AD-A0A3-2522ACE79215}" presName="linear" presStyleCnt="0">
        <dgm:presLayoutVars>
          <dgm:animLvl val="lvl"/>
          <dgm:resizeHandles val="exact"/>
        </dgm:presLayoutVars>
      </dgm:prSet>
      <dgm:spPr/>
    </dgm:pt>
    <dgm:pt modelId="{CFBC49BA-1555-47DA-BFB2-D0849CEEE321}" type="pres">
      <dgm:prSet presAssocID="{3C338E7A-FEC1-4621-A9F4-2D3FDB1190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4B23DD-F7A0-4F3B-87E9-DA4867F10419}" type="pres">
      <dgm:prSet presAssocID="{3C338E7A-FEC1-4621-A9F4-2D3FDB119004}" presName="childText" presStyleLbl="revTx" presStyleIdx="0" presStyleCnt="3">
        <dgm:presLayoutVars>
          <dgm:bulletEnabled val="1"/>
        </dgm:presLayoutVars>
      </dgm:prSet>
      <dgm:spPr/>
    </dgm:pt>
    <dgm:pt modelId="{B6BE653C-AB80-4DE3-9987-43DE4A2B54C4}" type="pres">
      <dgm:prSet presAssocID="{4F6FEFF6-3036-4AA4-AAF7-820605DE20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535550-4911-45BD-973E-706CC6A24055}" type="pres">
      <dgm:prSet presAssocID="{4F6FEFF6-3036-4AA4-AAF7-820605DE2080}" presName="childText" presStyleLbl="revTx" presStyleIdx="1" presStyleCnt="3">
        <dgm:presLayoutVars>
          <dgm:bulletEnabled val="1"/>
        </dgm:presLayoutVars>
      </dgm:prSet>
      <dgm:spPr/>
    </dgm:pt>
    <dgm:pt modelId="{FEA8834C-8588-4269-8EC3-DF4B1AB3C620}" type="pres">
      <dgm:prSet presAssocID="{10E61D52-3852-49AA-936C-C5F325C805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4EF03EB-AE9C-4535-9A68-0D478EB6862F}" type="pres">
      <dgm:prSet presAssocID="{10E61D52-3852-49AA-936C-C5F325C805A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F54F213-4A54-4AAE-8865-C9D126D09E29}" srcId="{3C338E7A-FEC1-4621-A9F4-2D3FDB119004}" destId="{C8CB716C-633F-4A69-9323-ED8A9FF6CB8E}" srcOrd="0" destOrd="0" parTransId="{639E66A5-160E-4920-9808-79CA2B80D96D}" sibTransId="{68BFAB91-5DFF-4365-8411-D3D625DD499D}"/>
    <dgm:cxn modelId="{64CC671A-672E-4D28-8CBC-3AF52CB20014}" srcId="{10E61D52-3852-49AA-936C-C5F325C805A7}" destId="{5E8ECB38-5C1E-4A5F-8029-29C73AB25B0A}" srcOrd="0" destOrd="0" parTransId="{59CCD38E-6EAA-4829-BE74-29EDCE5C4F51}" sibTransId="{5AA773AD-00C0-4648-B5C1-209921DECF6F}"/>
    <dgm:cxn modelId="{1DBF8725-8530-4441-8B7A-6439A245C6D3}" type="presOf" srcId="{C8CB716C-633F-4A69-9323-ED8A9FF6CB8E}" destId="{E94B23DD-F7A0-4F3B-87E9-DA4867F10419}" srcOrd="0" destOrd="0" presId="urn:microsoft.com/office/officeart/2005/8/layout/vList2"/>
    <dgm:cxn modelId="{816B0636-F237-4B16-A36C-47FFC8C43E12}" srcId="{4F6FEFF6-3036-4AA4-AAF7-820605DE2080}" destId="{855ABCC4-2C87-4BA2-8985-80B5E1220228}" srcOrd="0" destOrd="0" parTransId="{1B8F3214-E108-4AB1-8208-A748F64E5314}" sibTransId="{6F69C22A-A3A0-4E5B-8DA7-70514F6B025D}"/>
    <dgm:cxn modelId="{8A85D45D-EC5B-444A-9144-0BEEC7C93C4B}" srcId="{91F6E291-ABA1-43AD-A0A3-2522ACE79215}" destId="{10E61D52-3852-49AA-936C-C5F325C805A7}" srcOrd="2" destOrd="0" parTransId="{7B7C3FF1-6EA3-48C6-B5E9-4049D71C3C15}" sibTransId="{A452466B-6AFE-47C0-B1B1-A67345519E1B}"/>
    <dgm:cxn modelId="{0ECD5D6D-49E8-4AE7-9B7E-E1378335C403}" type="presOf" srcId="{5E8ECB38-5C1E-4A5F-8029-29C73AB25B0A}" destId="{F4EF03EB-AE9C-4535-9A68-0D478EB6862F}" srcOrd="0" destOrd="0" presId="urn:microsoft.com/office/officeart/2005/8/layout/vList2"/>
    <dgm:cxn modelId="{16D6EA72-F19C-4FA3-90C8-DB9A6400036A}" type="presOf" srcId="{4F6FEFF6-3036-4AA4-AAF7-820605DE2080}" destId="{B6BE653C-AB80-4DE3-9987-43DE4A2B54C4}" srcOrd="0" destOrd="0" presId="urn:microsoft.com/office/officeart/2005/8/layout/vList2"/>
    <dgm:cxn modelId="{D230EC80-6306-47F5-B3EA-10D5BE1A563A}" srcId="{91F6E291-ABA1-43AD-A0A3-2522ACE79215}" destId="{4F6FEFF6-3036-4AA4-AAF7-820605DE2080}" srcOrd="1" destOrd="0" parTransId="{4CBBBB7D-2FF5-4807-AB3C-18F019B1AEAE}" sibTransId="{A8DA314E-5A2E-4B8A-864F-5599CE8F6F0D}"/>
    <dgm:cxn modelId="{FFD5218A-F230-4672-A70F-E4D62ABD9990}" type="presOf" srcId="{10E61D52-3852-49AA-936C-C5F325C805A7}" destId="{FEA8834C-8588-4269-8EC3-DF4B1AB3C620}" srcOrd="0" destOrd="0" presId="urn:microsoft.com/office/officeart/2005/8/layout/vList2"/>
    <dgm:cxn modelId="{12B7B48D-4FCB-43AF-87DE-EE42FC7B40E5}" type="presOf" srcId="{3C338E7A-FEC1-4621-A9F4-2D3FDB119004}" destId="{CFBC49BA-1555-47DA-BFB2-D0849CEEE321}" srcOrd="0" destOrd="0" presId="urn:microsoft.com/office/officeart/2005/8/layout/vList2"/>
    <dgm:cxn modelId="{E5089A98-AD96-4BB8-BA03-95E36A1F260B}" type="presOf" srcId="{855ABCC4-2C87-4BA2-8985-80B5E1220228}" destId="{05535550-4911-45BD-973E-706CC6A24055}" srcOrd="0" destOrd="0" presId="urn:microsoft.com/office/officeart/2005/8/layout/vList2"/>
    <dgm:cxn modelId="{A5084ABE-DEC8-47EE-822D-118E46FAB250}" srcId="{91F6E291-ABA1-43AD-A0A3-2522ACE79215}" destId="{3C338E7A-FEC1-4621-A9F4-2D3FDB119004}" srcOrd="0" destOrd="0" parTransId="{ED4866EE-E3D6-47E5-BDF9-FCE2037ED595}" sibTransId="{06C60EEA-5961-4CF9-B716-44916FD0A62C}"/>
    <dgm:cxn modelId="{286D4CFC-5AC4-4FE0-ADEC-25839C3E5193}" type="presOf" srcId="{91F6E291-ABA1-43AD-A0A3-2522ACE79215}" destId="{71835663-C08C-4984-B7B9-0F33042CD984}" srcOrd="0" destOrd="0" presId="urn:microsoft.com/office/officeart/2005/8/layout/vList2"/>
    <dgm:cxn modelId="{46BBA2DE-12F4-47AB-8354-4FFEB108383F}" type="presParOf" srcId="{71835663-C08C-4984-B7B9-0F33042CD984}" destId="{CFBC49BA-1555-47DA-BFB2-D0849CEEE321}" srcOrd="0" destOrd="0" presId="urn:microsoft.com/office/officeart/2005/8/layout/vList2"/>
    <dgm:cxn modelId="{7FB3DA37-BCA0-454C-B42A-0604957B767E}" type="presParOf" srcId="{71835663-C08C-4984-B7B9-0F33042CD984}" destId="{E94B23DD-F7A0-4F3B-87E9-DA4867F10419}" srcOrd="1" destOrd="0" presId="urn:microsoft.com/office/officeart/2005/8/layout/vList2"/>
    <dgm:cxn modelId="{57D303FA-AAF3-46BB-8B0D-614C5D6B8C34}" type="presParOf" srcId="{71835663-C08C-4984-B7B9-0F33042CD984}" destId="{B6BE653C-AB80-4DE3-9987-43DE4A2B54C4}" srcOrd="2" destOrd="0" presId="urn:microsoft.com/office/officeart/2005/8/layout/vList2"/>
    <dgm:cxn modelId="{8165E928-4C72-4002-BCF5-04DF1946D034}" type="presParOf" srcId="{71835663-C08C-4984-B7B9-0F33042CD984}" destId="{05535550-4911-45BD-973E-706CC6A24055}" srcOrd="3" destOrd="0" presId="urn:microsoft.com/office/officeart/2005/8/layout/vList2"/>
    <dgm:cxn modelId="{51092260-BC29-4B76-B003-5D6A418A3F0C}" type="presParOf" srcId="{71835663-C08C-4984-B7B9-0F33042CD984}" destId="{FEA8834C-8588-4269-8EC3-DF4B1AB3C620}" srcOrd="4" destOrd="0" presId="urn:microsoft.com/office/officeart/2005/8/layout/vList2"/>
    <dgm:cxn modelId="{82DA0D21-A4C6-4846-8F5D-39AA5903E15D}" type="presParOf" srcId="{71835663-C08C-4984-B7B9-0F33042CD984}" destId="{F4EF03EB-AE9C-4535-9A68-0D478EB6862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080D69-8849-452C-9178-2FE86D8F8DFC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2E3778-3823-410C-9BC6-47CAE2FEF95D}">
      <dgm:prSet/>
      <dgm:spPr/>
      <dgm:t>
        <a:bodyPr/>
        <a:lstStyle/>
        <a:p>
          <a:r>
            <a:rPr lang="zh-CN" dirty="0"/>
            <a:t>第一部分，个人探索环节</a:t>
          </a:r>
          <a:r>
            <a:rPr lang="zh-CN" altLang="en-US" dirty="0"/>
            <a:t>（充分利用工具）</a:t>
          </a:r>
          <a:endParaRPr lang="en-US" dirty="0"/>
        </a:p>
      </dgm:t>
    </dgm:pt>
    <dgm:pt modelId="{C4C74BF4-AE46-4F50-8D80-44AE246C655D}" type="parTrans" cxnId="{07A22F44-7C6D-4EFC-9FE1-DF1630BA13D6}">
      <dgm:prSet/>
      <dgm:spPr/>
      <dgm:t>
        <a:bodyPr/>
        <a:lstStyle/>
        <a:p>
          <a:endParaRPr lang="en-US"/>
        </a:p>
      </dgm:t>
    </dgm:pt>
    <dgm:pt modelId="{06EE79D8-FCF8-475E-9275-459FDFC9A62E}" type="sibTrans" cxnId="{07A22F44-7C6D-4EFC-9FE1-DF1630BA13D6}">
      <dgm:prSet/>
      <dgm:spPr/>
      <dgm:t>
        <a:bodyPr/>
        <a:lstStyle/>
        <a:p>
          <a:endParaRPr lang="en-US"/>
        </a:p>
      </dgm:t>
    </dgm:pt>
    <dgm:pt modelId="{DE7C4F3A-FF7E-4486-89F3-96107EF8486E}">
      <dgm:prSet/>
      <dgm:spPr/>
      <dgm:t>
        <a:bodyPr/>
        <a:lstStyle/>
        <a:p>
          <a:r>
            <a:rPr lang="zh-CN"/>
            <a:t>让人工智能写出初稿，如</a:t>
          </a:r>
          <a:r>
            <a:rPr lang="en-US"/>
            <a:t>《</a:t>
          </a:r>
          <a:r>
            <a:rPr lang="zh-CN"/>
            <a:t>论中国</a:t>
          </a:r>
          <a:r>
            <a:rPr lang="en-US"/>
            <a:t>》</a:t>
          </a:r>
          <a:r>
            <a:rPr lang="zh-CN"/>
            <a:t>第一章的读书报告；</a:t>
          </a:r>
          <a:endParaRPr lang="en-US"/>
        </a:p>
      </dgm:t>
    </dgm:pt>
    <dgm:pt modelId="{BD77EF23-27F5-42EE-BA56-0517DD9AD82B}" type="parTrans" cxnId="{540DF143-BDBD-49F4-B1C3-61D91428069A}">
      <dgm:prSet/>
      <dgm:spPr/>
      <dgm:t>
        <a:bodyPr/>
        <a:lstStyle/>
        <a:p>
          <a:endParaRPr lang="en-US"/>
        </a:p>
      </dgm:t>
    </dgm:pt>
    <dgm:pt modelId="{72AFF917-BCBA-473A-A092-C72D642E5105}" type="sibTrans" cxnId="{540DF143-BDBD-49F4-B1C3-61D91428069A}">
      <dgm:prSet/>
      <dgm:spPr/>
      <dgm:t>
        <a:bodyPr/>
        <a:lstStyle/>
        <a:p>
          <a:endParaRPr lang="en-US"/>
        </a:p>
      </dgm:t>
    </dgm:pt>
    <dgm:pt modelId="{88A3EBA0-5750-4E4B-B82F-1AD4F7D50021}">
      <dgm:prSet/>
      <dgm:spPr/>
      <dgm:t>
        <a:bodyPr/>
        <a:lstStyle/>
        <a:p>
          <a:r>
            <a:rPr lang="zh-CN"/>
            <a:t>核对初稿与文章是否契合，与你自己想法是否契合，利用机器改进；</a:t>
          </a:r>
          <a:endParaRPr lang="en-US"/>
        </a:p>
      </dgm:t>
    </dgm:pt>
    <dgm:pt modelId="{4C920F4F-F098-484A-A31C-0125E5AC7F6A}" type="parTrans" cxnId="{EE5C2C94-61EC-4A3E-915A-B70C1D44E963}">
      <dgm:prSet/>
      <dgm:spPr/>
      <dgm:t>
        <a:bodyPr/>
        <a:lstStyle/>
        <a:p>
          <a:endParaRPr lang="en-US"/>
        </a:p>
      </dgm:t>
    </dgm:pt>
    <dgm:pt modelId="{D6A44F18-CFBE-4E59-8897-764B2CBF526D}" type="sibTrans" cxnId="{EE5C2C94-61EC-4A3E-915A-B70C1D44E963}">
      <dgm:prSet/>
      <dgm:spPr/>
      <dgm:t>
        <a:bodyPr/>
        <a:lstStyle/>
        <a:p>
          <a:endParaRPr lang="en-US"/>
        </a:p>
      </dgm:t>
    </dgm:pt>
    <dgm:pt modelId="{57079A0B-3665-4358-ADA7-6668DB2B9AE5}">
      <dgm:prSet/>
      <dgm:spPr/>
      <dgm:t>
        <a:bodyPr/>
        <a:lstStyle/>
        <a:p>
          <a:r>
            <a:rPr lang="zh-CN"/>
            <a:t>形成一份你可以拿到团队讨论的稿子，备存。</a:t>
          </a:r>
          <a:endParaRPr lang="en-US"/>
        </a:p>
      </dgm:t>
    </dgm:pt>
    <dgm:pt modelId="{57F2EA66-6708-4C64-9ED8-799073B4B478}" type="parTrans" cxnId="{E9CE0913-A224-4CAC-9DB6-512954B9022F}">
      <dgm:prSet/>
      <dgm:spPr/>
      <dgm:t>
        <a:bodyPr/>
        <a:lstStyle/>
        <a:p>
          <a:endParaRPr lang="en-US"/>
        </a:p>
      </dgm:t>
    </dgm:pt>
    <dgm:pt modelId="{6B5A21EC-A5F6-4F85-B278-44A9A02F31EC}" type="sibTrans" cxnId="{E9CE0913-A224-4CAC-9DB6-512954B9022F}">
      <dgm:prSet/>
      <dgm:spPr/>
      <dgm:t>
        <a:bodyPr/>
        <a:lstStyle/>
        <a:p>
          <a:endParaRPr lang="en-US"/>
        </a:p>
      </dgm:t>
    </dgm:pt>
    <dgm:pt modelId="{0B58CD08-5C76-4116-94CE-17B3357482B7}">
      <dgm:prSet/>
      <dgm:spPr/>
      <dgm:t>
        <a:bodyPr/>
        <a:lstStyle/>
        <a:p>
          <a:r>
            <a:rPr lang="zh-CN"/>
            <a:t>第二部分，团队碰撞环节</a:t>
          </a:r>
          <a:r>
            <a:rPr lang="zh-CN" b="1"/>
            <a:t>（至关重要的环节）</a:t>
          </a:r>
          <a:endParaRPr lang="en-US"/>
        </a:p>
      </dgm:t>
    </dgm:pt>
    <dgm:pt modelId="{B1B4A48E-AD3B-4133-9084-18A237A3B6E9}" type="parTrans" cxnId="{D225AB76-3939-4986-95D6-205955C8A652}">
      <dgm:prSet/>
      <dgm:spPr/>
      <dgm:t>
        <a:bodyPr/>
        <a:lstStyle/>
        <a:p>
          <a:endParaRPr lang="en-US"/>
        </a:p>
      </dgm:t>
    </dgm:pt>
    <dgm:pt modelId="{6E045AFA-0455-40F4-A406-B9963B897874}" type="sibTrans" cxnId="{D225AB76-3939-4986-95D6-205955C8A652}">
      <dgm:prSet/>
      <dgm:spPr/>
      <dgm:t>
        <a:bodyPr/>
        <a:lstStyle/>
        <a:p>
          <a:endParaRPr lang="en-US"/>
        </a:p>
      </dgm:t>
    </dgm:pt>
    <dgm:pt modelId="{02C1C053-0467-4118-BD5E-5B1CDBE712E0}">
      <dgm:prSet/>
      <dgm:spPr/>
      <dgm:t>
        <a:bodyPr/>
        <a:lstStyle/>
        <a:p>
          <a:r>
            <a:rPr lang="zh-CN"/>
            <a:t>预计每个人手上的初稿会无法整合，相互之间存在严重的分裂；</a:t>
          </a:r>
          <a:endParaRPr lang="en-US"/>
        </a:p>
      </dgm:t>
    </dgm:pt>
    <dgm:pt modelId="{1F3D3A81-E1FC-4906-8A48-CEBA47B1E0C3}" type="parTrans" cxnId="{430C5B16-EF46-4359-A7CB-FE7666DDEAFC}">
      <dgm:prSet/>
      <dgm:spPr/>
      <dgm:t>
        <a:bodyPr/>
        <a:lstStyle/>
        <a:p>
          <a:endParaRPr lang="en-US"/>
        </a:p>
      </dgm:t>
    </dgm:pt>
    <dgm:pt modelId="{1712CE7A-8E4E-40C5-B91D-46AEA465865C}" type="sibTrans" cxnId="{430C5B16-EF46-4359-A7CB-FE7666DDEAFC}">
      <dgm:prSet/>
      <dgm:spPr/>
      <dgm:t>
        <a:bodyPr/>
        <a:lstStyle/>
        <a:p>
          <a:endParaRPr lang="en-US"/>
        </a:p>
      </dgm:t>
    </dgm:pt>
    <dgm:pt modelId="{D68B6A35-7534-4C82-87D7-489052E21664}">
      <dgm:prSet/>
      <dgm:spPr/>
      <dgm:t>
        <a:bodyPr/>
        <a:lstStyle/>
        <a:p>
          <a:r>
            <a:rPr lang="zh-CN"/>
            <a:t>故而，统一讨论出一个基于书籍本身和“</a:t>
          </a:r>
          <a:r>
            <a:rPr lang="en-US"/>
            <a:t>2050</a:t>
          </a:r>
          <a:r>
            <a:rPr lang="zh-CN"/>
            <a:t>中国”的主题或问题，然后逐步讨论每部分应该如何修改，形成整体和个体思路；</a:t>
          </a:r>
          <a:endParaRPr lang="en-US"/>
        </a:p>
      </dgm:t>
    </dgm:pt>
    <dgm:pt modelId="{0BACE15F-ACC5-49EE-A495-7BD213CB931C}" type="parTrans" cxnId="{EFC0D5D7-A0EC-4F61-A1C4-0915B93FB62E}">
      <dgm:prSet/>
      <dgm:spPr/>
      <dgm:t>
        <a:bodyPr/>
        <a:lstStyle/>
        <a:p>
          <a:endParaRPr lang="en-US"/>
        </a:p>
      </dgm:t>
    </dgm:pt>
    <dgm:pt modelId="{4F559710-3DAD-4D61-AC55-B9E91B2B542D}" type="sibTrans" cxnId="{EFC0D5D7-A0EC-4F61-A1C4-0915B93FB62E}">
      <dgm:prSet/>
      <dgm:spPr/>
      <dgm:t>
        <a:bodyPr/>
        <a:lstStyle/>
        <a:p>
          <a:endParaRPr lang="en-US"/>
        </a:p>
      </dgm:t>
    </dgm:pt>
    <dgm:pt modelId="{3A7FDD9C-90EC-4B31-BC84-B4F9972D76F7}">
      <dgm:prSet/>
      <dgm:spPr/>
      <dgm:t>
        <a:bodyPr/>
        <a:lstStyle/>
        <a:p>
          <a:r>
            <a:rPr lang="zh-CN" dirty="0"/>
            <a:t>第三部分，报告形成环节</a:t>
          </a:r>
          <a:r>
            <a:rPr lang="zh-CN" altLang="en-US" dirty="0"/>
            <a:t>（让工具变成助理）</a:t>
          </a:r>
          <a:endParaRPr lang="en-US" dirty="0"/>
        </a:p>
      </dgm:t>
    </dgm:pt>
    <dgm:pt modelId="{2C70DB96-77EE-47AC-8E24-9BD9993C3CB9}" type="parTrans" cxnId="{6A09B186-F061-4038-A878-4A070AAA8D38}">
      <dgm:prSet/>
      <dgm:spPr/>
      <dgm:t>
        <a:bodyPr/>
        <a:lstStyle/>
        <a:p>
          <a:endParaRPr lang="en-US"/>
        </a:p>
      </dgm:t>
    </dgm:pt>
    <dgm:pt modelId="{559078FD-4325-43A8-9FD1-44809BD3C475}" type="sibTrans" cxnId="{6A09B186-F061-4038-A878-4A070AAA8D38}">
      <dgm:prSet/>
      <dgm:spPr/>
      <dgm:t>
        <a:bodyPr/>
        <a:lstStyle/>
        <a:p>
          <a:endParaRPr lang="en-US"/>
        </a:p>
      </dgm:t>
    </dgm:pt>
    <dgm:pt modelId="{C226F3B7-59B5-4D30-B40A-6DEC13C18645}">
      <dgm:prSet/>
      <dgm:spPr/>
      <dgm:t>
        <a:bodyPr/>
        <a:lstStyle/>
        <a:p>
          <a:r>
            <a:rPr lang="zh-CN"/>
            <a:t>根据团队讨论思路，利用人工智能训练出一份满意的个体报告；</a:t>
          </a:r>
          <a:endParaRPr lang="en-US"/>
        </a:p>
      </dgm:t>
    </dgm:pt>
    <dgm:pt modelId="{BB67D7FD-2E7D-4CCB-9B97-0DF17224D2E2}" type="parTrans" cxnId="{05076D15-6B21-4C88-BAC1-67503A6633FE}">
      <dgm:prSet/>
      <dgm:spPr/>
      <dgm:t>
        <a:bodyPr/>
        <a:lstStyle/>
        <a:p>
          <a:endParaRPr lang="en-US"/>
        </a:p>
      </dgm:t>
    </dgm:pt>
    <dgm:pt modelId="{ABFC0234-6547-49BC-A2C1-335EF5B92681}" type="sibTrans" cxnId="{05076D15-6B21-4C88-BAC1-67503A6633FE}">
      <dgm:prSet/>
      <dgm:spPr/>
      <dgm:t>
        <a:bodyPr/>
        <a:lstStyle/>
        <a:p>
          <a:endParaRPr lang="en-US"/>
        </a:p>
      </dgm:t>
    </dgm:pt>
    <dgm:pt modelId="{280457F1-B35B-4D73-BD0C-B83A7A030765}">
      <dgm:prSet/>
      <dgm:spPr/>
      <dgm:t>
        <a:bodyPr/>
        <a:lstStyle/>
        <a:p>
          <a:r>
            <a:rPr lang="zh-CN"/>
            <a:t>将个体报告投入机器，形成一份整体性读书报告，然后反复修改；</a:t>
          </a:r>
          <a:endParaRPr lang="en-US"/>
        </a:p>
      </dgm:t>
    </dgm:pt>
    <dgm:pt modelId="{2E360E2C-164B-402D-A21A-E4CD98917B65}" type="parTrans" cxnId="{6CB578B4-1532-4C2B-AFEF-D472BDB96B00}">
      <dgm:prSet/>
      <dgm:spPr/>
      <dgm:t>
        <a:bodyPr/>
        <a:lstStyle/>
        <a:p>
          <a:endParaRPr lang="en-US"/>
        </a:p>
      </dgm:t>
    </dgm:pt>
    <dgm:pt modelId="{40B1D7B7-010E-4598-AFDF-DCE241F170AA}" type="sibTrans" cxnId="{6CB578B4-1532-4C2B-AFEF-D472BDB96B00}">
      <dgm:prSet/>
      <dgm:spPr/>
      <dgm:t>
        <a:bodyPr/>
        <a:lstStyle/>
        <a:p>
          <a:endParaRPr lang="en-US"/>
        </a:p>
      </dgm:t>
    </dgm:pt>
    <dgm:pt modelId="{75FE6119-7FE3-4FCA-A7D0-3C356C68CC96}">
      <dgm:prSet/>
      <dgm:spPr/>
      <dgm:t>
        <a:bodyPr/>
        <a:lstStyle/>
        <a:p>
          <a:r>
            <a:rPr lang="zh-CN"/>
            <a:t>其他你们自己团队的创意环节，没有约束，自由发挥。</a:t>
          </a:r>
          <a:endParaRPr lang="en-US"/>
        </a:p>
      </dgm:t>
    </dgm:pt>
    <dgm:pt modelId="{9BF27040-20B5-4EFB-ADE6-0649191EB6F3}" type="parTrans" cxnId="{2CAC4659-A817-4FD6-94EE-204C74C462DF}">
      <dgm:prSet/>
      <dgm:spPr/>
      <dgm:t>
        <a:bodyPr/>
        <a:lstStyle/>
        <a:p>
          <a:endParaRPr lang="en-US"/>
        </a:p>
      </dgm:t>
    </dgm:pt>
    <dgm:pt modelId="{8E7496BF-19A9-41E5-81FF-7E6149D2DBE4}" type="sibTrans" cxnId="{2CAC4659-A817-4FD6-94EE-204C74C462DF}">
      <dgm:prSet/>
      <dgm:spPr/>
      <dgm:t>
        <a:bodyPr/>
        <a:lstStyle/>
        <a:p>
          <a:endParaRPr lang="en-US"/>
        </a:p>
      </dgm:t>
    </dgm:pt>
    <dgm:pt modelId="{3EB70A29-00ED-444E-B75E-FABA3E80EA6E}" type="pres">
      <dgm:prSet presAssocID="{1A080D69-8849-452C-9178-2FE86D8F8DFC}" presName="Name0" presStyleCnt="0">
        <dgm:presLayoutVars>
          <dgm:dir/>
          <dgm:animLvl val="lvl"/>
          <dgm:resizeHandles val="exact"/>
        </dgm:presLayoutVars>
      </dgm:prSet>
      <dgm:spPr/>
    </dgm:pt>
    <dgm:pt modelId="{0E8A9F1B-74B6-456B-8E87-449F66F73314}" type="pres">
      <dgm:prSet presAssocID="{472E3778-3823-410C-9BC6-47CAE2FEF95D}" presName="composite" presStyleCnt="0"/>
      <dgm:spPr/>
    </dgm:pt>
    <dgm:pt modelId="{B7A5DA96-7E25-479C-9F51-3E9EF5B32B0A}" type="pres">
      <dgm:prSet presAssocID="{472E3778-3823-410C-9BC6-47CAE2FEF95D}" presName="parTx" presStyleLbl="alignNode1" presStyleIdx="0" presStyleCnt="3">
        <dgm:presLayoutVars>
          <dgm:chMax val="0"/>
          <dgm:chPref val="0"/>
        </dgm:presLayoutVars>
      </dgm:prSet>
      <dgm:spPr/>
    </dgm:pt>
    <dgm:pt modelId="{B3A66D25-24E7-4BBA-81CE-2CB2D79DEC44}" type="pres">
      <dgm:prSet presAssocID="{472E3778-3823-410C-9BC6-47CAE2FEF95D}" presName="desTx" presStyleLbl="alignAccFollowNode1" presStyleIdx="0" presStyleCnt="3">
        <dgm:presLayoutVars/>
      </dgm:prSet>
      <dgm:spPr/>
    </dgm:pt>
    <dgm:pt modelId="{B1324C4B-0856-493F-A1ED-84B55B083576}" type="pres">
      <dgm:prSet presAssocID="{06EE79D8-FCF8-475E-9275-459FDFC9A62E}" presName="space" presStyleCnt="0"/>
      <dgm:spPr/>
    </dgm:pt>
    <dgm:pt modelId="{5AA5AE9B-B921-4D37-BA17-C4921A0A2B18}" type="pres">
      <dgm:prSet presAssocID="{0B58CD08-5C76-4116-94CE-17B3357482B7}" presName="composite" presStyleCnt="0"/>
      <dgm:spPr/>
    </dgm:pt>
    <dgm:pt modelId="{1D134C86-FB4E-489A-88B9-F5CE43EE516F}" type="pres">
      <dgm:prSet presAssocID="{0B58CD08-5C76-4116-94CE-17B3357482B7}" presName="parTx" presStyleLbl="alignNode1" presStyleIdx="1" presStyleCnt="3">
        <dgm:presLayoutVars>
          <dgm:chMax val="0"/>
          <dgm:chPref val="0"/>
        </dgm:presLayoutVars>
      </dgm:prSet>
      <dgm:spPr/>
    </dgm:pt>
    <dgm:pt modelId="{8D55AD6B-69F5-43EE-B616-F85C02CA6772}" type="pres">
      <dgm:prSet presAssocID="{0B58CD08-5C76-4116-94CE-17B3357482B7}" presName="desTx" presStyleLbl="alignAccFollowNode1" presStyleIdx="1" presStyleCnt="3">
        <dgm:presLayoutVars/>
      </dgm:prSet>
      <dgm:spPr/>
    </dgm:pt>
    <dgm:pt modelId="{AEB09928-7845-4934-9055-10BB20A85FCA}" type="pres">
      <dgm:prSet presAssocID="{6E045AFA-0455-40F4-A406-B9963B897874}" presName="space" presStyleCnt="0"/>
      <dgm:spPr/>
    </dgm:pt>
    <dgm:pt modelId="{EFF7EC86-527A-4FAA-AF80-118515019033}" type="pres">
      <dgm:prSet presAssocID="{3A7FDD9C-90EC-4B31-BC84-B4F9972D76F7}" presName="composite" presStyleCnt="0"/>
      <dgm:spPr/>
    </dgm:pt>
    <dgm:pt modelId="{9C4ED52D-489D-492D-859F-B3D59146F0C1}" type="pres">
      <dgm:prSet presAssocID="{3A7FDD9C-90EC-4B31-BC84-B4F9972D76F7}" presName="parTx" presStyleLbl="alignNode1" presStyleIdx="2" presStyleCnt="3">
        <dgm:presLayoutVars>
          <dgm:chMax val="0"/>
          <dgm:chPref val="0"/>
        </dgm:presLayoutVars>
      </dgm:prSet>
      <dgm:spPr/>
    </dgm:pt>
    <dgm:pt modelId="{087E03B0-6EBC-4DE8-81BB-004CD3FC50BB}" type="pres">
      <dgm:prSet presAssocID="{3A7FDD9C-90EC-4B31-BC84-B4F9972D76F7}" presName="desTx" presStyleLbl="alignAccFollowNode1" presStyleIdx="2" presStyleCnt="3">
        <dgm:presLayoutVars/>
      </dgm:prSet>
      <dgm:spPr/>
    </dgm:pt>
  </dgm:ptLst>
  <dgm:cxnLst>
    <dgm:cxn modelId="{6BF85D00-6F1E-4A68-975D-C9D1C195CA09}" type="presOf" srcId="{D68B6A35-7534-4C82-87D7-489052E21664}" destId="{8D55AD6B-69F5-43EE-B616-F85C02CA6772}" srcOrd="0" destOrd="1" presId="urn:microsoft.com/office/officeart/2016/7/layout/ChevronBlockProcess"/>
    <dgm:cxn modelId="{6979430D-F277-47FB-92E8-FE8202B1CB31}" type="presOf" srcId="{57079A0B-3665-4358-ADA7-6668DB2B9AE5}" destId="{B3A66D25-24E7-4BBA-81CE-2CB2D79DEC44}" srcOrd="0" destOrd="2" presId="urn:microsoft.com/office/officeart/2016/7/layout/ChevronBlockProcess"/>
    <dgm:cxn modelId="{E9CE0913-A224-4CAC-9DB6-512954B9022F}" srcId="{472E3778-3823-410C-9BC6-47CAE2FEF95D}" destId="{57079A0B-3665-4358-ADA7-6668DB2B9AE5}" srcOrd="2" destOrd="0" parTransId="{57F2EA66-6708-4C64-9ED8-799073B4B478}" sibTransId="{6B5A21EC-A5F6-4F85-B278-44A9A02F31EC}"/>
    <dgm:cxn modelId="{05076D15-6B21-4C88-BAC1-67503A6633FE}" srcId="{3A7FDD9C-90EC-4B31-BC84-B4F9972D76F7}" destId="{C226F3B7-59B5-4D30-B40A-6DEC13C18645}" srcOrd="0" destOrd="0" parTransId="{BB67D7FD-2E7D-4CCB-9B97-0DF17224D2E2}" sibTransId="{ABFC0234-6547-49BC-A2C1-335EF5B92681}"/>
    <dgm:cxn modelId="{430C5B16-EF46-4359-A7CB-FE7666DDEAFC}" srcId="{0B58CD08-5C76-4116-94CE-17B3357482B7}" destId="{02C1C053-0467-4118-BD5E-5B1CDBE712E0}" srcOrd="0" destOrd="0" parTransId="{1F3D3A81-E1FC-4906-8A48-CEBA47B1E0C3}" sibTransId="{1712CE7A-8E4E-40C5-B91D-46AEA465865C}"/>
    <dgm:cxn modelId="{B3D1CB29-06A7-4CF0-AFE6-AA3B198CC144}" type="presOf" srcId="{3A7FDD9C-90EC-4B31-BC84-B4F9972D76F7}" destId="{9C4ED52D-489D-492D-859F-B3D59146F0C1}" srcOrd="0" destOrd="0" presId="urn:microsoft.com/office/officeart/2016/7/layout/ChevronBlockProcess"/>
    <dgm:cxn modelId="{4B38BD35-9777-4ABB-8AD0-8F00606A86D0}" type="presOf" srcId="{280457F1-B35B-4D73-BD0C-B83A7A030765}" destId="{087E03B0-6EBC-4DE8-81BB-004CD3FC50BB}" srcOrd="0" destOrd="1" presId="urn:microsoft.com/office/officeart/2016/7/layout/ChevronBlockProcess"/>
    <dgm:cxn modelId="{30EC1B3F-9993-4BF0-89B6-30FE6FEC27CD}" type="presOf" srcId="{0B58CD08-5C76-4116-94CE-17B3357482B7}" destId="{1D134C86-FB4E-489A-88B9-F5CE43EE516F}" srcOrd="0" destOrd="0" presId="urn:microsoft.com/office/officeart/2016/7/layout/ChevronBlockProcess"/>
    <dgm:cxn modelId="{540DF143-BDBD-49F4-B1C3-61D91428069A}" srcId="{472E3778-3823-410C-9BC6-47CAE2FEF95D}" destId="{DE7C4F3A-FF7E-4486-89F3-96107EF8486E}" srcOrd="0" destOrd="0" parTransId="{BD77EF23-27F5-42EE-BA56-0517DD9AD82B}" sibTransId="{72AFF917-BCBA-473A-A092-C72D642E5105}"/>
    <dgm:cxn modelId="{07A22F44-7C6D-4EFC-9FE1-DF1630BA13D6}" srcId="{1A080D69-8849-452C-9178-2FE86D8F8DFC}" destId="{472E3778-3823-410C-9BC6-47CAE2FEF95D}" srcOrd="0" destOrd="0" parTransId="{C4C74BF4-AE46-4F50-8D80-44AE246C655D}" sibTransId="{06EE79D8-FCF8-475E-9275-459FDFC9A62E}"/>
    <dgm:cxn modelId="{0AE20A48-CA80-4593-BB78-78E03CD07FFF}" type="presOf" srcId="{88A3EBA0-5750-4E4B-B82F-1AD4F7D50021}" destId="{B3A66D25-24E7-4BBA-81CE-2CB2D79DEC44}" srcOrd="0" destOrd="1" presId="urn:microsoft.com/office/officeart/2016/7/layout/ChevronBlockProcess"/>
    <dgm:cxn modelId="{187FCA6D-762D-441C-A21E-D0F86B3C16B5}" type="presOf" srcId="{02C1C053-0467-4118-BD5E-5B1CDBE712E0}" destId="{8D55AD6B-69F5-43EE-B616-F85C02CA6772}" srcOrd="0" destOrd="0" presId="urn:microsoft.com/office/officeart/2016/7/layout/ChevronBlockProcess"/>
    <dgm:cxn modelId="{D225AB76-3939-4986-95D6-205955C8A652}" srcId="{1A080D69-8849-452C-9178-2FE86D8F8DFC}" destId="{0B58CD08-5C76-4116-94CE-17B3357482B7}" srcOrd="1" destOrd="0" parTransId="{B1B4A48E-AD3B-4133-9084-18A237A3B6E9}" sibTransId="{6E045AFA-0455-40F4-A406-B9963B897874}"/>
    <dgm:cxn modelId="{91760E78-4555-4A6B-8ECB-8DDFA966DB05}" type="presOf" srcId="{DE7C4F3A-FF7E-4486-89F3-96107EF8486E}" destId="{B3A66D25-24E7-4BBA-81CE-2CB2D79DEC44}" srcOrd="0" destOrd="0" presId="urn:microsoft.com/office/officeart/2016/7/layout/ChevronBlockProcess"/>
    <dgm:cxn modelId="{2CAC4659-A817-4FD6-94EE-204C74C462DF}" srcId="{3A7FDD9C-90EC-4B31-BC84-B4F9972D76F7}" destId="{75FE6119-7FE3-4FCA-A7D0-3C356C68CC96}" srcOrd="2" destOrd="0" parTransId="{9BF27040-20B5-4EFB-ADE6-0649191EB6F3}" sibTransId="{8E7496BF-19A9-41E5-81FF-7E6149D2DBE4}"/>
    <dgm:cxn modelId="{6A09B186-F061-4038-A878-4A070AAA8D38}" srcId="{1A080D69-8849-452C-9178-2FE86D8F8DFC}" destId="{3A7FDD9C-90EC-4B31-BC84-B4F9972D76F7}" srcOrd="2" destOrd="0" parTransId="{2C70DB96-77EE-47AC-8E24-9BD9993C3CB9}" sibTransId="{559078FD-4325-43A8-9FD1-44809BD3C475}"/>
    <dgm:cxn modelId="{EE5C2C94-61EC-4A3E-915A-B70C1D44E963}" srcId="{472E3778-3823-410C-9BC6-47CAE2FEF95D}" destId="{88A3EBA0-5750-4E4B-B82F-1AD4F7D50021}" srcOrd="1" destOrd="0" parTransId="{4C920F4F-F098-484A-A31C-0125E5AC7F6A}" sibTransId="{D6A44F18-CFBE-4E59-8897-764B2CBF526D}"/>
    <dgm:cxn modelId="{FDDC5FA9-0077-44F2-B927-C13EA501DDAB}" type="presOf" srcId="{C226F3B7-59B5-4D30-B40A-6DEC13C18645}" destId="{087E03B0-6EBC-4DE8-81BB-004CD3FC50BB}" srcOrd="0" destOrd="0" presId="urn:microsoft.com/office/officeart/2016/7/layout/ChevronBlockProcess"/>
    <dgm:cxn modelId="{6CB578B4-1532-4C2B-AFEF-D472BDB96B00}" srcId="{3A7FDD9C-90EC-4B31-BC84-B4F9972D76F7}" destId="{280457F1-B35B-4D73-BD0C-B83A7A030765}" srcOrd="1" destOrd="0" parTransId="{2E360E2C-164B-402D-A21A-E4CD98917B65}" sibTransId="{40B1D7B7-010E-4598-AFDF-DCE241F170AA}"/>
    <dgm:cxn modelId="{E19458CF-DF59-4EF6-8131-B1EE06BCE451}" type="presOf" srcId="{1A080D69-8849-452C-9178-2FE86D8F8DFC}" destId="{3EB70A29-00ED-444E-B75E-FABA3E80EA6E}" srcOrd="0" destOrd="0" presId="urn:microsoft.com/office/officeart/2016/7/layout/ChevronBlockProcess"/>
    <dgm:cxn modelId="{EFC0D5D7-A0EC-4F61-A1C4-0915B93FB62E}" srcId="{0B58CD08-5C76-4116-94CE-17B3357482B7}" destId="{D68B6A35-7534-4C82-87D7-489052E21664}" srcOrd="1" destOrd="0" parTransId="{0BACE15F-ACC5-49EE-A495-7BD213CB931C}" sibTransId="{4F559710-3DAD-4D61-AC55-B9E91B2B542D}"/>
    <dgm:cxn modelId="{F0D1CEDC-A77A-4A72-A11C-06D0DBE5B696}" type="presOf" srcId="{472E3778-3823-410C-9BC6-47CAE2FEF95D}" destId="{B7A5DA96-7E25-479C-9F51-3E9EF5B32B0A}" srcOrd="0" destOrd="0" presId="urn:microsoft.com/office/officeart/2016/7/layout/ChevronBlockProcess"/>
    <dgm:cxn modelId="{509D6AE1-328B-427C-BBC9-4700F88FD322}" type="presOf" srcId="{75FE6119-7FE3-4FCA-A7D0-3C356C68CC96}" destId="{087E03B0-6EBC-4DE8-81BB-004CD3FC50BB}" srcOrd="0" destOrd="2" presId="urn:microsoft.com/office/officeart/2016/7/layout/ChevronBlockProcess"/>
    <dgm:cxn modelId="{A73AB0C9-2EDE-4A7A-8A96-EB48E5C2C347}" type="presParOf" srcId="{3EB70A29-00ED-444E-B75E-FABA3E80EA6E}" destId="{0E8A9F1B-74B6-456B-8E87-449F66F73314}" srcOrd="0" destOrd="0" presId="urn:microsoft.com/office/officeart/2016/7/layout/ChevronBlockProcess"/>
    <dgm:cxn modelId="{C89F8854-BFA2-4D63-94ED-6CC3BF1B71A5}" type="presParOf" srcId="{0E8A9F1B-74B6-456B-8E87-449F66F73314}" destId="{B7A5DA96-7E25-479C-9F51-3E9EF5B32B0A}" srcOrd="0" destOrd="0" presId="urn:microsoft.com/office/officeart/2016/7/layout/ChevronBlockProcess"/>
    <dgm:cxn modelId="{EDB3960E-7A4D-4834-AA3E-13AC55825CD0}" type="presParOf" srcId="{0E8A9F1B-74B6-456B-8E87-449F66F73314}" destId="{B3A66D25-24E7-4BBA-81CE-2CB2D79DEC44}" srcOrd="1" destOrd="0" presId="urn:microsoft.com/office/officeart/2016/7/layout/ChevronBlockProcess"/>
    <dgm:cxn modelId="{4A5B1AB1-F1E6-47CF-9618-4D5B4A8F1C34}" type="presParOf" srcId="{3EB70A29-00ED-444E-B75E-FABA3E80EA6E}" destId="{B1324C4B-0856-493F-A1ED-84B55B083576}" srcOrd="1" destOrd="0" presId="urn:microsoft.com/office/officeart/2016/7/layout/ChevronBlockProcess"/>
    <dgm:cxn modelId="{508E1D54-AD4C-4ECC-804B-F50AA877AF99}" type="presParOf" srcId="{3EB70A29-00ED-444E-B75E-FABA3E80EA6E}" destId="{5AA5AE9B-B921-4D37-BA17-C4921A0A2B18}" srcOrd="2" destOrd="0" presId="urn:microsoft.com/office/officeart/2016/7/layout/ChevronBlockProcess"/>
    <dgm:cxn modelId="{F67C1F35-E68E-42C0-8A0B-B45B0744D962}" type="presParOf" srcId="{5AA5AE9B-B921-4D37-BA17-C4921A0A2B18}" destId="{1D134C86-FB4E-489A-88B9-F5CE43EE516F}" srcOrd="0" destOrd="0" presId="urn:microsoft.com/office/officeart/2016/7/layout/ChevronBlockProcess"/>
    <dgm:cxn modelId="{307A1C58-BC15-4F70-BF12-DD3AB028596A}" type="presParOf" srcId="{5AA5AE9B-B921-4D37-BA17-C4921A0A2B18}" destId="{8D55AD6B-69F5-43EE-B616-F85C02CA6772}" srcOrd="1" destOrd="0" presId="urn:microsoft.com/office/officeart/2016/7/layout/ChevronBlockProcess"/>
    <dgm:cxn modelId="{64D02DD0-022A-4505-B5C3-F6360E041A95}" type="presParOf" srcId="{3EB70A29-00ED-444E-B75E-FABA3E80EA6E}" destId="{AEB09928-7845-4934-9055-10BB20A85FCA}" srcOrd="3" destOrd="0" presId="urn:microsoft.com/office/officeart/2016/7/layout/ChevronBlockProcess"/>
    <dgm:cxn modelId="{4BFB2AC0-964C-4C39-85AA-BAA99513673F}" type="presParOf" srcId="{3EB70A29-00ED-444E-B75E-FABA3E80EA6E}" destId="{EFF7EC86-527A-4FAA-AF80-118515019033}" srcOrd="4" destOrd="0" presId="urn:microsoft.com/office/officeart/2016/7/layout/ChevronBlockProcess"/>
    <dgm:cxn modelId="{6BCCDE6B-1A47-45AD-A12D-183858E9C89F}" type="presParOf" srcId="{EFF7EC86-527A-4FAA-AF80-118515019033}" destId="{9C4ED52D-489D-492D-859F-B3D59146F0C1}" srcOrd="0" destOrd="0" presId="urn:microsoft.com/office/officeart/2016/7/layout/ChevronBlockProcess"/>
    <dgm:cxn modelId="{FF9C6EB5-E9AF-4553-AA00-7DD8FBBC1269}" type="presParOf" srcId="{EFF7EC86-527A-4FAA-AF80-118515019033}" destId="{087E03B0-6EBC-4DE8-81BB-004CD3FC50BB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77BE69-9D07-4EEA-B298-2488ADF4BE8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FF6A3F-B26B-4E8F-A91E-9BE187B3581B}">
      <dgm:prSet/>
      <dgm:spPr/>
      <dgm:t>
        <a:bodyPr/>
        <a:lstStyle/>
        <a:p>
          <a:r>
            <a:rPr lang="zh-CN"/>
            <a:t>牛顿的异想天开</a:t>
          </a:r>
          <a:endParaRPr lang="en-US"/>
        </a:p>
      </dgm:t>
    </dgm:pt>
    <dgm:pt modelId="{CE2D0CFD-1049-4924-A07D-DA307FE3A36C}" type="parTrans" cxnId="{387A163C-4BD4-4C79-9EDF-A63FAE55C97F}">
      <dgm:prSet/>
      <dgm:spPr/>
      <dgm:t>
        <a:bodyPr/>
        <a:lstStyle/>
        <a:p>
          <a:endParaRPr lang="en-US"/>
        </a:p>
      </dgm:t>
    </dgm:pt>
    <dgm:pt modelId="{4B00D3CB-FD8D-4DAD-80D2-B20817AA4376}" type="sibTrans" cxnId="{387A163C-4BD4-4C79-9EDF-A63FAE55C97F}">
      <dgm:prSet/>
      <dgm:spPr/>
      <dgm:t>
        <a:bodyPr/>
        <a:lstStyle/>
        <a:p>
          <a:endParaRPr lang="en-US"/>
        </a:p>
      </dgm:t>
    </dgm:pt>
    <dgm:pt modelId="{F7CC6D38-2308-410F-82D8-018431A3F0DE}">
      <dgm:prSet/>
      <dgm:spPr/>
      <dgm:t>
        <a:bodyPr/>
        <a:lstStyle/>
        <a:p>
          <a:r>
            <a:rPr lang="zh-CN"/>
            <a:t>为什么苹果长在上面，会掉下来？</a:t>
          </a:r>
          <a:endParaRPr lang="en-US"/>
        </a:p>
      </dgm:t>
    </dgm:pt>
    <dgm:pt modelId="{FDBA2F04-CDF0-488F-9F6A-2C7F41858189}" type="parTrans" cxnId="{A18590A3-C6B7-4A37-A1BA-32F8CF6A7664}">
      <dgm:prSet/>
      <dgm:spPr/>
      <dgm:t>
        <a:bodyPr/>
        <a:lstStyle/>
        <a:p>
          <a:endParaRPr lang="en-US"/>
        </a:p>
      </dgm:t>
    </dgm:pt>
    <dgm:pt modelId="{C4D2670D-0512-401F-9447-90CC8E65E8E8}" type="sibTrans" cxnId="{A18590A3-C6B7-4A37-A1BA-32F8CF6A7664}">
      <dgm:prSet/>
      <dgm:spPr/>
      <dgm:t>
        <a:bodyPr/>
        <a:lstStyle/>
        <a:p>
          <a:endParaRPr lang="en-US"/>
        </a:p>
      </dgm:t>
    </dgm:pt>
    <dgm:pt modelId="{2120E4D8-5FAD-4B62-BF74-45651CCA7800}">
      <dgm:prSet/>
      <dgm:spPr/>
      <dgm:t>
        <a:bodyPr/>
        <a:lstStyle/>
        <a:p>
          <a:r>
            <a:rPr lang="zh-CN"/>
            <a:t>为什么月亮长在上面，不会掉下来？</a:t>
          </a:r>
          <a:endParaRPr lang="en-US"/>
        </a:p>
      </dgm:t>
    </dgm:pt>
    <dgm:pt modelId="{E2F8E514-EE3F-4BA7-95DB-C30DBDA47731}" type="parTrans" cxnId="{B33AABFB-832F-4575-A1FD-AD36ECBAB0F5}">
      <dgm:prSet/>
      <dgm:spPr/>
      <dgm:t>
        <a:bodyPr/>
        <a:lstStyle/>
        <a:p>
          <a:endParaRPr lang="en-US"/>
        </a:p>
      </dgm:t>
    </dgm:pt>
    <dgm:pt modelId="{D793AC6D-C54A-4DED-B1E6-3B38043DA24D}" type="sibTrans" cxnId="{B33AABFB-832F-4575-A1FD-AD36ECBAB0F5}">
      <dgm:prSet/>
      <dgm:spPr/>
      <dgm:t>
        <a:bodyPr/>
        <a:lstStyle/>
        <a:p>
          <a:endParaRPr lang="en-US"/>
        </a:p>
      </dgm:t>
    </dgm:pt>
    <dgm:pt modelId="{BFE0C111-CEA1-4292-97F1-93BB27B76438}">
      <dgm:prSet/>
      <dgm:spPr/>
      <dgm:t>
        <a:bodyPr/>
        <a:lstStyle/>
        <a:p>
          <a:r>
            <a:rPr lang="zh-CN"/>
            <a:t>科学的基础</a:t>
          </a:r>
          <a:endParaRPr lang="en-US"/>
        </a:p>
      </dgm:t>
    </dgm:pt>
    <dgm:pt modelId="{4CA3B44E-2327-4F83-8292-1E2A4750FEAB}" type="parTrans" cxnId="{3A2AFB49-C412-4D0B-9ECC-B260A7FC0ED7}">
      <dgm:prSet/>
      <dgm:spPr/>
      <dgm:t>
        <a:bodyPr/>
        <a:lstStyle/>
        <a:p>
          <a:endParaRPr lang="en-US"/>
        </a:p>
      </dgm:t>
    </dgm:pt>
    <dgm:pt modelId="{05558DC4-A723-40BF-9805-BDCF7201262A}" type="sibTrans" cxnId="{3A2AFB49-C412-4D0B-9ECC-B260A7FC0ED7}">
      <dgm:prSet/>
      <dgm:spPr/>
      <dgm:t>
        <a:bodyPr/>
        <a:lstStyle/>
        <a:p>
          <a:endParaRPr lang="en-US"/>
        </a:p>
      </dgm:t>
    </dgm:pt>
    <dgm:pt modelId="{10037163-1F8D-4060-9C24-70BE1C33F5E6}">
      <dgm:prSet/>
      <dgm:spPr/>
      <dgm:t>
        <a:bodyPr/>
        <a:lstStyle/>
        <a:p>
          <a:r>
            <a:rPr lang="zh-CN"/>
            <a:t>实验主义方法</a:t>
          </a:r>
          <a:endParaRPr lang="en-US"/>
        </a:p>
      </dgm:t>
    </dgm:pt>
    <dgm:pt modelId="{FF0DB474-8C24-4A34-83BE-501E557E0937}" type="parTrans" cxnId="{474D93CA-401B-45FB-9858-77E733FAD80E}">
      <dgm:prSet/>
      <dgm:spPr/>
      <dgm:t>
        <a:bodyPr/>
        <a:lstStyle/>
        <a:p>
          <a:endParaRPr lang="en-US"/>
        </a:p>
      </dgm:t>
    </dgm:pt>
    <dgm:pt modelId="{79166979-7139-433C-B273-D9853AA28119}" type="sibTrans" cxnId="{474D93CA-401B-45FB-9858-77E733FAD80E}">
      <dgm:prSet/>
      <dgm:spPr/>
      <dgm:t>
        <a:bodyPr/>
        <a:lstStyle/>
        <a:p>
          <a:endParaRPr lang="en-US"/>
        </a:p>
      </dgm:t>
    </dgm:pt>
    <dgm:pt modelId="{FDE6320D-7440-4393-B18E-A2DF0C26B382}">
      <dgm:prSet/>
      <dgm:spPr/>
      <dgm:t>
        <a:bodyPr/>
        <a:lstStyle/>
        <a:p>
          <a:r>
            <a:rPr lang="zh-CN"/>
            <a:t>对照组和控制组</a:t>
          </a:r>
          <a:endParaRPr lang="en-US"/>
        </a:p>
      </dgm:t>
    </dgm:pt>
    <dgm:pt modelId="{B4E7B019-64CB-4261-940E-5C6AF04C2C96}" type="parTrans" cxnId="{FAE75A2C-D533-4889-BC4A-7FCE3B4CB88E}">
      <dgm:prSet/>
      <dgm:spPr/>
      <dgm:t>
        <a:bodyPr/>
        <a:lstStyle/>
        <a:p>
          <a:endParaRPr lang="en-US"/>
        </a:p>
      </dgm:t>
    </dgm:pt>
    <dgm:pt modelId="{F4B351DD-5F52-42C3-AA9A-D8BEC2B8C1C7}" type="sibTrans" cxnId="{FAE75A2C-D533-4889-BC4A-7FCE3B4CB88E}">
      <dgm:prSet/>
      <dgm:spPr/>
      <dgm:t>
        <a:bodyPr/>
        <a:lstStyle/>
        <a:p>
          <a:endParaRPr lang="en-US"/>
        </a:p>
      </dgm:t>
    </dgm:pt>
    <dgm:pt modelId="{694D1AA0-1A64-4723-828F-07B84FCD883A}">
      <dgm:prSet/>
      <dgm:spPr/>
      <dgm:t>
        <a:bodyPr/>
        <a:lstStyle/>
        <a:p>
          <a:r>
            <a:rPr lang="zh-CN"/>
            <a:t>反复去掉干扰因素</a:t>
          </a:r>
          <a:endParaRPr lang="en-US"/>
        </a:p>
      </dgm:t>
    </dgm:pt>
    <dgm:pt modelId="{E48F6F73-FEE5-4D9E-8AE6-6A916D33DCD7}" type="parTrans" cxnId="{506394A4-BCCE-4916-A7FD-C0B682A11241}">
      <dgm:prSet/>
      <dgm:spPr/>
      <dgm:t>
        <a:bodyPr/>
        <a:lstStyle/>
        <a:p>
          <a:endParaRPr lang="en-US"/>
        </a:p>
      </dgm:t>
    </dgm:pt>
    <dgm:pt modelId="{DA25CC16-6FD4-4467-BB79-49AEBDA01429}" type="sibTrans" cxnId="{506394A4-BCCE-4916-A7FD-C0B682A11241}">
      <dgm:prSet/>
      <dgm:spPr/>
      <dgm:t>
        <a:bodyPr/>
        <a:lstStyle/>
        <a:p>
          <a:endParaRPr lang="en-US"/>
        </a:p>
      </dgm:t>
    </dgm:pt>
    <dgm:pt modelId="{4D6E4BE1-D871-48C0-80DE-C00B3C1B817D}" type="pres">
      <dgm:prSet presAssocID="{EF77BE69-9D07-4EEA-B298-2488ADF4BE8A}" presName="linear" presStyleCnt="0">
        <dgm:presLayoutVars>
          <dgm:animLvl val="lvl"/>
          <dgm:resizeHandles val="exact"/>
        </dgm:presLayoutVars>
      </dgm:prSet>
      <dgm:spPr/>
    </dgm:pt>
    <dgm:pt modelId="{FAC8960A-F041-465F-A55C-0DEC8B8A0140}" type="pres">
      <dgm:prSet presAssocID="{7BFF6A3F-B26B-4E8F-A91E-9BE187B358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352248-4A9F-4861-8E54-9ED5A07C3F36}" type="pres">
      <dgm:prSet presAssocID="{7BFF6A3F-B26B-4E8F-A91E-9BE187B3581B}" presName="childText" presStyleLbl="revTx" presStyleIdx="0" presStyleCnt="2">
        <dgm:presLayoutVars>
          <dgm:bulletEnabled val="1"/>
        </dgm:presLayoutVars>
      </dgm:prSet>
      <dgm:spPr/>
    </dgm:pt>
    <dgm:pt modelId="{310A5BA4-0AB2-462B-A93F-1131D1DA55F8}" type="pres">
      <dgm:prSet presAssocID="{BFE0C111-CEA1-4292-97F1-93BB27B7643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11BEFD9-B733-4F1F-B795-25CBBA851338}" type="pres">
      <dgm:prSet presAssocID="{BFE0C111-CEA1-4292-97F1-93BB27B7643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282C40F-175C-48A9-8055-2A0F28136E54}" type="presOf" srcId="{7BFF6A3F-B26B-4E8F-A91E-9BE187B3581B}" destId="{FAC8960A-F041-465F-A55C-0DEC8B8A0140}" srcOrd="0" destOrd="0" presId="urn:microsoft.com/office/officeart/2005/8/layout/vList2"/>
    <dgm:cxn modelId="{C6EB662A-D348-44E2-81AB-8E82B51BA779}" type="presOf" srcId="{694D1AA0-1A64-4723-828F-07B84FCD883A}" destId="{111BEFD9-B733-4F1F-B795-25CBBA851338}" srcOrd="0" destOrd="2" presId="urn:microsoft.com/office/officeart/2005/8/layout/vList2"/>
    <dgm:cxn modelId="{FAE75A2C-D533-4889-BC4A-7FCE3B4CB88E}" srcId="{BFE0C111-CEA1-4292-97F1-93BB27B76438}" destId="{FDE6320D-7440-4393-B18E-A2DF0C26B382}" srcOrd="1" destOrd="0" parTransId="{B4E7B019-64CB-4261-940E-5C6AF04C2C96}" sibTransId="{F4B351DD-5F52-42C3-AA9A-D8BEC2B8C1C7}"/>
    <dgm:cxn modelId="{387A163C-4BD4-4C79-9EDF-A63FAE55C97F}" srcId="{EF77BE69-9D07-4EEA-B298-2488ADF4BE8A}" destId="{7BFF6A3F-B26B-4E8F-A91E-9BE187B3581B}" srcOrd="0" destOrd="0" parTransId="{CE2D0CFD-1049-4924-A07D-DA307FE3A36C}" sibTransId="{4B00D3CB-FD8D-4DAD-80D2-B20817AA4376}"/>
    <dgm:cxn modelId="{3A2AFB49-C412-4D0B-9ECC-B260A7FC0ED7}" srcId="{EF77BE69-9D07-4EEA-B298-2488ADF4BE8A}" destId="{BFE0C111-CEA1-4292-97F1-93BB27B76438}" srcOrd="1" destOrd="0" parTransId="{4CA3B44E-2327-4F83-8292-1E2A4750FEAB}" sibTransId="{05558DC4-A723-40BF-9805-BDCF7201262A}"/>
    <dgm:cxn modelId="{58B9B651-B50A-49F7-AE8B-521FA3A256FD}" type="presOf" srcId="{EF77BE69-9D07-4EEA-B298-2488ADF4BE8A}" destId="{4D6E4BE1-D871-48C0-80DE-C00B3C1B817D}" srcOrd="0" destOrd="0" presId="urn:microsoft.com/office/officeart/2005/8/layout/vList2"/>
    <dgm:cxn modelId="{BF762079-9386-45C6-8283-857D41348C20}" type="presOf" srcId="{F7CC6D38-2308-410F-82D8-018431A3F0DE}" destId="{5A352248-4A9F-4861-8E54-9ED5A07C3F36}" srcOrd="0" destOrd="0" presId="urn:microsoft.com/office/officeart/2005/8/layout/vList2"/>
    <dgm:cxn modelId="{9CE7757D-1222-4704-BD17-5E893D1A5DA3}" type="presOf" srcId="{BFE0C111-CEA1-4292-97F1-93BB27B76438}" destId="{310A5BA4-0AB2-462B-A93F-1131D1DA55F8}" srcOrd="0" destOrd="0" presId="urn:microsoft.com/office/officeart/2005/8/layout/vList2"/>
    <dgm:cxn modelId="{DB5D79A3-C20D-4D94-88CE-F2428EB01CEF}" type="presOf" srcId="{2120E4D8-5FAD-4B62-BF74-45651CCA7800}" destId="{5A352248-4A9F-4861-8E54-9ED5A07C3F36}" srcOrd="0" destOrd="1" presId="urn:microsoft.com/office/officeart/2005/8/layout/vList2"/>
    <dgm:cxn modelId="{A18590A3-C6B7-4A37-A1BA-32F8CF6A7664}" srcId="{7BFF6A3F-B26B-4E8F-A91E-9BE187B3581B}" destId="{F7CC6D38-2308-410F-82D8-018431A3F0DE}" srcOrd="0" destOrd="0" parTransId="{FDBA2F04-CDF0-488F-9F6A-2C7F41858189}" sibTransId="{C4D2670D-0512-401F-9447-90CC8E65E8E8}"/>
    <dgm:cxn modelId="{506394A4-BCCE-4916-A7FD-C0B682A11241}" srcId="{BFE0C111-CEA1-4292-97F1-93BB27B76438}" destId="{694D1AA0-1A64-4723-828F-07B84FCD883A}" srcOrd="2" destOrd="0" parTransId="{E48F6F73-FEE5-4D9E-8AE6-6A916D33DCD7}" sibTransId="{DA25CC16-6FD4-4467-BB79-49AEBDA01429}"/>
    <dgm:cxn modelId="{BAB872C3-DDCE-4969-8861-F1A1DDE1EE90}" type="presOf" srcId="{10037163-1F8D-4060-9C24-70BE1C33F5E6}" destId="{111BEFD9-B733-4F1F-B795-25CBBA851338}" srcOrd="0" destOrd="0" presId="urn:microsoft.com/office/officeart/2005/8/layout/vList2"/>
    <dgm:cxn modelId="{474D93CA-401B-45FB-9858-77E733FAD80E}" srcId="{BFE0C111-CEA1-4292-97F1-93BB27B76438}" destId="{10037163-1F8D-4060-9C24-70BE1C33F5E6}" srcOrd="0" destOrd="0" parTransId="{FF0DB474-8C24-4A34-83BE-501E557E0937}" sibTransId="{79166979-7139-433C-B273-D9853AA28119}"/>
    <dgm:cxn modelId="{6E5857EF-FED6-4E08-9BAB-EC4F776C0B54}" type="presOf" srcId="{FDE6320D-7440-4393-B18E-A2DF0C26B382}" destId="{111BEFD9-B733-4F1F-B795-25CBBA851338}" srcOrd="0" destOrd="1" presId="urn:microsoft.com/office/officeart/2005/8/layout/vList2"/>
    <dgm:cxn modelId="{B33AABFB-832F-4575-A1FD-AD36ECBAB0F5}" srcId="{7BFF6A3F-B26B-4E8F-A91E-9BE187B3581B}" destId="{2120E4D8-5FAD-4B62-BF74-45651CCA7800}" srcOrd="1" destOrd="0" parTransId="{E2F8E514-EE3F-4BA7-95DB-C30DBDA47731}" sibTransId="{D793AC6D-C54A-4DED-B1E6-3B38043DA24D}"/>
    <dgm:cxn modelId="{F6AE9C37-E0EC-49C3-958D-896587E89AC5}" type="presParOf" srcId="{4D6E4BE1-D871-48C0-80DE-C00B3C1B817D}" destId="{FAC8960A-F041-465F-A55C-0DEC8B8A0140}" srcOrd="0" destOrd="0" presId="urn:microsoft.com/office/officeart/2005/8/layout/vList2"/>
    <dgm:cxn modelId="{BCCED65D-A9BC-41EF-A538-29B8BABDAB96}" type="presParOf" srcId="{4D6E4BE1-D871-48C0-80DE-C00B3C1B817D}" destId="{5A352248-4A9F-4861-8E54-9ED5A07C3F36}" srcOrd="1" destOrd="0" presId="urn:microsoft.com/office/officeart/2005/8/layout/vList2"/>
    <dgm:cxn modelId="{BDF477AD-1EED-49DF-92B5-E020063B110A}" type="presParOf" srcId="{4D6E4BE1-D871-48C0-80DE-C00B3C1B817D}" destId="{310A5BA4-0AB2-462B-A93F-1131D1DA55F8}" srcOrd="2" destOrd="0" presId="urn:microsoft.com/office/officeart/2005/8/layout/vList2"/>
    <dgm:cxn modelId="{65D3B575-909D-447F-87BB-DB68F8EF982E}" type="presParOf" srcId="{4D6E4BE1-D871-48C0-80DE-C00B3C1B817D}" destId="{111BEFD9-B733-4F1F-B795-25CBBA85133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1510B9-2DA3-4B99-A8EB-7D5A2791DB3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8F3CF3-6D59-4A99-81F7-5E5E1BA75F0A}">
      <dgm:prSet/>
      <dgm:spPr/>
      <dgm:t>
        <a:bodyPr/>
        <a:lstStyle/>
        <a:p>
          <a:r>
            <a:rPr lang="zh-CN"/>
            <a:t>第一个问题：中国会不会存在？</a:t>
          </a:r>
          <a:endParaRPr lang="en-US"/>
        </a:p>
      </dgm:t>
    </dgm:pt>
    <dgm:pt modelId="{D9AE73F9-9039-4DCC-B3BA-377409B881A0}" type="parTrans" cxnId="{26B8B8EF-5F2C-45B8-9E48-4FDB4C64FF98}">
      <dgm:prSet/>
      <dgm:spPr/>
      <dgm:t>
        <a:bodyPr/>
        <a:lstStyle/>
        <a:p>
          <a:endParaRPr lang="en-US"/>
        </a:p>
      </dgm:t>
    </dgm:pt>
    <dgm:pt modelId="{FF6AE6CF-CF49-4B5C-9242-7F4C57F8D1AE}" type="sibTrans" cxnId="{26B8B8EF-5F2C-45B8-9E48-4FDB4C64FF98}">
      <dgm:prSet/>
      <dgm:spPr/>
      <dgm:t>
        <a:bodyPr/>
        <a:lstStyle/>
        <a:p>
          <a:endParaRPr lang="en-US"/>
        </a:p>
      </dgm:t>
    </dgm:pt>
    <dgm:pt modelId="{684CA847-7DE0-4A9B-896F-13A1EAEC951C}">
      <dgm:prSet/>
      <dgm:spPr/>
      <dgm:t>
        <a:bodyPr/>
        <a:lstStyle/>
        <a:p>
          <a:r>
            <a:rPr lang="zh-CN"/>
            <a:t>苏联的经验：经过半个世纪的冷战，苏联突然崩溃了</a:t>
          </a:r>
          <a:endParaRPr lang="en-US"/>
        </a:p>
      </dgm:t>
    </dgm:pt>
    <dgm:pt modelId="{E34B6267-4D18-4FA6-83F1-AA59D817115C}" type="parTrans" cxnId="{DCA1AEC5-C161-43E1-B630-9AAB9C3799F1}">
      <dgm:prSet/>
      <dgm:spPr/>
      <dgm:t>
        <a:bodyPr/>
        <a:lstStyle/>
        <a:p>
          <a:endParaRPr lang="en-US"/>
        </a:p>
      </dgm:t>
    </dgm:pt>
    <dgm:pt modelId="{B49719AE-DD33-45F2-8D62-C636EBB63D3B}" type="sibTrans" cxnId="{DCA1AEC5-C161-43E1-B630-9AAB9C3799F1}">
      <dgm:prSet/>
      <dgm:spPr/>
      <dgm:t>
        <a:bodyPr/>
        <a:lstStyle/>
        <a:p>
          <a:endParaRPr lang="en-US"/>
        </a:p>
      </dgm:t>
    </dgm:pt>
    <dgm:pt modelId="{EE92C6EA-0FDF-4DF4-AE27-09EAC016BF8B}">
      <dgm:prSet/>
      <dgm:spPr/>
      <dgm:t>
        <a:bodyPr/>
        <a:lstStyle/>
        <a:p>
          <a:r>
            <a:rPr lang="zh-CN"/>
            <a:t>第二个问题：中国会不会趴下？</a:t>
          </a:r>
          <a:endParaRPr lang="en-US"/>
        </a:p>
      </dgm:t>
    </dgm:pt>
    <dgm:pt modelId="{398B9093-DC75-4D52-B3E6-4FBB046D5963}" type="parTrans" cxnId="{EFF9B18E-815F-431C-BC60-923828A49AC1}">
      <dgm:prSet/>
      <dgm:spPr/>
      <dgm:t>
        <a:bodyPr/>
        <a:lstStyle/>
        <a:p>
          <a:endParaRPr lang="en-US"/>
        </a:p>
      </dgm:t>
    </dgm:pt>
    <dgm:pt modelId="{29B18627-5119-4995-8850-D9B8D8BF0DF2}" type="sibTrans" cxnId="{EFF9B18E-815F-431C-BC60-923828A49AC1}">
      <dgm:prSet/>
      <dgm:spPr/>
      <dgm:t>
        <a:bodyPr/>
        <a:lstStyle/>
        <a:p>
          <a:endParaRPr lang="en-US"/>
        </a:p>
      </dgm:t>
    </dgm:pt>
    <dgm:pt modelId="{AB795FF1-A9A6-464F-A7D9-2E46DADFAD87}">
      <dgm:prSet/>
      <dgm:spPr/>
      <dgm:t>
        <a:bodyPr/>
        <a:lstStyle/>
        <a:p>
          <a:r>
            <a:rPr lang="zh-CN"/>
            <a:t>日本的经验：广场协议，日本彻底臣服于美国</a:t>
          </a:r>
          <a:endParaRPr lang="en-US"/>
        </a:p>
      </dgm:t>
    </dgm:pt>
    <dgm:pt modelId="{B4815D12-ACDF-45B7-8580-2996D95D4F13}" type="parTrans" cxnId="{FF558371-1732-4A28-B83E-119D95B11DF6}">
      <dgm:prSet/>
      <dgm:spPr/>
      <dgm:t>
        <a:bodyPr/>
        <a:lstStyle/>
        <a:p>
          <a:endParaRPr lang="en-US"/>
        </a:p>
      </dgm:t>
    </dgm:pt>
    <dgm:pt modelId="{0643F534-86C4-4D5E-BDBE-DEFF96E3C947}" type="sibTrans" cxnId="{FF558371-1732-4A28-B83E-119D95B11DF6}">
      <dgm:prSet/>
      <dgm:spPr/>
      <dgm:t>
        <a:bodyPr/>
        <a:lstStyle/>
        <a:p>
          <a:endParaRPr lang="en-US"/>
        </a:p>
      </dgm:t>
    </dgm:pt>
    <dgm:pt modelId="{F2F33FF9-3E8D-4A70-95A0-A8681D8C4AD5}">
      <dgm:prSet/>
      <dgm:spPr/>
      <dgm:t>
        <a:bodyPr/>
        <a:lstStyle/>
        <a:p>
          <a:r>
            <a:rPr lang="zh-CN"/>
            <a:t>第三个问题：中美会不会和平过渡？</a:t>
          </a:r>
          <a:endParaRPr lang="en-US"/>
        </a:p>
      </dgm:t>
    </dgm:pt>
    <dgm:pt modelId="{F22E8FA0-88C2-454E-A1F0-ABF7058033B3}" type="parTrans" cxnId="{704D957B-0DF3-450F-9CC4-4E8875C3A0B4}">
      <dgm:prSet/>
      <dgm:spPr/>
      <dgm:t>
        <a:bodyPr/>
        <a:lstStyle/>
        <a:p>
          <a:endParaRPr lang="en-US"/>
        </a:p>
      </dgm:t>
    </dgm:pt>
    <dgm:pt modelId="{9BE549A9-269E-41E6-B236-D8C9FF02D032}" type="sibTrans" cxnId="{704D957B-0DF3-450F-9CC4-4E8875C3A0B4}">
      <dgm:prSet/>
      <dgm:spPr/>
      <dgm:t>
        <a:bodyPr/>
        <a:lstStyle/>
        <a:p>
          <a:endParaRPr lang="en-US"/>
        </a:p>
      </dgm:t>
    </dgm:pt>
    <dgm:pt modelId="{5F055670-E6F1-43B1-B6C2-C426CAA1B235}">
      <dgm:prSet/>
      <dgm:spPr/>
      <dgm:t>
        <a:bodyPr/>
        <a:lstStyle/>
        <a:p>
          <a:r>
            <a:rPr lang="zh-CN"/>
            <a:t>英国的经验：第二次世界大战，和平交接权力</a:t>
          </a:r>
          <a:endParaRPr lang="en-US"/>
        </a:p>
      </dgm:t>
    </dgm:pt>
    <dgm:pt modelId="{9747DE7F-0B84-41A7-86E9-5DF1F888D3CA}" type="parTrans" cxnId="{671C2212-F14E-4DD6-89A3-960E131F9341}">
      <dgm:prSet/>
      <dgm:spPr/>
      <dgm:t>
        <a:bodyPr/>
        <a:lstStyle/>
        <a:p>
          <a:endParaRPr lang="en-US"/>
        </a:p>
      </dgm:t>
    </dgm:pt>
    <dgm:pt modelId="{02F61B98-934A-4584-BCE1-2189C89A4DBE}" type="sibTrans" cxnId="{671C2212-F14E-4DD6-89A3-960E131F9341}">
      <dgm:prSet/>
      <dgm:spPr/>
      <dgm:t>
        <a:bodyPr/>
        <a:lstStyle/>
        <a:p>
          <a:endParaRPr lang="en-US"/>
        </a:p>
      </dgm:t>
    </dgm:pt>
    <dgm:pt modelId="{9759D63A-B4FD-4C77-B1B4-77DE63763D94}">
      <dgm:prSet/>
      <dgm:spPr/>
      <dgm:t>
        <a:bodyPr/>
        <a:lstStyle/>
        <a:p>
          <a:r>
            <a:rPr lang="zh-CN"/>
            <a:t>第四个问题：中美会不会世界大战？</a:t>
          </a:r>
          <a:endParaRPr lang="en-US"/>
        </a:p>
      </dgm:t>
    </dgm:pt>
    <dgm:pt modelId="{6DE04407-2D8E-4ACA-BB2F-986B764C8B74}" type="parTrans" cxnId="{8FEDEAF6-0D7E-4269-BE76-BD82C3C520AC}">
      <dgm:prSet/>
      <dgm:spPr/>
      <dgm:t>
        <a:bodyPr/>
        <a:lstStyle/>
        <a:p>
          <a:endParaRPr lang="en-US"/>
        </a:p>
      </dgm:t>
    </dgm:pt>
    <dgm:pt modelId="{5D39C27F-A853-40A9-ACEC-7742BDFF5A4B}" type="sibTrans" cxnId="{8FEDEAF6-0D7E-4269-BE76-BD82C3C520AC}">
      <dgm:prSet/>
      <dgm:spPr/>
      <dgm:t>
        <a:bodyPr/>
        <a:lstStyle/>
        <a:p>
          <a:endParaRPr lang="en-US"/>
        </a:p>
      </dgm:t>
    </dgm:pt>
    <dgm:pt modelId="{804201DA-1F71-401D-A5A1-4E819ADB0E13}">
      <dgm:prSet/>
      <dgm:spPr/>
      <dgm:t>
        <a:bodyPr/>
        <a:lstStyle/>
        <a:p>
          <a:r>
            <a:rPr lang="zh-CN"/>
            <a:t>西班牙的经验：西班牙无敌舰队被美国歼灭</a:t>
          </a:r>
          <a:endParaRPr lang="en-US"/>
        </a:p>
      </dgm:t>
    </dgm:pt>
    <dgm:pt modelId="{5D823429-3D02-45E9-98B3-D9357E04A459}" type="parTrans" cxnId="{DE2CB4FE-764A-432D-80DD-3DA65D65B004}">
      <dgm:prSet/>
      <dgm:spPr/>
      <dgm:t>
        <a:bodyPr/>
        <a:lstStyle/>
        <a:p>
          <a:endParaRPr lang="en-US"/>
        </a:p>
      </dgm:t>
    </dgm:pt>
    <dgm:pt modelId="{A76EFBBD-911E-42D9-BF22-A96B9F8E3224}" type="sibTrans" cxnId="{DE2CB4FE-764A-432D-80DD-3DA65D65B004}">
      <dgm:prSet/>
      <dgm:spPr/>
      <dgm:t>
        <a:bodyPr/>
        <a:lstStyle/>
        <a:p>
          <a:endParaRPr lang="en-US"/>
        </a:p>
      </dgm:t>
    </dgm:pt>
    <dgm:pt modelId="{EB05B13C-0D1C-4867-BE11-B594F44DFF64}" type="pres">
      <dgm:prSet presAssocID="{F31510B9-2DA3-4B99-A8EB-7D5A2791DB33}" presName="Name0" presStyleCnt="0">
        <dgm:presLayoutVars>
          <dgm:dir/>
          <dgm:animLvl val="lvl"/>
          <dgm:resizeHandles val="exact"/>
        </dgm:presLayoutVars>
      </dgm:prSet>
      <dgm:spPr/>
    </dgm:pt>
    <dgm:pt modelId="{B2EBA592-4C78-4792-B49A-1EB312A513C4}" type="pres">
      <dgm:prSet presAssocID="{A58F3CF3-6D59-4A99-81F7-5E5E1BA75F0A}" presName="composite" presStyleCnt="0"/>
      <dgm:spPr/>
    </dgm:pt>
    <dgm:pt modelId="{B0714CAA-3305-4B5C-B4B1-414A38C08D34}" type="pres">
      <dgm:prSet presAssocID="{A58F3CF3-6D59-4A99-81F7-5E5E1BA75F0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5329BAC-8BE0-4653-9804-B345E74D977F}" type="pres">
      <dgm:prSet presAssocID="{A58F3CF3-6D59-4A99-81F7-5E5E1BA75F0A}" presName="desTx" presStyleLbl="alignAccFollowNode1" presStyleIdx="0" presStyleCnt="4">
        <dgm:presLayoutVars>
          <dgm:bulletEnabled val="1"/>
        </dgm:presLayoutVars>
      </dgm:prSet>
      <dgm:spPr/>
    </dgm:pt>
    <dgm:pt modelId="{C0F5AFF4-F527-4A1C-86EC-C11CB64971AC}" type="pres">
      <dgm:prSet presAssocID="{FF6AE6CF-CF49-4B5C-9242-7F4C57F8D1AE}" presName="space" presStyleCnt="0"/>
      <dgm:spPr/>
    </dgm:pt>
    <dgm:pt modelId="{E0D3E6A9-F5B6-4FD8-A170-8BEC2E02AFEE}" type="pres">
      <dgm:prSet presAssocID="{EE92C6EA-0FDF-4DF4-AE27-09EAC016BF8B}" presName="composite" presStyleCnt="0"/>
      <dgm:spPr/>
    </dgm:pt>
    <dgm:pt modelId="{4D5396C8-8A22-446C-9769-434B6100A62E}" type="pres">
      <dgm:prSet presAssocID="{EE92C6EA-0FDF-4DF4-AE27-09EAC016BF8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2D96C39-C650-4F6F-81E2-0A8EB8F27C65}" type="pres">
      <dgm:prSet presAssocID="{EE92C6EA-0FDF-4DF4-AE27-09EAC016BF8B}" presName="desTx" presStyleLbl="alignAccFollowNode1" presStyleIdx="1" presStyleCnt="4">
        <dgm:presLayoutVars>
          <dgm:bulletEnabled val="1"/>
        </dgm:presLayoutVars>
      </dgm:prSet>
      <dgm:spPr/>
    </dgm:pt>
    <dgm:pt modelId="{DD8FF1F4-0557-4CA6-869B-A2DA16962398}" type="pres">
      <dgm:prSet presAssocID="{29B18627-5119-4995-8850-D9B8D8BF0DF2}" presName="space" presStyleCnt="0"/>
      <dgm:spPr/>
    </dgm:pt>
    <dgm:pt modelId="{0C318723-77A3-4889-BD7A-C8D473209946}" type="pres">
      <dgm:prSet presAssocID="{F2F33FF9-3E8D-4A70-95A0-A8681D8C4AD5}" presName="composite" presStyleCnt="0"/>
      <dgm:spPr/>
    </dgm:pt>
    <dgm:pt modelId="{9F4DA228-EAB4-46E0-92BC-A470568B2550}" type="pres">
      <dgm:prSet presAssocID="{F2F33FF9-3E8D-4A70-95A0-A8681D8C4AD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641491C8-8F43-4564-8761-3612C286300E}" type="pres">
      <dgm:prSet presAssocID="{F2F33FF9-3E8D-4A70-95A0-A8681D8C4AD5}" presName="desTx" presStyleLbl="alignAccFollowNode1" presStyleIdx="2" presStyleCnt="4">
        <dgm:presLayoutVars>
          <dgm:bulletEnabled val="1"/>
        </dgm:presLayoutVars>
      </dgm:prSet>
      <dgm:spPr/>
    </dgm:pt>
    <dgm:pt modelId="{831568AD-9118-4019-AA33-7EAF2D122B7C}" type="pres">
      <dgm:prSet presAssocID="{9BE549A9-269E-41E6-B236-D8C9FF02D032}" presName="space" presStyleCnt="0"/>
      <dgm:spPr/>
    </dgm:pt>
    <dgm:pt modelId="{1D9BD15C-7F0A-4127-AC34-41B7AFECFAD3}" type="pres">
      <dgm:prSet presAssocID="{9759D63A-B4FD-4C77-B1B4-77DE63763D94}" presName="composite" presStyleCnt="0"/>
      <dgm:spPr/>
    </dgm:pt>
    <dgm:pt modelId="{8EB6DF8A-DCBA-4E4C-B203-5063B974ED73}" type="pres">
      <dgm:prSet presAssocID="{9759D63A-B4FD-4C77-B1B4-77DE63763D9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E6EC981-4B91-4F8D-A8C5-77C2EEA0EB86}" type="pres">
      <dgm:prSet presAssocID="{9759D63A-B4FD-4C77-B1B4-77DE63763D9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C491907-FC06-4474-876B-12E6388C419E}" type="presOf" srcId="{A58F3CF3-6D59-4A99-81F7-5E5E1BA75F0A}" destId="{B0714CAA-3305-4B5C-B4B1-414A38C08D34}" srcOrd="0" destOrd="0" presId="urn:microsoft.com/office/officeart/2005/8/layout/hList1"/>
    <dgm:cxn modelId="{671C2212-F14E-4DD6-89A3-960E131F9341}" srcId="{F2F33FF9-3E8D-4A70-95A0-A8681D8C4AD5}" destId="{5F055670-E6F1-43B1-B6C2-C426CAA1B235}" srcOrd="0" destOrd="0" parTransId="{9747DE7F-0B84-41A7-86E9-5DF1F888D3CA}" sibTransId="{02F61B98-934A-4584-BCE1-2189C89A4DBE}"/>
    <dgm:cxn modelId="{C69E7430-F954-4C49-B5C4-81BF3F02FD8E}" type="presOf" srcId="{AB795FF1-A9A6-464F-A7D9-2E46DADFAD87}" destId="{A2D96C39-C650-4F6F-81E2-0A8EB8F27C65}" srcOrd="0" destOrd="0" presId="urn:microsoft.com/office/officeart/2005/8/layout/hList1"/>
    <dgm:cxn modelId="{57DEBE31-11BD-4EEF-954C-8C8F2DC7A943}" type="presOf" srcId="{F2F33FF9-3E8D-4A70-95A0-A8681D8C4AD5}" destId="{9F4DA228-EAB4-46E0-92BC-A470568B2550}" srcOrd="0" destOrd="0" presId="urn:microsoft.com/office/officeart/2005/8/layout/hList1"/>
    <dgm:cxn modelId="{68B77040-6784-463D-BF16-03BAD01D8581}" type="presOf" srcId="{9759D63A-B4FD-4C77-B1B4-77DE63763D94}" destId="{8EB6DF8A-DCBA-4E4C-B203-5063B974ED73}" srcOrd="0" destOrd="0" presId="urn:microsoft.com/office/officeart/2005/8/layout/hList1"/>
    <dgm:cxn modelId="{FF558371-1732-4A28-B83E-119D95B11DF6}" srcId="{EE92C6EA-0FDF-4DF4-AE27-09EAC016BF8B}" destId="{AB795FF1-A9A6-464F-A7D9-2E46DADFAD87}" srcOrd="0" destOrd="0" parTransId="{B4815D12-ACDF-45B7-8580-2996D95D4F13}" sibTransId="{0643F534-86C4-4D5E-BDBE-DEFF96E3C947}"/>
    <dgm:cxn modelId="{A45FD972-CCF6-4F8B-B9F4-01AD35050D42}" type="presOf" srcId="{F31510B9-2DA3-4B99-A8EB-7D5A2791DB33}" destId="{EB05B13C-0D1C-4867-BE11-B594F44DFF64}" srcOrd="0" destOrd="0" presId="urn:microsoft.com/office/officeart/2005/8/layout/hList1"/>
    <dgm:cxn modelId="{704D957B-0DF3-450F-9CC4-4E8875C3A0B4}" srcId="{F31510B9-2DA3-4B99-A8EB-7D5A2791DB33}" destId="{F2F33FF9-3E8D-4A70-95A0-A8681D8C4AD5}" srcOrd="2" destOrd="0" parTransId="{F22E8FA0-88C2-454E-A1F0-ABF7058033B3}" sibTransId="{9BE549A9-269E-41E6-B236-D8C9FF02D032}"/>
    <dgm:cxn modelId="{446E6C80-26D0-4BA1-ADA4-D299E82EC79F}" type="presOf" srcId="{684CA847-7DE0-4A9B-896F-13A1EAEC951C}" destId="{B5329BAC-8BE0-4653-9804-B345E74D977F}" srcOrd="0" destOrd="0" presId="urn:microsoft.com/office/officeart/2005/8/layout/hList1"/>
    <dgm:cxn modelId="{EFF9B18E-815F-431C-BC60-923828A49AC1}" srcId="{F31510B9-2DA3-4B99-A8EB-7D5A2791DB33}" destId="{EE92C6EA-0FDF-4DF4-AE27-09EAC016BF8B}" srcOrd="1" destOrd="0" parTransId="{398B9093-DC75-4D52-B3E6-4FBB046D5963}" sibTransId="{29B18627-5119-4995-8850-D9B8D8BF0DF2}"/>
    <dgm:cxn modelId="{3296F49C-F683-4B5B-92B7-055A02AFD941}" type="presOf" srcId="{EE92C6EA-0FDF-4DF4-AE27-09EAC016BF8B}" destId="{4D5396C8-8A22-446C-9769-434B6100A62E}" srcOrd="0" destOrd="0" presId="urn:microsoft.com/office/officeart/2005/8/layout/hList1"/>
    <dgm:cxn modelId="{DCA1AEC5-C161-43E1-B630-9AAB9C3799F1}" srcId="{A58F3CF3-6D59-4A99-81F7-5E5E1BA75F0A}" destId="{684CA847-7DE0-4A9B-896F-13A1EAEC951C}" srcOrd="0" destOrd="0" parTransId="{E34B6267-4D18-4FA6-83F1-AA59D817115C}" sibTransId="{B49719AE-DD33-45F2-8D62-C636EBB63D3B}"/>
    <dgm:cxn modelId="{9DE90CDA-C452-4DB5-A4F2-1C38B7D58900}" type="presOf" srcId="{804201DA-1F71-401D-A5A1-4E819ADB0E13}" destId="{5E6EC981-4B91-4F8D-A8C5-77C2EEA0EB86}" srcOrd="0" destOrd="0" presId="urn:microsoft.com/office/officeart/2005/8/layout/hList1"/>
    <dgm:cxn modelId="{0E4B1DEF-DFB5-4A8F-8587-B856B3761C91}" type="presOf" srcId="{5F055670-E6F1-43B1-B6C2-C426CAA1B235}" destId="{641491C8-8F43-4564-8761-3612C286300E}" srcOrd="0" destOrd="0" presId="urn:microsoft.com/office/officeart/2005/8/layout/hList1"/>
    <dgm:cxn modelId="{26B8B8EF-5F2C-45B8-9E48-4FDB4C64FF98}" srcId="{F31510B9-2DA3-4B99-A8EB-7D5A2791DB33}" destId="{A58F3CF3-6D59-4A99-81F7-5E5E1BA75F0A}" srcOrd="0" destOrd="0" parTransId="{D9AE73F9-9039-4DCC-B3BA-377409B881A0}" sibTransId="{FF6AE6CF-CF49-4B5C-9242-7F4C57F8D1AE}"/>
    <dgm:cxn modelId="{8FEDEAF6-0D7E-4269-BE76-BD82C3C520AC}" srcId="{F31510B9-2DA3-4B99-A8EB-7D5A2791DB33}" destId="{9759D63A-B4FD-4C77-B1B4-77DE63763D94}" srcOrd="3" destOrd="0" parTransId="{6DE04407-2D8E-4ACA-BB2F-986B764C8B74}" sibTransId="{5D39C27F-A853-40A9-ACEC-7742BDFF5A4B}"/>
    <dgm:cxn modelId="{DE2CB4FE-764A-432D-80DD-3DA65D65B004}" srcId="{9759D63A-B4FD-4C77-B1B4-77DE63763D94}" destId="{804201DA-1F71-401D-A5A1-4E819ADB0E13}" srcOrd="0" destOrd="0" parTransId="{5D823429-3D02-45E9-98B3-D9357E04A459}" sibTransId="{A76EFBBD-911E-42D9-BF22-A96B9F8E3224}"/>
    <dgm:cxn modelId="{6DAC7F28-9CBD-4497-8FCE-767C49C0CC9D}" type="presParOf" srcId="{EB05B13C-0D1C-4867-BE11-B594F44DFF64}" destId="{B2EBA592-4C78-4792-B49A-1EB312A513C4}" srcOrd="0" destOrd="0" presId="urn:microsoft.com/office/officeart/2005/8/layout/hList1"/>
    <dgm:cxn modelId="{CB37F884-40CE-4E4A-ABDA-349A4F346786}" type="presParOf" srcId="{B2EBA592-4C78-4792-B49A-1EB312A513C4}" destId="{B0714CAA-3305-4B5C-B4B1-414A38C08D34}" srcOrd="0" destOrd="0" presId="urn:microsoft.com/office/officeart/2005/8/layout/hList1"/>
    <dgm:cxn modelId="{1F59F930-9FED-426E-AF2A-24362EB9E4D4}" type="presParOf" srcId="{B2EBA592-4C78-4792-B49A-1EB312A513C4}" destId="{B5329BAC-8BE0-4653-9804-B345E74D977F}" srcOrd="1" destOrd="0" presId="urn:microsoft.com/office/officeart/2005/8/layout/hList1"/>
    <dgm:cxn modelId="{E1D925E7-E4D5-4A0E-9164-F06F0169751C}" type="presParOf" srcId="{EB05B13C-0D1C-4867-BE11-B594F44DFF64}" destId="{C0F5AFF4-F527-4A1C-86EC-C11CB64971AC}" srcOrd="1" destOrd="0" presId="urn:microsoft.com/office/officeart/2005/8/layout/hList1"/>
    <dgm:cxn modelId="{1BD38379-20FF-454E-B506-2729105DA8B5}" type="presParOf" srcId="{EB05B13C-0D1C-4867-BE11-B594F44DFF64}" destId="{E0D3E6A9-F5B6-4FD8-A170-8BEC2E02AFEE}" srcOrd="2" destOrd="0" presId="urn:microsoft.com/office/officeart/2005/8/layout/hList1"/>
    <dgm:cxn modelId="{0BC8B6F3-5A09-4BCE-B5E1-3E182A128A3C}" type="presParOf" srcId="{E0D3E6A9-F5B6-4FD8-A170-8BEC2E02AFEE}" destId="{4D5396C8-8A22-446C-9769-434B6100A62E}" srcOrd="0" destOrd="0" presId="urn:microsoft.com/office/officeart/2005/8/layout/hList1"/>
    <dgm:cxn modelId="{2E59B397-D215-4C63-9689-F03A1FC08B2B}" type="presParOf" srcId="{E0D3E6A9-F5B6-4FD8-A170-8BEC2E02AFEE}" destId="{A2D96C39-C650-4F6F-81E2-0A8EB8F27C65}" srcOrd="1" destOrd="0" presId="urn:microsoft.com/office/officeart/2005/8/layout/hList1"/>
    <dgm:cxn modelId="{7EA8FA48-4C75-4785-AC01-9112C7850EAB}" type="presParOf" srcId="{EB05B13C-0D1C-4867-BE11-B594F44DFF64}" destId="{DD8FF1F4-0557-4CA6-869B-A2DA16962398}" srcOrd="3" destOrd="0" presId="urn:microsoft.com/office/officeart/2005/8/layout/hList1"/>
    <dgm:cxn modelId="{5179A0F9-AC10-4560-93AA-71F2A2CA0CEE}" type="presParOf" srcId="{EB05B13C-0D1C-4867-BE11-B594F44DFF64}" destId="{0C318723-77A3-4889-BD7A-C8D473209946}" srcOrd="4" destOrd="0" presId="urn:microsoft.com/office/officeart/2005/8/layout/hList1"/>
    <dgm:cxn modelId="{E03434A0-40B4-4478-B2D2-B6C40EF2D293}" type="presParOf" srcId="{0C318723-77A3-4889-BD7A-C8D473209946}" destId="{9F4DA228-EAB4-46E0-92BC-A470568B2550}" srcOrd="0" destOrd="0" presId="urn:microsoft.com/office/officeart/2005/8/layout/hList1"/>
    <dgm:cxn modelId="{C8CD8D87-B088-4725-A5C5-5AB014268D1B}" type="presParOf" srcId="{0C318723-77A3-4889-BD7A-C8D473209946}" destId="{641491C8-8F43-4564-8761-3612C286300E}" srcOrd="1" destOrd="0" presId="urn:microsoft.com/office/officeart/2005/8/layout/hList1"/>
    <dgm:cxn modelId="{8E43356A-5AD5-40B3-B8D6-B13E9546BE28}" type="presParOf" srcId="{EB05B13C-0D1C-4867-BE11-B594F44DFF64}" destId="{831568AD-9118-4019-AA33-7EAF2D122B7C}" srcOrd="5" destOrd="0" presId="urn:microsoft.com/office/officeart/2005/8/layout/hList1"/>
    <dgm:cxn modelId="{CE1F54A6-9D96-4C7F-BE92-F60574BC5C7D}" type="presParOf" srcId="{EB05B13C-0D1C-4867-BE11-B594F44DFF64}" destId="{1D9BD15C-7F0A-4127-AC34-41B7AFECFAD3}" srcOrd="6" destOrd="0" presId="urn:microsoft.com/office/officeart/2005/8/layout/hList1"/>
    <dgm:cxn modelId="{727C5AA5-6325-4987-ACE2-C226B5C808AD}" type="presParOf" srcId="{1D9BD15C-7F0A-4127-AC34-41B7AFECFAD3}" destId="{8EB6DF8A-DCBA-4E4C-B203-5063B974ED73}" srcOrd="0" destOrd="0" presId="urn:microsoft.com/office/officeart/2005/8/layout/hList1"/>
    <dgm:cxn modelId="{CB0DA602-3B6B-484A-8AA9-EB3C28968941}" type="presParOf" srcId="{1D9BD15C-7F0A-4127-AC34-41B7AFECFAD3}" destId="{5E6EC981-4B91-4F8D-A8C5-77C2EEA0EB8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FE9DDE-2DB4-491B-9013-832AFC78993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1E3CEF-0519-490E-9B5A-1AF6D5813174}">
      <dgm:prSet/>
      <dgm:spPr/>
      <dgm:t>
        <a:bodyPr/>
        <a:lstStyle/>
        <a:p>
          <a:r>
            <a:rPr lang="zh-CN"/>
            <a:t>美国的外交均势战略思维</a:t>
          </a:r>
          <a:endParaRPr lang="en-US"/>
        </a:p>
      </dgm:t>
    </dgm:pt>
    <dgm:pt modelId="{9924B39A-9AF4-4140-9B5D-5220A88D7465}" type="parTrans" cxnId="{FBD00998-234D-493F-BD7E-EB6737D0755C}">
      <dgm:prSet/>
      <dgm:spPr/>
      <dgm:t>
        <a:bodyPr/>
        <a:lstStyle/>
        <a:p>
          <a:endParaRPr lang="en-US"/>
        </a:p>
      </dgm:t>
    </dgm:pt>
    <dgm:pt modelId="{F54BB516-4DDF-4DE0-8DC3-36E4EA22C4E0}" type="sibTrans" cxnId="{FBD00998-234D-493F-BD7E-EB6737D0755C}">
      <dgm:prSet/>
      <dgm:spPr/>
      <dgm:t>
        <a:bodyPr/>
        <a:lstStyle/>
        <a:p>
          <a:endParaRPr lang="en-US"/>
        </a:p>
      </dgm:t>
    </dgm:pt>
    <dgm:pt modelId="{7410DD25-E78A-4DFF-B1FC-B5F5BEFCA65A}">
      <dgm:prSet/>
      <dgm:spPr/>
      <dgm:t>
        <a:bodyPr/>
        <a:lstStyle/>
        <a:p>
          <a:r>
            <a:rPr lang="zh-CN"/>
            <a:t>传承自英国的均势主义思想，防止出现欧洲霸主</a:t>
          </a:r>
          <a:endParaRPr lang="en-US"/>
        </a:p>
      </dgm:t>
    </dgm:pt>
    <dgm:pt modelId="{E164F84F-FACE-4593-909B-0E121A22B925}" type="parTrans" cxnId="{0BF31EFA-C70C-45F6-A180-087ADAE0F874}">
      <dgm:prSet/>
      <dgm:spPr/>
      <dgm:t>
        <a:bodyPr/>
        <a:lstStyle/>
        <a:p>
          <a:endParaRPr lang="en-US"/>
        </a:p>
      </dgm:t>
    </dgm:pt>
    <dgm:pt modelId="{CC58A861-3BF6-4BBE-AE62-58E7B256D805}" type="sibTrans" cxnId="{0BF31EFA-C70C-45F6-A180-087ADAE0F874}">
      <dgm:prSet/>
      <dgm:spPr/>
      <dgm:t>
        <a:bodyPr/>
        <a:lstStyle/>
        <a:p>
          <a:endParaRPr lang="en-US"/>
        </a:p>
      </dgm:t>
    </dgm:pt>
    <dgm:pt modelId="{188F6E37-AD60-4BF7-8F7C-4ABE1337D21B}">
      <dgm:prSet/>
      <dgm:spPr/>
      <dgm:t>
        <a:bodyPr/>
        <a:lstStyle/>
        <a:p>
          <a:r>
            <a:rPr lang="zh-CN"/>
            <a:t>强调实力本身，而非态度</a:t>
          </a:r>
          <a:r>
            <a:rPr lang="en-US"/>
            <a:t>——</a:t>
          </a:r>
          <a:r>
            <a:rPr lang="zh-CN"/>
            <a:t>源自斯巴达与雅典之战</a:t>
          </a:r>
          <a:endParaRPr lang="en-US"/>
        </a:p>
      </dgm:t>
    </dgm:pt>
    <dgm:pt modelId="{23C5F1B1-D4E0-4CC3-BA61-97DF59491571}" type="parTrans" cxnId="{ED4CD404-E8CA-4AB1-9B75-DDAF6968E119}">
      <dgm:prSet/>
      <dgm:spPr/>
      <dgm:t>
        <a:bodyPr/>
        <a:lstStyle/>
        <a:p>
          <a:endParaRPr lang="en-US"/>
        </a:p>
      </dgm:t>
    </dgm:pt>
    <dgm:pt modelId="{A19FEBC0-3EE9-4DF0-A0ED-575E0217ABEA}" type="sibTrans" cxnId="{ED4CD404-E8CA-4AB1-9B75-DDAF6968E119}">
      <dgm:prSet/>
      <dgm:spPr/>
      <dgm:t>
        <a:bodyPr/>
        <a:lstStyle/>
        <a:p>
          <a:endParaRPr lang="en-US"/>
        </a:p>
      </dgm:t>
    </dgm:pt>
    <dgm:pt modelId="{DADAB29C-93DA-4945-A3D6-F20540B604FE}">
      <dgm:prSet/>
      <dgm:spPr/>
      <dgm:t>
        <a:bodyPr/>
        <a:lstStyle/>
        <a:p>
          <a:r>
            <a:rPr lang="zh-CN"/>
            <a:t>充分利用多种战略压制手段，不达目的决不罢休</a:t>
          </a:r>
          <a:endParaRPr lang="en-US"/>
        </a:p>
      </dgm:t>
    </dgm:pt>
    <dgm:pt modelId="{82AEA976-D20E-475B-A4CA-989B6709587D}" type="parTrans" cxnId="{D92C0CC3-506A-44EA-B902-0D687CC97100}">
      <dgm:prSet/>
      <dgm:spPr/>
      <dgm:t>
        <a:bodyPr/>
        <a:lstStyle/>
        <a:p>
          <a:endParaRPr lang="en-US"/>
        </a:p>
      </dgm:t>
    </dgm:pt>
    <dgm:pt modelId="{C96878B0-3DA4-4235-BED1-C4CF9FCA5524}" type="sibTrans" cxnId="{D92C0CC3-506A-44EA-B902-0D687CC97100}">
      <dgm:prSet/>
      <dgm:spPr/>
      <dgm:t>
        <a:bodyPr/>
        <a:lstStyle/>
        <a:p>
          <a:endParaRPr lang="en-US"/>
        </a:p>
      </dgm:t>
    </dgm:pt>
    <dgm:pt modelId="{90148796-8CB3-428E-B68B-E7B75997D1AE}">
      <dgm:prSet/>
      <dgm:spPr/>
      <dgm:t>
        <a:bodyPr/>
        <a:lstStyle/>
        <a:p>
          <a:r>
            <a:rPr lang="zh-CN"/>
            <a:t>中国的外交守势战略思维</a:t>
          </a:r>
          <a:endParaRPr lang="en-US"/>
        </a:p>
      </dgm:t>
    </dgm:pt>
    <dgm:pt modelId="{DFCE69BB-B12C-4E14-B49B-4B03641A530F}" type="parTrans" cxnId="{F2E5D005-ABA0-46A9-8EA6-80E5F238E057}">
      <dgm:prSet/>
      <dgm:spPr/>
      <dgm:t>
        <a:bodyPr/>
        <a:lstStyle/>
        <a:p>
          <a:endParaRPr lang="en-US"/>
        </a:p>
      </dgm:t>
    </dgm:pt>
    <dgm:pt modelId="{19BA773C-C77A-4BF7-BBA6-B15F6C557687}" type="sibTrans" cxnId="{F2E5D005-ABA0-46A9-8EA6-80E5F238E057}">
      <dgm:prSet/>
      <dgm:spPr/>
      <dgm:t>
        <a:bodyPr/>
        <a:lstStyle/>
        <a:p>
          <a:endParaRPr lang="en-US"/>
        </a:p>
      </dgm:t>
    </dgm:pt>
    <dgm:pt modelId="{C7E3B49E-DC74-44BA-9361-435CC93BA3ED}">
      <dgm:prSet/>
      <dgm:spPr/>
      <dgm:t>
        <a:bodyPr/>
        <a:lstStyle/>
        <a:p>
          <a:r>
            <a:rPr lang="zh-CN"/>
            <a:t>传承自华夏的文明至上主义思想，文化沙文主义</a:t>
          </a:r>
          <a:endParaRPr lang="en-US"/>
        </a:p>
      </dgm:t>
    </dgm:pt>
    <dgm:pt modelId="{4CF68EC7-2153-4D51-A42F-758B51FAF650}" type="parTrans" cxnId="{68E4255E-14ED-48D8-B5AB-D516C20F2B9E}">
      <dgm:prSet/>
      <dgm:spPr/>
      <dgm:t>
        <a:bodyPr/>
        <a:lstStyle/>
        <a:p>
          <a:endParaRPr lang="en-US"/>
        </a:p>
      </dgm:t>
    </dgm:pt>
    <dgm:pt modelId="{E8E69738-EFCE-4FE3-8A84-08E214661A28}" type="sibTrans" cxnId="{68E4255E-14ED-48D8-B5AB-D516C20F2B9E}">
      <dgm:prSet/>
      <dgm:spPr/>
      <dgm:t>
        <a:bodyPr/>
        <a:lstStyle/>
        <a:p>
          <a:endParaRPr lang="en-US"/>
        </a:p>
      </dgm:t>
    </dgm:pt>
    <dgm:pt modelId="{FF8A9281-CA2B-4751-B6CA-3D93986BB372}">
      <dgm:prSet/>
      <dgm:spPr/>
      <dgm:t>
        <a:bodyPr/>
        <a:lstStyle/>
        <a:p>
          <a:r>
            <a:rPr lang="zh-CN"/>
            <a:t>高度重视政治上的独一无二性，天无二日，民无二主</a:t>
          </a:r>
          <a:endParaRPr lang="en-US"/>
        </a:p>
      </dgm:t>
    </dgm:pt>
    <dgm:pt modelId="{D5B1785B-6211-4554-B82F-B828C93543B6}" type="parTrans" cxnId="{B6DA142F-3096-43AD-90FC-ED19B19B08FA}">
      <dgm:prSet/>
      <dgm:spPr/>
      <dgm:t>
        <a:bodyPr/>
        <a:lstStyle/>
        <a:p>
          <a:endParaRPr lang="en-US"/>
        </a:p>
      </dgm:t>
    </dgm:pt>
    <dgm:pt modelId="{C2D90745-10AD-41CD-80F8-13EA6BB6B14E}" type="sibTrans" cxnId="{B6DA142F-3096-43AD-90FC-ED19B19B08FA}">
      <dgm:prSet/>
      <dgm:spPr/>
      <dgm:t>
        <a:bodyPr/>
        <a:lstStyle/>
        <a:p>
          <a:endParaRPr lang="en-US"/>
        </a:p>
      </dgm:t>
    </dgm:pt>
    <dgm:pt modelId="{5578DB62-7ABA-4334-91E1-C2B6E8AEC9A4}">
      <dgm:prSet/>
      <dgm:spPr/>
      <dgm:t>
        <a:bodyPr/>
        <a:lstStyle/>
        <a:p>
          <a:r>
            <a:rPr lang="zh-CN"/>
            <a:t>不喜欢结盟（历史上的结盟往往都以失败告终）</a:t>
          </a:r>
          <a:endParaRPr lang="en-US"/>
        </a:p>
      </dgm:t>
    </dgm:pt>
    <dgm:pt modelId="{76E24FE3-CA8F-40AD-8DBA-C2B078BDF0B8}" type="parTrans" cxnId="{A97BE2D0-3976-477B-8C6D-ABBCD4E3BD7D}">
      <dgm:prSet/>
      <dgm:spPr/>
      <dgm:t>
        <a:bodyPr/>
        <a:lstStyle/>
        <a:p>
          <a:endParaRPr lang="en-US"/>
        </a:p>
      </dgm:t>
    </dgm:pt>
    <dgm:pt modelId="{167A0B9B-0D38-4424-AB37-993F25563740}" type="sibTrans" cxnId="{A97BE2D0-3976-477B-8C6D-ABBCD4E3BD7D}">
      <dgm:prSet/>
      <dgm:spPr/>
      <dgm:t>
        <a:bodyPr/>
        <a:lstStyle/>
        <a:p>
          <a:endParaRPr lang="en-US"/>
        </a:p>
      </dgm:t>
    </dgm:pt>
    <dgm:pt modelId="{35BDD170-9B38-4392-849A-B0537F7ECA63}" type="pres">
      <dgm:prSet presAssocID="{ADFE9DDE-2DB4-491B-9013-832AFC789935}" presName="Name0" presStyleCnt="0">
        <dgm:presLayoutVars>
          <dgm:dir/>
          <dgm:animLvl val="lvl"/>
          <dgm:resizeHandles val="exact"/>
        </dgm:presLayoutVars>
      </dgm:prSet>
      <dgm:spPr/>
    </dgm:pt>
    <dgm:pt modelId="{687FA661-FC56-414C-9006-F6D2BF8635B3}" type="pres">
      <dgm:prSet presAssocID="{261E3CEF-0519-490E-9B5A-1AF6D5813174}" presName="composite" presStyleCnt="0"/>
      <dgm:spPr/>
    </dgm:pt>
    <dgm:pt modelId="{66A70313-CC2C-40EA-BF33-DB3E8B17CEDF}" type="pres">
      <dgm:prSet presAssocID="{261E3CEF-0519-490E-9B5A-1AF6D581317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F9C27BF-C8EF-4166-A085-C38CF0BC1D9B}" type="pres">
      <dgm:prSet presAssocID="{261E3CEF-0519-490E-9B5A-1AF6D5813174}" presName="desTx" presStyleLbl="alignAccFollowNode1" presStyleIdx="0" presStyleCnt="2">
        <dgm:presLayoutVars>
          <dgm:bulletEnabled val="1"/>
        </dgm:presLayoutVars>
      </dgm:prSet>
      <dgm:spPr/>
    </dgm:pt>
    <dgm:pt modelId="{0651590F-0E13-4488-8A41-418DC1B5EE9C}" type="pres">
      <dgm:prSet presAssocID="{F54BB516-4DDF-4DE0-8DC3-36E4EA22C4E0}" presName="space" presStyleCnt="0"/>
      <dgm:spPr/>
    </dgm:pt>
    <dgm:pt modelId="{EF9A3615-2992-4D69-99DE-BCA1BFD630EB}" type="pres">
      <dgm:prSet presAssocID="{90148796-8CB3-428E-B68B-E7B75997D1AE}" presName="composite" presStyleCnt="0"/>
      <dgm:spPr/>
    </dgm:pt>
    <dgm:pt modelId="{042842C2-DFC1-4429-ABDC-F0038451E028}" type="pres">
      <dgm:prSet presAssocID="{90148796-8CB3-428E-B68B-E7B75997D1A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3A805DC-0F88-4120-B1E9-E64A1ADDEDE6}" type="pres">
      <dgm:prSet presAssocID="{90148796-8CB3-428E-B68B-E7B75997D1A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879D900-36DC-4054-A405-A124DACADF3A}" type="presOf" srcId="{DADAB29C-93DA-4945-A3D6-F20540B604FE}" destId="{FF9C27BF-C8EF-4166-A085-C38CF0BC1D9B}" srcOrd="0" destOrd="2" presId="urn:microsoft.com/office/officeart/2005/8/layout/hList1"/>
    <dgm:cxn modelId="{ED4CD404-E8CA-4AB1-9B75-DDAF6968E119}" srcId="{261E3CEF-0519-490E-9B5A-1AF6D5813174}" destId="{188F6E37-AD60-4BF7-8F7C-4ABE1337D21B}" srcOrd="1" destOrd="0" parTransId="{23C5F1B1-D4E0-4CC3-BA61-97DF59491571}" sibTransId="{A19FEBC0-3EE9-4DF0-A0ED-575E0217ABEA}"/>
    <dgm:cxn modelId="{F2E5D005-ABA0-46A9-8EA6-80E5F238E057}" srcId="{ADFE9DDE-2DB4-491B-9013-832AFC789935}" destId="{90148796-8CB3-428E-B68B-E7B75997D1AE}" srcOrd="1" destOrd="0" parTransId="{DFCE69BB-B12C-4E14-B49B-4B03641A530F}" sibTransId="{19BA773C-C77A-4BF7-BBA6-B15F6C557687}"/>
    <dgm:cxn modelId="{A9D65515-F16A-443A-B2BF-D1623568CCF5}" type="presOf" srcId="{5578DB62-7ABA-4334-91E1-C2B6E8AEC9A4}" destId="{A3A805DC-0F88-4120-B1E9-E64A1ADDEDE6}" srcOrd="0" destOrd="2" presId="urn:microsoft.com/office/officeart/2005/8/layout/hList1"/>
    <dgm:cxn modelId="{939CFC21-1387-4E13-8498-DCF8E377B19F}" type="presOf" srcId="{FF8A9281-CA2B-4751-B6CA-3D93986BB372}" destId="{A3A805DC-0F88-4120-B1E9-E64A1ADDEDE6}" srcOrd="0" destOrd="1" presId="urn:microsoft.com/office/officeart/2005/8/layout/hList1"/>
    <dgm:cxn modelId="{4085662C-99E2-4FD5-8FD9-0054B6F627A3}" type="presOf" srcId="{ADFE9DDE-2DB4-491B-9013-832AFC789935}" destId="{35BDD170-9B38-4392-849A-B0537F7ECA63}" srcOrd="0" destOrd="0" presId="urn:microsoft.com/office/officeart/2005/8/layout/hList1"/>
    <dgm:cxn modelId="{B6DA142F-3096-43AD-90FC-ED19B19B08FA}" srcId="{90148796-8CB3-428E-B68B-E7B75997D1AE}" destId="{FF8A9281-CA2B-4751-B6CA-3D93986BB372}" srcOrd="1" destOrd="0" parTransId="{D5B1785B-6211-4554-B82F-B828C93543B6}" sibTransId="{C2D90745-10AD-41CD-80F8-13EA6BB6B14E}"/>
    <dgm:cxn modelId="{DD99602F-F20C-4DB7-90DD-3D3905BCCCCD}" type="presOf" srcId="{90148796-8CB3-428E-B68B-E7B75997D1AE}" destId="{042842C2-DFC1-4429-ABDC-F0038451E028}" srcOrd="0" destOrd="0" presId="urn:microsoft.com/office/officeart/2005/8/layout/hList1"/>
    <dgm:cxn modelId="{68E4255E-14ED-48D8-B5AB-D516C20F2B9E}" srcId="{90148796-8CB3-428E-B68B-E7B75997D1AE}" destId="{C7E3B49E-DC74-44BA-9361-435CC93BA3ED}" srcOrd="0" destOrd="0" parTransId="{4CF68EC7-2153-4D51-A42F-758B51FAF650}" sibTransId="{E8E69738-EFCE-4FE3-8A84-08E214661A28}"/>
    <dgm:cxn modelId="{16EC4749-A3E2-4C36-8E4D-BD439E6D4439}" type="presOf" srcId="{C7E3B49E-DC74-44BA-9361-435CC93BA3ED}" destId="{A3A805DC-0F88-4120-B1E9-E64A1ADDEDE6}" srcOrd="0" destOrd="0" presId="urn:microsoft.com/office/officeart/2005/8/layout/hList1"/>
    <dgm:cxn modelId="{47D70393-B837-4B27-87C0-DB005F908D3C}" type="presOf" srcId="{261E3CEF-0519-490E-9B5A-1AF6D5813174}" destId="{66A70313-CC2C-40EA-BF33-DB3E8B17CEDF}" srcOrd="0" destOrd="0" presId="urn:microsoft.com/office/officeart/2005/8/layout/hList1"/>
    <dgm:cxn modelId="{518D9793-A2AC-44A6-8B86-8533D9DEAC2C}" type="presOf" srcId="{7410DD25-E78A-4DFF-B1FC-B5F5BEFCA65A}" destId="{FF9C27BF-C8EF-4166-A085-C38CF0BC1D9B}" srcOrd="0" destOrd="0" presId="urn:microsoft.com/office/officeart/2005/8/layout/hList1"/>
    <dgm:cxn modelId="{FBD00998-234D-493F-BD7E-EB6737D0755C}" srcId="{ADFE9DDE-2DB4-491B-9013-832AFC789935}" destId="{261E3CEF-0519-490E-9B5A-1AF6D5813174}" srcOrd="0" destOrd="0" parTransId="{9924B39A-9AF4-4140-9B5D-5220A88D7465}" sibTransId="{F54BB516-4DDF-4DE0-8DC3-36E4EA22C4E0}"/>
    <dgm:cxn modelId="{D92C0CC3-506A-44EA-B902-0D687CC97100}" srcId="{261E3CEF-0519-490E-9B5A-1AF6D5813174}" destId="{DADAB29C-93DA-4945-A3D6-F20540B604FE}" srcOrd="2" destOrd="0" parTransId="{82AEA976-D20E-475B-A4CA-989B6709587D}" sibTransId="{C96878B0-3DA4-4235-BED1-C4CF9FCA5524}"/>
    <dgm:cxn modelId="{A97BE2D0-3976-477B-8C6D-ABBCD4E3BD7D}" srcId="{90148796-8CB3-428E-B68B-E7B75997D1AE}" destId="{5578DB62-7ABA-4334-91E1-C2B6E8AEC9A4}" srcOrd="2" destOrd="0" parTransId="{76E24FE3-CA8F-40AD-8DBA-C2B078BDF0B8}" sibTransId="{167A0B9B-0D38-4424-AB37-993F25563740}"/>
    <dgm:cxn modelId="{626789E3-892B-4B56-9618-2CBDD8F2652F}" type="presOf" srcId="{188F6E37-AD60-4BF7-8F7C-4ABE1337D21B}" destId="{FF9C27BF-C8EF-4166-A085-C38CF0BC1D9B}" srcOrd="0" destOrd="1" presId="urn:microsoft.com/office/officeart/2005/8/layout/hList1"/>
    <dgm:cxn modelId="{0BF31EFA-C70C-45F6-A180-087ADAE0F874}" srcId="{261E3CEF-0519-490E-9B5A-1AF6D5813174}" destId="{7410DD25-E78A-4DFF-B1FC-B5F5BEFCA65A}" srcOrd="0" destOrd="0" parTransId="{E164F84F-FACE-4593-909B-0E121A22B925}" sibTransId="{CC58A861-3BF6-4BBE-AE62-58E7B256D805}"/>
    <dgm:cxn modelId="{6641584A-9275-4315-BDD0-A5007450ED46}" type="presParOf" srcId="{35BDD170-9B38-4392-849A-B0537F7ECA63}" destId="{687FA661-FC56-414C-9006-F6D2BF8635B3}" srcOrd="0" destOrd="0" presId="urn:microsoft.com/office/officeart/2005/8/layout/hList1"/>
    <dgm:cxn modelId="{EF1F35A5-186B-4CEA-8B5F-59284AB53371}" type="presParOf" srcId="{687FA661-FC56-414C-9006-F6D2BF8635B3}" destId="{66A70313-CC2C-40EA-BF33-DB3E8B17CEDF}" srcOrd="0" destOrd="0" presId="urn:microsoft.com/office/officeart/2005/8/layout/hList1"/>
    <dgm:cxn modelId="{45BFAF2A-B23E-4A5C-9EE8-91F10FC80961}" type="presParOf" srcId="{687FA661-FC56-414C-9006-F6D2BF8635B3}" destId="{FF9C27BF-C8EF-4166-A085-C38CF0BC1D9B}" srcOrd="1" destOrd="0" presId="urn:microsoft.com/office/officeart/2005/8/layout/hList1"/>
    <dgm:cxn modelId="{C919B41E-A907-4638-95B2-3BDF51114ED1}" type="presParOf" srcId="{35BDD170-9B38-4392-849A-B0537F7ECA63}" destId="{0651590F-0E13-4488-8A41-418DC1B5EE9C}" srcOrd="1" destOrd="0" presId="urn:microsoft.com/office/officeart/2005/8/layout/hList1"/>
    <dgm:cxn modelId="{6B698C8F-650E-4421-AEB7-22BA599EC038}" type="presParOf" srcId="{35BDD170-9B38-4392-849A-B0537F7ECA63}" destId="{EF9A3615-2992-4D69-99DE-BCA1BFD630EB}" srcOrd="2" destOrd="0" presId="urn:microsoft.com/office/officeart/2005/8/layout/hList1"/>
    <dgm:cxn modelId="{9F103118-9AC1-434A-9798-7A3A4458EAE7}" type="presParOf" srcId="{EF9A3615-2992-4D69-99DE-BCA1BFD630EB}" destId="{042842C2-DFC1-4429-ABDC-F0038451E028}" srcOrd="0" destOrd="0" presId="urn:microsoft.com/office/officeart/2005/8/layout/hList1"/>
    <dgm:cxn modelId="{4018BAE5-70F8-4E35-BE88-BFEF84A1FB11}" type="presParOf" srcId="{EF9A3615-2992-4D69-99DE-BCA1BFD630EB}" destId="{A3A805DC-0F88-4120-B1E9-E64A1ADDED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24CF2-BE29-4012-BD44-B3A062854C39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38CDD-DD65-4032-9C29-E11E562FF23D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上课回顾与答疑</a:t>
          </a:r>
          <a:endParaRPr lang="en-US" sz="3000" kern="1200"/>
        </a:p>
      </dsp:txBody>
      <dsp:txXfrm>
        <a:off x="376572" y="129590"/>
        <a:ext cx="4580321" cy="799138"/>
      </dsp:txXfrm>
    </dsp:sp>
    <dsp:sp modelId="{15E6E4CC-FB40-4F31-BCD7-121B785C4371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6F3B3-D702-4431-9464-8E62C323313E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上手大语言模型</a:t>
          </a:r>
          <a:endParaRPr lang="en-US" sz="3000" kern="1200"/>
        </a:p>
      </dsp:txBody>
      <dsp:txXfrm>
        <a:off x="376572" y="1490390"/>
        <a:ext cx="4580321" cy="799138"/>
      </dsp:txXfrm>
    </dsp:sp>
    <dsp:sp modelId="{15EC3E91-2296-4BBA-B326-D58AFFEEE492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AEEAA-8807-4142-BCD3-E86AB3D439F2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 dirty="0"/>
            <a:t>比较中国与美国</a:t>
          </a:r>
          <a:endParaRPr lang="en-US" sz="3000" kern="1200" dirty="0"/>
        </a:p>
      </dsp:txBody>
      <dsp:txXfrm>
        <a:off x="376572" y="2851190"/>
        <a:ext cx="4580321" cy="799138"/>
      </dsp:txXfrm>
    </dsp:sp>
    <dsp:sp modelId="{FD2D2DA4-EBFE-4652-86AA-B3C3F9E48CD9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577F8-6CA9-415A-80E5-8D196C3FDA8C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000" kern="1200"/>
            <a:t>小组讨论与实操</a:t>
          </a:r>
          <a:endParaRPr lang="en-US" sz="3000" kern="1200"/>
        </a:p>
      </dsp:txBody>
      <dsp:txXfrm>
        <a:off x="376572" y="4211991"/>
        <a:ext cx="4580321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91A17-8F34-413F-A880-2791FDA53F37}">
      <dsp:nvSpPr>
        <dsp:cNvPr id="0" name=""/>
        <dsp:cNvSpPr/>
      </dsp:nvSpPr>
      <dsp:spPr>
        <a:xfrm>
          <a:off x="0" y="401359"/>
          <a:ext cx="6666833" cy="149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基础课程总分为</a:t>
          </a:r>
          <a:r>
            <a:rPr lang="en-US" sz="1900" kern="1200"/>
            <a:t>40</a:t>
          </a:r>
          <a:r>
            <a:rPr lang="zh-CN" sz="1900" kern="1200"/>
            <a:t>分，由综合规则计分；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专题课程总分为</a:t>
          </a:r>
          <a:r>
            <a:rPr lang="en-US" sz="1900" kern="1200"/>
            <a:t>60</a:t>
          </a:r>
          <a:r>
            <a:rPr lang="zh-CN" sz="1900" kern="1200"/>
            <a:t>分，其中文献综述</a:t>
          </a:r>
          <a:r>
            <a:rPr lang="en-US" sz="1900" kern="1200"/>
            <a:t>30</a:t>
          </a:r>
          <a:r>
            <a:rPr lang="zh-CN" sz="1900" kern="1200"/>
            <a:t>分，读书报告</a:t>
          </a:r>
          <a:r>
            <a:rPr lang="en-US" sz="1900" kern="1200"/>
            <a:t>24</a:t>
          </a:r>
          <a:r>
            <a:rPr lang="zh-CN" sz="1900" kern="1200"/>
            <a:t>分，出勤</a:t>
          </a:r>
          <a:r>
            <a:rPr lang="en-US" sz="1900" kern="1200"/>
            <a:t>6</a:t>
          </a:r>
          <a:r>
            <a:rPr lang="zh-CN" sz="1900" kern="1200"/>
            <a:t>分。</a:t>
          </a:r>
          <a:endParaRPr lang="en-US" sz="1900" kern="1200"/>
        </a:p>
      </dsp:txBody>
      <dsp:txXfrm>
        <a:off x="0" y="401359"/>
        <a:ext cx="6666833" cy="1496250"/>
      </dsp:txXfrm>
    </dsp:sp>
    <dsp:sp modelId="{3958C06E-CEBD-451F-91B5-0390927ECDD5}">
      <dsp:nvSpPr>
        <dsp:cNvPr id="0" name=""/>
        <dsp:cNvSpPr/>
      </dsp:nvSpPr>
      <dsp:spPr>
        <a:xfrm>
          <a:off x="333341" y="120919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重点</a:t>
          </a:r>
          <a:r>
            <a:rPr lang="zh-CN" sz="1900" kern="1200" dirty="0"/>
            <a:t>反馈：本课程的评分标准</a:t>
          </a:r>
          <a:endParaRPr lang="en-US" sz="1900" kern="1200" dirty="0"/>
        </a:p>
      </dsp:txBody>
      <dsp:txXfrm>
        <a:off x="360721" y="148299"/>
        <a:ext cx="4612023" cy="506120"/>
      </dsp:txXfrm>
    </dsp:sp>
    <dsp:sp modelId="{8DDEB32B-C4EE-40BA-879D-3D2C3213155F}">
      <dsp:nvSpPr>
        <dsp:cNvPr id="0" name=""/>
        <dsp:cNvSpPr/>
      </dsp:nvSpPr>
      <dsp:spPr>
        <a:xfrm>
          <a:off x="0" y="2280650"/>
          <a:ext cx="6666833" cy="3052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优秀等级（</a:t>
          </a:r>
          <a:r>
            <a:rPr lang="en-US" sz="1900" kern="1200"/>
            <a:t>90-100</a:t>
          </a:r>
          <a:r>
            <a:rPr lang="zh-CN" sz="1900" kern="1200"/>
            <a:t>）：提炼一个核心观点，然后围绕着这个观点形成若干争辩性论述。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良好等级（</a:t>
          </a:r>
          <a:r>
            <a:rPr lang="en-US" sz="1900" kern="1200"/>
            <a:t>75-90</a:t>
          </a:r>
          <a:r>
            <a:rPr lang="zh-CN" sz="1900" kern="1200"/>
            <a:t>）：对现有资料进行有效分类，按照分门别类的方式进行总结阐述。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合格等级（</a:t>
          </a:r>
          <a:r>
            <a:rPr lang="en-US" sz="1900" kern="1200"/>
            <a:t>60-75</a:t>
          </a:r>
          <a:r>
            <a:rPr lang="zh-CN" sz="1900" kern="1200"/>
            <a:t>）：在读书报告基础上，对至少</a:t>
          </a:r>
          <a:r>
            <a:rPr lang="en-US" sz="1900" kern="1200"/>
            <a:t>10</a:t>
          </a:r>
          <a:r>
            <a:rPr lang="zh-CN" sz="1900" kern="1200"/>
            <a:t>篇学术论文分别进行独立分析。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kern="1200"/>
            <a:t>不合格等级（</a:t>
          </a:r>
          <a:r>
            <a:rPr lang="en-US" sz="1900" kern="1200"/>
            <a:t>60</a:t>
          </a:r>
          <a:r>
            <a:rPr lang="zh-CN" sz="1900" kern="1200"/>
            <a:t>以下）：不交作业、作业抄袭等严重行为。</a:t>
          </a:r>
          <a:endParaRPr lang="en-US" sz="1900" kern="1200"/>
        </a:p>
      </dsp:txBody>
      <dsp:txXfrm>
        <a:off x="0" y="2280650"/>
        <a:ext cx="6666833" cy="3052349"/>
      </dsp:txXfrm>
    </dsp:sp>
    <dsp:sp modelId="{7A346AA6-4C6A-4719-80F0-D38981B228E8}">
      <dsp:nvSpPr>
        <dsp:cNvPr id="0" name=""/>
        <dsp:cNvSpPr/>
      </dsp:nvSpPr>
      <dsp:spPr>
        <a:xfrm>
          <a:off x="333341" y="2000210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900" kern="1200"/>
            <a:t>文献综述（个人报告，独立计分）</a:t>
          </a:r>
          <a:endParaRPr lang="en-US" sz="1900" kern="1200"/>
        </a:p>
      </dsp:txBody>
      <dsp:txXfrm>
        <a:off x="360721" y="2027590"/>
        <a:ext cx="4612023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6AEE9-700E-4D37-876C-B9A38340C5B5}">
      <dsp:nvSpPr>
        <dsp:cNvPr id="0" name=""/>
        <dsp:cNvSpPr/>
      </dsp:nvSpPr>
      <dsp:spPr>
        <a:xfrm>
          <a:off x="0" y="1799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C98D3-A74D-4D2A-A1A4-84F4AEF888CE}">
      <dsp:nvSpPr>
        <dsp:cNvPr id="0" name=""/>
        <dsp:cNvSpPr/>
      </dsp:nvSpPr>
      <dsp:spPr>
        <a:xfrm>
          <a:off x="0" y="1799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 dirty="0"/>
            <a:t>按书组队（共</a:t>
          </a:r>
          <a:r>
            <a:rPr lang="en-US" sz="1500" kern="1200" dirty="0"/>
            <a:t>6</a:t>
          </a:r>
          <a:r>
            <a:rPr lang="zh-CN" sz="1500" kern="1200" dirty="0"/>
            <a:t>队），</a:t>
          </a:r>
          <a:r>
            <a:rPr lang="zh-CN" altLang="en-US" sz="1500" kern="1200" dirty="0"/>
            <a:t>取一个</a:t>
          </a:r>
          <a:r>
            <a:rPr lang="zh-CN" sz="1500" kern="1200" dirty="0"/>
            <a:t>组名；</a:t>
          </a:r>
          <a:endParaRPr lang="en-US" sz="1500" kern="1200" dirty="0"/>
        </a:p>
      </dsp:txBody>
      <dsp:txXfrm>
        <a:off x="0" y="1799"/>
        <a:ext cx="5157787" cy="613498"/>
      </dsp:txXfrm>
    </dsp:sp>
    <dsp:sp modelId="{950BA12D-6780-48A2-B351-1DDEA8FC68E6}">
      <dsp:nvSpPr>
        <dsp:cNvPr id="0" name=""/>
        <dsp:cNvSpPr/>
      </dsp:nvSpPr>
      <dsp:spPr>
        <a:xfrm>
          <a:off x="0" y="615297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922FE-708E-4D2B-BC11-23E5DBD3B214}">
      <dsp:nvSpPr>
        <dsp:cNvPr id="0" name=""/>
        <dsp:cNvSpPr/>
      </dsp:nvSpPr>
      <dsp:spPr>
        <a:xfrm>
          <a:off x="0" y="615297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每组自己分工自行阅读书籍；</a:t>
          </a:r>
          <a:endParaRPr lang="en-US" sz="1500" kern="1200"/>
        </a:p>
      </dsp:txBody>
      <dsp:txXfrm>
        <a:off x="0" y="615297"/>
        <a:ext cx="5157787" cy="613498"/>
      </dsp:txXfrm>
    </dsp:sp>
    <dsp:sp modelId="{A7E7BF4B-1AB3-4DE6-8C02-753C62787048}">
      <dsp:nvSpPr>
        <dsp:cNvPr id="0" name=""/>
        <dsp:cNvSpPr/>
      </dsp:nvSpPr>
      <dsp:spPr>
        <a:xfrm>
          <a:off x="0" y="1228795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4DA18-3C11-430D-948C-21CD2495D740}">
      <dsp:nvSpPr>
        <dsp:cNvPr id="0" name=""/>
        <dsp:cNvSpPr/>
      </dsp:nvSpPr>
      <dsp:spPr>
        <a:xfrm>
          <a:off x="0" y="1228795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按组整体组织读书报告讨论；</a:t>
          </a:r>
          <a:endParaRPr lang="en-US" sz="1500" kern="1200"/>
        </a:p>
      </dsp:txBody>
      <dsp:txXfrm>
        <a:off x="0" y="1228795"/>
        <a:ext cx="5157787" cy="613498"/>
      </dsp:txXfrm>
    </dsp:sp>
    <dsp:sp modelId="{3F9A382D-4242-4485-B5D9-5D9F4FF9E41F}">
      <dsp:nvSpPr>
        <dsp:cNvPr id="0" name=""/>
        <dsp:cNvSpPr/>
      </dsp:nvSpPr>
      <dsp:spPr>
        <a:xfrm>
          <a:off x="0" y="1842294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88EA7-A19F-41DD-AADD-8DB2306BB2A3}">
      <dsp:nvSpPr>
        <dsp:cNvPr id="0" name=""/>
        <dsp:cNvSpPr/>
      </dsp:nvSpPr>
      <dsp:spPr>
        <a:xfrm>
          <a:off x="0" y="1842294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所有小组阅读时间均为两周；</a:t>
          </a:r>
          <a:endParaRPr lang="en-US" sz="1500" kern="1200"/>
        </a:p>
      </dsp:txBody>
      <dsp:txXfrm>
        <a:off x="0" y="1842294"/>
        <a:ext cx="5157787" cy="613498"/>
      </dsp:txXfrm>
    </dsp:sp>
    <dsp:sp modelId="{8F45CFD2-0749-4674-A8FF-64E2DB10C9B6}">
      <dsp:nvSpPr>
        <dsp:cNvPr id="0" name=""/>
        <dsp:cNvSpPr/>
      </dsp:nvSpPr>
      <dsp:spPr>
        <a:xfrm>
          <a:off x="0" y="2455792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11CBA-D8BF-4BF7-A195-AF019C5084E7}">
      <dsp:nvSpPr>
        <dsp:cNvPr id="0" name=""/>
        <dsp:cNvSpPr/>
      </dsp:nvSpPr>
      <dsp:spPr>
        <a:xfrm>
          <a:off x="0" y="2455792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本课程第四周开始小组汇报，假如课上时间不够，则顺延至第五周，但读书报告统一时间提交；</a:t>
          </a:r>
          <a:endParaRPr lang="en-US" sz="1500" kern="1200"/>
        </a:p>
      </dsp:txBody>
      <dsp:txXfrm>
        <a:off x="0" y="2455792"/>
        <a:ext cx="5157787" cy="613498"/>
      </dsp:txXfrm>
    </dsp:sp>
    <dsp:sp modelId="{3416B2A7-4A4D-4B1D-8A21-DD07C23FC8AA}">
      <dsp:nvSpPr>
        <dsp:cNvPr id="0" name=""/>
        <dsp:cNvSpPr/>
      </dsp:nvSpPr>
      <dsp:spPr>
        <a:xfrm>
          <a:off x="0" y="3069290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1599C-5AE6-4A16-A046-D6816F05E6B7}">
      <dsp:nvSpPr>
        <dsp:cNvPr id="0" name=""/>
        <dsp:cNvSpPr/>
      </dsp:nvSpPr>
      <dsp:spPr>
        <a:xfrm>
          <a:off x="0" y="3069290"/>
          <a:ext cx="5157787" cy="613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评分方式由老师和助教计分。</a:t>
          </a:r>
          <a:endParaRPr lang="en-US" sz="1500" kern="1200"/>
        </a:p>
      </dsp:txBody>
      <dsp:txXfrm>
        <a:off x="0" y="3069290"/>
        <a:ext cx="5157787" cy="6134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6A5BF-F51B-4DE2-AF1F-F68D12BF1A82}">
      <dsp:nvSpPr>
        <dsp:cNvPr id="0" name=""/>
        <dsp:cNvSpPr/>
      </dsp:nvSpPr>
      <dsp:spPr>
        <a:xfrm>
          <a:off x="0" y="33439"/>
          <a:ext cx="6666833" cy="6317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课程组织的核心目标</a:t>
          </a:r>
          <a:endParaRPr lang="en-US" sz="2400" kern="1200"/>
        </a:p>
      </dsp:txBody>
      <dsp:txXfrm>
        <a:off x="30842" y="64281"/>
        <a:ext cx="6605149" cy="570115"/>
      </dsp:txXfrm>
    </dsp:sp>
    <dsp:sp modelId="{DCA6EB4B-4C9D-4EA6-B456-B28B9F4C70D1}">
      <dsp:nvSpPr>
        <dsp:cNvPr id="0" name=""/>
        <dsp:cNvSpPr/>
      </dsp:nvSpPr>
      <dsp:spPr>
        <a:xfrm>
          <a:off x="0" y="665239"/>
          <a:ext cx="6666833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第一，利用小组讨论推动学习使用人工智能的训练模式；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第二，利用小组讨论加深科学研究的团队合作精神，收获新的友谊；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第三，利用小组讨论活跃课程气氛，让大家知道你们才是课堂的主人；</a:t>
          </a:r>
          <a:endParaRPr lang="en-US" sz="1900" kern="1200"/>
        </a:p>
      </dsp:txBody>
      <dsp:txXfrm>
        <a:off x="0" y="665239"/>
        <a:ext cx="6666833" cy="1689120"/>
      </dsp:txXfrm>
    </dsp:sp>
    <dsp:sp modelId="{3BC89ABF-FC7F-457E-B346-4A65C234EA02}">
      <dsp:nvSpPr>
        <dsp:cNvPr id="0" name=""/>
        <dsp:cNvSpPr/>
      </dsp:nvSpPr>
      <dsp:spPr>
        <a:xfrm>
          <a:off x="0" y="2354359"/>
          <a:ext cx="6666833" cy="6317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读书报告的评估规则</a:t>
          </a:r>
          <a:endParaRPr lang="en-US" sz="2400" kern="1200"/>
        </a:p>
      </dsp:txBody>
      <dsp:txXfrm>
        <a:off x="30842" y="2385201"/>
        <a:ext cx="6605149" cy="570115"/>
      </dsp:txXfrm>
    </dsp:sp>
    <dsp:sp modelId="{1EA88737-8F01-4FA7-8819-143A241230A0}">
      <dsp:nvSpPr>
        <dsp:cNvPr id="0" name=""/>
        <dsp:cNvSpPr/>
      </dsp:nvSpPr>
      <dsp:spPr>
        <a:xfrm>
          <a:off x="0" y="2986159"/>
          <a:ext cx="6666833" cy="243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评分人：我与助教两人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评估内容：课堂展示与整体读书报告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评估标准：思路统一，逻辑连贯，合作紧密，文字顺畅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评估分数：团队总得分，不设个人分</a:t>
          </a:r>
          <a:r>
            <a:rPr lang="zh-CN" sz="1900" b="1" kern="1200"/>
            <a:t>（如何防止“南郭先生”）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负面清单：</a:t>
          </a:r>
          <a:r>
            <a:rPr lang="en-US" sz="1900" kern="1200"/>
            <a:t>1. </a:t>
          </a:r>
          <a:r>
            <a:rPr lang="zh-CN" sz="1900" kern="1200"/>
            <a:t>无团队合作，各自为战；</a:t>
          </a:r>
          <a:r>
            <a:rPr lang="en-US" sz="1900" kern="1200"/>
            <a:t>2. </a:t>
          </a:r>
          <a:r>
            <a:rPr lang="zh-CN" sz="1900" kern="1200"/>
            <a:t>无主题深度，人云亦云；</a:t>
          </a:r>
          <a:r>
            <a:rPr lang="en-US" sz="1900" kern="1200"/>
            <a:t>3. </a:t>
          </a:r>
          <a:r>
            <a:rPr lang="zh-CN" sz="1900" kern="1200"/>
            <a:t>无作文体系，格式不清。</a:t>
          </a:r>
          <a:endParaRPr lang="en-US" sz="1900" kern="1200"/>
        </a:p>
      </dsp:txBody>
      <dsp:txXfrm>
        <a:off x="0" y="2986159"/>
        <a:ext cx="6666833" cy="24343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C49BA-1555-47DA-BFB2-D0849CEEE321}">
      <dsp:nvSpPr>
        <dsp:cNvPr id="0" name=""/>
        <dsp:cNvSpPr/>
      </dsp:nvSpPr>
      <dsp:spPr>
        <a:xfrm>
          <a:off x="0" y="85328"/>
          <a:ext cx="10515600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第一部分：总体叙述（引言）</a:t>
          </a:r>
          <a:endParaRPr lang="en-US" sz="2400" kern="1200"/>
        </a:p>
      </dsp:txBody>
      <dsp:txXfrm>
        <a:off x="30842" y="116170"/>
        <a:ext cx="10453916" cy="570115"/>
      </dsp:txXfrm>
    </dsp:sp>
    <dsp:sp modelId="{E94B23DD-F7A0-4F3B-87E9-DA4867F10419}">
      <dsp:nvSpPr>
        <dsp:cNvPr id="0" name=""/>
        <dsp:cNvSpPr/>
      </dsp:nvSpPr>
      <dsp:spPr>
        <a:xfrm>
          <a:off x="0" y="717128"/>
          <a:ext cx="10515600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该部分交代本读书报告关切的核心问题，且整本书里面关于该核心问题的描述，以及我们小组如何试图分析这个问题。（</a:t>
          </a:r>
          <a:r>
            <a:rPr lang="en-US" sz="1900" kern="1200"/>
            <a:t>500</a:t>
          </a:r>
          <a:r>
            <a:rPr lang="zh-CN" sz="1900" kern="1200"/>
            <a:t>字左右）</a:t>
          </a:r>
          <a:endParaRPr lang="en-US" sz="1900" kern="1200"/>
        </a:p>
      </dsp:txBody>
      <dsp:txXfrm>
        <a:off x="0" y="717128"/>
        <a:ext cx="10515600" cy="658260"/>
      </dsp:txXfrm>
    </dsp:sp>
    <dsp:sp modelId="{B6BE653C-AB80-4DE3-9987-43DE4A2B54C4}">
      <dsp:nvSpPr>
        <dsp:cNvPr id="0" name=""/>
        <dsp:cNvSpPr/>
      </dsp:nvSpPr>
      <dsp:spPr>
        <a:xfrm>
          <a:off x="0" y="1375389"/>
          <a:ext cx="10515600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第二部分：专题分析（正文）</a:t>
          </a:r>
          <a:endParaRPr lang="en-US" sz="2400" kern="1200"/>
        </a:p>
      </dsp:txBody>
      <dsp:txXfrm>
        <a:off x="30842" y="1406231"/>
        <a:ext cx="10453916" cy="570115"/>
      </dsp:txXfrm>
    </dsp:sp>
    <dsp:sp modelId="{05535550-4911-45BD-973E-706CC6A24055}">
      <dsp:nvSpPr>
        <dsp:cNvPr id="0" name=""/>
        <dsp:cNvSpPr/>
      </dsp:nvSpPr>
      <dsp:spPr>
        <a:xfrm>
          <a:off x="0" y="2007189"/>
          <a:ext cx="10515600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按照团队分工，各人将自己所负责的部分进行归纳分析，并提出与总体叙述相关联的内容，切忌各自为战。（每部分</a:t>
          </a:r>
          <a:r>
            <a:rPr lang="en-US" sz="1900" kern="1200"/>
            <a:t>500</a:t>
          </a:r>
          <a:r>
            <a:rPr lang="zh-CN" sz="1900" kern="1200"/>
            <a:t>字左右）</a:t>
          </a:r>
          <a:endParaRPr lang="en-US" sz="1900" kern="1200"/>
        </a:p>
      </dsp:txBody>
      <dsp:txXfrm>
        <a:off x="0" y="2007189"/>
        <a:ext cx="10515600" cy="658260"/>
      </dsp:txXfrm>
    </dsp:sp>
    <dsp:sp modelId="{FEA8834C-8588-4269-8EC3-DF4B1AB3C620}">
      <dsp:nvSpPr>
        <dsp:cNvPr id="0" name=""/>
        <dsp:cNvSpPr/>
      </dsp:nvSpPr>
      <dsp:spPr>
        <a:xfrm>
          <a:off x="0" y="2665449"/>
          <a:ext cx="10515600" cy="631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/>
            <a:t>第三部分：总结展望（结论）</a:t>
          </a:r>
          <a:endParaRPr lang="en-US" sz="2400" kern="1200"/>
        </a:p>
      </dsp:txBody>
      <dsp:txXfrm>
        <a:off x="30842" y="2696291"/>
        <a:ext cx="10453916" cy="570115"/>
      </dsp:txXfrm>
    </dsp:sp>
    <dsp:sp modelId="{F4EF03EB-AE9C-4535-9A68-0D478EB6862F}">
      <dsp:nvSpPr>
        <dsp:cNvPr id="0" name=""/>
        <dsp:cNvSpPr/>
      </dsp:nvSpPr>
      <dsp:spPr>
        <a:xfrm>
          <a:off x="0" y="3297249"/>
          <a:ext cx="105156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/>
            <a:t>这个部分要根据专题分析，重新回望总体叙述提出的问题，并提出书中的见解，和你们自己的思考。同时，这部分还要注意提出书中所遗漏的问题，为自己的文献综述铺平道路。（</a:t>
          </a:r>
          <a:r>
            <a:rPr lang="en-US" sz="1900" kern="1200"/>
            <a:t>500</a:t>
          </a:r>
          <a:r>
            <a:rPr lang="zh-CN" sz="1900" kern="1200"/>
            <a:t>字左右）</a:t>
          </a:r>
          <a:endParaRPr lang="en-US" sz="1900" kern="1200"/>
        </a:p>
      </dsp:txBody>
      <dsp:txXfrm>
        <a:off x="0" y="3297249"/>
        <a:ext cx="10515600" cy="9687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5DA96-7E25-479C-9F51-3E9EF5B32B0A}">
      <dsp:nvSpPr>
        <dsp:cNvPr id="0" name=""/>
        <dsp:cNvSpPr/>
      </dsp:nvSpPr>
      <dsp:spPr>
        <a:xfrm>
          <a:off x="8930" y="337275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 dirty="0"/>
            <a:t>第一部分，个人探索环节</a:t>
          </a:r>
          <a:r>
            <a:rPr lang="zh-CN" altLang="en-US" sz="2000" kern="1200" dirty="0"/>
            <a:t>（充分利用工具）</a:t>
          </a:r>
          <a:endParaRPr lang="en-US" sz="2000" kern="1200" dirty="0"/>
        </a:p>
      </dsp:txBody>
      <dsp:txXfrm>
        <a:off x="327014" y="337275"/>
        <a:ext cx="2898096" cy="1060279"/>
      </dsp:txXfrm>
    </dsp:sp>
    <dsp:sp modelId="{B3A66D25-24E7-4BBA-81CE-2CB2D79DEC44}">
      <dsp:nvSpPr>
        <dsp:cNvPr id="0" name=""/>
        <dsp:cNvSpPr/>
      </dsp:nvSpPr>
      <dsp:spPr>
        <a:xfrm>
          <a:off x="8930" y="1397554"/>
          <a:ext cx="3216180" cy="26165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让人工智能写出初稿，如</a:t>
          </a:r>
          <a:r>
            <a:rPr lang="en-US" sz="1500" kern="1200"/>
            <a:t>《</a:t>
          </a:r>
          <a:r>
            <a:rPr lang="zh-CN" sz="1500" kern="1200"/>
            <a:t>论中国</a:t>
          </a:r>
          <a:r>
            <a:rPr lang="en-US" sz="1500" kern="1200"/>
            <a:t>》</a:t>
          </a:r>
          <a:r>
            <a:rPr lang="zh-CN" sz="1500" kern="1200"/>
            <a:t>第一章的读书报告；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核对初稿与文章是否契合，与你自己想法是否契合，利用机器改进；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形成一份你可以拿到团队讨论的稿子，备存。</a:t>
          </a:r>
          <a:endParaRPr lang="en-US" sz="1500" kern="1200"/>
        </a:p>
      </dsp:txBody>
      <dsp:txXfrm>
        <a:off x="8930" y="1397554"/>
        <a:ext cx="3216180" cy="2616508"/>
      </dsp:txXfrm>
    </dsp:sp>
    <dsp:sp modelId="{1D134C86-FB4E-489A-88B9-F5CE43EE516F}">
      <dsp:nvSpPr>
        <dsp:cNvPr id="0" name=""/>
        <dsp:cNvSpPr/>
      </dsp:nvSpPr>
      <dsp:spPr>
        <a:xfrm>
          <a:off x="3490667" y="337275"/>
          <a:ext cx="3534264" cy="1060279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第二部分，团队碰撞环节</a:t>
          </a:r>
          <a:r>
            <a:rPr lang="zh-CN" sz="2000" b="1" kern="1200"/>
            <a:t>（至关重要的环节）</a:t>
          </a:r>
          <a:endParaRPr lang="en-US" sz="2000" kern="1200"/>
        </a:p>
      </dsp:txBody>
      <dsp:txXfrm>
        <a:off x="3808751" y="337275"/>
        <a:ext cx="2898096" cy="1060279"/>
      </dsp:txXfrm>
    </dsp:sp>
    <dsp:sp modelId="{8D55AD6B-69F5-43EE-B616-F85C02CA6772}">
      <dsp:nvSpPr>
        <dsp:cNvPr id="0" name=""/>
        <dsp:cNvSpPr/>
      </dsp:nvSpPr>
      <dsp:spPr>
        <a:xfrm>
          <a:off x="3490667" y="1397554"/>
          <a:ext cx="3216180" cy="261650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预计每个人手上的初稿会无法整合，相互之间存在严重的分裂；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故而，统一讨论出一个基于书籍本身和“</a:t>
          </a:r>
          <a:r>
            <a:rPr lang="en-US" sz="1500" kern="1200"/>
            <a:t>2050</a:t>
          </a:r>
          <a:r>
            <a:rPr lang="zh-CN" sz="1500" kern="1200"/>
            <a:t>中国”的主题或问题，然后逐步讨论每部分应该如何修改，形成整体和个体思路；</a:t>
          </a:r>
          <a:endParaRPr lang="en-US" sz="1500" kern="1200"/>
        </a:p>
      </dsp:txBody>
      <dsp:txXfrm>
        <a:off x="3490667" y="1397554"/>
        <a:ext cx="3216180" cy="2616508"/>
      </dsp:txXfrm>
    </dsp:sp>
    <dsp:sp modelId="{9C4ED52D-489D-492D-859F-B3D59146F0C1}">
      <dsp:nvSpPr>
        <dsp:cNvPr id="0" name=""/>
        <dsp:cNvSpPr/>
      </dsp:nvSpPr>
      <dsp:spPr>
        <a:xfrm>
          <a:off x="6972405" y="337275"/>
          <a:ext cx="3534264" cy="1060279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 dirty="0"/>
            <a:t>第三部分，报告形成环节</a:t>
          </a:r>
          <a:r>
            <a:rPr lang="zh-CN" altLang="en-US" sz="2000" kern="1200" dirty="0"/>
            <a:t>（让工具变成助理）</a:t>
          </a:r>
          <a:endParaRPr lang="en-US" sz="2000" kern="1200" dirty="0"/>
        </a:p>
      </dsp:txBody>
      <dsp:txXfrm>
        <a:off x="7290489" y="337275"/>
        <a:ext cx="2898096" cy="1060279"/>
      </dsp:txXfrm>
    </dsp:sp>
    <dsp:sp modelId="{087E03B0-6EBC-4DE8-81BB-004CD3FC50BB}">
      <dsp:nvSpPr>
        <dsp:cNvPr id="0" name=""/>
        <dsp:cNvSpPr/>
      </dsp:nvSpPr>
      <dsp:spPr>
        <a:xfrm>
          <a:off x="6972405" y="1397554"/>
          <a:ext cx="3216180" cy="261650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根据团队讨论思路，利用人工智能训练出一份满意的个体报告；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将个体报告投入机器，形成一份整体性读书报告，然后反复修改；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其他你们自己团队的创意环节，没有约束，自由发挥。</a:t>
          </a:r>
          <a:endParaRPr lang="en-US" sz="1500" kern="1200"/>
        </a:p>
      </dsp:txBody>
      <dsp:txXfrm>
        <a:off x="6972405" y="1397554"/>
        <a:ext cx="3216180" cy="26165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8960A-F041-465F-A55C-0DEC8B8A0140}">
      <dsp:nvSpPr>
        <dsp:cNvPr id="0" name=""/>
        <dsp:cNvSpPr/>
      </dsp:nvSpPr>
      <dsp:spPr>
        <a:xfrm>
          <a:off x="0" y="130435"/>
          <a:ext cx="5077071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kern="1200"/>
            <a:t>牛顿的异想天开</a:t>
          </a:r>
          <a:endParaRPr lang="en-US" sz="3200" kern="1200"/>
        </a:p>
      </dsp:txBody>
      <dsp:txXfrm>
        <a:off x="41123" y="171558"/>
        <a:ext cx="4994825" cy="760154"/>
      </dsp:txXfrm>
    </dsp:sp>
    <dsp:sp modelId="{5A352248-4A9F-4861-8E54-9ED5A07C3F36}">
      <dsp:nvSpPr>
        <dsp:cNvPr id="0" name=""/>
        <dsp:cNvSpPr/>
      </dsp:nvSpPr>
      <dsp:spPr>
        <a:xfrm>
          <a:off x="0" y="972835"/>
          <a:ext cx="5077071" cy="135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9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500" kern="1200"/>
            <a:t>为什么苹果长在上面，会掉下来？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500" kern="1200"/>
            <a:t>为什么月亮长在上面，不会掉下来？</a:t>
          </a:r>
          <a:endParaRPr lang="en-US" sz="2500" kern="1200"/>
        </a:p>
      </dsp:txBody>
      <dsp:txXfrm>
        <a:off x="0" y="972835"/>
        <a:ext cx="5077071" cy="1357920"/>
      </dsp:txXfrm>
    </dsp:sp>
    <dsp:sp modelId="{310A5BA4-0AB2-462B-A93F-1131D1DA55F8}">
      <dsp:nvSpPr>
        <dsp:cNvPr id="0" name=""/>
        <dsp:cNvSpPr/>
      </dsp:nvSpPr>
      <dsp:spPr>
        <a:xfrm>
          <a:off x="0" y="2330755"/>
          <a:ext cx="5077071" cy="8424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kern="1200"/>
            <a:t>科学的基础</a:t>
          </a:r>
          <a:endParaRPr lang="en-US" sz="3200" kern="1200"/>
        </a:p>
      </dsp:txBody>
      <dsp:txXfrm>
        <a:off x="41123" y="2371878"/>
        <a:ext cx="4994825" cy="760154"/>
      </dsp:txXfrm>
    </dsp:sp>
    <dsp:sp modelId="{111BEFD9-B733-4F1F-B795-25CBBA851338}">
      <dsp:nvSpPr>
        <dsp:cNvPr id="0" name=""/>
        <dsp:cNvSpPr/>
      </dsp:nvSpPr>
      <dsp:spPr>
        <a:xfrm>
          <a:off x="0" y="3173155"/>
          <a:ext cx="5077071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9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500" kern="1200"/>
            <a:t>实验主义方法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500" kern="1200"/>
            <a:t>对照组和控制组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500" kern="1200"/>
            <a:t>反复去掉干扰因素</a:t>
          </a:r>
          <a:endParaRPr lang="en-US" sz="2500" kern="1200"/>
        </a:p>
      </dsp:txBody>
      <dsp:txXfrm>
        <a:off x="0" y="3173155"/>
        <a:ext cx="5077071" cy="14572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14CAA-3305-4B5C-B4B1-414A38C08D34}">
      <dsp:nvSpPr>
        <dsp:cNvPr id="0" name=""/>
        <dsp:cNvSpPr/>
      </dsp:nvSpPr>
      <dsp:spPr>
        <a:xfrm>
          <a:off x="4068" y="640692"/>
          <a:ext cx="2446213" cy="8383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第一个问题：中国会不会存在？</a:t>
          </a:r>
          <a:endParaRPr lang="en-US" sz="2100" kern="1200"/>
        </a:p>
      </dsp:txBody>
      <dsp:txXfrm>
        <a:off x="4068" y="640692"/>
        <a:ext cx="2446213" cy="838353"/>
      </dsp:txXfrm>
    </dsp:sp>
    <dsp:sp modelId="{B5329BAC-8BE0-4653-9804-B345E74D977F}">
      <dsp:nvSpPr>
        <dsp:cNvPr id="0" name=""/>
        <dsp:cNvSpPr/>
      </dsp:nvSpPr>
      <dsp:spPr>
        <a:xfrm>
          <a:off x="4068" y="1479046"/>
          <a:ext cx="2446213" cy="16140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苏联的经验：经过半个世纪的冷战，苏联突然崩溃了</a:t>
          </a:r>
          <a:endParaRPr lang="en-US" sz="2100" kern="1200"/>
        </a:p>
      </dsp:txBody>
      <dsp:txXfrm>
        <a:off x="4068" y="1479046"/>
        <a:ext cx="2446213" cy="1614060"/>
      </dsp:txXfrm>
    </dsp:sp>
    <dsp:sp modelId="{4D5396C8-8A22-446C-9769-434B6100A62E}">
      <dsp:nvSpPr>
        <dsp:cNvPr id="0" name=""/>
        <dsp:cNvSpPr/>
      </dsp:nvSpPr>
      <dsp:spPr>
        <a:xfrm>
          <a:off x="2792751" y="640692"/>
          <a:ext cx="2446213" cy="83835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第二个问题：中国会不会趴下？</a:t>
          </a:r>
          <a:endParaRPr lang="en-US" sz="2100" kern="1200"/>
        </a:p>
      </dsp:txBody>
      <dsp:txXfrm>
        <a:off x="2792751" y="640692"/>
        <a:ext cx="2446213" cy="838353"/>
      </dsp:txXfrm>
    </dsp:sp>
    <dsp:sp modelId="{A2D96C39-C650-4F6F-81E2-0A8EB8F27C65}">
      <dsp:nvSpPr>
        <dsp:cNvPr id="0" name=""/>
        <dsp:cNvSpPr/>
      </dsp:nvSpPr>
      <dsp:spPr>
        <a:xfrm>
          <a:off x="2792751" y="1479046"/>
          <a:ext cx="2446213" cy="1614060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日本的经验：广场协议，日本彻底臣服于美国</a:t>
          </a:r>
          <a:endParaRPr lang="en-US" sz="2100" kern="1200"/>
        </a:p>
      </dsp:txBody>
      <dsp:txXfrm>
        <a:off x="2792751" y="1479046"/>
        <a:ext cx="2446213" cy="1614060"/>
      </dsp:txXfrm>
    </dsp:sp>
    <dsp:sp modelId="{9F4DA228-EAB4-46E0-92BC-A470568B2550}">
      <dsp:nvSpPr>
        <dsp:cNvPr id="0" name=""/>
        <dsp:cNvSpPr/>
      </dsp:nvSpPr>
      <dsp:spPr>
        <a:xfrm>
          <a:off x="5581434" y="640692"/>
          <a:ext cx="2446213" cy="83835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第三个问题：中美会不会和平过渡？</a:t>
          </a:r>
          <a:endParaRPr lang="en-US" sz="2100" kern="1200"/>
        </a:p>
      </dsp:txBody>
      <dsp:txXfrm>
        <a:off x="5581434" y="640692"/>
        <a:ext cx="2446213" cy="838353"/>
      </dsp:txXfrm>
    </dsp:sp>
    <dsp:sp modelId="{641491C8-8F43-4564-8761-3612C286300E}">
      <dsp:nvSpPr>
        <dsp:cNvPr id="0" name=""/>
        <dsp:cNvSpPr/>
      </dsp:nvSpPr>
      <dsp:spPr>
        <a:xfrm>
          <a:off x="5581434" y="1479046"/>
          <a:ext cx="2446213" cy="1614060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英国的经验：第二次世界大战，和平交接权力</a:t>
          </a:r>
          <a:endParaRPr lang="en-US" sz="2100" kern="1200"/>
        </a:p>
      </dsp:txBody>
      <dsp:txXfrm>
        <a:off x="5581434" y="1479046"/>
        <a:ext cx="2446213" cy="1614060"/>
      </dsp:txXfrm>
    </dsp:sp>
    <dsp:sp modelId="{8EB6DF8A-DCBA-4E4C-B203-5063B974ED73}">
      <dsp:nvSpPr>
        <dsp:cNvPr id="0" name=""/>
        <dsp:cNvSpPr/>
      </dsp:nvSpPr>
      <dsp:spPr>
        <a:xfrm>
          <a:off x="8370118" y="640692"/>
          <a:ext cx="2446213" cy="83835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第四个问题：中美会不会世界大战？</a:t>
          </a:r>
          <a:endParaRPr lang="en-US" sz="2100" kern="1200"/>
        </a:p>
      </dsp:txBody>
      <dsp:txXfrm>
        <a:off x="8370118" y="640692"/>
        <a:ext cx="2446213" cy="838353"/>
      </dsp:txXfrm>
    </dsp:sp>
    <dsp:sp modelId="{5E6EC981-4B91-4F8D-A8C5-77C2EEA0EB86}">
      <dsp:nvSpPr>
        <dsp:cNvPr id="0" name=""/>
        <dsp:cNvSpPr/>
      </dsp:nvSpPr>
      <dsp:spPr>
        <a:xfrm>
          <a:off x="8370118" y="1479046"/>
          <a:ext cx="2446213" cy="161406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kern="1200"/>
            <a:t>西班牙的经验：西班牙无敌舰队被美国歼灭</a:t>
          </a:r>
          <a:endParaRPr lang="en-US" sz="2100" kern="1200"/>
        </a:p>
      </dsp:txBody>
      <dsp:txXfrm>
        <a:off x="8370118" y="1479046"/>
        <a:ext cx="2446213" cy="16140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70313-CC2C-40EA-BF33-DB3E8B17CEDF}">
      <dsp:nvSpPr>
        <dsp:cNvPr id="0" name=""/>
        <dsp:cNvSpPr/>
      </dsp:nvSpPr>
      <dsp:spPr>
        <a:xfrm>
          <a:off x="52" y="29414"/>
          <a:ext cx="5056212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/>
            <a:t>美国的外交均势战略思维</a:t>
          </a:r>
          <a:endParaRPr lang="en-US" sz="2600" kern="1200"/>
        </a:p>
      </dsp:txBody>
      <dsp:txXfrm>
        <a:off x="52" y="29414"/>
        <a:ext cx="5056212" cy="748800"/>
      </dsp:txXfrm>
    </dsp:sp>
    <dsp:sp modelId="{FF9C27BF-C8EF-4166-A085-C38CF0BC1D9B}">
      <dsp:nvSpPr>
        <dsp:cNvPr id="0" name=""/>
        <dsp:cNvSpPr/>
      </dsp:nvSpPr>
      <dsp:spPr>
        <a:xfrm>
          <a:off x="52" y="778214"/>
          <a:ext cx="5056212" cy="29261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传承自英国的均势主义思想，防止出现欧洲霸主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强调实力本身，而非态度</a:t>
          </a:r>
          <a:r>
            <a:rPr lang="en-US" sz="2600" kern="1200"/>
            <a:t>——</a:t>
          </a:r>
          <a:r>
            <a:rPr lang="zh-CN" sz="2600" kern="1200"/>
            <a:t>源自斯巴达与雅典之战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充分利用多种战略压制手段，不达目的决不罢休</a:t>
          </a:r>
          <a:endParaRPr lang="en-US" sz="2600" kern="1200"/>
        </a:p>
      </dsp:txBody>
      <dsp:txXfrm>
        <a:off x="52" y="778214"/>
        <a:ext cx="5056212" cy="2926169"/>
      </dsp:txXfrm>
    </dsp:sp>
    <dsp:sp modelId="{042842C2-DFC1-4429-ABDC-F0038451E028}">
      <dsp:nvSpPr>
        <dsp:cNvPr id="0" name=""/>
        <dsp:cNvSpPr/>
      </dsp:nvSpPr>
      <dsp:spPr>
        <a:xfrm>
          <a:off x="5764134" y="29414"/>
          <a:ext cx="5056212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/>
            <a:t>中国的外交守势战略思维</a:t>
          </a:r>
          <a:endParaRPr lang="en-US" sz="2600" kern="1200"/>
        </a:p>
      </dsp:txBody>
      <dsp:txXfrm>
        <a:off x="5764134" y="29414"/>
        <a:ext cx="5056212" cy="748800"/>
      </dsp:txXfrm>
    </dsp:sp>
    <dsp:sp modelId="{A3A805DC-0F88-4120-B1E9-E64A1ADDEDE6}">
      <dsp:nvSpPr>
        <dsp:cNvPr id="0" name=""/>
        <dsp:cNvSpPr/>
      </dsp:nvSpPr>
      <dsp:spPr>
        <a:xfrm>
          <a:off x="5764134" y="778214"/>
          <a:ext cx="5056212" cy="29261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传承自华夏的文明至上主义思想，文化沙文主义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高度重视政治上的独一无二性，天无二日，民无二主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不喜欢结盟（历史上的结盟往往都以失败告终）</a:t>
          </a:r>
          <a:endParaRPr lang="en-US" sz="2600" kern="1200"/>
        </a:p>
      </dsp:txBody>
      <dsp:txXfrm>
        <a:off x="5764134" y="778214"/>
        <a:ext cx="5056212" cy="2926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C35B1-C06A-2858-3933-8532CD007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6DCCBF-FBA3-7721-BC15-3317C170A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A2B29-0A01-EA1D-5084-173FC033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23F57-A5E1-4780-90FC-0C7F5DDAB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B7CDC-ECB4-F6B1-9455-1EDB1447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4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E7D46-501C-D54F-B452-81E996EC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957A4-142F-C523-61A5-D31250D7B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15EB2-74F1-25DB-785B-43A79666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2B466-6EBD-7480-5DD8-E1997D11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15AB2-E0D3-75D0-53E1-6E62ED73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5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387D6-9EFA-6756-4271-FE618860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B938A7-1D13-4CC2-F930-6A4208974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8AF02-C457-9458-123B-944486DB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EDE0B-AC53-F556-6723-A7B85872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4A3D82-F09E-18AF-82E4-C3953950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80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3121E-CF40-6163-00E7-4738CE2B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10751-C2C2-A5E2-E76C-F13485FEB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BDC5F-71FF-11D6-60DF-31AA6B45B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279FD6-C4D4-DC83-366C-B81E6C41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1DECEE-5F54-025F-5429-4B6A39F2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448AD1-D78B-F098-FCE2-54D678E2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58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E0EE2-8AB9-3134-2D41-91CB721A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DCD08D-388E-22FC-26F7-6DF8991C7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6C3DE3-D363-FA87-02B6-A5A218103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E3F212-43B4-05D6-5A8F-396697A6A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61F68B-90F8-76EF-20BD-48B4B9611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025085-B093-F109-6D62-D077B963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4292F0-76D8-E32A-5611-A6CA23A5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AA7437-3E54-A530-09C6-92AC7D65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99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83E35-D5EE-390F-5D46-B30E4C08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62B7D1-A9FB-F190-D407-31D4A8A0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F51979-479C-D282-D58B-10D05303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0345BF-D9BC-BAF9-6919-68715AAE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BBCAB0-8E49-B14B-90FA-CDCE0CEC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EB948E-1825-FAAE-4785-8B215C3E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429EAD-1267-0064-321D-39F1E4EE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50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87293-0851-C382-2A10-49B56742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6EAF71-35CA-095C-8A0B-72F41CD0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2C2E6-025F-530E-8D9D-228AEF424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D921B4-0F6D-5DCD-93F9-80AB1555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58935-EA82-0CCF-0624-FCF2747E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D9B14-C346-14D6-555E-211A1DD2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5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B38CD-4B5C-EA90-D7F4-36B3535CA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8E6F6F-EEF3-14E5-4471-09CB89D69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8189E4-5F14-4153-419E-51099D0E8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CD2B2-FE36-1895-5ACB-3836733C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611D88-6DD8-0A91-E4C0-37B3F0D8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55C69-A998-C864-52DD-145F0ED4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78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8415B-2C15-CD69-B4DC-1B6DC0C2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E97197-0221-EDD7-CEDE-F1F0D3C04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41A57-188F-FB87-D91B-306D4369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AC363-C6F7-DF2A-3BAC-1B2CD30C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F50288-E107-CE5F-74D3-FCB30A76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58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341CB1-1E78-8322-34FD-005C8CBB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DA7094-B2EE-B06D-3BCE-EC20BACCA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B150D-7D79-33AE-713C-3FC2EBC1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2F206-30E2-5759-9858-F637E905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08D74-06AD-32C5-B40E-64F1F0D4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39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3AE4A4-5827-7F0C-052C-85E14D46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F7AEB4-15DC-2A11-CEC5-164E65626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CA123-7267-8FF4-EFD2-7C222F9C3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1CB91-2E1C-4CA9-B509-B50225ACAE23}" type="datetimeFigureOut">
              <a:rPr lang="zh-CN" altLang="en-US" smtClean="0"/>
              <a:t>2024/11/11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604F5-147C-7AD8-881A-5506CB38D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4F4012-F4AE-2FF6-0489-2DF339867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0A4A8-0C12-49AA-B31C-61188AB52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71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2571D78-BB05-29EF-294B-A3117522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zh-CN" altLang="en-US" sz="5600">
                <a:solidFill>
                  <a:schemeClr val="bg1"/>
                </a:solidFill>
              </a:rPr>
              <a:t>大学</a:t>
            </a:r>
            <a:r>
              <a:rPr lang="en-US" altLang="zh-CN" sz="5600">
                <a:solidFill>
                  <a:schemeClr val="bg1"/>
                </a:solidFill>
              </a:rPr>
              <a:t>·</a:t>
            </a:r>
            <a:r>
              <a:rPr lang="zh-CN" altLang="en-US" sz="5600">
                <a:solidFill>
                  <a:schemeClr val="bg1"/>
                </a:solidFill>
              </a:rPr>
              <a:t>写作</a:t>
            </a:r>
            <a:br>
              <a:rPr lang="en-US" altLang="zh-CN" sz="5600">
                <a:solidFill>
                  <a:schemeClr val="bg1"/>
                </a:solidFill>
              </a:rPr>
            </a:br>
            <a:r>
              <a:rPr lang="zh-CN" altLang="en-US" sz="5600">
                <a:solidFill>
                  <a:schemeClr val="bg1"/>
                </a:solidFill>
              </a:rPr>
              <a:t>第二讲 比较：矛与盾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181A8B-0106-2F53-84CA-404AE54B5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en-US" altLang="zh-CN" sz="1500">
              <a:solidFill>
                <a:schemeClr val="bg1"/>
              </a:solidFill>
            </a:endParaRPr>
          </a:p>
          <a:p>
            <a:pPr algn="l"/>
            <a:r>
              <a:rPr lang="zh-CN" altLang="en-US" sz="1500">
                <a:solidFill>
                  <a:schemeClr val="bg1"/>
                </a:solidFill>
              </a:rPr>
              <a:t>浙江大学公共管理学院 马高明</a:t>
            </a:r>
            <a:endParaRPr lang="en-US" altLang="zh-CN" sz="1500">
              <a:solidFill>
                <a:schemeClr val="bg1"/>
              </a:solidFill>
            </a:endParaRPr>
          </a:p>
          <a:p>
            <a:pPr algn="l"/>
            <a:r>
              <a:rPr lang="en-US" altLang="zh-CN" sz="1500">
                <a:solidFill>
                  <a:schemeClr val="bg1"/>
                </a:solidFill>
              </a:rPr>
              <a:t>2024</a:t>
            </a:r>
            <a:r>
              <a:rPr lang="zh-CN" altLang="en-US" sz="1500">
                <a:solidFill>
                  <a:schemeClr val="bg1"/>
                </a:solidFill>
              </a:rPr>
              <a:t>年</a:t>
            </a:r>
            <a:r>
              <a:rPr lang="en-US" altLang="zh-CN" sz="1500">
                <a:solidFill>
                  <a:schemeClr val="bg1"/>
                </a:solidFill>
              </a:rPr>
              <a:t>11</a:t>
            </a:r>
            <a:r>
              <a:rPr lang="zh-CN" altLang="en-US" sz="1500">
                <a:solidFill>
                  <a:schemeClr val="bg1"/>
                </a:solidFill>
              </a:rPr>
              <a:t>月</a:t>
            </a:r>
            <a:r>
              <a:rPr lang="en-US" altLang="zh-CN" sz="1500">
                <a:solidFill>
                  <a:schemeClr val="bg1"/>
                </a:solidFill>
              </a:rPr>
              <a:t>11</a:t>
            </a:r>
            <a:r>
              <a:rPr lang="zh-CN" altLang="en-US" sz="1500">
                <a:solidFill>
                  <a:schemeClr val="bg1"/>
                </a:solidFill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19832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83BC3F-C539-DE4A-E716-745AC757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sz="4000">
                <a:solidFill>
                  <a:srgbClr val="FFFFFF"/>
                </a:solidFill>
              </a:rPr>
              <a:t>本讲目录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D5DF100-EA34-543F-2E41-21A59B392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4171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814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3A3D15F-B336-DB41-0BE9-82A30E01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一、上课回顾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EF61EB-5483-8CE9-2C4A-A3853044B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疑问与反馈</a:t>
            </a: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9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13E8E4-BFFD-0E23-4E4D-E967BD4C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sz="4000">
                <a:solidFill>
                  <a:srgbClr val="FFFFFF"/>
                </a:solidFill>
              </a:rPr>
              <a:t>前课回顾</a:t>
            </a:r>
          </a:p>
        </p:txBody>
      </p:sp>
      <p:graphicFrame>
        <p:nvGraphicFramePr>
          <p:cNvPr id="23" name="内容占位符 2">
            <a:extLst>
              <a:ext uri="{FF2B5EF4-FFF2-40B4-BE49-F238E27FC236}">
                <a16:creationId xmlns:a16="http://schemas.microsoft.com/office/drawing/2014/main" id="{511552B5-966E-65BA-9F25-B581B09E7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79419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055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86C32-2CF2-5B46-20B1-F3C4ACB7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读书报告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52535D-A105-7D3D-B2BE-43C4F60F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组织形式</a:t>
            </a:r>
          </a:p>
        </p:txBody>
      </p:sp>
      <p:graphicFrame>
        <p:nvGraphicFramePr>
          <p:cNvPr id="9" name="内容占位符 4">
            <a:extLst>
              <a:ext uri="{FF2B5EF4-FFF2-40B4-BE49-F238E27FC236}">
                <a16:creationId xmlns:a16="http://schemas.microsoft.com/office/drawing/2014/main" id="{F7C7B227-FDE1-5C24-59CB-E37454D195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16224730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BF953EA-5134-9AB3-501E-69A53866E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汇报形式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DC071FE-4219-935A-2983-1D6AE1B907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要求每组每人就自己所阅读内容写出</a:t>
            </a:r>
            <a:r>
              <a:rPr lang="en-US" altLang="zh-CN" dirty="0"/>
              <a:t>500-800</a:t>
            </a:r>
            <a:r>
              <a:rPr lang="zh-CN" altLang="en-US" dirty="0"/>
              <a:t>字读书笔记</a:t>
            </a:r>
            <a:r>
              <a:rPr lang="zh-CN" altLang="en-US" dirty="0">
                <a:solidFill>
                  <a:srgbClr val="FF0000"/>
                </a:solidFill>
              </a:rPr>
              <a:t>（强烈建议用人工智能帮你写作，重要事情讲三遍！！！）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要求小组形成团队整体风格，并根据整体确定主题和风格重新调整个人读书笔记。</a:t>
            </a:r>
            <a:endParaRPr lang="en-US" altLang="zh-CN" dirty="0"/>
          </a:p>
          <a:p>
            <a:r>
              <a:rPr lang="zh-CN" altLang="en-US" dirty="0"/>
              <a:t>要求小组提交一份报告即可，包含（整体思路、个人笔记以及总结反思），可以用</a:t>
            </a:r>
            <a:r>
              <a:rPr lang="zh-CN" altLang="en-US" dirty="0">
                <a:solidFill>
                  <a:srgbClr val="FF0000"/>
                </a:solidFill>
              </a:rPr>
              <a:t>人工智能</a:t>
            </a:r>
            <a:r>
              <a:rPr lang="zh-CN" altLang="en-US" dirty="0"/>
              <a:t>汇总。</a:t>
            </a:r>
          </a:p>
        </p:txBody>
      </p:sp>
    </p:spTree>
    <p:extLst>
      <p:ext uri="{BB962C8B-B14F-4D97-AF65-F5344CB8AC3E}">
        <p14:creationId xmlns:p14="http://schemas.microsoft.com/office/powerpoint/2010/main" val="2306585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6029AA4-EE25-3CE1-35DF-B65F34BF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sz="4000">
                <a:solidFill>
                  <a:srgbClr val="FFFFFF"/>
                </a:solidFill>
              </a:rPr>
              <a:t>读书报告的目标和评估</a:t>
            </a:r>
          </a:p>
        </p:txBody>
      </p:sp>
      <p:graphicFrame>
        <p:nvGraphicFramePr>
          <p:cNvPr id="10" name="内容占位符 7">
            <a:extLst>
              <a:ext uri="{FF2B5EF4-FFF2-40B4-BE49-F238E27FC236}">
                <a16:creationId xmlns:a16="http://schemas.microsoft.com/office/drawing/2014/main" id="{1AB8B6EF-6486-6D43-5CBB-D6010131A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4596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578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D3E41-40F2-4D26-8129-EAC9F3D4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读书报告的规范格式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5DF154A-6B94-AB88-F5DF-5E0FCAC852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91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4F6623-E76E-FAC5-79BF-4CFA3126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</a:rPr>
              <a:t>人工智能辅助写作环节</a:t>
            </a:r>
          </a:p>
        </p:txBody>
      </p:sp>
      <p:sp>
        <p:nvSpPr>
          <p:cNvPr id="27" name="Rectangle: Rounded Corners 1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88A7C67D-A613-3B0F-5D4E-17A87DA60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59913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511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2400CA7-290D-83E4-F0DD-4A3796BE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二、大语言模型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5F3E40-7DDE-3F32-2805-5BDCB0778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上手操作</a:t>
            </a: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679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85E60A8-36DE-CA4B-45D7-210E102F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CN" altLang="en-US" sz="5400"/>
              <a:t>矛与盾的故事</a:t>
            </a:r>
          </a:p>
        </p:txBody>
      </p:sp>
      <p:sp>
        <p:nvSpPr>
          <p:cNvPr id="104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923E4-BDE7-EC72-8626-743B1E40D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zh-CN" altLang="en-US" sz="2200" b="0" i="0">
                <a:effectLst/>
                <a:latin typeface="Helvetica Neue"/>
              </a:rPr>
              <a:t>楚人有鬻盾与矛者，誉之曰：“ 吾盾之坚 ， 物莫能陷也 。”又誉其矛曰：“ 吾矛之利 ， 于物无不陷也 。”或曰：“以子之矛，陷子之盾，何如 ？” 其人弗能应也 。夫不可陷之盾与无不陷之矛，不可同世而立。</a:t>
            </a:r>
            <a:endParaRPr lang="zh-CN" altLang="en-US" sz="2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CF2415-4CDB-42B8-C644-7AF0B6389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7" r="-1" b="22318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515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444E21A-4510-F19B-76C5-9516D1A0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抄袭 抄袭 抄袭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E888A-F03C-C6D1-DB12-8F3CC88D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zh-CN" alt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大语言模型时代的威胁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2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85566A6-E7E6-95CB-EB4B-549FC576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吃一个大瓜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27249-8F44-4E48-6FA9-C246DDE70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zh-CN" altLang="en-US" sz="2200"/>
              <a:t>时间：</a:t>
            </a:r>
            <a:r>
              <a:rPr lang="en-US" altLang="zh-CN" sz="2200"/>
              <a:t>2024</a:t>
            </a:r>
            <a:r>
              <a:rPr lang="zh-CN" altLang="en-US" sz="2200"/>
              <a:t>年</a:t>
            </a:r>
            <a:r>
              <a:rPr lang="en-US" altLang="zh-CN" sz="2200"/>
              <a:t>6</a:t>
            </a:r>
            <a:r>
              <a:rPr lang="zh-CN" altLang="en-US" sz="2200"/>
              <a:t>月初，大概是大家在高考的时候</a:t>
            </a:r>
            <a:endParaRPr lang="en-US" altLang="zh-CN" sz="2200"/>
          </a:p>
          <a:p>
            <a:r>
              <a:rPr lang="zh-CN" altLang="en-US" sz="2200"/>
              <a:t>地点：美国加州，斯坦福大学</a:t>
            </a:r>
            <a:endParaRPr lang="en-US" altLang="zh-CN" sz="2200"/>
          </a:p>
          <a:p>
            <a:r>
              <a:rPr lang="zh-CN" altLang="en-US" sz="2200"/>
              <a:t>人物：</a:t>
            </a:r>
            <a:r>
              <a:rPr lang="en-US" altLang="zh-CN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Siddharth Sharma</a:t>
            </a:r>
            <a:r>
              <a:rPr lang="zh-CN" altLang="en-US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（老湿）</a:t>
            </a:r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Aksh Garg</a:t>
            </a:r>
            <a:r>
              <a:rPr lang="zh-CN" altLang="en-US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（老什）和</a:t>
            </a:r>
            <a:r>
              <a:rPr lang="en-US" altLang="zh-CN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Mustafa Aljadery</a:t>
            </a:r>
            <a:r>
              <a:rPr lang="zh-CN" altLang="en-US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（老穆），前两位是斯坦福本科生。</a:t>
            </a:r>
            <a:endParaRPr lang="en-US" altLang="zh-CN" sz="22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故事：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日，老湿、老什和老穆三个哥们在推特上宣称，开发出了一款大语言模型，名叫（</a:t>
            </a:r>
            <a:r>
              <a:rPr lang="en-US" altLang="zh-CN" sz="2200" b="0" i="0">
                <a:effectLst/>
                <a:latin typeface="Helvetica Neue"/>
              </a:rPr>
              <a:t>Llama3-V</a:t>
            </a:r>
            <a:r>
              <a:rPr lang="zh-CN" altLang="en-US" sz="2200" b="0" i="0">
                <a:effectLst/>
                <a:latin typeface="Helvetica Neue"/>
              </a:rPr>
              <a:t>）</a:t>
            </a:r>
            <a:r>
              <a:rPr lang="zh-CN" altLang="en-US" sz="2200">
                <a:latin typeface="Helvetica Neue"/>
              </a:rPr>
              <a:t>（简称“小丽”），号称</a:t>
            </a:r>
            <a:r>
              <a:rPr lang="en-US" altLang="zh-CN" sz="2200">
                <a:latin typeface="Helvetica Neue"/>
              </a:rPr>
              <a:t>500</a:t>
            </a:r>
            <a:r>
              <a:rPr lang="zh-CN" altLang="en-US" sz="2200">
                <a:latin typeface="Helvetica Neue"/>
              </a:rPr>
              <a:t>美元以下没有敌手，引来一众吃瓜群众。</a:t>
            </a:r>
            <a:r>
              <a:rPr lang="en-US" altLang="zh-CN" sz="2200">
                <a:latin typeface="Helvetica Neue"/>
              </a:rPr>
              <a:t>6</a:t>
            </a:r>
            <a:r>
              <a:rPr lang="zh-CN" altLang="en-US" sz="2200">
                <a:latin typeface="Helvetica Neue"/>
              </a:rPr>
              <a:t>月</a:t>
            </a:r>
            <a:r>
              <a:rPr lang="en-US" altLang="zh-CN" sz="2200">
                <a:latin typeface="Helvetica Neue"/>
              </a:rPr>
              <a:t>2</a:t>
            </a:r>
            <a:r>
              <a:rPr lang="zh-CN" altLang="en-US" sz="2200">
                <a:latin typeface="Helvetica Neue"/>
              </a:rPr>
              <a:t>日，网友在</a:t>
            </a:r>
            <a:r>
              <a:rPr lang="en-US" altLang="zh-CN" sz="2200">
                <a:latin typeface="Helvetica Neue"/>
              </a:rPr>
              <a:t>Github</a:t>
            </a:r>
            <a:r>
              <a:rPr lang="zh-CN" altLang="en-US" sz="2200">
                <a:latin typeface="Helvetica Neue"/>
              </a:rPr>
              <a:t>上质疑小丽“整容”，颜值抄袭中国美女“小蜜”（</a:t>
            </a:r>
            <a:r>
              <a:rPr lang="en-US" altLang="zh-CN" sz="2200" b="0" i="0">
                <a:effectLst/>
                <a:latin typeface="MicrosoftYaHei"/>
              </a:rPr>
              <a:t>MiniCPM-Llama3-V 2.5</a:t>
            </a:r>
            <a:r>
              <a:rPr lang="zh-CN" altLang="en-US" sz="2200">
                <a:latin typeface="Helvetica Neue"/>
              </a:rPr>
              <a:t>），结果被删了。网友必须怒了，结果搞得“小蜜”家人知道了，结果一看，居然真遇到李鬼了。</a:t>
            </a:r>
            <a:endParaRPr lang="en-US" altLang="zh-CN" sz="22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890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742A528-B5BC-48B8-92DE-9C2B44451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AEB85D-B35F-2FB6-BC16-401CEEEC73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27" r="-1" b="10558"/>
          <a:stretch/>
        </p:blipFill>
        <p:spPr bwMode="auto">
          <a:xfrm>
            <a:off x="1366347" y="433410"/>
            <a:ext cx="9459306" cy="5854700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24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A73AA14-7CBF-9C29-EC76-6336A4828A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6088" y="643468"/>
            <a:ext cx="5571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576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C12D3A0-B0C4-5988-DC6A-32285685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94" y="1058780"/>
            <a:ext cx="5602705" cy="30921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因此，人工智能应用首要问题是如何解决诚信伦理问题？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3CAB46-2BFB-7028-93D9-01E5377A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041616"/>
            <a:ext cx="3781926" cy="1246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切记，人工智能绝对不是技术问题，而是你使用的能力问题。你的能力有多大，你驾驭人工智能的能量就有多大。</a:t>
            </a:r>
          </a:p>
        </p:txBody>
      </p:sp>
    </p:spTree>
    <p:extLst>
      <p:ext uri="{BB962C8B-B14F-4D97-AF65-F5344CB8AC3E}">
        <p14:creationId xmlns:p14="http://schemas.microsoft.com/office/powerpoint/2010/main" val="3766543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All you need to know about ChatGPT, the A.I. chatbot that’s got the world talking!">
            <a:extLst>
              <a:ext uri="{FF2B5EF4-FFF2-40B4-BE49-F238E27FC236}">
                <a16:creationId xmlns:a16="http://schemas.microsoft.com/office/drawing/2014/main" id="{5D67C26B-56D5-D8B7-B282-E3EE15693C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8151"/>
          <a:stretch/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FE0A8EB-64C6-E064-88C8-814B520E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6276"/>
          <a:stretch/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109" name="Freeform: Shape 410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11" name="Freeform: Shape 411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ADC627C-05EE-856F-8D1F-F1850E7C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模型选择：</a:t>
            </a:r>
            <a:r>
              <a:rPr lang="en-US" altLang="zh-CN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KIMI, CHAT</a:t>
            </a:r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1B82A915-8F07-55A6-F48E-C98EE01A396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530023"/>
            <a:ext cx="4833938" cy="362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43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DD9C2C2-50AF-BAF6-BDB4-41F46D86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我现在来做人工智能写作演示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B9BD474-87FC-DA7F-64D4-579FBB9A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832" y="4353507"/>
            <a:ext cx="5733288" cy="932688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zh-CN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Tip1</a:t>
            </a:r>
            <a:r>
              <a:rPr lang="zh-CN" alt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：人工智能是一个助手，刚开始的时候它很弱小，像一个</a:t>
            </a:r>
            <a:r>
              <a:rPr lang="en-US" altLang="zh-CN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baby</a:t>
            </a:r>
            <a:r>
              <a:rPr lang="zh-CN" alt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，你要耐心对其做一定的训练，陪它成长，这样它才会真正协助你！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94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CB33697-212D-8165-C662-089FCC3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zh-CN" altLang="en-US" sz="7200"/>
              <a:t>提问词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71084FD-56A4-D7F3-EEAA-FACC7307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zh-CN" altLang="en-US" sz="1500"/>
              <a:t>我要写一份读书报告，用于大学写作课程。我考虑的主题是基辛格的</a:t>
            </a:r>
            <a:r>
              <a:rPr lang="en-US" altLang="zh-CN" sz="1500"/>
              <a:t>《</a:t>
            </a:r>
            <a:r>
              <a:rPr lang="zh-CN" altLang="en-US" sz="1500"/>
              <a:t>论中国</a:t>
            </a:r>
            <a:r>
              <a:rPr lang="en-US" altLang="zh-CN" sz="1500"/>
              <a:t>》</a:t>
            </a:r>
            <a:r>
              <a:rPr lang="zh-CN" altLang="en-US" sz="1500"/>
              <a:t>。请问你知道这本书吗？</a:t>
            </a:r>
            <a:endParaRPr lang="en-US" altLang="zh-CN" sz="1500"/>
          </a:p>
          <a:p>
            <a:r>
              <a:rPr lang="zh-CN" altLang="en-US" sz="1500"/>
              <a:t>很好，既然你知道基辛格的这本书，那我们就可以开始工作。我想要围绕中国和美国在</a:t>
            </a:r>
            <a:r>
              <a:rPr lang="en-US" altLang="zh-CN" sz="1500"/>
              <a:t>20</a:t>
            </a:r>
            <a:r>
              <a:rPr lang="zh-CN" altLang="en-US" sz="1500"/>
              <a:t>世纪的关系写一篇文章，分析中国和美国的思维方式到底存在什么差别？</a:t>
            </a:r>
            <a:endParaRPr lang="en-US" altLang="zh-CN" sz="1500"/>
          </a:p>
          <a:p>
            <a:r>
              <a:rPr lang="zh-CN" altLang="en-US" sz="1500"/>
              <a:t>你给出的内容太过于笼统。我要分析的是中国和美国的战略思维。在书里面，基辛格强调中国是一种大陆中央王国的思维，权力从皇帝逐渐向外围扩散，蛮夷不在管束之内。而西方则因为欧洲分裂而无法统一的原因，产生了均势制衡的思想。基辛格在里面特别提到了当年乾隆年间，英国派使团觐见通商的问题，就发生了两种非常不同的思想。</a:t>
            </a:r>
            <a:endParaRPr lang="en-US" altLang="zh-CN" sz="1500"/>
          </a:p>
          <a:p>
            <a:r>
              <a:rPr lang="zh-CN" altLang="en-US" sz="1500"/>
              <a:t>我要的是一份读书报告，</a:t>
            </a:r>
            <a:r>
              <a:rPr lang="en-US" altLang="zh-CN" sz="1500"/>
              <a:t>500</a:t>
            </a:r>
            <a:r>
              <a:rPr lang="zh-CN" altLang="en-US" sz="1500"/>
              <a:t>字即可。想要分析的就是中国和美国之间的战略思维差异，从历史上如何演变，以及对未来的影响。</a:t>
            </a:r>
          </a:p>
        </p:txBody>
      </p:sp>
    </p:spTree>
    <p:extLst>
      <p:ext uri="{BB962C8B-B14F-4D97-AF65-F5344CB8AC3E}">
        <p14:creationId xmlns:p14="http://schemas.microsoft.com/office/powerpoint/2010/main" val="64547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D76ACD4-3B54-B767-15FF-E70A865C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三、比较的思维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A83430-9CEE-D888-D66C-70CA4A5D6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中国与美国</a:t>
            </a: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5308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6651310-7FE9-1E39-3280-A0D7BC13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060848" cy="4480726"/>
          </a:xfrm>
        </p:spPr>
        <p:txBody>
          <a:bodyPr>
            <a:normAutofit/>
          </a:bodyPr>
          <a:lstStyle/>
          <a:p>
            <a:pPr algn="r"/>
            <a:r>
              <a:rPr lang="zh-CN" altLang="en-US" sz="6600" dirty="0"/>
              <a:t>学术写作要科学比较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250" y="323519"/>
            <a:ext cx="7217311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内容占位符 4">
            <a:extLst>
              <a:ext uri="{FF2B5EF4-FFF2-40B4-BE49-F238E27FC236}">
                <a16:creationId xmlns:a16="http://schemas.microsoft.com/office/drawing/2014/main" id="{022DA8C0-AEF6-D9A1-484F-5B76A919E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281417"/>
              </p:ext>
            </p:extLst>
          </p:nvPr>
        </p:nvGraphicFramePr>
        <p:xfrm>
          <a:off x="5101143" y="1008993"/>
          <a:ext cx="5077071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218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E38F046-2CCF-DB91-69A5-F3F2DA03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zh-CN" altLang="en-US" sz="4000"/>
              <a:t>迈向</a:t>
            </a:r>
            <a:r>
              <a:rPr lang="en-US" altLang="zh-CN" sz="4000"/>
              <a:t>2050</a:t>
            </a:r>
            <a:r>
              <a:rPr lang="zh-CN" altLang="en-US" sz="4000"/>
              <a:t>：中国与美国</a:t>
            </a:r>
          </a:p>
        </p:txBody>
      </p:sp>
      <p:graphicFrame>
        <p:nvGraphicFramePr>
          <p:cNvPr id="20" name="内容占位符 2">
            <a:extLst>
              <a:ext uri="{FF2B5EF4-FFF2-40B4-BE49-F238E27FC236}">
                <a16:creationId xmlns:a16="http://schemas.microsoft.com/office/drawing/2014/main" id="{66DFAEFD-17AA-4019-9805-F6A28241B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748735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975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88D992-D4BB-787A-0D8D-EDB67FED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zh-CN" altLang="en-US" sz="4000"/>
              <a:t>基辛格的视角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3E6ED-2A1B-AF91-837F-EF07CEA4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zh-CN" altLang="en-US" sz="2000">
                <a:solidFill>
                  <a:schemeClr val="tx1">
                    <a:alpha val="55000"/>
                  </a:schemeClr>
                </a:solidFill>
              </a:rPr>
              <a:t>中国的中央大国气质没有根本变化</a:t>
            </a:r>
            <a:endParaRPr lang="en-US" altLang="zh-CN" sz="2000">
              <a:solidFill>
                <a:schemeClr val="tx1">
                  <a:alpha val="55000"/>
                </a:schemeClr>
              </a:solidFill>
            </a:endParaRPr>
          </a:p>
          <a:p>
            <a:pPr lvl="1"/>
            <a:r>
              <a:rPr lang="zh-CN" altLang="en-US" sz="2000">
                <a:solidFill>
                  <a:schemeClr val="tx1">
                    <a:alpha val="55000"/>
                  </a:schemeClr>
                </a:solidFill>
              </a:rPr>
              <a:t>中国近代史上的现代和传统之间没有停歇过</a:t>
            </a:r>
            <a:endParaRPr lang="en-US" altLang="zh-CN" sz="2000">
              <a:solidFill>
                <a:schemeClr val="tx1">
                  <a:alpha val="55000"/>
                </a:schemeClr>
              </a:solidFill>
            </a:endParaRPr>
          </a:p>
          <a:p>
            <a:pPr lvl="1"/>
            <a:r>
              <a:rPr lang="zh-CN" altLang="en-US" sz="2000">
                <a:solidFill>
                  <a:schemeClr val="tx1">
                    <a:alpha val="55000"/>
                  </a:schemeClr>
                </a:solidFill>
              </a:rPr>
              <a:t>每到和平强盛时期，中国会收缩为一个保守的中央王国，比如乾隆年间、同治中兴、新中国建国后，以保持中央王国的夷夏之辩；</a:t>
            </a:r>
            <a:endParaRPr lang="en-US" altLang="zh-CN" sz="2000">
              <a:solidFill>
                <a:schemeClr val="tx1">
                  <a:alpha val="55000"/>
                </a:schemeClr>
              </a:solidFill>
            </a:endParaRPr>
          </a:p>
          <a:p>
            <a:pPr lvl="1"/>
            <a:r>
              <a:rPr lang="zh-CN" altLang="en-US" sz="2000">
                <a:solidFill>
                  <a:schemeClr val="tx1">
                    <a:alpha val="55000"/>
                  </a:schemeClr>
                </a:solidFill>
              </a:rPr>
              <a:t>每到国家危难时期，中国就会变成一个开放的割据政权，比如清末变法、北洋时期、民国时期等，以寻求以夷制夷的措施；</a:t>
            </a:r>
            <a:endParaRPr lang="en-US" altLang="zh-CN" sz="2000">
              <a:solidFill>
                <a:schemeClr val="tx1">
                  <a:alpha val="55000"/>
                </a:schemeClr>
              </a:solidFill>
            </a:endParaRPr>
          </a:p>
          <a:p>
            <a:pPr lvl="1"/>
            <a:r>
              <a:rPr lang="zh-CN" altLang="en-US" sz="2000">
                <a:solidFill>
                  <a:schemeClr val="tx1">
                    <a:alpha val="55000"/>
                  </a:schemeClr>
                </a:solidFill>
              </a:rPr>
              <a:t>后者为前者服务，后者被视为是“韬晦之计”。</a:t>
            </a:r>
            <a:endParaRPr lang="en-US" altLang="zh-CN" sz="2000">
              <a:solidFill>
                <a:schemeClr val="tx1">
                  <a:alpha val="55000"/>
                </a:schemeClr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76E4382-9ED8-AAE7-D6AF-8D4574D9A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89"/>
          <a:stretch/>
        </p:blipFill>
        <p:spPr bwMode="auto">
          <a:xfrm>
            <a:off x="1274278" y="2385393"/>
            <a:ext cx="2992925" cy="308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054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295442-B3AA-B90C-D385-EE54E1DC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zh-CN" altLang="en-US" sz="6600"/>
              <a:t>基辛格的视角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E50F4D-3BCE-F58F-4E9A-1A55B30BF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zh-CN" altLang="en-US" sz="1500"/>
              <a:t>美国的例外主义也非常明显</a:t>
            </a:r>
            <a:endParaRPr lang="en-US" altLang="zh-CN" sz="1500"/>
          </a:p>
          <a:p>
            <a:pPr lvl="1"/>
            <a:r>
              <a:rPr lang="zh-CN" altLang="en-US" sz="1500"/>
              <a:t>美国是世界自由的灯塔，象征着人类追求的解放</a:t>
            </a:r>
            <a:endParaRPr lang="en-US" altLang="zh-CN" sz="1500"/>
          </a:p>
          <a:p>
            <a:pPr lvl="1"/>
            <a:r>
              <a:rPr lang="zh-CN" altLang="en-US" sz="1500"/>
              <a:t>美国也面临两个思潮的裹挟，一种是保守的，一种是进步的</a:t>
            </a:r>
            <a:endParaRPr lang="en-US" altLang="zh-CN" sz="1500"/>
          </a:p>
          <a:p>
            <a:pPr lvl="1"/>
            <a:r>
              <a:rPr lang="zh-CN" altLang="en-US" sz="1500"/>
              <a:t>保守的美国认为，美国应该施行孤立主义，放弃对整个世界的维护，即便世界再乱，也不要去管，回归到美国自己的利益</a:t>
            </a:r>
            <a:endParaRPr lang="en-US" altLang="zh-CN" sz="1500"/>
          </a:p>
          <a:p>
            <a:pPr lvl="1"/>
            <a:r>
              <a:rPr lang="zh-CN" altLang="en-US" sz="1500"/>
              <a:t>进步的美国认为，美国应该履行传播民主和平的责任，这是美国与生俱来要做的事情，世界必须依靠美国，美国使得世界和平</a:t>
            </a:r>
            <a:endParaRPr lang="en-US" altLang="zh-CN" sz="1500"/>
          </a:p>
          <a:p>
            <a:pPr lvl="1"/>
            <a:r>
              <a:rPr lang="zh-CN" altLang="en-US" sz="1500"/>
              <a:t>美国不追求国土扩张，但是认为地区必须均势，防止出现地区性强权，无论是苏联、日本、欧洲还是中国</a:t>
            </a:r>
          </a:p>
        </p:txBody>
      </p:sp>
    </p:spTree>
    <p:extLst>
      <p:ext uri="{BB962C8B-B14F-4D97-AF65-F5344CB8AC3E}">
        <p14:creationId xmlns:p14="http://schemas.microsoft.com/office/powerpoint/2010/main" val="1247913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992196-51DF-7ACB-5F20-11A5C913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zh-CN" altLang="en-US" sz="4000"/>
              <a:t>战国的合纵连横战略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4058A20A-FD4F-DF80-4982-1BC7E4739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703033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163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0E5904E-3702-A173-9D25-F9CCB9DA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altLang="zh-CN" sz="6600"/>
              <a:t>2050</a:t>
            </a:r>
            <a:r>
              <a:rPr lang="zh-CN" altLang="en-US" sz="6600"/>
              <a:t>年的中美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3F20F-496C-4E54-FFF2-302914809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zh-CN" altLang="en-US" sz="1700"/>
              <a:t>政治与军事</a:t>
            </a:r>
            <a:endParaRPr lang="en-US" altLang="zh-CN" sz="1700"/>
          </a:p>
          <a:p>
            <a:pPr lvl="1"/>
            <a:r>
              <a:rPr lang="zh-CN" altLang="en-US" sz="1700"/>
              <a:t>合作与竞争</a:t>
            </a:r>
            <a:endParaRPr lang="en-US" altLang="zh-CN" sz="1700"/>
          </a:p>
          <a:p>
            <a:pPr lvl="1"/>
            <a:r>
              <a:rPr lang="zh-CN" altLang="en-US" sz="1700"/>
              <a:t>军事冲突的可能性以及如何避免</a:t>
            </a:r>
            <a:endParaRPr lang="en-US" altLang="zh-CN" sz="1700"/>
          </a:p>
          <a:p>
            <a:r>
              <a:rPr lang="zh-CN" altLang="en-US" sz="1700"/>
              <a:t>经济与贸易</a:t>
            </a:r>
            <a:endParaRPr lang="en-US" altLang="zh-CN" sz="1700"/>
          </a:p>
          <a:p>
            <a:pPr lvl="1"/>
            <a:r>
              <a:rPr lang="zh-CN" altLang="en-US" sz="1700"/>
              <a:t>经济层面将是持久战，中美经济割裂将对世界经济带来巨大的影响</a:t>
            </a:r>
            <a:endParaRPr lang="en-US" altLang="zh-CN" sz="1700"/>
          </a:p>
          <a:p>
            <a:pPr lvl="1"/>
            <a:r>
              <a:rPr lang="zh-CN" altLang="en-US" sz="1700"/>
              <a:t>中美两国经济面临的难题将可能影响两国社会安定繁荣</a:t>
            </a:r>
            <a:endParaRPr lang="en-US" altLang="zh-CN" sz="1700"/>
          </a:p>
          <a:p>
            <a:r>
              <a:rPr lang="zh-CN" altLang="en-US" sz="1700"/>
              <a:t>文化与文明</a:t>
            </a:r>
            <a:endParaRPr lang="en-US" altLang="zh-CN" sz="1700"/>
          </a:p>
          <a:p>
            <a:pPr lvl="1"/>
            <a:r>
              <a:rPr lang="zh-CN" altLang="en-US" sz="1700"/>
              <a:t>中华文明到底代表着什么，相比于西方？</a:t>
            </a:r>
            <a:endParaRPr lang="en-US" altLang="zh-CN" sz="1700"/>
          </a:p>
          <a:p>
            <a:pPr lvl="1"/>
            <a:r>
              <a:rPr lang="zh-CN" altLang="en-US" sz="1700"/>
              <a:t>文化的优势到底如何成型，如何对抗西方的意识形态宣传？</a:t>
            </a:r>
          </a:p>
        </p:txBody>
      </p:sp>
    </p:spTree>
    <p:extLst>
      <p:ext uri="{BB962C8B-B14F-4D97-AF65-F5344CB8AC3E}">
        <p14:creationId xmlns:p14="http://schemas.microsoft.com/office/powerpoint/2010/main" val="2375353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C0237E8B-3D4E-63D0-2A4E-6B8A3B29F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9725730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小组讨论与提问环节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2FACCE-1EA0-4764-1DCD-6B7BE3E11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708" y="3640633"/>
            <a:ext cx="9725730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我们可以就一些议题和人工智能应用展开课堂讨论</a:t>
            </a:r>
            <a:endParaRPr lang="en-US" altLang="zh-CN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419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B10EF9-BDCB-25E3-1585-67E0E48A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小组讨论：</a:t>
            </a:r>
            <a:b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zh-CN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小组分工与时间安排；</a:t>
            </a:r>
            <a:b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zh-CN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团队报告与个人报告；</a:t>
            </a:r>
            <a:b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</a:t>
            </a:r>
            <a:r>
              <a:rPr lang="zh-CN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汇报主题与演讲准备。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D3092-7DE0-A5D3-0AAE-380C2283C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小组讨论要点：认识每一个人，尊重每一个人，宽容每一个人。大家一起做一些有趣的探讨，其意义远远大于收获的冰冷的分数！</a:t>
            </a:r>
          </a:p>
        </p:txBody>
      </p:sp>
    </p:spTree>
    <p:extLst>
      <p:ext uri="{BB962C8B-B14F-4D97-AF65-F5344CB8AC3E}">
        <p14:creationId xmlns:p14="http://schemas.microsoft.com/office/powerpoint/2010/main" val="3600149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2828E060-E38A-513E-B2CE-CB90D7E8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本讲结束，下期再见</a:t>
            </a:r>
          </a:p>
        </p:txBody>
      </p:sp>
    </p:spTree>
    <p:extLst>
      <p:ext uri="{BB962C8B-B14F-4D97-AF65-F5344CB8AC3E}">
        <p14:creationId xmlns:p14="http://schemas.microsoft.com/office/powerpoint/2010/main" val="53110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2030</Words>
  <Application>Microsoft Office PowerPoint</Application>
  <PresentationFormat>宽屏</PresentationFormat>
  <Paragraphs>139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Helvetica Neue</vt:lpstr>
      <vt:lpstr>MicrosoftYaHei</vt:lpstr>
      <vt:lpstr>等线</vt:lpstr>
      <vt:lpstr>等线 Light</vt:lpstr>
      <vt:lpstr>Arial</vt:lpstr>
      <vt:lpstr>Calibri</vt:lpstr>
      <vt:lpstr>Times New Roman</vt:lpstr>
      <vt:lpstr>Office 主题​​</vt:lpstr>
      <vt:lpstr>大学·写作 第二讲 比较：矛与盾</vt:lpstr>
      <vt:lpstr>本讲目录</vt:lpstr>
      <vt:lpstr>一、上课回顾</vt:lpstr>
      <vt:lpstr>前课回顾</vt:lpstr>
      <vt:lpstr>读书报告</vt:lpstr>
      <vt:lpstr>读书报告的目标和评估</vt:lpstr>
      <vt:lpstr>读书报告的规范格式</vt:lpstr>
      <vt:lpstr>人工智能辅助写作环节</vt:lpstr>
      <vt:lpstr>二、大语言模型</vt:lpstr>
      <vt:lpstr>矛与盾的故事</vt:lpstr>
      <vt:lpstr>抄袭 抄袭 抄袭</vt:lpstr>
      <vt:lpstr>吃一个大瓜</vt:lpstr>
      <vt:lpstr>PowerPoint 演示文稿</vt:lpstr>
      <vt:lpstr>PowerPoint 演示文稿</vt:lpstr>
      <vt:lpstr>因此，人工智能应用首要问题是如何解决诚信伦理问题？</vt:lpstr>
      <vt:lpstr>模型选择：KIMI, CHAT</vt:lpstr>
      <vt:lpstr>我现在来做人工智能写作演示</vt:lpstr>
      <vt:lpstr>提问词</vt:lpstr>
      <vt:lpstr>三、比较的思维</vt:lpstr>
      <vt:lpstr>学术写作要科学比较</vt:lpstr>
      <vt:lpstr>迈向2050：中国与美国</vt:lpstr>
      <vt:lpstr>基辛格的视角</vt:lpstr>
      <vt:lpstr>基辛格的视角</vt:lpstr>
      <vt:lpstr>战国的合纵连横战略</vt:lpstr>
      <vt:lpstr>2050年的中美</vt:lpstr>
      <vt:lpstr>小组讨论与提问环节</vt:lpstr>
      <vt:lpstr>小组讨论： 1. 小组分工与时间安排； 2. 团队报告与个人报告； 3. 汇报主题与演讲准备。</vt:lpstr>
      <vt:lpstr>本讲结束，下期再见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</dc:creator>
  <cp:lastModifiedBy>Michael Ma</cp:lastModifiedBy>
  <cp:revision>1</cp:revision>
  <dcterms:created xsi:type="dcterms:W3CDTF">2024-11-11T00:52:20Z</dcterms:created>
  <dcterms:modified xsi:type="dcterms:W3CDTF">2024-11-11T05:58:25Z</dcterms:modified>
</cp:coreProperties>
</file>