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0" r:id="rId5"/>
    <p:sldId id="274" r:id="rId6"/>
    <p:sldId id="258" r:id="rId7"/>
    <p:sldId id="261" r:id="rId8"/>
    <p:sldId id="259" r:id="rId9"/>
    <p:sldId id="270" r:id="rId10"/>
    <p:sldId id="275" r:id="rId11"/>
    <p:sldId id="263" r:id="rId12"/>
    <p:sldId id="264" r:id="rId13"/>
    <p:sldId id="265" r:id="rId14"/>
    <p:sldId id="268" r:id="rId15"/>
    <p:sldId id="269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5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3499B6-9D04-B1BB-121F-4F97065C07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79BA11-9634-CB39-6A9D-1850191CA9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F0D72E-E696-C0AF-15E3-CF5A061C0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E954-9743-48F2-8013-692FAD3F9229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86A666-BCE9-E56A-B4C5-F88956552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7F8C10-D1CD-1618-C676-1806B87B2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2A0B1-8235-4601-AFDC-642C168A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880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84AE8-62EA-0BB8-5955-0AA97773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970A45-1EB6-1907-2F03-C04F24A1D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62C74C-2F79-F35F-A357-70EF81B22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E954-9743-48F2-8013-692FAD3F9229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0E20E8-6788-D562-B259-27AD2C15C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56CDCA-C031-924A-916F-626C01B85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2A0B1-8235-4601-AFDC-642C168A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8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B3ED3E-DA2B-9843-844A-8C74CCCC5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1A6493-015B-92C6-BDF9-28EA1A673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53CDC-A7D0-056B-591A-7035B8B2D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E954-9743-48F2-8013-692FAD3F9229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5E58C5-55FB-4504-5E38-D0C74A0C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A54435-ADC0-C341-3173-081F633D0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2A0B1-8235-4601-AFDC-642C168A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608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07AD5D-B99A-2FD0-A0B8-9AD4F004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84589D-6A4A-9FD2-A2B9-39D2AFD068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9ABF5B-75A1-5307-3C89-40DBCA077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254FFB-E525-0390-80FF-FD3F4CA06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E954-9743-48F2-8013-692FAD3F9229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AD7E6D-1538-BB17-459E-0A70955CA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70A504-EAF4-322E-A3A4-AB35CBCC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2A0B1-8235-4601-AFDC-642C168A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239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44FC1-8469-6E4A-E0EC-D55EC5D04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DBE458F-159D-062E-3C93-0DE5811E9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2C4F89-58DB-1F9A-7717-B22A96623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A9F411-C3D4-E913-67C8-0843A8985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07D914C-9185-3B80-A115-96E0581BE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2FB0F2C-067D-B8C8-CDAD-CACCD16F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E954-9743-48F2-8013-692FAD3F9229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BD72D8-A499-5B39-E9D9-2407FE5E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1DB7F6-9548-DA05-E10C-4D7464DCE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2A0B1-8235-4601-AFDC-642C168A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99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55E23-D10F-6919-8AD1-9A7ACFBE8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8220E6-59F8-5472-A80F-8F1F939D6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E954-9743-48F2-8013-692FAD3F9229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7C663E3-B58B-252F-060D-BC105CF8F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9F7444-E544-5C42-9554-E6D71DC6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2A0B1-8235-4601-AFDC-642C168A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2594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E58BC5-989E-3B97-8639-86CD2E04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E954-9743-48F2-8013-692FAD3F9229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903132-68E4-1DAB-FA67-C0FD2E24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AD1918-F0D3-F7BD-212E-1440A8D41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2A0B1-8235-4601-AFDC-642C168A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79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54A36-5346-7346-522D-A2B07B9E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F82736-BBB5-8F51-163C-E4368AE7B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ADF0C1-D8EF-E2A6-5B5F-9019B640B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4F019-1488-2107-B04E-0E1E220A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E954-9743-48F2-8013-692FAD3F9229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223D64-1749-9D3E-8935-1148A571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71F890-F28A-6666-A508-E78606F6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2A0B1-8235-4601-AFDC-642C168A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79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F9DE5-413F-88E6-2FC6-328257A9F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A0083F-4C7C-FE37-CFF8-C376197F3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000337-FFB9-341D-8048-C3E518BA4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AB7A43-7B0E-18D6-A843-D1D8967F0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E954-9743-48F2-8013-692FAD3F9229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AF1DEF3-F17E-6865-0C25-60E4FE7C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767BBD-244C-8D41-E84F-A469141E4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2A0B1-8235-4601-AFDC-642C168A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881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0F5E56-DC62-EF60-9368-78CC055F0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EDA6D1-D0E9-EF19-50DF-6AAE5F657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D9C703-29FB-0788-14FB-6B35967DB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E954-9743-48F2-8013-692FAD3F9229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67FD2A-D40F-1120-D8C2-93FCEE65D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7B5676-9640-31A1-522D-55A02622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2A0B1-8235-4601-AFDC-642C168A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447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1C5FAB7-FCE3-9A0E-F202-A5351A207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DBA963-8C6D-7BB4-278C-DC8C5148D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71243D-24F9-9372-80B9-483203D08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2E954-9743-48F2-8013-692FAD3F9229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CAF00C-51FA-DA5A-5507-8DAD66BB3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ABD47F-0964-0474-8C08-FBCAFD0A7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2A0B1-8235-4601-AFDC-642C168A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303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E493D9B-6F11-AA3B-F2D5-F5EEDDC15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3A6382-B992-52B7-0BAB-D23959E85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85502C-9B61-EA10-ECC8-B02FF5F739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2E954-9743-48F2-8013-692FAD3F9229}" type="datetimeFigureOut">
              <a:rPr lang="zh-CN" altLang="en-US" smtClean="0"/>
              <a:t>2024/12/1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85436B-42AB-08E5-4400-716A8DB564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87FA0C-FCCC-6060-50F6-910A0A751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B2A0B1-8235-4601-AFDC-642C168AE5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16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1EB2ECA-9DED-E15B-6780-FE4779FF7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zh-CN" altLang="en-US" sz="8000"/>
              <a:t>大学该评奖吗？</a:t>
            </a:r>
            <a:br>
              <a:rPr lang="en-US" altLang="zh-CN" sz="8000"/>
            </a:br>
            <a:r>
              <a:rPr lang="zh-CN" altLang="en-US" sz="8000"/>
              <a:t>论科举制度与绩优主义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A0E7E0-D016-3019-1ED9-A7BA40E9F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zh-CN" altLang="en-US" sz="1500"/>
              <a:t>第五次课程议题</a:t>
            </a:r>
            <a:endParaRPr lang="en-US" altLang="zh-CN" sz="1500"/>
          </a:p>
          <a:p>
            <a:pPr algn="r"/>
            <a:endParaRPr lang="en-US" altLang="zh-CN" sz="1500"/>
          </a:p>
          <a:p>
            <a:pPr algn="r"/>
            <a:r>
              <a:rPr lang="zh-CN" altLang="en-US" sz="1500"/>
              <a:t>麦壳老师</a:t>
            </a:r>
            <a:r>
              <a:rPr lang="en-US" altLang="zh-CN" sz="1500"/>
              <a:t>/</a:t>
            </a:r>
            <a:r>
              <a:rPr lang="zh-CN" altLang="en-US" sz="1500"/>
              <a:t>宇宙第一水货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353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5D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 descr="图形用户界面, 文本&#10;&#10;中度可信度描述已自动生成">
            <a:extLst>
              <a:ext uri="{FF2B5EF4-FFF2-40B4-BE49-F238E27FC236}">
                <a16:creationId xmlns:a16="http://schemas.microsoft.com/office/drawing/2014/main" id="{A45A80DF-317E-6F5F-8C1A-F0F8C6597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23" y="643467"/>
            <a:ext cx="4206153" cy="557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8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4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82D25E4E-DD96-2AD6-BD64-B45A0512D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27" y="643467"/>
            <a:ext cx="999294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807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文本, 信件&#10;&#10;描述已自动生成">
            <a:extLst>
              <a:ext uri="{FF2B5EF4-FFF2-40B4-BE49-F238E27FC236}">
                <a16:creationId xmlns:a16="http://schemas.microsoft.com/office/drawing/2014/main" id="{E74BEF5D-8117-3D4E-65CC-4921B28EE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5034" y="1123527"/>
            <a:ext cx="6821927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59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7EE08AC4-91A8-EC78-72D9-27C042E83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7" r="1" b="11373"/>
          <a:stretch/>
        </p:blipFill>
        <p:spPr>
          <a:xfrm>
            <a:off x="1778618" y="457200"/>
            <a:ext cx="8634763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324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F21F4C91-1500-FA49-7DC8-3B2DBC2A1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49" b="1"/>
          <a:stretch/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6325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lor Cover">
            <a:extLst>
              <a:ext uri="{FF2B5EF4-FFF2-40B4-BE49-F238E27FC236}">
                <a16:creationId xmlns:a16="http://schemas.microsoft.com/office/drawing/2014/main" id="{8B2B1708-8CE4-4A20-94F5-55118AE2C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2D6DD8-FAD6-401D-9DE6-71DD04C98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8" name="Color">
              <a:extLst>
                <a:ext uri="{FF2B5EF4-FFF2-40B4-BE49-F238E27FC236}">
                  <a16:creationId xmlns:a16="http://schemas.microsoft.com/office/drawing/2014/main" id="{1BAD33E9-3181-4B0F-B82D-384777D81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Color">
              <a:extLst>
                <a:ext uri="{FF2B5EF4-FFF2-40B4-BE49-F238E27FC236}">
                  <a16:creationId xmlns:a16="http://schemas.microsoft.com/office/drawing/2014/main" id="{CF64871D-491F-4731-8BF2-391FF2F06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0" name="Freeform: Shape 2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E32FA1A7-0C27-3D71-EE13-97C1855A6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9" r="1" b="28866"/>
          <a:stretch/>
        </p:blipFill>
        <p:spPr>
          <a:xfrm>
            <a:off x="643130" y="598259"/>
            <a:ext cx="10889442" cy="568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92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26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应用程序, 表格&#10;&#10;描述已自动生成">
            <a:extLst>
              <a:ext uri="{FF2B5EF4-FFF2-40B4-BE49-F238E27FC236}">
                <a16:creationId xmlns:a16="http://schemas.microsoft.com/office/drawing/2014/main" id="{1882AF12-9A70-B106-E2B7-CCA3D8E29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629664"/>
            <a:ext cx="10905066" cy="359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图形用户界面, 文本, 应用程序&#10;&#10;描述已自动生成">
            <a:extLst>
              <a:ext uri="{FF2B5EF4-FFF2-40B4-BE49-F238E27FC236}">
                <a16:creationId xmlns:a16="http://schemas.microsoft.com/office/drawing/2014/main" id="{A8D55008-EEB4-E8B5-EC0B-F274C15DC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474" y="1123527"/>
            <a:ext cx="4363047" cy="4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31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图片 2" descr="图形用户界面, 文本, 应用程序&#10;&#10;描述已自动生成">
            <a:extLst>
              <a:ext uri="{FF2B5EF4-FFF2-40B4-BE49-F238E27FC236}">
                <a16:creationId xmlns:a16="http://schemas.microsoft.com/office/drawing/2014/main" id="{506A501F-B98A-EF9B-CF6D-9079E9A26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21125"/>
            <a:ext cx="11658600" cy="416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689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图片 2" descr="文本, 信件&#10;&#10;描述已自动生成">
            <a:extLst>
              <a:ext uri="{FF2B5EF4-FFF2-40B4-BE49-F238E27FC236}">
                <a16:creationId xmlns:a16="http://schemas.microsoft.com/office/drawing/2014/main" id="{9AE0817B-D501-3817-9AEA-119F5674F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04539"/>
            <a:ext cx="11658600" cy="440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072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图片 2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8D93C937-554A-B867-99BF-D0FE2C76D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125" y="228600"/>
            <a:ext cx="5949549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96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图片 2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C72C8C2D-AFC5-A9DC-D6D4-DE02ABC7B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89" y="228600"/>
            <a:ext cx="11193222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936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图片 2" descr="图形用户界面, 文本, 应用程序&#10;&#10;描述已自动生成">
            <a:extLst>
              <a:ext uri="{FF2B5EF4-FFF2-40B4-BE49-F238E27FC236}">
                <a16:creationId xmlns:a16="http://schemas.microsoft.com/office/drawing/2014/main" id="{A6522051-F966-1B35-2B3E-B509C7285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850" y="918546"/>
            <a:ext cx="4979334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956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手机屏幕截图&#10;&#10;描述已自动生成">
            <a:extLst>
              <a:ext uri="{FF2B5EF4-FFF2-40B4-BE49-F238E27FC236}">
                <a16:creationId xmlns:a16="http://schemas.microsoft.com/office/drawing/2014/main" id="{EB3BF001-D057-7518-AE55-9B503FF2C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045" y="918546"/>
            <a:ext cx="3024944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709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 descr="图形用户界面, 文本, 应用程序&#10;&#10;描述已自动生成">
            <a:extLst>
              <a:ext uri="{FF2B5EF4-FFF2-40B4-BE49-F238E27FC236}">
                <a16:creationId xmlns:a16="http://schemas.microsoft.com/office/drawing/2014/main" id="{42996867-A707-3F6C-515D-64485F376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976" y="918546"/>
            <a:ext cx="2751082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44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图片 2" descr="一些文字和图片的手机截图&#10;&#10;描述已自动生成">
            <a:extLst>
              <a:ext uri="{FF2B5EF4-FFF2-40B4-BE49-F238E27FC236}">
                <a16:creationId xmlns:a16="http://schemas.microsoft.com/office/drawing/2014/main" id="{2329DD0B-9CD3-AB74-1010-98C3E41B9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859" y="918546"/>
            <a:ext cx="6661317" cy="497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96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C26F74-96A3-429E-9AA2-BD3E7E93593A}"/>
              </a:ext>
            </a:extLst>
          </p:cNvPr>
          <p:cNvSpPr/>
          <p:nvPr/>
        </p:nvSpPr>
        <p:spPr>
          <a:xfrm>
            <a:off x="5093520" y="2744662"/>
            <a:ext cx="6589707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6000" b="0" kern="1200" cap="none" spc="0">
                <a:ln w="0"/>
                <a:solidFill>
                  <a:srgbClr val="FFFFFF"/>
                </a:solidFill>
                <a:effectLst>
                  <a:reflection blurRad="6350" stA="53000" endA="300" endPos="35500" dir="5400000" sy="-90000" algn="bl" rotWithShape="0"/>
                </a:effectLst>
                <a:latin typeface="+mj-lt"/>
                <a:ea typeface="+mj-ea"/>
                <a:cs typeface="+mj-cs"/>
              </a:rPr>
              <a:t>思考是寻找自我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113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28</Words>
  <Application>Microsoft Office PowerPoint</Application>
  <PresentationFormat>宽屏</PresentationFormat>
  <Paragraphs>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等线 Light</vt:lpstr>
      <vt:lpstr>Arial</vt:lpstr>
      <vt:lpstr>Calibri</vt:lpstr>
      <vt:lpstr>Office 主题​​</vt:lpstr>
      <vt:lpstr>大学该评奖吗？ 论科举制度与绩优主义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Ma</dc:creator>
  <cp:lastModifiedBy>Michael Ma</cp:lastModifiedBy>
  <cp:revision>1</cp:revision>
  <dcterms:created xsi:type="dcterms:W3CDTF">2024-12-01T14:04:26Z</dcterms:created>
  <dcterms:modified xsi:type="dcterms:W3CDTF">2024-12-01T14:30:16Z</dcterms:modified>
</cp:coreProperties>
</file>