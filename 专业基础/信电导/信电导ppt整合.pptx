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2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  <p:sldId id="286" r:id="rId32"/>
    <p:sldId id="290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9" r:id="rId72"/>
    <p:sldId id="330" r:id="rId73"/>
    <p:sldId id="331" r:id="rId74"/>
    <p:sldId id="332" r:id="rId75"/>
    <p:sldId id="333" r:id="rId76"/>
    <p:sldId id="326" r:id="rId77"/>
    <p:sldId id="327" r:id="rId78"/>
    <p:sldId id="328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2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FF22F-810B-4716-A8A1-26A62D5D7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5A44A7-15D5-48F2-95C6-FFD8D9C8A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172DA1-4AD3-4367-A7D9-4B928C15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DE8F8-9B0E-436F-A8EF-E6B78CA9D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6AF4A-4A43-425F-BFB3-D6F7128B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7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BDBA0-1203-4BC8-B1ED-23162654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8D64FB-D1C3-42BC-BBD4-7AC70967C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29077-7515-4ACD-A1E5-EB06573B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2D69CC-768F-497E-B75E-7FA7161C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5400FA-1430-47D8-AC7F-540CAA1C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99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74195-92BC-4122-B899-AAE44370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2CF6C3-EB18-4FD3-8E16-0D912EB0D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FF3C3E-5E83-4B45-8293-B9FB3431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DE000-523E-4D41-B323-9AA3552A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B923C-FA7B-4F93-A2C7-9117288E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08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9C740-43C1-442A-B2BF-6E08EB92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66245-A64F-4661-98F9-A4A3C563C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F1E05E-442B-41F2-BEEA-180E45B9E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B606B2-7257-4A15-BD4A-036713B1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8D1FA5-1D32-459D-AFF0-88F9E98F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9CCBBB-A2A1-42A3-95DC-75D42F0B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92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831D7-8250-4B4E-AD02-193E07714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CC1750-264F-4607-9DF3-A8EE83C9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3EE89C-E093-4199-A4D6-F7367D853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63CA5B-0E08-42D6-98D4-5A3A75476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D2A8DA-A9DC-4938-AFC4-62A75D985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5961B3-3440-422D-BB36-2519F639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883394-47CC-4E17-A177-A7D92EC33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72607D-B909-4E6F-B08E-5E65F246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460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C3EF0-014C-4594-AF06-532751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75F64D-6B75-4108-B775-6C400528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98A9CB-17F0-41FE-AC49-FF4511D7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5191CE-7308-489B-8C6D-29B2D6765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46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6C4689-6042-471E-B544-0917E84E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B2599D-AB54-47E9-A820-DCD288F1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2F007-0DCB-401C-81FC-11EC40BD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2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44796-A38B-4EC3-AE81-4801B0438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40E48C-B3DA-4705-9D78-950CC9FB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5CD966-84AB-4FAB-AE15-52BB8A5EF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3F28D5-DE39-4C8C-B9FF-604CAC42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47005C-0538-4267-A05A-7A91783D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BEC337-9609-4891-A563-0400C0D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63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C8E04-4006-4890-B951-15CC12F4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F3C2E2-72DD-44C4-8388-517896E5D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39216-39CD-4491-BA59-05B0FF46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C9EEB9-6E4C-45FF-8D99-2109B38F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AD901-12F8-45B2-958F-A0E96C06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27F11-3570-4C8A-9D31-CE68C61D6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38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E3E08-BF61-4E1F-8DD2-6422893F9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40A2C2-4716-4BCA-B632-ED07C1451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92A63-5573-4191-A2E5-F831070C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8DA38-6E72-42F0-A66B-4C8B84B3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4638C-E662-48D8-BEE7-2A3F8D97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08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E38C4C-CAAA-4602-977D-893DCBFE5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B222F7-D858-4E40-AEDE-623EE25EF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3EF66A-7DBA-42CA-B3F3-41621354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387430-3AE1-496D-8721-A9CCC9ED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0E6A6-FE8D-49AE-8E08-F18ABE9C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21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4D01215-8EC1-40CA-923D-3A5277BD4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81015F-6927-402B-AC6C-96FCD5617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844FA-0541-4AEE-AF47-3B4D62F76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4BF9E-5D8F-4880-A8CE-BABDD44EA710}" type="datetimeFigureOut">
              <a:rPr lang="zh-CN" altLang="en-US" smtClean="0"/>
              <a:t>2020/9/1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53CB3F-DB13-45E6-9906-628CF8433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FF511-0DDB-4DAF-957B-67D0DF496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AAC1B-A5BD-4D20-BDD0-088B4528E7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47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B24C3-90AE-4DBF-A5EF-C2A8277609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379A4F-129A-4804-B1E3-4BDB34092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A50433-C4DD-49E5-8295-CB456EF1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36" y="0"/>
            <a:ext cx="9148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34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B67E2-5F86-455C-9D05-D110581A9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C4348A-37DF-4CB4-9794-BA97E749E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CBCACB-06B9-4F51-9FE0-684447EB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56" y="0"/>
            <a:ext cx="91686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26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D0E3D-1CC8-4C76-838C-B141EE5C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9E915-C452-43AA-AE59-58AD43DA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2ED8E7-7DC1-4EFB-ACAC-BF529157E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17" y="0"/>
            <a:ext cx="91913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0E555-DC8A-4818-828B-87250F8E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955E4-0CB6-4B23-9671-0044A304C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CC27BE-726F-4B7F-A011-ACF8FD02F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03" y="0"/>
            <a:ext cx="9161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5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C7CF8-865E-44DB-9D66-B89924F7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31ED0-98EF-4A9C-986C-EC6FDFEC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8256D1-BA2E-41A4-8F7B-B55D3D5A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21" y="0"/>
            <a:ext cx="918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02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34E88-63E3-4249-A8B7-1DF9BF65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29AC7E-FC40-488F-B20F-F24277EA2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B7D8C3-7C03-4144-9C8C-D48C615CA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35" y="0"/>
            <a:ext cx="9141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11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DC95F-1AD7-4651-9EA4-EBAE5A38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75FF99-C1C0-424F-9778-B5CCBE923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2ACC12-0D3B-4C1D-8341-BE1F5797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206" y="0"/>
            <a:ext cx="9193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7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E8E8C-C0EA-4654-8B09-10B471E5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FD0746-CEA5-4CDA-AB1B-793879D6C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2CE936-AFE5-4784-83FC-C3653A958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35" y="0"/>
            <a:ext cx="9141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7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97786-C327-4167-B90C-4C8BADFF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C8683A-BE68-4F56-8ED1-7ADA36CCE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3C7019-9E64-46BB-BBE7-371CDAA69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777" y="0"/>
            <a:ext cx="9226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7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FF24E-6816-4E00-83D7-3816F211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AC488-E2C8-429A-8861-6B68C4D02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E3510B-1D1E-4286-A52E-7830981B2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587" y="0"/>
            <a:ext cx="9178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49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9C729-B1C7-40EA-93E9-0B99B193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96BB5D-72CD-44B9-8BD8-3D19A3C6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48859A-1DAD-482A-B098-3D3E77996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87" y="0"/>
            <a:ext cx="9186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0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BE976-E961-4281-97D3-4B4D384C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A4772-9127-4577-A044-73C575F8A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6B0F31-AEDF-4B52-B064-44EFEF564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874" y="0"/>
            <a:ext cx="9124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C7676-BA5E-41B8-BF55-7596A2E4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8E548-A5E9-4639-9C4E-0F638B0B8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AB7FF1-30D9-4542-ABE0-A5564FE4E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12" y="0"/>
            <a:ext cx="9131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81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51E72-309D-496B-89B0-F9A63CA6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D31AE0-ED4F-492F-B08A-0F0C01996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F0999A-437B-421E-9C12-EC1BF0825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42" y="0"/>
            <a:ext cx="9068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07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4A112-C738-45E8-AB83-16E0BBEBA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13056-6061-4E96-9060-2F679056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D3F4AF-DCF6-4762-9C3E-EE268E13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42862"/>
            <a:ext cx="904875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5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2080D-5516-4B4A-BBE4-4ABBCBE4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255F9-A5D4-47C0-AF7F-DD5ED9C3D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93A676-DB01-4B89-9DCD-858623CD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28575"/>
            <a:ext cx="9077325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62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9D352-8A7C-4A52-9776-5A448897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3397F-6ABC-4E14-8DB7-4872CFA6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CCEEF1-356E-48E7-8C54-08726B1F3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38100"/>
            <a:ext cx="91059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72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47D24-666E-4EF0-90FE-AE048DF0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C01B89-7826-4103-AC8E-65A1BA21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C1080E-4F4C-4233-AE7A-C949D9AD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38100"/>
            <a:ext cx="905827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01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940D0-22FE-4D65-8E43-5B143500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377194-5373-4891-9F08-A0E0F63D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B23BB0-1A87-4A25-B859-D40CF2EDD8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79" b="-222"/>
          <a:stretch/>
        </p:blipFill>
        <p:spPr>
          <a:xfrm>
            <a:off x="-132080" y="0"/>
            <a:ext cx="6273975" cy="48463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53B738-C5F4-4086-9A07-056B170C8D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57" b="-869"/>
          <a:stretch/>
        </p:blipFill>
        <p:spPr>
          <a:xfrm>
            <a:off x="6167120" y="0"/>
            <a:ext cx="6024880" cy="47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6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5F39D-AADA-49D8-BA38-437DE430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51618D-6420-40C0-B601-586BE2D3B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9F9C32-E796-4304-A55F-9D6987873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3812"/>
            <a:ext cx="91059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3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7B2BF-3833-4343-A39D-13716CC1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E6BD8D-EBE1-4EEC-A99D-018C5BCEE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307B45-F37C-4A53-995D-270425E59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42900"/>
            <a:ext cx="8686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7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8912E-E884-46CD-A892-01AC6BD3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6CDF3-6EF5-4212-8CFB-AA2B3A98C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B3A43A-76B5-4BD5-97C0-4E937AF4A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9525"/>
            <a:ext cx="904875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9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22F47-D1C4-4F7E-90BB-31A83059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1220B8-5AF8-428A-A5E3-768BCE5A9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326105-4DEE-4015-98D7-91B2951F0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33337"/>
            <a:ext cx="913447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25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CE20F-517C-4CB1-875D-7A9898E4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7D50B-66BF-4074-A22C-87703DB70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352210-CB70-4775-A5E0-9C85AAD07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23812"/>
            <a:ext cx="908685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13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D8E8E-8D35-4807-84F2-0B794B17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A6F39B-D37A-4434-BC52-4B0AA8AC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CA53A5-65EA-4F61-B216-ED30D0668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37" y="19050"/>
            <a:ext cx="9153525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36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F2189-03C7-4C58-BE4B-7EBFB7BA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A01EA7-A3EB-400F-ACDA-AB478BF9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17A48C-3802-4B14-ACF4-3357C125F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42862"/>
            <a:ext cx="9134475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98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B8CAE-6DD0-4EAF-A7A8-68232437E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D39D2-9F06-4AD8-960E-1615799B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7BC758-BB87-4ACC-912B-23F5DED5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2" y="38100"/>
            <a:ext cx="913447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23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DB62E-3076-4538-8CF5-9AAB6415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E9BBF-4DB2-410D-AB8A-7D0497FBF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D086E1-EBB0-410D-B98A-9932AAD1B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33337"/>
            <a:ext cx="90773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51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2AC5F-96CF-430A-8048-4C6E2167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013DC-4DB6-4AD3-A051-E053F7912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687EBD-3E30-4C43-8968-C1C52AA4F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75" y="85725"/>
            <a:ext cx="9086850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76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06578-2FE9-4679-84CE-ED600C5BC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4E8BED-9355-44C9-B9D9-5B4AAC371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887516-FE38-4832-AAE7-B3877EB84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38100"/>
            <a:ext cx="907732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08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758A3-AEF5-405E-B0CE-1BBBF0DA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F21804-ABD8-4121-8A57-675F27E26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FBEDA7-13FB-4EEB-9E3A-7C04CCC6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2387"/>
            <a:ext cx="899160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05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758A3-AEF5-405E-B0CE-1BBBF0DA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F21804-ABD8-4121-8A57-675F27E26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2ACF37-D722-42EA-A3A3-E04D71AC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38100"/>
            <a:ext cx="90297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92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40FDE-F3EB-45B8-8BCB-DF0B8081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49B2E7-B052-431D-A35B-660B7392D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33A47B-E0E3-4AF7-B6B5-7FF3B06CB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8575"/>
            <a:ext cx="90678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81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582B0-6BC3-43BE-A535-382B8E3FD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72ABE-C9CC-467A-B257-320CFA63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5DEEA7-E2DC-49D5-9723-EBFA29E12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9525"/>
            <a:ext cx="9058275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6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1E1E4-1958-468F-87AC-E45B90F3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49377A-E858-407D-9717-8E646F13C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9D479A-27D2-48F1-8E68-2C7A96C7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38100"/>
            <a:ext cx="9020175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5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6B0197-9178-4E80-ACC2-F5CCD45D4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5844209" cy="44094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850023-A175-4753-BAED-D83460471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702" y="1869440"/>
            <a:ext cx="6969204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58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67472-278F-4568-8749-8EEABA6C4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2E8E3B-76CF-49C2-BBB6-B8CCF924E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F5B56F-F90E-4581-9030-B7044ADC9A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2" t="3232" r="3601" b="8167"/>
          <a:stretch/>
        </p:blipFill>
        <p:spPr>
          <a:xfrm>
            <a:off x="-1" y="6985"/>
            <a:ext cx="5374641" cy="34405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D78FA2C-041C-4D19-87F5-FA6C844432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88" t="3957" r="3874" b="4179"/>
          <a:stretch/>
        </p:blipFill>
        <p:spPr>
          <a:xfrm>
            <a:off x="5374640" y="0"/>
            <a:ext cx="5639194" cy="36372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45D709A-3BBE-4B74-A848-F8F5999EA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47561"/>
            <a:ext cx="5283201" cy="34095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07B3AF-885D-4535-A42D-9968E429D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200" y="3634826"/>
            <a:ext cx="5831840" cy="348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429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C400F-02E4-44A8-AD53-2F0F8260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EFDE51-6A2F-424E-8C86-3719E2404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3FCBA6-C852-487A-9B1B-033273EC7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76237"/>
            <a:ext cx="872490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718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308D4-6A99-48F7-89BE-8F9CB080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49F015-DAFD-48D5-A32B-56317B9F2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A268A9-5FDF-41B7-B0DF-B1D5AD07B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77" y="0"/>
            <a:ext cx="9221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678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D2FD2E-3E5C-4C0F-AC29-6AE75342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2ACC6-B7F2-4278-A97D-26FD55FD0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BEA1C0-D87D-4AD4-B014-B72BAC17C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61" y="0"/>
            <a:ext cx="91564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130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75679-C722-4C52-ADC5-756BF21E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03E8D-8BC6-4C56-AC81-3722963B4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2C1B27-C945-466B-82DF-E4F3988BF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014" y="0"/>
            <a:ext cx="9153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583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69EE3-2281-4CDE-B9AF-3D5B4DA02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F9A4D3-4BE1-4CFA-8672-2C3925559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554CB8-AD87-49F1-8C27-5CAE5F8AA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92" y="0"/>
            <a:ext cx="9131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01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26EC6-E950-4C45-8647-1D96E4C4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3B9374-DCD8-4C3C-9061-76D107C01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264438-EC68-4D0E-8202-38BA1ECB4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43" y="0"/>
            <a:ext cx="9193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02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EBCCA-A3F0-41F2-8CC1-E536EBCE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C7C001-6EC2-4303-ADCF-D4DF9F2E3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3032E6-F5E5-486F-B03B-4A7458B2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91" y="0"/>
            <a:ext cx="9184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050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A8C6B38-C196-44A9-A623-8991FABA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28343" cy="3657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7BAF4E-BBAB-476F-934F-73E2EDA6A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343" y="135692"/>
            <a:ext cx="5127897" cy="35219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0FA918-1274-4DA9-AD37-69419DEAA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9" y="3657600"/>
            <a:ext cx="5353814" cy="32011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975B12-568F-438D-B893-A5BFBA571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343" y="3657600"/>
            <a:ext cx="5127897" cy="319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372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88E6B-D456-4B03-920C-B8CEC01E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130FAB-32A1-4B8F-8E07-EDF2E65C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C98B6E-E2D2-4D11-B10B-D4FA49F47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64" y="0"/>
            <a:ext cx="9901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4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026FA-9E5E-4BDC-88BF-7F7205BD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40A8E8-9C7C-44C2-AD57-95C8AC051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5A09F1-E10E-4AF1-9991-AC7E9CCB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703" y="0"/>
            <a:ext cx="9238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410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C3BAC-BCE2-44DD-B6AC-C0E7C6D4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CD07D-BC69-4536-BD36-A97836DA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65F66D-E375-44CE-83C1-9919FCB34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4" y="1087656"/>
            <a:ext cx="5986761" cy="40233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B419BC-3176-4339-824C-4A322881A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527" y="1087656"/>
            <a:ext cx="5901299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252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F5AC00-4A48-414F-B974-6B5DF95C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5CF72-3623-457C-9B5E-C90400886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C46F5B-F81F-4CD1-9A13-2952DD179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10" y="0"/>
            <a:ext cx="9335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352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2E975-B5CB-4230-9B61-C1B2A201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AD6159-D6E6-411B-9EC0-CDF4D6D55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5E18BC-E99D-47D2-B8A3-A12CB6F0F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021" y="0"/>
            <a:ext cx="9325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98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1EB68-60B3-4C4D-9957-78F705C3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BC173-1B6D-4F9F-BA8A-70745250D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E788DE-4340-44C4-BF27-7954B8F71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835" y="0"/>
            <a:ext cx="9136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0921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31F0E-C394-46E4-A192-E26C0C38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2B1E09-115E-4D5D-80E7-45814F40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A85561-9D33-403E-88A6-9F8600483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650" y="0"/>
            <a:ext cx="9200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204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F21D1E6-C55D-42E2-854F-743B2C129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8" y="548641"/>
            <a:ext cx="6260305" cy="47163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05E607-EFF8-4E4B-9ED8-28D8300E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63" y="1027906"/>
            <a:ext cx="5979980" cy="397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269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D282A0-820D-40DA-B7EC-E8EE07749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571" y="0"/>
            <a:ext cx="9264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447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A828D-6B79-41D6-A831-376DE0EC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7ACBF4-8735-4E75-9FE9-89F4F58A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09020-E135-4774-B1FD-CADA34B03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980" y="1027906"/>
            <a:ext cx="6115980" cy="45700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AEBF50-351F-4237-B4B1-23181AFE0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960" y="144378"/>
            <a:ext cx="6107089" cy="457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266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56A04-2217-43A6-8C11-D1183115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B8F1B4-C7EC-4340-88F2-9069D94D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A4C611-53D5-4237-BCE2-FE00077BA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7" y="1"/>
            <a:ext cx="6963175" cy="29753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E0863A-E435-44A9-8078-9C776BE0F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37" y="2899064"/>
            <a:ext cx="6963176" cy="35938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992F98-2291-4C2C-B05D-C43BAF449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695" y="29813"/>
            <a:ext cx="4985887" cy="646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271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A22BC-6200-4CAF-93DC-CE2124D6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0A15D-6B32-48FD-8C82-9CE8E1D3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DCAA96-3FD4-4B01-ABC1-EA3DD738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82" y="0"/>
            <a:ext cx="9163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76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DB6C2-3E26-4012-BC2B-23DBFBC9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D287E-FBD1-4679-85AD-5F36C2FC6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17D6D2-2737-49A2-84DD-2E423FA9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25" y="0"/>
            <a:ext cx="9202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093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57B62-CC56-41F1-83F5-5A529355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0AC5CF-070E-4340-AC39-8B6BF826C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733BE9-4120-4745-B042-C4656A1E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85" y="2055813"/>
            <a:ext cx="5859983" cy="36800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F09B8B-1038-4A38-A712-E921719A8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233" y="0"/>
            <a:ext cx="6078767" cy="41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574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EC807-4905-4E9C-B44C-14850BBE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2EA94-7813-45A8-B4E1-57E5C55A2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024259-F95F-47A8-95D8-1926B81C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329"/>
            <a:ext cx="4949904" cy="36779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082159-267F-429B-8AEE-4A513E256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131" y="-44217"/>
            <a:ext cx="5228428" cy="36483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AC087E6-858C-4BB1-9759-5C5B804E0F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195" r="200"/>
          <a:stretch/>
        </p:blipFill>
        <p:spPr>
          <a:xfrm>
            <a:off x="0" y="3664579"/>
            <a:ext cx="4949904" cy="31457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9CC4B5-1EA8-4D73-B9CC-305F32FF6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903" y="3635031"/>
            <a:ext cx="4752361" cy="320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352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D9878-C22A-4AD4-9C18-FF67E509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DF460E-147D-4D96-87D9-92E48BCE3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DDA0C9-4BFB-4901-A90C-52C606B8E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586" y="0"/>
            <a:ext cx="9138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356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E8E85-006E-47A3-9718-31094ACC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BB789-2810-4193-80E6-C00B29204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13EA7E-EF10-452C-854E-DC816465C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903" y="0"/>
            <a:ext cx="89881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048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1439B-8592-4180-94A0-EB0BE9191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B309FB-1D15-4565-8882-77979EA1E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4C65E9-7698-4CFD-8512-32E57C9FA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28" y="0"/>
            <a:ext cx="9203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485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05AC6-D39D-4B1D-945A-26A9ED47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4CCDA-F1E4-4010-8B62-B1EA1C022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27A61E-F9F5-4ECE-8D01-78BEA1688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4"/>
            <a:ext cx="4943838" cy="34267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C1BCEE-A4C9-4A20-9A0A-5E07632AA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38" y="-25969"/>
            <a:ext cx="5076061" cy="34127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BCE6602-0C41-4706-ADCF-09A3727B2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38" y="3360489"/>
            <a:ext cx="4854680" cy="332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278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513E5-12D2-4397-96E2-7E1D5056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B1DF8-1B2A-4D00-9DD4-661E41C4C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BFF543-432F-46F8-8F93-9985E85DF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80" y="0"/>
            <a:ext cx="92130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1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F5408-C365-46EF-829F-3CC52A51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5EB20A-D1B0-4C0D-9F50-73BF5121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E7F0FD-A3B8-45C7-A891-8CA4FBB0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39" y="0"/>
            <a:ext cx="9126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80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7ABE2-3784-4A0B-A724-B8B1B1FF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CC5C9-B3D4-4992-B95A-E6150C77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FCEA63-7B69-4C6D-A297-1B3BA058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57" y="0"/>
            <a:ext cx="9226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954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1CCA4-F04C-4230-B37F-4F303C1C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F4C0E-0764-415D-AAA1-42E337540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7AAC6C-CD5D-4A1E-8B38-8CAF489E5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063" y="0"/>
            <a:ext cx="9075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274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F1011-25B0-48FD-A3D2-6248038E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769CA-8443-4BD3-AA7D-AE41AFF7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B14DCD-B439-407D-9880-48FDFCC5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04" y="0"/>
            <a:ext cx="9269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168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A8867-0C21-4E9A-AE75-02C57B9B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B7D4EB-D13E-4FB2-8942-887DBC416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62DAEA-4BF6-4985-989F-83AFD0502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82" y="0"/>
            <a:ext cx="90634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853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D7CCD-4CF3-4E0E-A555-C65D481E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7C39B-AB0C-4710-B968-E29C372A2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0199B5-3407-4452-8C12-0EE5B3617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8" y="0"/>
            <a:ext cx="6039602" cy="36967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FC0A56-F005-4795-8C3B-A9AA97743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"/>
            <a:ext cx="6216108" cy="36967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FE130A-22F8-46FB-905E-D1018F8B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3473"/>
            <a:ext cx="8470232" cy="330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796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6F8F3-8925-46E8-93A2-A0C8B853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9A859-8132-4C9B-B7D2-4D767BD16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909672-D9B9-4735-B95E-F849FCD26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58335"/>
            <a:ext cx="5938787" cy="38527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D0A769A-015D-4D2C-AD86-7618D87B0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811" y="572423"/>
            <a:ext cx="6622189" cy="460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386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42B7E-8090-4251-A994-D883F158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3AC65-0655-46F1-977E-9F56EB55F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A2B998-D252-4181-98CC-DB70E032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19" y="0"/>
            <a:ext cx="9214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715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A25BA-E51B-4B55-9887-808D34B60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3B60A-B7DC-496D-886B-236C7A122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00A040-4219-42FA-B0E6-B53D3CD4D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21" y="0"/>
            <a:ext cx="9223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0486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A1F25-528F-4653-AE63-0EFC86E7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A34E04-1E1B-45AB-926E-F51A783E1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A7ED9A-4771-49BF-9506-2C83276CF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06" y="0"/>
            <a:ext cx="90911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577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C8E5C-91A9-41AB-A421-C6EDD22B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F6D70-897D-4331-B799-C5AEF5A9E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A99657-CA88-406C-88D9-ACB5C843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120" y="0"/>
            <a:ext cx="9179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6055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AA870-FD02-4186-ABBB-2E1BD2EC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E3AD6-5610-4263-AD50-D98C2105C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337F3F-0BDF-40AC-B03A-7AC7C7375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611" y="0"/>
            <a:ext cx="9040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505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F4E29-9D8D-4EF6-8A41-2592B068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B35FF1-3128-4679-8E78-F89E4BFE5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BB584D-743C-418D-AE18-75B46A7D7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53" y="0"/>
            <a:ext cx="9047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8501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1A57F-CF8C-4276-A401-1234B788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6E814D-E088-42F3-A588-2EC8FE950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60FBDB-C41B-44C4-B3F1-C1A91AD1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71" y="0"/>
            <a:ext cx="9070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394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01B2A-C654-41F1-B3B0-6A5B5B77E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3F482B-F9F6-4A53-BD7B-09655F78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5BC0D9-5A7D-45A8-94EB-51A32B9CE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41" y="0"/>
            <a:ext cx="9041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266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1C09B-5A56-464C-BE20-0BF97BE3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462A2A-A630-41FD-8C4C-6267B569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D26BC6-5DE8-4C47-BB9F-E39AA5578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22" y="0"/>
            <a:ext cx="9261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255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AFAEC-A1CC-4C9E-8F39-30EF6B91A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30AAFC-CA05-4D87-B648-9C5F62BC6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3A710E-0627-4E9C-9EE1-291DC5C8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481" y="0"/>
            <a:ext cx="9037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097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B0C7B-2211-43A2-AD82-AAD6D117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257D2-BCAE-4762-884B-1820C955E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7CB504-39F6-4257-AF9F-AEB922FCA4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5" t="8925" r="2435" b="6827"/>
          <a:stretch/>
        </p:blipFill>
        <p:spPr>
          <a:xfrm>
            <a:off x="0" y="0"/>
            <a:ext cx="5265019" cy="34464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D4B24F-25E7-48B0-B2EA-CCDEBCDF54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73" r="1594" b="6889"/>
          <a:stretch/>
        </p:blipFill>
        <p:spPr>
          <a:xfrm>
            <a:off x="5265016" y="0"/>
            <a:ext cx="5594439" cy="360048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453534-D1E1-4D66-9551-03AA298A4B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40"/>
          <a:stretch/>
        </p:blipFill>
        <p:spPr>
          <a:xfrm>
            <a:off x="-3" y="3446479"/>
            <a:ext cx="5265019" cy="34115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39924E-8554-45AA-A4D6-BE771CD71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016" y="3588769"/>
            <a:ext cx="5159147" cy="332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842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A88FC-FC84-4DC2-A5F1-83EF627F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BC2037-A9B3-41F9-A4BE-B1F203489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01ADAE-8758-4A66-8AE4-D846C3DA0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042"/>
            <a:ext cx="5847067" cy="39174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F23DF8-83F4-4434-84A0-134F170D4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421" y="-1"/>
            <a:ext cx="6196774" cy="450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152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4F134-1FFD-462F-B792-C0D7482E6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F85EA0-08F5-4F15-969F-E8BFEB7DB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07322-E084-44D6-8C81-1520C459B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637" y="0"/>
            <a:ext cx="9368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405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9AD75-F8FE-4E74-97E4-0D389C42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548C75-7849-459C-B818-E81C2F921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0A14CE-0543-4591-8B2A-744A31C9A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97" y="0"/>
            <a:ext cx="9324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464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E797F-C0C0-42AA-BA49-D631EB7F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21A99-1E90-4FA4-88B2-7A412E1A5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BC173E-4211-40C2-BACF-49A92572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6492165" cy="46586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E2A6F2-8B04-4313-981F-1883D258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166" y="930390"/>
            <a:ext cx="6299810" cy="422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902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E8C91-75B0-46A8-9B07-134548B51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06EF5-177C-4044-B070-9201F88AF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EE291A-F7FE-46B9-8AC9-34FF5005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44" y="0"/>
            <a:ext cx="9220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20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5597A-7CB8-4B53-A16D-20DA1A06B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6BBB6-66A4-47E4-9791-B08929C7F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F281AB-D1F3-449D-B553-68E2F7680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36" y="0"/>
            <a:ext cx="9156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8849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5C0F3-C6D8-4A85-AE8D-DA8075DE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80EF0F-95F3-422F-9FF5-8133CE3C6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309FD7-8270-4F35-B0FC-357BD477D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590" y="0"/>
            <a:ext cx="9064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596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8A035-965D-4E25-BC09-D253BDC0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E7278-3C1C-4A9E-A61C-17CAD4F67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84EAB5-0078-4E1D-A3FF-2E3D3C6D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361950"/>
            <a:ext cx="10725150" cy="6134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D9527F4-0499-4458-810A-485B1CCD4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122" y="0"/>
            <a:ext cx="91997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281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2B618-B50E-46D9-9FF4-6BCEF1E9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00A4E1-2D74-418B-9B25-930929400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716EDB-C9F0-48FC-8561-DAD07B8A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12" y="0"/>
            <a:ext cx="9038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525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136B6-B078-4D9E-A705-15CE94A1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71EB08-F268-4BB6-B94D-4FD65F01C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01D361-CE95-4675-9BEB-9AF9A0C42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81" y="0"/>
            <a:ext cx="9100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224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3B12B-E485-4432-A3D9-4C5A05D9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87061-D8E4-4CD0-9B52-BCA5B8694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84C6D9-F6E6-4198-A14F-458F4EF4A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79" y="0"/>
            <a:ext cx="9162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278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3008F-8577-4BF4-99EA-B34244CB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AC7BB7-81AA-4B62-8993-BDE08A444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F807BD-6E6A-46A5-A068-909150BE1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43" y="0"/>
            <a:ext cx="9194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599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8AA7C-EB19-4CEA-A17A-36494EB9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458EE0-38AA-48EF-ABFF-0C9FCE3AF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76B521-3E08-40B7-91CB-0C694BC20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993" y="0"/>
            <a:ext cx="9048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542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93358-3459-4D13-883F-307D1C47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40D53-0722-4299-85FE-DEBAB3F2F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0E5DFA-57F5-4AC8-877A-52AD884C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7" y="0"/>
            <a:ext cx="9156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6488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3C390-C0F3-4918-95C8-FC93691E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19C65A-4E48-4CC2-95C3-0772AFA4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128F96-064F-418F-AD53-EAE23F0C9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78" y="0"/>
            <a:ext cx="91566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872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5CF36-DC34-4564-80FB-5A192793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7E765-4AA0-4F9A-A31E-5130DD36B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ACC7C8-19CD-4FF2-9870-1A5B9A37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822" y="0"/>
            <a:ext cx="8980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191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FCD18-8117-4892-9BD3-68DF0FE3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38C4DD-B0CB-42D5-AEA8-75D74D78B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41CE5F-24B0-4143-9874-C7C6F3BD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614" y="0"/>
            <a:ext cx="9100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0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Office PowerPoint</Application>
  <PresentationFormat>宽屏</PresentationFormat>
  <Paragraphs>0</Paragraphs>
  <Slides>100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100</vt:i4>
      </vt:variant>
    </vt:vector>
  </HeadingPairs>
  <TitlesOfParts>
    <vt:vector size="10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焕彬 戴</dc:creator>
  <cp:lastModifiedBy>焕彬 戴</cp:lastModifiedBy>
  <cp:revision>7</cp:revision>
  <dcterms:created xsi:type="dcterms:W3CDTF">2020-09-01T04:01:56Z</dcterms:created>
  <dcterms:modified xsi:type="dcterms:W3CDTF">2020-09-01T05:04:47Z</dcterms:modified>
</cp:coreProperties>
</file>